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96A263B-98E7-4626-98BE-438E9AAD7EA5}">
  <a:tblStyle styleId="{A96A263B-98E7-4626-98BE-438E9AAD7E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3550" y="1777450"/>
            <a:ext cx="6565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Write down the order of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each shape. Tracing paper may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help you with this task.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3880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rotational symmetry in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216899" y="4030686"/>
            <a:ext cx="883512" cy="883533"/>
          </a:xfrm>
          <a:custGeom>
            <a:rect l="l" t="t" r="r" b="b"/>
            <a:pathLst>
              <a:path w="43267" h="43268" extrusionOk="0">
                <a:moveTo>
                  <a:pt x="11161" y="13986"/>
                </a:moveTo>
                <a:lnTo>
                  <a:pt x="11161" y="0"/>
                </a:lnTo>
                <a:lnTo>
                  <a:pt x="32106" y="0"/>
                </a:lnTo>
                <a:lnTo>
                  <a:pt x="32106" y="14055"/>
                </a:lnTo>
                <a:lnTo>
                  <a:pt x="43267" y="14055"/>
                </a:lnTo>
                <a:lnTo>
                  <a:pt x="43267" y="27904"/>
                </a:lnTo>
                <a:lnTo>
                  <a:pt x="32037" y="27904"/>
                </a:lnTo>
                <a:lnTo>
                  <a:pt x="32037" y="43268"/>
                </a:lnTo>
                <a:lnTo>
                  <a:pt x="11093" y="43268"/>
                </a:lnTo>
                <a:lnTo>
                  <a:pt x="11093" y="27835"/>
                </a:lnTo>
                <a:lnTo>
                  <a:pt x="0" y="27835"/>
                </a:lnTo>
                <a:lnTo>
                  <a:pt x="0" y="13918"/>
                </a:ln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6" name="Google Shape;176;p20"/>
          <p:cNvSpPr txBox="1"/>
          <p:nvPr/>
        </p:nvSpPr>
        <p:spPr>
          <a:xfrm>
            <a:off x="476400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322834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169269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322834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69269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497219" y="2445610"/>
            <a:ext cx="1177800" cy="8835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393212" y="2410487"/>
            <a:ext cx="544200" cy="925200"/>
          </a:xfrm>
          <a:prstGeom prst="triangle">
            <a:avLst>
              <a:gd name="adj" fmla="val 1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392356" y="2429029"/>
            <a:ext cx="601200" cy="883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015703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015703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96321" y="2418350"/>
            <a:ext cx="929400" cy="88350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342898" y="4023290"/>
            <a:ext cx="883500" cy="883500"/>
          </a:xfrm>
          <a:prstGeom prst="plus">
            <a:avLst>
              <a:gd name="adj" fmla="val 25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08267" y="4001261"/>
            <a:ext cx="883500" cy="883500"/>
          </a:xfrm>
          <a:prstGeom prst="octagon">
            <a:avLst>
              <a:gd name="adj" fmla="val 29289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575448" y="4001261"/>
            <a:ext cx="883500" cy="883500"/>
          </a:xfrm>
          <a:prstGeom prst="octagon">
            <a:avLst>
              <a:gd name="adj" fmla="val 20161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5788500"/>
            <a:ext cx="67728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letters into the table, according to their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883750" y="6130950"/>
            <a:ext cx="38352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 C D E F G H I J K L M N O P Q R S T U V W X Y Z</a:t>
            </a:r>
            <a:endParaRPr sz="2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0"/>
          <p:cNvGraphicFramePr>
            <a:graphicFrameLocks noGrp="1"/>
          </p:cNvGraphicFramePr>
          <p:nvPr/>
        </p:nvGraphicFramePr>
        <p:xfrm>
          <a:off x="753017" y="7041950"/>
          <a:ext cx="6164375" cy="1780260"/>
        </p:xfrm>
        <a:graphic>
          <a:graphicData uri="http://schemas.openxmlformats.org/drawingml/2006/table">
            <a:tbl>
              <a:tblPr>
                <a:noFill/>
                <a:tableStyleId>{A96A263B-98E7-4626-98BE-438E9AAD7EA5}</a:tableStyleId>
              </a:tblPr>
              <a:tblGrid>
                <a:gridCol w="1232875"/>
                <a:gridCol w="1232875"/>
                <a:gridCol w="1232875"/>
                <a:gridCol w="1232875"/>
                <a:gridCol w="1232875"/>
              </a:tblGrid>
              <a:tr h="518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3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4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greater than 4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1231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0"/>
          <p:cNvSpPr txBox="1"/>
          <p:nvPr/>
        </p:nvSpPr>
        <p:spPr>
          <a:xfrm>
            <a:off x="911425" y="7695475"/>
            <a:ext cx="9723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A, B, C, D, E, F, G, J, K, L, M, P, Q, R, T, U, V, W, 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054425" y="7740780"/>
            <a:ext cx="7944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I, N, S, X, 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88225" y="7695475"/>
            <a:ext cx="2418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871950" y="9077425"/>
            <a:ext cx="5931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Note: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rotational symmetry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letters O and X may differ depending on font.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033622" y="3428275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961018" y="3428275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77283" y="3428275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593034" y="3428275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033622" y="4976326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61018" y="4976326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77283" y="4976326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593034" y="4976326"/>
            <a:ext cx="204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451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2" name="Google Shape;21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1101700"/>
            <a:ext cx="65487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Aisha is designing a puzzle board for preschool children, where they place shapes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into spaces on the board. She wants to arrange the spaces so that the shapes  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are in descending order of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72000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Finding shapes with particular rotational symmetries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214900" y="1968955"/>
            <a:ext cx="4714200" cy="2490600"/>
          </a:xfrm>
          <a:prstGeom prst="bevel">
            <a:avLst>
              <a:gd name="adj" fmla="val 2163"/>
            </a:avLst>
          </a:prstGeom>
          <a:solidFill>
            <a:schemeClr val="lt2"/>
          </a:solidFill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216164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520223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824282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216164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520223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824282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52600" y="4745950"/>
            <a:ext cx="66240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six shapes onto the board so that each shape has a lower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the previous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76400" y="5788500"/>
            <a:ext cx="66240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Design and draw a custom logo with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order 5.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Tracing paper and a protractor may be helpful during this task.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Alternatively, you may want to use computer software.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860461" y="2298252"/>
            <a:ext cx="801000" cy="801000"/>
          </a:xfrm>
          <a:prstGeom prst="ellipse">
            <a:avLst/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177138" y="2289705"/>
            <a:ext cx="801000" cy="801000"/>
          </a:xfrm>
          <a:prstGeom prst="octagon">
            <a:avLst>
              <a:gd name="adj" fmla="val 29289"/>
            </a:avLst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423784" y="2337425"/>
            <a:ext cx="876900" cy="759600"/>
          </a:xfrm>
          <a:prstGeom prst="hexagon">
            <a:avLst>
              <a:gd name="adj" fmla="val 29065"/>
              <a:gd name="vf" fmla="val 115470"/>
            </a:avLst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887200" y="3405375"/>
            <a:ext cx="759600" cy="759600"/>
          </a:xfrm>
          <a:prstGeom prst="rect">
            <a:avLst/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133550" y="3395250"/>
            <a:ext cx="876900" cy="758400"/>
          </a:xfrm>
          <a:prstGeom prst="triangle">
            <a:avLst>
              <a:gd name="adj" fmla="val 50000"/>
            </a:avLst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428950" y="3395250"/>
            <a:ext cx="876900" cy="758400"/>
          </a:xfrm>
          <a:prstGeom prst="triangle">
            <a:avLst>
              <a:gd name="adj" fmla="val 77229"/>
            </a:avLst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28800" y="2007600"/>
            <a:ext cx="1596600" cy="23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circle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 regular octagon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c) regular hexagon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d) square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e) equilateral triangle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f) scalene triangle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705000" y="6538880"/>
            <a:ext cx="427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Vertex at the centre would have an angle of size 72°.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05000" y="6914894"/>
            <a:ext cx="791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05000" y="8713777"/>
            <a:ext cx="4274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can be checked using tracing paper.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2157062" y="6996112"/>
            <a:ext cx="1078112" cy="861264"/>
            <a:chOff x="3337025" y="2131311"/>
            <a:chExt cx="2081700" cy="1663314"/>
          </a:xfrm>
        </p:grpSpPr>
        <p:cxnSp>
          <p:nvCxnSpPr>
            <p:cNvPr id="237" name="Google Shape;237;p21"/>
            <p:cNvCxnSpPr/>
            <p:nvPr/>
          </p:nvCxnSpPr>
          <p:spPr>
            <a:xfrm flipH="1">
              <a:off x="3337025" y="2230125"/>
              <a:ext cx="523500" cy="1564500"/>
            </a:xfrm>
            <a:prstGeom prst="straightConnector1">
              <a:avLst/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21"/>
            <p:cNvCxnSpPr/>
            <p:nvPr/>
          </p:nvCxnSpPr>
          <p:spPr>
            <a:xfrm rot="10800000">
              <a:off x="3337125" y="3794625"/>
              <a:ext cx="1551600" cy="0"/>
            </a:xfrm>
            <a:prstGeom prst="straightConnector1">
              <a:avLst/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9" name="Google Shape;239;p21"/>
            <p:cNvSpPr/>
            <p:nvPr/>
          </p:nvSpPr>
          <p:spPr>
            <a:xfrm>
              <a:off x="3866850" y="2131311"/>
              <a:ext cx="1551875" cy="1650575"/>
            </a:xfrm>
            <a:custGeom>
              <a:rect l="l" t="t" r="r" b="b"/>
              <a:pathLst>
                <a:path w="62075" h="66023" extrusionOk="0">
                  <a:moveTo>
                    <a:pt x="0" y="4710"/>
                  </a:moveTo>
                  <a:cubicBezTo>
                    <a:pt x="1430" y="3995"/>
                    <a:pt x="6056" y="589"/>
                    <a:pt x="8579" y="421"/>
                  </a:cubicBezTo>
                  <a:cubicBezTo>
                    <a:pt x="11102" y="253"/>
                    <a:pt x="14004" y="-1345"/>
                    <a:pt x="15139" y="3701"/>
                  </a:cubicBezTo>
                  <a:cubicBezTo>
                    <a:pt x="16274" y="8747"/>
                    <a:pt x="11186" y="25905"/>
                    <a:pt x="15391" y="30699"/>
                  </a:cubicBezTo>
                  <a:cubicBezTo>
                    <a:pt x="19596" y="35493"/>
                    <a:pt x="32591" y="32886"/>
                    <a:pt x="40371" y="32465"/>
                  </a:cubicBezTo>
                  <a:cubicBezTo>
                    <a:pt x="48151" y="32045"/>
                    <a:pt x="62028" y="22583"/>
                    <a:pt x="62070" y="28176"/>
                  </a:cubicBezTo>
                  <a:cubicBezTo>
                    <a:pt x="62112" y="33769"/>
                    <a:pt x="44198" y="59715"/>
                    <a:pt x="40623" y="6602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240" name="Google Shape;240;p21"/>
          <p:cNvSpPr/>
          <p:nvPr/>
        </p:nvSpPr>
        <p:spPr>
          <a:xfrm>
            <a:off x="5968344" y="6950116"/>
            <a:ext cx="831495" cy="854668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1" name="Google Shape;241;p21"/>
          <p:cNvSpPr/>
          <p:nvPr/>
        </p:nvSpPr>
        <p:spPr>
          <a:xfrm rot="4323930">
            <a:off x="5885257" y="7873073"/>
            <a:ext cx="831552" cy="854633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2" name="Google Shape;242;p21"/>
          <p:cNvSpPr/>
          <p:nvPr/>
        </p:nvSpPr>
        <p:spPr>
          <a:xfrm rot="8626425">
            <a:off x="4977716" y="8065043"/>
            <a:ext cx="831640" cy="854656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3" name="Google Shape;243;p21"/>
          <p:cNvSpPr/>
          <p:nvPr/>
        </p:nvSpPr>
        <p:spPr>
          <a:xfrm rot="-8626425">
            <a:off x="4497534" y="7265817"/>
            <a:ext cx="831640" cy="854656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4" name="Google Shape;244;p21"/>
          <p:cNvSpPr/>
          <p:nvPr/>
        </p:nvSpPr>
        <p:spPr>
          <a:xfrm rot="-4311147">
            <a:off x="5114111" y="6565533"/>
            <a:ext cx="831579" cy="854769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5" name="Google Shape;245;p21"/>
          <p:cNvSpPr/>
          <p:nvPr/>
        </p:nvSpPr>
        <p:spPr>
          <a:xfrm>
            <a:off x="1964146" y="7641470"/>
            <a:ext cx="415500" cy="415500"/>
          </a:xfrm>
          <a:prstGeom prst="arc">
            <a:avLst>
              <a:gd name="adj1" fmla="val 17208389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2358520" y="7554760"/>
            <a:ext cx="3129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3629261" y="7583219"/>
            <a:ext cx="477300" cy="22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Rotational symmetry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2024-02-06T10:34:25.501</cp:lastPrinted>
  <dcterms:created xsi:type="dcterms:W3CDTF">2024-02-06T10:34:25Z</dcterms:created>
  <dcterms:modified xsi:type="dcterms:W3CDTF">2024-02-06T10:34:33Z</dcterms:modified>
</cp:coreProperties>
</file>