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37b821fb1_0_3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37b821fb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0325" y="1442325"/>
            <a:ext cx="711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Justifying congruence by SAS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826100"/>
            <a:ext cx="66240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the following triangles: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Triangle ABC, where AB = 6 cm, BC = 9 cm and ∠ABC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5102700"/>
            <a:ext cx="66240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Triangle PQR, where PQ = 6 cm, QR = 9 cm and ∠QPR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476400" y="911700"/>
            <a:ext cx="66156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Measure the edges and angles in the two triangles constructed in question 1. Are they congruent triangles?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476400" y="4340700"/>
            <a:ext cx="64773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Prove triangle ABC is congruent to triangle PQR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" name="Google Shape;171;p21"/>
          <p:cNvGrpSpPr/>
          <p:nvPr/>
        </p:nvGrpSpPr>
        <p:grpSpPr>
          <a:xfrm>
            <a:off x="839731" y="4716476"/>
            <a:ext cx="2371441" cy="1174536"/>
            <a:chOff x="786075" y="1237200"/>
            <a:chExt cx="3015950" cy="1493750"/>
          </a:xfrm>
        </p:grpSpPr>
        <p:sp>
          <p:nvSpPr>
            <p:cNvPr id="172" name="Google Shape;172;p21"/>
            <p:cNvSpPr/>
            <p:nvPr/>
          </p:nvSpPr>
          <p:spPr>
            <a:xfrm>
              <a:off x="1040775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3" name="Google Shape;173;p21"/>
            <p:cNvSpPr txBox="1"/>
            <p:nvPr/>
          </p:nvSpPr>
          <p:spPr>
            <a:xfrm>
              <a:off x="786075" y="123720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1479300" y="2353025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1"/>
            <p:cNvSpPr txBox="1"/>
            <p:nvPr/>
          </p:nvSpPr>
          <p:spPr>
            <a:xfrm>
              <a:off x="3547325" y="221885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" name="Google Shape;176;p21"/>
            <p:cNvCxnSpPr/>
            <p:nvPr/>
          </p:nvCxnSpPr>
          <p:spPr>
            <a:xfrm>
              <a:off x="905025" y="1478200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7" name="Google Shape;177;p21"/>
            <p:cNvCxnSpPr/>
            <p:nvPr/>
          </p:nvCxnSpPr>
          <p:spPr>
            <a:xfrm>
              <a:off x="1684800" y="2431300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8" name="Google Shape;178;p21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fmla="val 13989222" name="adj1"/>
                <a:gd fmla="val 21590043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2175901" y="24960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" name="Google Shape;180;p21"/>
          <p:cNvGrpSpPr/>
          <p:nvPr/>
        </p:nvGrpSpPr>
        <p:grpSpPr>
          <a:xfrm>
            <a:off x="3536957" y="4668428"/>
            <a:ext cx="2830596" cy="1222584"/>
            <a:chOff x="4216351" y="1176093"/>
            <a:chExt cx="3599894" cy="1554857"/>
          </a:xfrm>
        </p:grpSpPr>
        <p:sp>
          <p:nvSpPr>
            <p:cNvPr id="181" name="Google Shape;181;p21"/>
            <p:cNvSpPr/>
            <p:nvPr/>
          </p:nvSpPr>
          <p:spPr>
            <a:xfrm>
              <a:off x="4783050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2" name="Google Shape;182;p21"/>
            <p:cNvSpPr txBox="1"/>
            <p:nvPr/>
          </p:nvSpPr>
          <p:spPr>
            <a:xfrm>
              <a:off x="4500613" y="1312625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5193838" y="229270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7261863" y="221885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" name="Google Shape;185;p21"/>
            <p:cNvCxnSpPr/>
            <p:nvPr/>
          </p:nvCxnSpPr>
          <p:spPr>
            <a:xfrm>
              <a:off x="4626900" y="1497166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" name="Google Shape;186;p21"/>
            <p:cNvCxnSpPr/>
            <p:nvPr/>
          </p:nvCxnSpPr>
          <p:spPr>
            <a:xfrm>
              <a:off x="5406675" y="2450266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7" name="Google Shape;187;p21"/>
            <p:cNvSpPr/>
            <p:nvPr/>
          </p:nvSpPr>
          <p:spPr>
            <a:xfrm>
              <a:off x="4479359" y="1176093"/>
              <a:ext cx="610800" cy="610800"/>
            </a:xfrm>
            <a:prstGeom prst="pie">
              <a:avLst>
                <a:gd fmla="val 1084039" name="adj1"/>
                <a:gd fmla="val 3202325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 rot="9497872">
              <a:off x="6923651" y="1987556"/>
              <a:ext cx="610901" cy="610901"/>
            </a:xfrm>
            <a:prstGeom prst="pie">
              <a:avLst>
                <a:gd fmla="val 1276125" name="adj1"/>
                <a:gd fmla="val 2416724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4216351" y="1859525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5966626" y="24960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5090150" y="1664450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32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7185945" y="1896259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3" name="Google Shape;193;p21"/>
            <p:cNvCxnSpPr/>
            <p:nvPr/>
          </p:nvCxnSpPr>
          <p:spPr>
            <a:xfrm flipH="1" rot="10800000">
              <a:off x="7002000" y="2154525"/>
              <a:ext cx="141900" cy="10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" name="Google Shape;194;p21"/>
          <p:cNvGrpSpPr/>
          <p:nvPr/>
        </p:nvGrpSpPr>
        <p:grpSpPr>
          <a:xfrm>
            <a:off x="573923" y="5234687"/>
            <a:ext cx="1701336" cy="220400"/>
            <a:chOff x="448026" y="1896250"/>
            <a:chExt cx="2163724" cy="280300"/>
          </a:xfrm>
        </p:grpSpPr>
        <p:sp>
          <p:nvSpPr>
            <p:cNvPr id="195" name="Google Shape;195;p21"/>
            <p:cNvSpPr txBox="1"/>
            <p:nvPr/>
          </p:nvSpPr>
          <p:spPr>
            <a:xfrm>
              <a:off x="448026" y="18962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1981450" y="1941650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128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" name="Google Shape;197;p21"/>
          <p:cNvSpPr txBox="1"/>
          <p:nvPr/>
        </p:nvSpPr>
        <p:spPr>
          <a:xfrm>
            <a:off x="476400" y="7402200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Given a parallelogram ABCD, prove that triangle ABC is congruent to triangle ACD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480597" y="5054146"/>
            <a:ext cx="2205600" cy="124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76400" y="911700"/>
            <a:ext cx="61455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Point E is the midpoint of AC and BD. Prove that triangle AEB is congruent to triangle ECD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602631" y="1501600"/>
            <a:ext cx="1845567" cy="2352492"/>
            <a:chOff x="1941075" y="1473875"/>
            <a:chExt cx="2473950" cy="3153475"/>
          </a:xfrm>
        </p:grpSpPr>
        <p:grpSp>
          <p:nvGrpSpPr>
            <p:cNvPr id="210" name="Google Shape;210;p22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211" name="Google Shape;211;p22"/>
              <p:cNvCxnSpPr/>
              <p:nvPr/>
            </p:nvCxnSpPr>
            <p:spPr>
              <a:xfrm>
                <a:off x="2195775" y="1473875"/>
                <a:ext cx="0" cy="253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2" name="Google Shape;212;p22"/>
              <p:cNvCxnSpPr/>
              <p:nvPr/>
            </p:nvCxnSpPr>
            <p:spPr>
              <a:xfrm>
                <a:off x="2195775" y="2085475"/>
                <a:ext cx="0" cy="253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3" name="Google Shape;213;p22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214" name="Google Shape;214;p22"/>
              <p:cNvCxnSpPr/>
              <p:nvPr/>
            </p:nvCxnSpPr>
            <p:spPr>
              <a:xfrm>
                <a:off x="2195775" y="1473875"/>
                <a:ext cx="0" cy="253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5" name="Google Shape;215;p22"/>
              <p:cNvCxnSpPr/>
              <p:nvPr/>
            </p:nvCxnSpPr>
            <p:spPr>
              <a:xfrm>
                <a:off x="2195775" y="2085475"/>
                <a:ext cx="0" cy="253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6" name="Google Shape;216;p22"/>
            <p:cNvCxnSpPr/>
            <p:nvPr/>
          </p:nvCxnSpPr>
          <p:spPr>
            <a:xfrm flipH="1" rot="10800000">
              <a:off x="2190000" y="1800000"/>
              <a:ext cx="1935000" cy="172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2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" name="Google Shape;218;p22"/>
            <p:cNvSpPr txBox="1"/>
            <p:nvPr/>
          </p:nvSpPr>
          <p:spPr>
            <a:xfrm>
              <a:off x="1941075" y="20214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1941075" y="33588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4160325" y="1623325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4160325" y="31014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3031950" y="2345725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3" name="Google Shape;223;p22"/>
          <p:cNvCxnSpPr/>
          <p:nvPr/>
        </p:nvCxnSpPr>
        <p:spPr>
          <a:xfrm>
            <a:off x="476250" y="4199175"/>
            <a:ext cx="6599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/>
        </p:nvSpPr>
        <p:spPr>
          <a:xfrm>
            <a:off x="470325" y="4261725"/>
            <a:ext cx="66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Two sides and an 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99125" y="4561152"/>
            <a:ext cx="6402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 following triangles are congruent to the triangle XYZ.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039099" y="5248513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27" name="Google Shape;227;p22"/>
          <p:cNvCxnSpPr/>
          <p:nvPr/>
        </p:nvCxnSpPr>
        <p:spPr>
          <a:xfrm flipH="1">
            <a:off x="949487" y="5209201"/>
            <a:ext cx="218700" cy="7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2"/>
          <p:cNvCxnSpPr/>
          <p:nvPr/>
        </p:nvCxnSpPr>
        <p:spPr>
          <a:xfrm>
            <a:off x="1039099" y="6039889"/>
            <a:ext cx="1419900" cy="7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9" name="Google Shape;229;p22"/>
          <p:cNvSpPr txBox="1"/>
          <p:nvPr/>
        </p:nvSpPr>
        <p:spPr>
          <a:xfrm>
            <a:off x="1197367" y="5054027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901825" y="5934089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2511960" y="5974536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826574" y="5734369"/>
            <a:ext cx="430500" cy="4305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289598" y="5011617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4" name="Google Shape;234;p22"/>
          <p:cNvCxnSpPr/>
          <p:nvPr/>
        </p:nvCxnSpPr>
        <p:spPr>
          <a:xfrm flipH="1">
            <a:off x="3199986" y="4972306"/>
            <a:ext cx="218700" cy="7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5" name="Google Shape;235;p22"/>
          <p:cNvCxnSpPr/>
          <p:nvPr/>
        </p:nvCxnSpPr>
        <p:spPr>
          <a:xfrm>
            <a:off x="3289598" y="5802994"/>
            <a:ext cx="1419900" cy="7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6" name="Google Shape;236;p22"/>
          <p:cNvSpPr txBox="1"/>
          <p:nvPr/>
        </p:nvSpPr>
        <p:spPr>
          <a:xfrm>
            <a:off x="3447865" y="48171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152324" y="569719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762459" y="573764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077073" y="5497474"/>
            <a:ext cx="430500" cy="4305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 rot="6361332">
            <a:off x="3288645" y="4800229"/>
            <a:ext cx="430420" cy="430420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1275994" y="7601260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42" name="Google Shape;242;p22"/>
          <p:cNvCxnSpPr/>
          <p:nvPr/>
        </p:nvCxnSpPr>
        <p:spPr>
          <a:xfrm flipH="1">
            <a:off x="1186382" y="7561949"/>
            <a:ext cx="218700" cy="7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3" name="Google Shape;243;p22"/>
          <p:cNvCxnSpPr/>
          <p:nvPr/>
        </p:nvCxnSpPr>
        <p:spPr>
          <a:xfrm>
            <a:off x="1275994" y="8392637"/>
            <a:ext cx="1419900" cy="7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4" name="Google Shape;244;p22"/>
          <p:cNvSpPr txBox="1"/>
          <p:nvPr/>
        </p:nvSpPr>
        <p:spPr>
          <a:xfrm>
            <a:off x="1434261" y="734755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1138719" y="8286837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748855" y="832728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/>
          <p:nvPr/>
        </p:nvSpPr>
        <p:spPr>
          <a:xfrm rot="6361332">
            <a:off x="1275041" y="7389872"/>
            <a:ext cx="430420" cy="430420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/>
          <p:nvPr/>
        </p:nvSpPr>
        <p:spPr>
          <a:xfrm rot="-6146270">
            <a:off x="2480499" y="8175591"/>
            <a:ext cx="430401" cy="430401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289598" y="7423589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0" name="Google Shape;250;p22"/>
          <p:cNvSpPr txBox="1"/>
          <p:nvPr/>
        </p:nvSpPr>
        <p:spPr>
          <a:xfrm>
            <a:off x="3447865" y="7229103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152324" y="8109166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762459" y="814961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077073" y="7909446"/>
            <a:ext cx="430500" cy="4305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/>
          <p:nvPr/>
        </p:nvSpPr>
        <p:spPr>
          <a:xfrm rot="6361332">
            <a:off x="3288645" y="7212201"/>
            <a:ext cx="430420" cy="430420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/>
          <p:nvPr/>
        </p:nvSpPr>
        <p:spPr>
          <a:xfrm rot="-6146270">
            <a:off x="4494103" y="7997919"/>
            <a:ext cx="430401" cy="430401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480873" y="5070841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57" name="Google Shape;257;p22"/>
          <p:cNvCxnSpPr/>
          <p:nvPr/>
        </p:nvCxnSpPr>
        <p:spPr>
          <a:xfrm flipH="1">
            <a:off x="5391261" y="5031530"/>
            <a:ext cx="218700" cy="7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5728396" y="4985907"/>
            <a:ext cx="1229700" cy="81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9" name="Google Shape;259;p22"/>
          <p:cNvSpPr txBox="1"/>
          <p:nvPr/>
        </p:nvSpPr>
        <p:spPr>
          <a:xfrm>
            <a:off x="5579917" y="48171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343599" y="5756418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953734" y="579686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268348" y="5556698"/>
            <a:ext cx="430500" cy="4305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5421649" y="7245917"/>
            <a:ext cx="1425629" cy="791389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64" name="Google Shape;264;p22"/>
          <p:cNvCxnSpPr/>
          <p:nvPr/>
        </p:nvCxnSpPr>
        <p:spPr>
          <a:xfrm flipH="1">
            <a:off x="5332038" y="7206606"/>
            <a:ext cx="218700" cy="7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5" name="Google Shape;265;p22"/>
          <p:cNvCxnSpPr/>
          <p:nvPr/>
        </p:nvCxnSpPr>
        <p:spPr>
          <a:xfrm>
            <a:off x="5421649" y="8037294"/>
            <a:ext cx="1419900" cy="7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6" name="Google Shape;266;p22"/>
          <p:cNvSpPr txBox="1"/>
          <p:nvPr/>
        </p:nvSpPr>
        <p:spPr>
          <a:xfrm>
            <a:off x="5579917" y="70514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5225151" y="793149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894510" y="797194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209124" y="7731774"/>
            <a:ext cx="430500" cy="4305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497658" y="5327231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1243262" y="565681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1393930" y="6056696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477906" y="5434582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3507498" y="5208801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2719225" y="5111796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681395" y="5890226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904914" y="5215108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6218238" y="510189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692877" y="5486283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1630319" y="843322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523545" y="7809305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2060638" y="813433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3530714" y="762319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067807" y="7948229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3506483" y="7864252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847206" y="7406768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5770622" y="809586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5633149" y="7686579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696644" y="7762616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