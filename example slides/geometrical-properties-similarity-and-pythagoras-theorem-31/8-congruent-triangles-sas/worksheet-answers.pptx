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129">
          <p15:clr>
            <a:srgbClr val="747775"/>
          </p15:clr>
        </p15:guide>
        <p15:guide id="2" pos="2494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29"/>
        <p:guide pos="2494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g2b35afb3074_0_3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b35afb3074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9" name="Shape 269"/>
        <p:cNvGrpSpPr/>
        <p:nvPr/>
      </p:nvGrpSpPr>
      <p:grpSpPr>
        <a:xfrm>
          <a:off x="0" y="0"/>
          <a:ext cx="0" cy="0"/>
        </a:xfrm>
      </p:grpSpPr>
      <p:sp>
        <p:nvSpPr>
          <p:cNvPr id="270" name="Google Shape;27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0325" y="1442325"/>
            <a:ext cx="71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Justifying congruence by SAS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826100"/>
            <a:ext cx="6624000" cy="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Construct the following triangles: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Triangle ABC, where AB = 6 cm, BC = 9 cm and ∠ABC = 42°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1802104" y="4820320"/>
            <a:ext cx="2151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0"/>
          <p:cNvCxnSpPr/>
          <p:nvPr/>
        </p:nvCxnSpPr>
        <p:spPr>
          <a:xfrm rot="10800000" flipH="1">
            <a:off x="1815467" y="2420920"/>
            <a:ext cx="2659200" cy="2399400"/>
          </a:xfrm>
          <a:prstGeom prst="straightConnector1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7" name="Google Shape;177;p20"/>
          <p:cNvGrpSpPr/>
          <p:nvPr/>
        </p:nvGrpSpPr>
        <p:grpSpPr>
          <a:xfrm>
            <a:off x="4129677" y="2608010"/>
            <a:ext cx="128275" cy="128275"/>
            <a:chOff x="5962500" y="2932500"/>
            <a:chExt cx="144000" cy="144000"/>
          </a:xfrm>
        </p:grpSpPr>
        <p:cxnSp>
          <p:nvCxnSpPr>
            <p:cNvPr id="178" name="Google Shape;178;p20"/>
            <p:cNvCxnSpPr/>
            <p:nvPr/>
          </p:nvCxnSpPr>
          <p:spPr>
            <a:xfrm>
              <a:off x="5962500" y="2932500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20"/>
            <p:cNvCxnSpPr/>
            <p:nvPr/>
          </p:nvCxnSpPr>
          <p:spPr>
            <a:xfrm rot="5400000">
              <a:off x="5962500" y="2932500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80" name="Google Shape;180;p20"/>
          <p:cNvCxnSpPr/>
          <p:nvPr/>
        </p:nvCxnSpPr>
        <p:spPr>
          <a:xfrm rot="10800000" flipH="1">
            <a:off x="1815467" y="2667400"/>
            <a:ext cx="2380200" cy="21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0"/>
          <p:cNvCxnSpPr/>
          <p:nvPr/>
        </p:nvCxnSpPr>
        <p:spPr>
          <a:xfrm rot="10800000" flipH="1">
            <a:off x="3933406" y="2668381"/>
            <a:ext cx="260400" cy="2164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2" name="Google Shape;182;p20"/>
          <p:cNvSpPr/>
          <p:nvPr/>
        </p:nvSpPr>
        <p:spPr>
          <a:xfrm>
            <a:off x="1357285" y="4358817"/>
            <a:ext cx="916200" cy="916200"/>
          </a:xfrm>
          <a:prstGeom prst="pie">
            <a:avLst>
              <a:gd name="adj1" fmla="val 19094467"/>
              <a:gd name="adj2" fmla="val 4583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643470" y="3464094"/>
            <a:ext cx="63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688834" y="4832881"/>
            <a:ext cx="63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317848" y="4491386"/>
            <a:ext cx="56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6" name="Google Shape;186;p20"/>
          <p:cNvGrpSpPr/>
          <p:nvPr/>
        </p:nvGrpSpPr>
        <p:grpSpPr>
          <a:xfrm>
            <a:off x="1588532" y="2548702"/>
            <a:ext cx="2956476" cy="2456203"/>
            <a:chOff x="1590300" y="1763400"/>
            <a:chExt cx="3318900" cy="2757300"/>
          </a:xfrm>
        </p:grpSpPr>
        <p:sp>
          <p:nvSpPr>
            <p:cNvPr id="187" name="Google Shape;187;p20"/>
            <p:cNvSpPr txBox="1"/>
            <p:nvPr/>
          </p:nvSpPr>
          <p:spPr>
            <a:xfrm>
              <a:off x="4241400" y="4281350"/>
              <a:ext cx="2547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A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1590300" y="4313400"/>
              <a:ext cx="2547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4654500" y="1763400"/>
              <a:ext cx="254700" cy="20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C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90" name="Google Shape;190;p20"/>
          <p:cNvSpPr/>
          <p:nvPr/>
        </p:nvSpPr>
        <p:spPr>
          <a:xfrm>
            <a:off x="707600" y="5427071"/>
            <a:ext cx="6469200" cy="6469200"/>
          </a:xfrm>
          <a:prstGeom prst="arc">
            <a:avLst>
              <a:gd name="adj1" fmla="val 16874932"/>
              <a:gd name="adj2" fmla="val 1811384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6400" y="5102700"/>
            <a:ext cx="66240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Triangle PQR, where PQ = 6 cm, QR = 9 cm and ∠QPR = 42°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1792639" y="8661587"/>
            <a:ext cx="2166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3" name="Google Shape;193;p20"/>
          <p:cNvGrpSpPr/>
          <p:nvPr/>
        </p:nvGrpSpPr>
        <p:grpSpPr>
          <a:xfrm>
            <a:off x="1577700" y="5533439"/>
            <a:ext cx="3921930" cy="3313090"/>
            <a:chOff x="1590300" y="826500"/>
            <a:chExt cx="4371300" cy="3692700"/>
          </a:xfrm>
        </p:grpSpPr>
        <p:sp>
          <p:nvSpPr>
            <p:cNvPr id="194" name="Google Shape;194;p20"/>
            <p:cNvSpPr txBox="1"/>
            <p:nvPr/>
          </p:nvSpPr>
          <p:spPr>
            <a:xfrm>
              <a:off x="4241400" y="4281350"/>
              <a:ext cx="254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Q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1590300" y="4313400"/>
              <a:ext cx="254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P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5706900" y="826500"/>
              <a:ext cx="2547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cxnSp>
        <p:nvCxnSpPr>
          <p:cNvPr id="197" name="Google Shape;197;p20"/>
          <p:cNvCxnSpPr/>
          <p:nvPr/>
        </p:nvCxnSpPr>
        <p:spPr>
          <a:xfrm rot="10800000" flipH="1">
            <a:off x="1806096" y="5377487"/>
            <a:ext cx="3633000" cy="3284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8" name="Google Shape;198;p20"/>
          <p:cNvSpPr/>
          <p:nvPr/>
        </p:nvSpPr>
        <p:spPr>
          <a:xfrm>
            <a:off x="1344670" y="8196813"/>
            <a:ext cx="922800" cy="922800"/>
          </a:xfrm>
          <a:prstGeom prst="pie">
            <a:avLst>
              <a:gd name="adj1" fmla="val 19094467"/>
              <a:gd name="adj2" fmla="val 45834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312036" y="8330321"/>
            <a:ext cx="56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0" name="Google Shape;200;p20"/>
          <p:cNvCxnSpPr/>
          <p:nvPr/>
        </p:nvCxnSpPr>
        <p:spPr>
          <a:xfrm rot="9241497" flipH="1">
            <a:off x="3346176" y="6068592"/>
            <a:ext cx="2397371" cy="2173696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1" name="Google Shape;201;p20"/>
          <p:cNvGrpSpPr/>
          <p:nvPr/>
        </p:nvGrpSpPr>
        <p:grpSpPr>
          <a:xfrm>
            <a:off x="5067391" y="5593333"/>
            <a:ext cx="129197" cy="129197"/>
            <a:chOff x="5962500" y="2932500"/>
            <a:chExt cx="144000" cy="144000"/>
          </a:xfrm>
        </p:grpSpPr>
        <p:cxnSp>
          <p:nvCxnSpPr>
            <p:cNvPr id="202" name="Google Shape;202;p20"/>
            <p:cNvCxnSpPr/>
            <p:nvPr/>
          </p:nvCxnSpPr>
          <p:spPr>
            <a:xfrm>
              <a:off x="5962500" y="2932500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20"/>
            <p:cNvCxnSpPr/>
            <p:nvPr/>
          </p:nvCxnSpPr>
          <p:spPr>
            <a:xfrm rot="5400000">
              <a:off x="5962500" y="2932500"/>
              <a:ext cx="144000" cy="144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4" name="Google Shape;204;p20"/>
          <p:cNvSpPr txBox="1"/>
          <p:nvPr/>
        </p:nvSpPr>
        <p:spPr>
          <a:xfrm>
            <a:off x="4632610" y="7133414"/>
            <a:ext cx="638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678920" y="8675806"/>
            <a:ext cx="638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76400" y="911700"/>
            <a:ext cx="6615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Measure the edges and angles in the two triangles constructed in question 1. Are they congruent triangles?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832409" y="1574662"/>
            <a:ext cx="1569900" cy="24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Triangle ABC: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AB = 6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BC = 9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 = 6.1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∠ABC = 42°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∠BAC = 96.6°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∠ACB = 41.4°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2749812" y="1574662"/>
            <a:ext cx="1569900" cy="24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Triangle PQR: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PQ = 6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QR = 9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 = 12.5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∠QPR = 42°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∠PQR = 111.5°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∠PRQ = 26.5°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521213" y="2177588"/>
            <a:ext cx="15699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they are not congruent.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76400" y="4340700"/>
            <a:ext cx="64773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Prove triangle ABC is congruent to triangle PQR by SAS.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6" name="Google Shape;216;p21"/>
          <p:cNvGrpSpPr/>
          <p:nvPr/>
        </p:nvGrpSpPr>
        <p:grpSpPr>
          <a:xfrm>
            <a:off x="839731" y="4716476"/>
            <a:ext cx="2371441" cy="1174536"/>
            <a:chOff x="786075" y="1237200"/>
            <a:chExt cx="3015950" cy="1493750"/>
          </a:xfrm>
        </p:grpSpPr>
        <p:sp>
          <p:nvSpPr>
            <p:cNvPr id="217" name="Google Shape;217;p21"/>
            <p:cNvSpPr/>
            <p:nvPr/>
          </p:nvSpPr>
          <p:spPr>
            <a:xfrm>
              <a:off x="1040775" y="1478200"/>
              <a:ext cx="2451075" cy="814500"/>
            </a:xfrm>
            <a:custGeom>
              <a:rect l="l" t="t" r="r" b="b"/>
              <a:pathLst>
                <a:path w="98043" h="32580" extrusionOk="0">
                  <a:moveTo>
                    <a:pt x="0" y="0"/>
                  </a:moveTo>
                  <a:lnTo>
                    <a:pt x="24435" y="32580"/>
                  </a:lnTo>
                  <a:lnTo>
                    <a:pt x="98043" y="3258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18" name="Google Shape;218;p21"/>
            <p:cNvSpPr txBox="1"/>
            <p:nvPr/>
          </p:nvSpPr>
          <p:spPr>
            <a:xfrm>
              <a:off x="786075" y="1237200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1"/>
            <p:cNvSpPr txBox="1"/>
            <p:nvPr/>
          </p:nvSpPr>
          <p:spPr>
            <a:xfrm>
              <a:off x="1479300" y="2353025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1"/>
            <p:cNvSpPr txBox="1"/>
            <p:nvPr/>
          </p:nvSpPr>
          <p:spPr>
            <a:xfrm>
              <a:off x="3547325" y="2218850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1" name="Google Shape;221;p21"/>
            <p:cNvCxnSpPr/>
            <p:nvPr/>
          </p:nvCxnSpPr>
          <p:spPr>
            <a:xfrm>
              <a:off x="905025" y="1478200"/>
              <a:ext cx="610800" cy="868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2" name="Google Shape;222;p21"/>
            <p:cNvCxnSpPr/>
            <p:nvPr/>
          </p:nvCxnSpPr>
          <p:spPr>
            <a:xfrm>
              <a:off x="1684800" y="2431300"/>
              <a:ext cx="18312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23" name="Google Shape;223;p21"/>
            <p:cNvSpPr/>
            <p:nvPr/>
          </p:nvSpPr>
          <p:spPr>
            <a:xfrm>
              <a:off x="1347246" y="1987675"/>
              <a:ext cx="610800" cy="610800"/>
            </a:xfrm>
            <a:prstGeom prst="pie">
              <a:avLst>
                <a:gd name="adj1" fmla="val 13989222"/>
                <a:gd name="adj2" fmla="val 21590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2175901" y="2496050"/>
              <a:ext cx="711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5" name="Google Shape;225;p21"/>
          <p:cNvGrpSpPr/>
          <p:nvPr/>
        </p:nvGrpSpPr>
        <p:grpSpPr>
          <a:xfrm>
            <a:off x="3536957" y="4668428"/>
            <a:ext cx="2830596" cy="1222584"/>
            <a:chOff x="4216351" y="1176093"/>
            <a:chExt cx="3599894" cy="1554857"/>
          </a:xfrm>
        </p:grpSpPr>
        <p:sp>
          <p:nvSpPr>
            <p:cNvPr id="226" name="Google Shape;226;p21"/>
            <p:cNvSpPr/>
            <p:nvPr/>
          </p:nvSpPr>
          <p:spPr>
            <a:xfrm>
              <a:off x="4783050" y="1478200"/>
              <a:ext cx="2451075" cy="814500"/>
            </a:xfrm>
            <a:custGeom>
              <a:rect l="l" t="t" r="r" b="b"/>
              <a:pathLst>
                <a:path w="98043" h="32580" extrusionOk="0">
                  <a:moveTo>
                    <a:pt x="0" y="0"/>
                  </a:moveTo>
                  <a:lnTo>
                    <a:pt x="24435" y="32580"/>
                  </a:lnTo>
                  <a:lnTo>
                    <a:pt x="98043" y="3258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27" name="Google Shape;227;p21"/>
            <p:cNvSpPr txBox="1"/>
            <p:nvPr/>
          </p:nvSpPr>
          <p:spPr>
            <a:xfrm>
              <a:off x="4500613" y="1312625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5193838" y="2292700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7261863" y="2218850"/>
              <a:ext cx="2547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0" name="Google Shape;230;p21"/>
            <p:cNvCxnSpPr/>
            <p:nvPr/>
          </p:nvCxnSpPr>
          <p:spPr>
            <a:xfrm>
              <a:off x="4626900" y="1497166"/>
              <a:ext cx="610800" cy="868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1" name="Google Shape;231;p21"/>
            <p:cNvCxnSpPr/>
            <p:nvPr/>
          </p:nvCxnSpPr>
          <p:spPr>
            <a:xfrm>
              <a:off x="5406675" y="2450266"/>
              <a:ext cx="18312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32" name="Google Shape;232;p21"/>
            <p:cNvSpPr/>
            <p:nvPr/>
          </p:nvSpPr>
          <p:spPr>
            <a:xfrm>
              <a:off x="4479359" y="1176093"/>
              <a:ext cx="610800" cy="610800"/>
            </a:xfrm>
            <a:prstGeom prst="pie">
              <a:avLst>
                <a:gd name="adj1" fmla="val 1084039"/>
                <a:gd name="adj2" fmla="val 3202325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 rot="9497872">
              <a:off x="6923651" y="1987556"/>
              <a:ext cx="610901" cy="610901"/>
            </a:xfrm>
            <a:prstGeom prst="pie">
              <a:avLst>
                <a:gd name="adj1" fmla="val 1276125"/>
                <a:gd name="adj2" fmla="val 2416724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4216351" y="1859525"/>
              <a:ext cx="711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5966626" y="2496050"/>
              <a:ext cx="711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5090150" y="1664450"/>
              <a:ext cx="630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32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7185945" y="1896259"/>
              <a:ext cx="630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20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8" name="Google Shape;238;p21"/>
            <p:cNvCxnSpPr/>
            <p:nvPr/>
          </p:nvCxnSpPr>
          <p:spPr>
            <a:xfrm rot="10800000" flipH="1">
              <a:off x="7002000" y="2154525"/>
              <a:ext cx="141900" cy="102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9" name="Google Shape;239;p21"/>
          <p:cNvSpPr txBox="1"/>
          <p:nvPr/>
        </p:nvSpPr>
        <p:spPr>
          <a:xfrm>
            <a:off x="573920" y="6143834"/>
            <a:ext cx="651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interior angles of a triangle sum to 180°,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 ∠PQR = 180 - (32 + 20) = 128°.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40" name="Google Shape;240;p21"/>
          <p:cNvGrpSpPr/>
          <p:nvPr/>
        </p:nvGrpSpPr>
        <p:grpSpPr>
          <a:xfrm>
            <a:off x="4230533" y="5273903"/>
            <a:ext cx="994280" cy="516461"/>
            <a:chOff x="1347246" y="1941650"/>
            <a:chExt cx="1264504" cy="656825"/>
          </a:xfrm>
        </p:grpSpPr>
        <p:sp>
          <p:nvSpPr>
            <p:cNvPr id="241" name="Google Shape;241;p21"/>
            <p:cNvSpPr/>
            <p:nvPr/>
          </p:nvSpPr>
          <p:spPr>
            <a:xfrm>
              <a:off x="1347246" y="1987675"/>
              <a:ext cx="610800" cy="610800"/>
            </a:xfrm>
            <a:prstGeom prst="pie">
              <a:avLst>
                <a:gd name="adj1" fmla="val 13989222"/>
                <a:gd name="adj2" fmla="val 21590043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1981450" y="1941650"/>
              <a:ext cx="630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128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°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43" name="Google Shape;243;p21"/>
          <p:cNvSpPr txBox="1"/>
          <p:nvPr/>
        </p:nvSpPr>
        <p:spPr>
          <a:xfrm>
            <a:off x="536316" y="6687794"/>
            <a:ext cx="651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AB = PQ, ∠ABC = ∠PQR and BC = QR, so triangle ABC is congruent to triangle PQR by SAS (side-angle-side).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44" name="Google Shape;244;p21"/>
          <p:cNvGrpSpPr/>
          <p:nvPr/>
        </p:nvGrpSpPr>
        <p:grpSpPr>
          <a:xfrm>
            <a:off x="573923" y="5234687"/>
            <a:ext cx="1701336" cy="220400"/>
            <a:chOff x="448026" y="1896250"/>
            <a:chExt cx="2163724" cy="280300"/>
          </a:xfrm>
        </p:grpSpPr>
        <p:sp>
          <p:nvSpPr>
            <p:cNvPr id="245" name="Google Shape;245;p21"/>
            <p:cNvSpPr txBox="1"/>
            <p:nvPr/>
          </p:nvSpPr>
          <p:spPr>
            <a:xfrm>
              <a:off x="448026" y="1896250"/>
              <a:ext cx="711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3.9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1981450" y="1941650"/>
              <a:ext cx="630300" cy="2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128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7" name="Google Shape;247;p21"/>
          <p:cNvSpPr txBox="1"/>
          <p:nvPr/>
        </p:nvSpPr>
        <p:spPr>
          <a:xfrm>
            <a:off x="476400" y="7402200"/>
            <a:ext cx="6615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Given a parallelogram ABCD, prove that triangle ABC is congruent to triangle ACD by SAS.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8" name="Google Shape;248;p21"/>
          <p:cNvGrpSpPr/>
          <p:nvPr/>
        </p:nvGrpSpPr>
        <p:grpSpPr>
          <a:xfrm>
            <a:off x="611110" y="8098371"/>
            <a:ext cx="1523856" cy="1107031"/>
            <a:chOff x="1335300" y="1666975"/>
            <a:chExt cx="2451900" cy="1781225"/>
          </a:xfrm>
        </p:grpSpPr>
        <p:sp>
          <p:nvSpPr>
            <p:cNvPr id="249" name="Google Shape;249;p21"/>
            <p:cNvSpPr/>
            <p:nvPr/>
          </p:nvSpPr>
          <p:spPr>
            <a:xfrm>
              <a:off x="1552500" y="1920000"/>
              <a:ext cx="1927500" cy="1207500"/>
            </a:xfrm>
            <a:prstGeom prst="parallelogram">
              <a:avLst>
                <a:gd name="adj" fmla="val 25000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0" name="Google Shape;250;p21"/>
            <p:cNvCxnSpPr/>
            <p:nvPr/>
          </p:nvCxnSpPr>
          <p:spPr>
            <a:xfrm>
              <a:off x="1860000" y="1920000"/>
              <a:ext cx="1320000" cy="121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51" name="Google Shape;251;p21"/>
            <p:cNvGrpSpPr/>
            <p:nvPr/>
          </p:nvGrpSpPr>
          <p:grpSpPr>
            <a:xfrm>
              <a:off x="1335300" y="1666975"/>
              <a:ext cx="2099400" cy="1781225"/>
              <a:chOff x="495300" y="1237200"/>
              <a:chExt cx="2099400" cy="1781225"/>
            </a:xfrm>
          </p:grpSpPr>
          <p:sp>
            <p:nvSpPr>
              <p:cNvPr id="252" name="Google Shape;252;p21"/>
              <p:cNvSpPr txBox="1"/>
              <p:nvPr/>
            </p:nvSpPr>
            <p:spPr>
              <a:xfrm>
                <a:off x="786075" y="1237200"/>
                <a:ext cx="254700" cy="34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3" name="Google Shape;253;p21"/>
              <p:cNvSpPr txBox="1"/>
              <p:nvPr/>
            </p:nvSpPr>
            <p:spPr>
              <a:xfrm>
                <a:off x="495300" y="2634125"/>
                <a:ext cx="254700" cy="34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4" name="Google Shape;254;p21"/>
              <p:cNvSpPr txBox="1"/>
              <p:nvPr/>
            </p:nvSpPr>
            <p:spPr>
              <a:xfrm>
                <a:off x="2340000" y="2671625"/>
                <a:ext cx="254700" cy="34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5" name="Google Shape;255;p21"/>
            <p:cNvSpPr txBox="1"/>
            <p:nvPr/>
          </p:nvSpPr>
          <p:spPr>
            <a:xfrm>
              <a:off x="3532500" y="1746300"/>
              <a:ext cx="254700" cy="34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6" name="Google Shape;256;p21"/>
          <p:cNvSpPr txBox="1"/>
          <p:nvPr/>
        </p:nvSpPr>
        <p:spPr>
          <a:xfrm>
            <a:off x="2435920" y="7946020"/>
            <a:ext cx="465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 = BC as opposite edges on a parallelogram are equal in length.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7" name="Google Shape;257;p21"/>
          <p:cNvCxnSpPr/>
          <p:nvPr/>
        </p:nvCxnSpPr>
        <p:spPr>
          <a:xfrm flipH="1">
            <a:off x="1251946" y="8920355"/>
            <a:ext cx="0" cy="175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21"/>
          <p:cNvCxnSpPr/>
          <p:nvPr/>
        </p:nvCxnSpPr>
        <p:spPr>
          <a:xfrm flipH="1">
            <a:off x="1446534" y="8168869"/>
            <a:ext cx="0" cy="175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1"/>
          <p:cNvSpPr txBox="1"/>
          <p:nvPr/>
        </p:nvSpPr>
        <p:spPr>
          <a:xfrm>
            <a:off x="2435920" y="8497732"/>
            <a:ext cx="465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∠ABC = ∠ADC as opposite angles in a parallelogram are equal in size.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2435920" y="9049444"/>
            <a:ext cx="465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AB = DC as opposite edges on a parallelogram are equal in length.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2435920" y="9586296"/>
            <a:ext cx="465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triangle ABC is congruent to triangle ACD by SAS.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1701555" y="8016797"/>
            <a:ext cx="479400" cy="479400"/>
          </a:xfrm>
          <a:prstGeom prst="pie">
            <a:avLst>
              <a:gd name="adj1" fmla="val 6201810"/>
              <a:gd name="adj2" fmla="val 10819991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 rot="10800000">
            <a:off x="509612" y="8765443"/>
            <a:ext cx="479400" cy="479400"/>
          </a:xfrm>
          <a:prstGeom prst="pie">
            <a:avLst>
              <a:gd name="adj1" fmla="val 6201810"/>
              <a:gd name="adj2" fmla="val 10819991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 rot="10800000" flipH="1">
            <a:off x="1872492" y="8485820"/>
            <a:ext cx="0" cy="17552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1"/>
          <p:cNvCxnSpPr/>
          <p:nvPr/>
        </p:nvCxnSpPr>
        <p:spPr>
          <a:xfrm rot="10800000" flipH="1">
            <a:off x="1855186" y="8537445"/>
            <a:ext cx="0" cy="17552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1"/>
          <p:cNvCxnSpPr/>
          <p:nvPr/>
        </p:nvCxnSpPr>
        <p:spPr>
          <a:xfrm rot="10800000" flipH="1">
            <a:off x="840688" y="8511633"/>
            <a:ext cx="0" cy="17552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21"/>
          <p:cNvCxnSpPr/>
          <p:nvPr/>
        </p:nvCxnSpPr>
        <p:spPr>
          <a:xfrm rot="10800000" flipH="1">
            <a:off x="823383" y="8563258"/>
            <a:ext cx="0" cy="17552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74" name="Google Shape;274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(SAS)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480597" y="7263946"/>
            <a:ext cx="2205600" cy="1240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476400" y="849000"/>
            <a:ext cx="6615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Alternative answer: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9" name="Google Shape;279;p22"/>
          <p:cNvGrpSpPr/>
          <p:nvPr/>
        </p:nvGrpSpPr>
        <p:grpSpPr>
          <a:xfrm>
            <a:off x="611100" y="1545166"/>
            <a:ext cx="1523856" cy="1076267"/>
            <a:chOff x="1335300" y="1666975"/>
            <a:chExt cx="2451900" cy="1731725"/>
          </a:xfrm>
        </p:grpSpPr>
        <p:sp>
          <p:nvSpPr>
            <p:cNvPr id="280" name="Google Shape;280;p22"/>
            <p:cNvSpPr/>
            <p:nvPr/>
          </p:nvSpPr>
          <p:spPr>
            <a:xfrm>
              <a:off x="1552500" y="1920000"/>
              <a:ext cx="1927500" cy="1207500"/>
            </a:xfrm>
            <a:prstGeom prst="parallelogram">
              <a:avLst>
                <a:gd name="adj" fmla="val 25000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1" name="Google Shape;281;p22"/>
            <p:cNvCxnSpPr/>
            <p:nvPr/>
          </p:nvCxnSpPr>
          <p:spPr>
            <a:xfrm>
              <a:off x="1860000" y="1920000"/>
              <a:ext cx="1320000" cy="121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2" name="Google Shape;282;p22"/>
            <p:cNvGrpSpPr/>
            <p:nvPr/>
          </p:nvGrpSpPr>
          <p:grpSpPr>
            <a:xfrm>
              <a:off x="1335300" y="1666975"/>
              <a:ext cx="2099400" cy="1731725"/>
              <a:chOff x="495300" y="1237200"/>
              <a:chExt cx="2099400" cy="1731725"/>
            </a:xfrm>
          </p:grpSpPr>
          <p:sp>
            <p:nvSpPr>
              <p:cNvPr id="283" name="Google Shape;283;p22"/>
              <p:cNvSpPr txBox="1"/>
              <p:nvPr/>
            </p:nvSpPr>
            <p:spPr>
              <a:xfrm>
                <a:off x="786075" y="1237200"/>
                <a:ext cx="254700" cy="29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4" name="Google Shape;284;p22"/>
              <p:cNvSpPr txBox="1"/>
              <p:nvPr/>
            </p:nvSpPr>
            <p:spPr>
              <a:xfrm>
                <a:off x="495300" y="2634125"/>
                <a:ext cx="254700" cy="29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85" name="Google Shape;285;p22"/>
              <p:cNvSpPr txBox="1"/>
              <p:nvPr/>
            </p:nvSpPr>
            <p:spPr>
              <a:xfrm>
                <a:off x="2340000" y="2671625"/>
                <a:ext cx="254700" cy="29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86" name="Google Shape;286;p22"/>
            <p:cNvSpPr txBox="1"/>
            <p:nvPr/>
          </p:nvSpPr>
          <p:spPr>
            <a:xfrm>
              <a:off x="3532500" y="1746300"/>
              <a:ext cx="2547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7" name="Google Shape;287;p22"/>
          <p:cNvSpPr txBox="1"/>
          <p:nvPr/>
        </p:nvSpPr>
        <p:spPr>
          <a:xfrm>
            <a:off x="2419966" y="1316630"/>
            <a:ext cx="465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 = BC as opposite edges on a parallelogram are equal in length.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8" name="Google Shape;288;p22"/>
          <p:cNvCxnSpPr/>
          <p:nvPr/>
        </p:nvCxnSpPr>
        <p:spPr>
          <a:xfrm flipH="1">
            <a:off x="1251958" y="2367177"/>
            <a:ext cx="0" cy="175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22"/>
          <p:cNvCxnSpPr/>
          <p:nvPr/>
        </p:nvCxnSpPr>
        <p:spPr>
          <a:xfrm flipH="1">
            <a:off x="1446548" y="1615681"/>
            <a:ext cx="0" cy="175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" name="Google Shape;290;p22"/>
          <p:cNvSpPr txBox="1"/>
          <p:nvPr/>
        </p:nvSpPr>
        <p:spPr>
          <a:xfrm>
            <a:off x="2419966" y="1829710"/>
            <a:ext cx="439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∠DAC = ∠ACB as they are equal interior alternate angles.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91" name="Google Shape;291;p22"/>
          <p:cNvSpPr txBox="1"/>
          <p:nvPr/>
        </p:nvSpPr>
        <p:spPr>
          <a:xfrm>
            <a:off x="2419966" y="2195860"/>
            <a:ext cx="422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 is a shared side.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2419977" y="2613675"/>
            <a:ext cx="465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triangle ABC is congruent to triangle ACD by SAS.</a:t>
            </a:r>
            <a:endParaRPr sz="1200"/>
          </a:p>
        </p:txBody>
      </p:sp>
      <p:sp>
        <p:nvSpPr>
          <p:cNvPr id="293" name="Google Shape;293;p22"/>
          <p:cNvSpPr/>
          <p:nvPr/>
        </p:nvSpPr>
        <p:spPr>
          <a:xfrm rot="10800000">
            <a:off x="698155" y="1463557"/>
            <a:ext cx="479400" cy="479400"/>
          </a:xfrm>
          <a:prstGeom prst="pie">
            <a:avLst>
              <a:gd name="adj1" fmla="val 10795497"/>
              <a:gd name="adj2" fmla="val 13352664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1504868" y="2210715"/>
            <a:ext cx="479400" cy="479400"/>
          </a:xfrm>
          <a:prstGeom prst="pie">
            <a:avLst>
              <a:gd name="adj1" fmla="val 10795497"/>
              <a:gd name="adj2" fmla="val 13352664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5" name="Google Shape;295;p22"/>
          <p:cNvCxnSpPr/>
          <p:nvPr/>
        </p:nvCxnSpPr>
        <p:spPr>
          <a:xfrm>
            <a:off x="932880" y="1702491"/>
            <a:ext cx="820500" cy="755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6" name="Google Shape;296;p22"/>
          <p:cNvSpPr txBox="1"/>
          <p:nvPr/>
        </p:nvSpPr>
        <p:spPr>
          <a:xfrm>
            <a:off x="476400" y="3273900"/>
            <a:ext cx="61455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Point E is the midpoint of AC and BD. Prove that triangle AEB is congruent to triangle ECD by SAS.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7" name="Google Shape;297;p22"/>
          <p:cNvGrpSpPr/>
          <p:nvPr/>
        </p:nvGrpSpPr>
        <p:grpSpPr>
          <a:xfrm>
            <a:off x="602631" y="3863800"/>
            <a:ext cx="1845567" cy="2352492"/>
            <a:chOff x="1941075" y="1473875"/>
            <a:chExt cx="2473950" cy="3153475"/>
          </a:xfrm>
        </p:grpSpPr>
        <p:grpSp>
          <p:nvGrpSpPr>
            <p:cNvPr id="298" name="Google Shape;298;p22"/>
            <p:cNvGrpSpPr/>
            <p:nvPr/>
          </p:nvGrpSpPr>
          <p:grpSpPr>
            <a:xfrm>
              <a:off x="2195775" y="1473875"/>
              <a:ext cx="0" cy="3148400"/>
              <a:chOff x="2195775" y="1473875"/>
              <a:chExt cx="0" cy="3148400"/>
            </a:xfrm>
          </p:grpSpPr>
          <p:cxnSp>
            <p:nvCxnSpPr>
              <p:cNvPr id="299" name="Google Shape;299;p22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00" name="Google Shape;300;p22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1" name="Google Shape;301;p22"/>
            <p:cNvGrpSpPr/>
            <p:nvPr/>
          </p:nvGrpSpPr>
          <p:grpSpPr>
            <a:xfrm>
              <a:off x="4122825" y="1478950"/>
              <a:ext cx="0" cy="3148400"/>
              <a:chOff x="2195775" y="1473875"/>
              <a:chExt cx="0" cy="3148400"/>
            </a:xfrm>
          </p:grpSpPr>
          <p:cxnSp>
            <p:nvCxnSpPr>
              <p:cNvPr id="302" name="Google Shape;302;p22"/>
              <p:cNvCxnSpPr/>
              <p:nvPr/>
            </p:nvCxnSpPr>
            <p:spPr>
              <a:xfrm flipH="1">
                <a:off x="2195775" y="14738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03" name="Google Shape;303;p22"/>
              <p:cNvCxnSpPr/>
              <p:nvPr/>
            </p:nvCxnSpPr>
            <p:spPr>
              <a:xfrm flipH="1">
                <a:off x="2195775" y="2085475"/>
                <a:ext cx="0" cy="25368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04" name="Google Shape;304;p22"/>
            <p:cNvCxnSpPr/>
            <p:nvPr/>
          </p:nvCxnSpPr>
          <p:spPr>
            <a:xfrm rot="10800000" flipH="1">
              <a:off x="2190000" y="1800000"/>
              <a:ext cx="1935000" cy="172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5" name="Google Shape;305;p22"/>
            <p:cNvCxnSpPr/>
            <p:nvPr/>
          </p:nvCxnSpPr>
          <p:spPr>
            <a:xfrm>
              <a:off x="2190000" y="2205000"/>
              <a:ext cx="1935000" cy="10350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6" name="Google Shape;306;p22"/>
            <p:cNvSpPr txBox="1"/>
            <p:nvPr/>
          </p:nvSpPr>
          <p:spPr>
            <a:xfrm>
              <a:off x="1941075" y="2021400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1941075" y="3358800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" name="Google Shape;308;p22"/>
            <p:cNvSpPr txBox="1"/>
            <p:nvPr/>
          </p:nvSpPr>
          <p:spPr>
            <a:xfrm>
              <a:off x="4160325" y="1623325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4160325" y="3101400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3031950" y="2345725"/>
              <a:ext cx="254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1" name="Google Shape;311;p22"/>
          <p:cNvSpPr txBox="1"/>
          <p:nvPr/>
        </p:nvSpPr>
        <p:spPr>
          <a:xfrm>
            <a:off x="2631057" y="3939766"/>
            <a:ext cx="446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 = EB, as E is the midpoint of BD.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12" name="Google Shape;312;p22"/>
          <p:cNvCxnSpPr/>
          <p:nvPr/>
        </p:nvCxnSpPr>
        <p:spPr>
          <a:xfrm rot="10800000" flipH="1">
            <a:off x="1853753" y="4355262"/>
            <a:ext cx="0" cy="16760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22"/>
          <p:cNvCxnSpPr/>
          <p:nvPr/>
        </p:nvCxnSpPr>
        <p:spPr>
          <a:xfrm rot="10800000" flipH="1">
            <a:off x="1166736" y="4980619"/>
            <a:ext cx="0" cy="167604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" name="Google Shape;314;p22"/>
          <p:cNvSpPr txBox="1"/>
          <p:nvPr/>
        </p:nvSpPr>
        <p:spPr>
          <a:xfrm>
            <a:off x="2631057" y="4676880"/>
            <a:ext cx="446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AE = EC, as E is the midpoint of AC.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2631057" y="4304176"/>
            <a:ext cx="420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∠AEB = ∠DEC as vertically opposite angles.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cxnSp>
        <p:nvCxnSpPr>
          <p:cNvPr id="316" name="Google Shape;316;p22"/>
          <p:cNvCxnSpPr/>
          <p:nvPr/>
        </p:nvCxnSpPr>
        <p:spPr>
          <a:xfrm rot="10800000" flipH="1">
            <a:off x="1824872" y="4871717"/>
            <a:ext cx="0" cy="16810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22"/>
          <p:cNvCxnSpPr/>
          <p:nvPr/>
        </p:nvCxnSpPr>
        <p:spPr>
          <a:xfrm rot="10800000" flipH="1">
            <a:off x="1864106" y="4891495"/>
            <a:ext cx="0" cy="16810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22"/>
          <p:cNvCxnSpPr/>
          <p:nvPr/>
        </p:nvCxnSpPr>
        <p:spPr>
          <a:xfrm rot="10800000" flipH="1">
            <a:off x="1097906" y="4479950"/>
            <a:ext cx="0" cy="16810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22"/>
          <p:cNvCxnSpPr/>
          <p:nvPr/>
        </p:nvCxnSpPr>
        <p:spPr>
          <a:xfrm rot="10800000" flipH="1">
            <a:off x="1137140" y="4499728"/>
            <a:ext cx="0" cy="168107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0" name="Google Shape;320;p22"/>
          <p:cNvSpPr/>
          <p:nvPr/>
        </p:nvSpPr>
        <p:spPr>
          <a:xfrm rot="10800000">
            <a:off x="1256099" y="4547238"/>
            <a:ext cx="459300" cy="459300"/>
          </a:xfrm>
          <a:prstGeom prst="pie">
            <a:avLst>
              <a:gd name="adj1" fmla="val 8229332"/>
              <a:gd name="adj2" fmla="val 12528523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1239496" y="4549660"/>
            <a:ext cx="459300" cy="459300"/>
          </a:xfrm>
          <a:prstGeom prst="pie">
            <a:avLst>
              <a:gd name="adj1" fmla="val 8229332"/>
              <a:gd name="adj2" fmla="val 12528523"/>
            </a:avLst>
          </a:prstGeom>
          <a:solidFill>
            <a:schemeClr val="lt1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2631049" y="5041300"/>
            <a:ext cx="446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Hence, triangle AEB is congruent to triangle ECD by SAS.</a:t>
            </a:r>
            <a:endParaRPr sz="1200"/>
          </a:p>
        </p:txBody>
      </p:sp>
      <p:cxnSp>
        <p:nvCxnSpPr>
          <p:cNvPr id="323" name="Google Shape;323;p22"/>
          <p:cNvCxnSpPr/>
          <p:nvPr/>
        </p:nvCxnSpPr>
        <p:spPr>
          <a:xfrm>
            <a:off x="476250" y="6408975"/>
            <a:ext cx="6599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22"/>
          <p:cNvSpPr txBox="1"/>
          <p:nvPr/>
        </p:nvSpPr>
        <p:spPr>
          <a:xfrm>
            <a:off x="470325" y="6471525"/>
            <a:ext cx="661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B: Two sides and an angle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499125" y="6770952"/>
            <a:ext cx="64023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 following triangles are congruent to the triangle XYZ.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1039099" y="7458313"/>
            <a:ext cx="1425629" cy="791389"/>
          </a:xfrm>
          <a:custGeom>
            <a:rect l="l" t="t" r="r" b="b"/>
            <a:pathLst>
              <a:path w="101864" h="56548" extrusionOk="0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327" name="Google Shape;327;p22"/>
          <p:cNvCxnSpPr/>
          <p:nvPr/>
        </p:nvCxnSpPr>
        <p:spPr>
          <a:xfrm flipH="1">
            <a:off x="949487" y="7419001"/>
            <a:ext cx="218700" cy="71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8" name="Google Shape;328;p22"/>
          <p:cNvCxnSpPr/>
          <p:nvPr/>
        </p:nvCxnSpPr>
        <p:spPr>
          <a:xfrm>
            <a:off x="1039099" y="8249689"/>
            <a:ext cx="1419900" cy="78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9" name="Google Shape;329;p22"/>
          <p:cNvSpPr txBox="1"/>
          <p:nvPr/>
        </p:nvSpPr>
        <p:spPr>
          <a:xfrm>
            <a:off x="1197367" y="7263827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901825" y="8143889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2511960" y="8184336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826574" y="7944169"/>
            <a:ext cx="430500" cy="430500"/>
          </a:xfrm>
          <a:prstGeom prst="pie">
            <a:avLst>
              <a:gd name="adj1" fmla="val 17179210"/>
              <a:gd name="adj2" fmla="val 20233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3289598" y="7221417"/>
            <a:ext cx="1425629" cy="791389"/>
          </a:xfrm>
          <a:custGeom>
            <a:rect l="l" t="t" r="r" b="b"/>
            <a:pathLst>
              <a:path w="101864" h="56548" extrusionOk="0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334" name="Google Shape;334;p22"/>
          <p:cNvCxnSpPr/>
          <p:nvPr/>
        </p:nvCxnSpPr>
        <p:spPr>
          <a:xfrm flipH="1">
            <a:off x="3199986" y="7182106"/>
            <a:ext cx="218700" cy="71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5" name="Google Shape;335;p22"/>
          <p:cNvCxnSpPr/>
          <p:nvPr/>
        </p:nvCxnSpPr>
        <p:spPr>
          <a:xfrm>
            <a:off x="3289598" y="8012794"/>
            <a:ext cx="1419900" cy="78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6" name="Google Shape;336;p22"/>
          <p:cNvSpPr txBox="1"/>
          <p:nvPr/>
        </p:nvSpPr>
        <p:spPr>
          <a:xfrm>
            <a:off x="3447865" y="7026932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3152324" y="7906994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4762459" y="7947441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3077073" y="7707274"/>
            <a:ext cx="430500" cy="430500"/>
          </a:xfrm>
          <a:prstGeom prst="pie">
            <a:avLst>
              <a:gd name="adj1" fmla="val 17179210"/>
              <a:gd name="adj2" fmla="val 20233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2"/>
          <p:cNvSpPr/>
          <p:nvPr/>
        </p:nvSpPr>
        <p:spPr>
          <a:xfrm rot="6361332">
            <a:off x="3288645" y="7010029"/>
            <a:ext cx="430420" cy="430420"/>
          </a:xfrm>
          <a:prstGeom prst="pie">
            <a:avLst>
              <a:gd name="adj1" fmla="val 17220421"/>
              <a:gd name="adj2" fmla="val 78476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1275994" y="8820460"/>
            <a:ext cx="1425629" cy="791389"/>
          </a:xfrm>
          <a:custGeom>
            <a:rect l="l" t="t" r="r" b="b"/>
            <a:pathLst>
              <a:path w="101864" h="56548" extrusionOk="0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342" name="Google Shape;342;p22"/>
          <p:cNvCxnSpPr/>
          <p:nvPr/>
        </p:nvCxnSpPr>
        <p:spPr>
          <a:xfrm flipH="1">
            <a:off x="1186382" y="8781149"/>
            <a:ext cx="218700" cy="71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3" name="Google Shape;343;p22"/>
          <p:cNvCxnSpPr/>
          <p:nvPr/>
        </p:nvCxnSpPr>
        <p:spPr>
          <a:xfrm>
            <a:off x="1275994" y="9611837"/>
            <a:ext cx="1419900" cy="78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4" name="Google Shape;344;p22"/>
          <p:cNvSpPr txBox="1"/>
          <p:nvPr/>
        </p:nvSpPr>
        <p:spPr>
          <a:xfrm>
            <a:off x="1434261" y="8566751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1138719" y="9506037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2748855" y="9546484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/>
          <p:nvPr/>
        </p:nvSpPr>
        <p:spPr>
          <a:xfrm rot="6361332">
            <a:off x="1275041" y="8609072"/>
            <a:ext cx="430420" cy="430420"/>
          </a:xfrm>
          <a:prstGeom prst="pie">
            <a:avLst>
              <a:gd name="adj1" fmla="val 17220421"/>
              <a:gd name="adj2" fmla="val 78476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/>
          <p:nvPr/>
        </p:nvSpPr>
        <p:spPr>
          <a:xfrm rot="-6146270">
            <a:off x="2480499" y="9394791"/>
            <a:ext cx="430401" cy="430401"/>
          </a:xfrm>
          <a:prstGeom prst="pie">
            <a:avLst>
              <a:gd name="adj1" fmla="val 17154528"/>
              <a:gd name="adj2" fmla="val 1898711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3289598" y="8642789"/>
            <a:ext cx="1425629" cy="791389"/>
          </a:xfrm>
          <a:custGeom>
            <a:rect l="l" t="t" r="r" b="b"/>
            <a:pathLst>
              <a:path w="101864" h="56548" extrusionOk="0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350" name="Google Shape;350;p22"/>
          <p:cNvSpPr txBox="1"/>
          <p:nvPr/>
        </p:nvSpPr>
        <p:spPr>
          <a:xfrm>
            <a:off x="3447865" y="8448303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3152324" y="9328366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4762459" y="9368812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3077073" y="9128646"/>
            <a:ext cx="430500" cy="430500"/>
          </a:xfrm>
          <a:prstGeom prst="pie">
            <a:avLst>
              <a:gd name="adj1" fmla="val 17179210"/>
              <a:gd name="adj2" fmla="val 20233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/>
          <p:nvPr/>
        </p:nvSpPr>
        <p:spPr>
          <a:xfrm rot="6361332">
            <a:off x="3288645" y="8431401"/>
            <a:ext cx="430420" cy="430420"/>
          </a:xfrm>
          <a:prstGeom prst="pie">
            <a:avLst>
              <a:gd name="adj1" fmla="val 17220421"/>
              <a:gd name="adj2" fmla="val 78476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/>
          <p:nvPr/>
        </p:nvSpPr>
        <p:spPr>
          <a:xfrm rot="-6146270">
            <a:off x="4494103" y="9217119"/>
            <a:ext cx="430401" cy="430401"/>
          </a:xfrm>
          <a:prstGeom prst="pie">
            <a:avLst>
              <a:gd name="adj1" fmla="val 17154528"/>
              <a:gd name="adj2" fmla="val 18987112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5480873" y="7280641"/>
            <a:ext cx="1425629" cy="791389"/>
          </a:xfrm>
          <a:custGeom>
            <a:rect l="l" t="t" r="r" b="b"/>
            <a:pathLst>
              <a:path w="101864" h="56548" extrusionOk="0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357" name="Google Shape;357;p22"/>
          <p:cNvCxnSpPr/>
          <p:nvPr/>
        </p:nvCxnSpPr>
        <p:spPr>
          <a:xfrm flipH="1">
            <a:off x="5391261" y="7241330"/>
            <a:ext cx="218700" cy="71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8" name="Google Shape;358;p22"/>
          <p:cNvCxnSpPr/>
          <p:nvPr/>
        </p:nvCxnSpPr>
        <p:spPr>
          <a:xfrm>
            <a:off x="5728396" y="7195707"/>
            <a:ext cx="1229700" cy="819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9" name="Google Shape;359;p22"/>
          <p:cNvSpPr txBox="1"/>
          <p:nvPr/>
        </p:nvSpPr>
        <p:spPr>
          <a:xfrm>
            <a:off x="5579917" y="7026932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5343599" y="7966218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6953734" y="8006664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5268348" y="7766498"/>
            <a:ext cx="430500" cy="430500"/>
          </a:xfrm>
          <a:prstGeom prst="pie">
            <a:avLst>
              <a:gd name="adj1" fmla="val 17179210"/>
              <a:gd name="adj2" fmla="val 20233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5421649" y="8465117"/>
            <a:ext cx="1425629" cy="791389"/>
          </a:xfrm>
          <a:custGeom>
            <a:rect l="l" t="t" r="r" b="b"/>
            <a:pathLst>
              <a:path w="101864" h="56548" extrusionOk="0">
                <a:moveTo>
                  <a:pt x="15240" y="0"/>
                </a:moveTo>
                <a:lnTo>
                  <a:pt x="0" y="50131"/>
                </a:lnTo>
                <a:lnTo>
                  <a:pt x="101867" y="565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364" name="Google Shape;364;p22"/>
          <p:cNvCxnSpPr/>
          <p:nvPr/>
        </p:nvCxnSpPr>
        <p:spPr>
          <a:xfrm flipH="1">
            <a:off x="5332038" y="8425806"/>
            <a:ext cx="218700" cy="718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65" name="Google Shape;365;p22"/>
          <p:cNvCxnSpPr/>
          <p:nvPr/>
        </p:nvCxnSpPr>
        <p:spPr>
          <a:xfrm>
            <a:off x="5421649" y="9256494"/>
            <a:ext cx="1419900" cy="78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6" name="Google Shape;366;p22"/>
          <p:cNvSpPr txBox="1"/>
          <p:nvPr/>
        </p:nvSpPr>
        <p:spPr>
          <a:xfrm>
            <a:off x="5579917" y="8270632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5225151" y="9150694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6894510" y="9191141"/>
            <a:ext cx="1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5209124" y="8950974"/>
            <a:ext cx="430500" cy="430500"/>
          </a:xfrm>
          <a:prstGeom prst="pie">
            <a:avLst>
              <a:gd name="adj1" fmla="val 17179210"/>
              <a:gd name="adj2" fmla="val 20233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497658" y="7537031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1243262" y="7866617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1393930" y="8266496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3477906" y="7644382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3507498" y="7418601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2719225" y="7321596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3681395" y="8100026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4904914" y="7424908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6218238" y="7311697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5692877" y="7696083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1630319" y="9652427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2"/>
          <p:cNvSpPr txBox="1"/>
          <p:nvPr/>
        </p:nvSpPr>
        <p:spPr>
          <a:xfrm>
            <a:off x="1523545" y="9028505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2060638" y="9353537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3530714" y="8842397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4067807" y="9167429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3506483" y="9083452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4847206" y="8625968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5770622" y="9315067"/>
            <a:ext cx="71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5633149" y="8905779"/>
            <a:ext cx="48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696644" y="8981816"/>
            <a:ext cx="55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0" name="Google Shape;3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1167" y="7194871"/>
            <a:ext cx="307776" cy="325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2915" y="7674290"/>
            <a:ext cx="307776" cy="32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424" y="9164297"/>
            <a:ext cx="307776" cy="325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586" y="8697708"/>
            <a:ext cx="307776" cy="32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2266" y="8860535"/>
            <a:ext cx="307776" cy="326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Congruent triangles (SAS)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2024-02-06T10:37:09.462</cp:lastPrinted>
  <dcterms:created xsi:type="dcterms:W3CDTF">2024-02-06T10:37:09Z</dcterms:created>
  <dcterms:modified xsi:type="dcterms:W3CDTF">2024-02-06T10:37:18Z</dcterms:modified>
</cp:coreProperties>
</file>