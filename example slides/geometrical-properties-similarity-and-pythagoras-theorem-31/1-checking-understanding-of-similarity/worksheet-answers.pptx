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g2b1e4796d50_0_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b1e4796d50_0_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4625" y="1786525"/>
            <a:ext cx="6617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a) Enlarge the object by a scale factor of 3 from the point marked.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529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Checking understanding of enlargement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 flipH="1">
            <a:off x="2361794" y="3488900"/>
            <a:ext cx="1028100" cy="7719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flipH="1">
            <a:off x="3391656" y="2468623"/>
            <a:ext cx="3062400" cy="2299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825937" y="3974425"/>
            <a:ext cx="51600" cy="5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4625" y="2061250"/>
            <a:ext cx="66174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Check: the bottom left vertex of the image should be directly below the bottom right vertex of the object.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79" name="Google Shape;179;p20"/>
          <p:cNvGrpSpPr/>
          <p:nvPr/>
        </p:nvGrpSpPr>
        <p:grpSpPr>
          <a:xfrm>
            <a:off x="3325094" y="4206001"/>
            <a:ext cx="102445" cy="594456"/>
            <a:chOff x="5027882" y="3960251"/>
            <a:chExt cx="102445" cy="594456"/>
          </a:xfrm>
        </p:grpSpPr>
        <p:sp>
          <p:nvSpPr>
            <p:cNvPr id="180" name="Google Shape;180;p20"/>
            <p:cNvSpPr/>
            <p:nvPr/>
          </p:nvSpPr>
          <p:spPr>
            <a:xfrm>
              <a:off x="5027882" y="3960251"/>
              <a:ext cx="100200" cy="1002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5030127" y="4454507"/>
              <a:ext cx="100200" cy="100200"/>
            </a:xfrm>
            <a:prstGeom prst="ellipse">
              <a:avLst/>
            </a:prstGeom>
            <a:solidFill>
              <a:srgbClr val="845AD9"/>
            </a:solidFill>
            <a:ln w="9525" cap="flat" cmpd="sng">
              <a:solidFill>
                <a:srgbClr val="845A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2" name="Google Shape;182;p20"/>
            <p:cNvCxnSpPr>
              <a:stCxn id="180" idx="4"/>
              <a:endCxn id="181" idx="0"/>
            </p:cNvCxnSpPr>
            <p:nvPr/>
          </p:nvCxnSpPr>
          <p:spPr>
            <a:xfrm>
              <a:off x="5077982" y="4060451"/>
              <a:ext cx="2100" cy="394200"/>
            </a:xfrm>
            <a:prstGeom prst="straightConnector1">
              <a:avLst/>
            </a:prstGeom>
            <a:noFill/>
            <a:ln w="19050" cap="flat" cmpd="sng">
              <a:solidFill>
                <a:srgbClr val="845AD9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183" name="Google Shape;183;p20"/>
          <p:cNvSpPr txBox="1"/>
          <p:nvPr/>
        </p:nvSpPr>
        <p:spPr>
          <a:xfrm>
            <a:off x="472800" y="5010250"/>
            <a:ext cx="66174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ruler to measure all of the lengths on each shape and check that each length on the image is 3 times its corresponding length on the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 flipH="1">
            <a:off x="2361781" y="7360688"/>
            <a:ext cx="1028100" cy="7719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flipH="1">
            <a:off x="3391643" y="6340410"/>
            <a:ext cx="3062400" cy="2299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825924" y="7846213"/>
            <a:ext cx="51600" cy="5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2362144" y="8220790"/>
            <a:ext cx="1028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3419700" y="8733192"/>
            <a:ext cx="305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 txBox="1"/>
          <p:nvPr/>
        </p:nvSpPr>
        <p:spPr>
          <a:xfrm>
            <a:off x="4603737" y="8723739"/>
            <a:ext cx="7908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0" name="Google Shape;190;p20"/>
          <p:cNvCxnSpPr/>
          <p:nvPr/>
        </p:nvCxnSpPr>
        <p:spPr>
          <a:xfrm flipH="1">
            <a:off x="6580347" y="6340410"/>
            <a:ext cx="0" cy="2299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" name="Google Shape;191;p20"/>
          <p:cNvSpPr txBox="1"/>
          <p:nvPr/>
        </p:nvSpPr>
        <p:spPr>
          <a:xfrm>
            <a:off x="6603596" y="7360681"/>
            <a:ext cx="590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305977" y="7151069"/>
            <a:ext cx="7908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rot="10800000" flipH="1">
            <a:off x="3315443" y="6275910"/>
            <a:ext cx="3066000" cy="22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 rot="10800000" flipH="1">
            <a:off x="3492096" y="7389266"/>
            <a:ext cx="0" cy="74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3498305" y="7634377"/>
            <a:ext cx="638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6" name="Google Shape;196;p20"/>
          <p:cNvCxnSpPr/>
          <p:nvPr/>
        </p:nvCxnSpPr>
        <p:spPr>
          <a:xfrm rot="10800000" flipH="1">
            <a:off x="2285881" y="7284488"/>
            <a:ext cx="1027800" cy="771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7" name="Google Shape;197;p20"/>
          <p:cNvSpPr txBox="1"/>
          <p:nvPr/>
        </p:nvSpPr>
        <p:spPr>
          <a:xfrm>
            <a:off x="2344345" y="7379681"/>
            <a:ext cx="590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583905" y="8243977"/>
            <a:ext cx="638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468000" y="5459975"/>
            <a:ext cx="6617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Lengths may vary depending on printing.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8150" y="5917175"/>
            <a:ext cx="6617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Example of a combination of lengths: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7998" y="6391699"/>
            <a:ext cx="2266800" cy="17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Check: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15 ÷ 5 =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12 ÷ 4 =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9 ÷ 3 =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2" name="Google Shape;2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977" y="7320675"/>
            <a:ext cx="276850" cy="2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6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21"/>
          <p:cNvSpPr txBox="1"/>
          <p:nvPr/>
        </p:nvSpPr>
        <p:spPr>
          <a:xfrm>
            <a:off x="482353" y="3480000"/>
            <a:ext cx="22443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Additional check: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608086" y="2354400"/>
            <a:ext cx="2244300" cy="9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Angles in the image are equal to their corresponding angles in the object.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protractor to measure all of the angles on each shape and check that each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angle on the image is equal to its corresponding angle on the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 flipH="1">
            <a:off x="2259794" y="2845850"/>
            <a:ext cx="1028100" cy="7719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/>
          <p:nvPr/>
        </p:nvSpPr>
        <p:spPr>
          <a:xfrm flipH="1">
            <a:off x="3289656" y="1825573"/>
            <a:ext cx="3062400" cy="2299200"/>
          </a:xfrm>
          <a:prstGeom prst="rtTriangle">
            <a:avLst/>
          </a:prstGeom>
          <a:solidFill>
            <a:srgbClr val="F3EEFB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723937" y="3331375"/>
            <a:ext cx="51600" cy="516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2260156" y="3705952"/>
            <a:ext cx="1028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1"/>
          <p:cNvSpPr/>
          <p:nvPr/>
        </p:nvSpPr>
        <p:spPr>
          <a:xfrm>
            <a:off x="3155026" y="3484149"/>
            <a:ext cx="132000" cy="13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1"/>
          <p:cNvCxnSpPr/>
          <p:nvPr/>
        </p:nvCxnSpPr>
        <p:spPr>
          <a:xfrm>
            <a:off x="3317712" y="4218354"/>
            <a:ext cx="30576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7" name="Google Shape;217;p21"/>
          <p:cNvSpPr txBox="1"/>
          <p:nvPr/>
        </p:nvSpPr>
        <p:spPr>
          <a:xfrm>
            <a:off x="4501749" y="4208901"/>
            <a:ext cx="7908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 flipH="1">
            <a:off x="6478360" y="1825573"/>
            <a:ext cx="0" cy="2299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" name="Google Shape;219;p21"/>
          <p:cNvSpPr txBox="1"/>
          <p:nvPr/>
        </p:nvSpPr>
        <p:spPr>
          <a:xfrm>
            <a:off x="6501609" y="2845844"/>
            <a:ext cx="590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203990" y="2788632"/>
            <a:ext cx="7908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1" name="Google Shape;221;p21"/>
          <p:cNvCxnSpPr/>
          <p:nvPr/>
        </p:nvCxnSpPr>
        <p:spPr>
          <a:xfrm rot="10800000" flipH="1">
            <a:off x="3213456" y="1761073"/>
            <a:ext cx="3066000" cy="22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2" name="Google Shape;222;p21"/>
          <p:cNvCxnSpPr/>
          <p:nvPr/>
        </p:nvCxnSpPr>
        <p:spPr>
          <a:xfrm rot="10800000" flipH="1">
            <a:off x="3390108" y="2874429"/>
            <a:ext cx="0" cy="74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21"/>
          <p:cNvSpPr txBox="1"/>
          <p:nvPr/>
        </p:nvSpPr>
        <p:spPr>
          <a:xfrm>
            <a:off x="3457766" y="3119540"/>
            <a:ext cx="638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 rot="10800000" flipH="1">
            <a:off x="2183894" y="2769650"/>
            <a:ext cx="1027800" cy="771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5" name="Google Shape;225;p21"/>
          <p:cNvSpPr txBox="1"/>
          <p:nvPr/>
        </p:nvSpPr>
        <p:spPr>
          <a:xfrm>
            <a:off x="2242357" y="3017244"/>
            <a:ext cx="590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481917" y="3729140"/>
            <a:ext cx="6384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6222598" y="3997977"/>
            <a:ext cx="132000" cy="132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522093" y="3368820"/>
            <a:ext cx="3804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37°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056321" y="3385306"/>
            <a:ext cx="459000" cy="459000"/>
          </a:xfrm>
          <a:prstGeom prst="arc">
            <a:avLst>
              <a:gd name="adj1" fmla="val 19156783"/>
              <a:gd name="adj2" fmla="val 11789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919910" y="3059595"/>
            <a:ext cx="3804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054936" y="2623306"/>
            <a:ext cx="459000" cy="459000"/>
          </a:xfrm>
          <a:prstGeom prst="arc">
            <a:avLst>
              <a:gd name="adj1" fmla="val 5249640"/>
              <a:gd name="adj2" fmla="val 872576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588893" y="3867372"/>
            <a:ext cx="3804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37°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123121" y="3883859"/>
            <a:ext cx="459000" cy="459000"/>
          </a:xfrm>
          <a:prstGeom prst="arc">
            <a:avLst>
              <a:gd name="adj1" fmla="val 19156783"/>
              <a:gd name="adj2" fmla="val 11789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970814" y="2071899"/>
            <a:ext cx="3804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53°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6105840" y="1635610"/>
            <a:ext cx="459000" cy="459000"/>
          </a:xfrm>
          <a:prstGeom prst="arc">
            <a:avLst>
              <a:gd name="adj1" fmla="val 5249640"/>
              <a:gd name="adj2" fmla="val 872576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82353" y="1270200"/>
            <a:ext cx="6609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If worksheet has been printed in proportion, angles should match those below.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1651200"/>
            <a:ext cx="62838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Angles may vary if the proportions have not been maintained.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82353" y="2032200"/>
            <a:ext cx="22443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Check: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08086" y="3802200"/>
            <a:ext cx="2244300" cy="10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53 + 90 + 37 = 180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Angles in each triangle sum to 180°.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0" name="Google Shape;2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677" y="2801000"/>
            <a:ext cx="276850" cy="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377" y="4248800"/>
            <a:ext cx="276850" cy="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4">
            <a:alphaModFix/>
          </a:blip>
          <a:srcRect l="124" t="28528" r="49917" b="362"/>
          <a:stretch>
            <a:fillRect/>
          </a:stretch>
        </p:blipFill>
        <p:spPr>
          <a:xfrm>
            <a:off x="3583525" y="5799799"/>
            <a:ext cx="2975557" cy="248750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3583525" y="6797512"/>
            <a:ext cx="1510200" cy="992400"/>
          </a:xfrm>
          <a:prstGeom prst="rect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68000" y="5233025"/>
            <a:ext cx="66240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Jun wants to enlarge the shape by a scale factor of 2. He needs to choose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centre of enlargement carefully so that all of the image stays on the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Find all the points which Jun could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use for the centre of enlargement.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331025" y="6797512"/>
            <a:ext cx="496200" cy="7443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630873" y="5621644"/>
            <a:ext cx="379519" cy="47461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627597" y="6551510"/>
            <a:ext cx="2588700" cy="8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image stays on the grid when using any centre of enlargement in this region.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>
            <a:off x="2954651" y="7225721"/>
            <a:ext cx="618300" cy="197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3" name="Shape 253"/>
        <p:cNvGrpSpPr/>
        <p:nvPr/>
      </p:nvGrpSpPr>
      <p:grpSpPr>
        <a:xfrm>
          <a:off x="0" y="0"/>
          <a:ext cx="0" cy="0"/>
        </a:xfrm>
      </p:grpSpPr>
      <p:sp>
        <p:nvSpPr>
          <p:cNvPr id="254" name="Google Shape;254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55" name="Google Shape;255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understanding of similarity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cxnSp>
        <p:nvCxnSpPr>
          <p:cNvPr id="258" name="Google Shape;258;p22"/>
          <p:cNvCxnSpPr/>
          <p:nvPr/>
        </p:nvCxnSpPr>
        <p:spPr>
          <a:xfrm flipH="1">
            <a:off x="5001124" y="3071352"/>
            <a:ext cx="0" cy="528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22"/>
          <p:cNvCxnSpPr/>
          <p:nvPr/>
        </p:nvCxnSpPr>
        <p:spPr>
          <a:xfrm flipH="1">
            <a:off x="5997513" y="3071352"/>
            <a:ext cx="0" cy="528300"/>
          </a:xfrm>
          <a:prstGeom prst="straightConnector1">
            <a:avLst/>
          </a:prstGeom>
          <a:noFill/>
          <a:ln w="19050" cap="flat" cmpd="sng">
            <a:solidFill>
              <a:srgbClr val="037B7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0" name="Google Shape;260;p22"/>
          <p:cNvSpPr txBox="1"/>
          <p:nvPr/>
        </p:nvSpPr>
        <p:spPr>
          <a:xfrm>
            <a:off x="468000" y="998772"/>
            <a:ext cx="65508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similarity to find the missing lengths.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Checking understanding of similarity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2" name="Google Shape;262;p22"/>
          <p:cNvGrpSpPr/>
          <p:nvPr/>
        </p:nvGrpSpPr>
        <p:grpSpPr>
          <a:xfrm rot="5400000">
            <a:off x="4724350" y="1865018"/>
            <a:ext cx="1554265" cy="1022169"/>
            <a:chOff x="569344" y="2167566"/>
            <a:chExt cx="1619195" cy="1064870"/>
          </a:xfrm>
        </p:grpSpPr>
        <p:grpSp>
          <p:nvGrpSpPr>
            <p:cNvPr id="263" name="Google Shape;263;p22"/>
            <p:cNvGrpSpPr/>
            <p:nvPr/>
          </p:nvGrpSpPr>
          <p:grpSpPr>
            <a:xfrm>
              <a:off x="569344" y="2167566"/>
              <a:ext cx="1619195" cy="1064870"/>
              <a:chOff x="651143" y="3556939"/>
              <a:chExt cx="1868014" cy="1228507"/>
            </a:xfrm>
          </p:grpSpPr>
          <p:sp>
            <p:nvSpPr>
              <p:cNvPr id="264" name="Google Shape;264;p22"/>
              <p:cNvSpPr/>
              <p:nvPr/>
            </p:nvSpPr>
            <p:spPr>
              <a:xfrm>
                <a:off x="688425" y="3591900"/>
                <a:ext cx="1790100" cy="1154700"/>
              </a:xfrm>
              <a:prstGeom prst="rect">
                <a:avLst/>
              </a:prstGeom>
              <a:solidFill>
                <a:srgbClr val="6AA84F"/>
              </a:solidFill>
              <a:ln w="76200" cap="flat" cmpd="sng">
                <a:solidFill>
                  <a:srgbClr val="783F0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5" name="Google Shape;265;p22"/>
              <p:cNvSpPr/>
              <p:nvPr/>
            </p:nvSpPr>
            <p:spPr>
              <a:xfrm>
                <a:off x="729522" y="3641736"/>
                <a:ext cx="1722600" cy="1066800"/>
              </a:xfrm>
              <a:prstGeom prst="rect">
                <a:avLst/>
              </a:prstGeom>
              <a:noFill/>
              <a:ln w="28575" cap="flat" cmpd="sng">
                <a:solidFill>
                  <a:srgbClr val="93C47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6" name="Google Shape;266;p22"/>
              <p:cNvSpPr/>
              <p:nvPr/>
            </p:nvSpPr>
            <p:spPr>
              <a:xfrm>
                <a:off x="651143" y="4667878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7" name="Google Shape;267;p22"/>
              <p:cNvSpPr/>
              <p:nvPr/>
            </p:nvSpPr>
            <p:spPr>
              <a:xfrm>
                <a:off x="679153" y="4642433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8" name="Google Shape;268;p22"/>
              <p:cNvSpPr/>
              <p:nvPr/>
            </p:nvSpPr>
            <p:spPr>
              <a:xfrm>
                <a:off x="654157" y="3556939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2401907" y="3556953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1489332" y="3556946"/>
                <a:ext cx="192300" cy="693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529634" y="3585402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686966" y="3588416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2376877" y="3579374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2404257" y="4667878"/>
                <a:ext cx="114900" cy="1149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2365654" y="4630482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490219" y="4727246"/>
                <a:ext cx="192300" cy="58200"/>
              </a:xfrm>
              <a:prstGeom prst="rect">
                <a:avLst/>
              </a:prstGeom>
              <a:solidFill>
                <a:srgbClr val="808080"/>
              </a:solidFill>
              <a:ln w="9525" cap="flat" cmpd="sng">
                <a:solidFill>
                  <a:srgbClr val="80808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35663" y="4642433"/>
                <a:ext cx="114900" cy="1149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278" name="Google Shape;278;p22"/>
            <p:cNvCxnSpPr/>
            <p:nvPr/>
          </p:nvCxnSpPr>
          <p:spPr>
            <a:xfrm flipH="1">
              <a:off x="1748956" y="2258075"/>
              <a:ext cx="0" cy="896100"/>
            </a:xfrm>
            <a:prstGeom prst="straightConnector1">
              <a:avLst/>
            </a:prstGeom>
            <a:noFill/>
            <a:ln w="9525" cap="flat" cmpd="sng">
              <a:solidFill>
                <a:srgbClr val="F0F0F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9" name="Google Shape;279;p22"/>
            <p:cNvSpPr/>
            <p:nvPr/>
          </p:nvSpPr>
          <p:spPr>
            <a:xfrm flipH="1">
              <a:off x="1608600" y="2558515"/>
              <a:ext cx="283500" cy="283500"/>
            </a:xfrm>
            <a:prstGeom prst="pie">
              <a:avLst>
                <a:gd name="adj1" fmla="val 5420065"/>
                <a:gd name="adj2" fmla="val 16200000"/>
              </a:avLst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002450" y="2692700"/>
              <a:ext cx="18000" cy="18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1" name="Google Shape;281;p22"/>
          <p:cNvSpPr/>
          <p:nvPr/>
        </p:nvSpPr>
        <p:spPr>
          <a:xfrm rot="5400000" flipH="1">
            <a:off x="2476275" y="2318016"/>
            <a:ext cx="61472" cy="1459004"/>
          </a:xfrm>
          <a:custGeom>
            <a:rect l="l" t="t" r="r" b="b"/>
            <a:pathLst>
              <a:path w="20909" h="76820" extrusionOk="0">
                <a:moveTo>
                  <a:pt x="8596" y="3872"/>
                </a:moveTo>
                <a:lnTo>
                  <a:pt x="7357" y="2788"/>
                </a:lnTo>
                <a:lnTo>
                  <a:pt x="5344" y="3872"/>
                </a:lnTo>
                <a:lnTo>
                  <a:pt x="5731" y="6273"/>
                </a:lnTo>
                <a:lnTo>
                  <a:pt x="5034" y="9060"/>
                </a:lnTo>
                <a:lnTo>
                  <a:pt x="5344" y="13010"/>
                </a:lnTo>
                <a:lnTo>
                  <a:pt x="7202" y="15333"/>
                </a:lnTo>
                <a:lnTo>
                  <a:pt x="6970" y="16495"/>
                </a:lnTo>
                <a:lnTo>
                  <a:pt x="1162" y="19747"/>
                </a:lnTo>
                <a:lnTo>
                  <a:pt x="0" y="34615"/>
                </a:lnTo>
                <a:lnTo>
                  <a:pt x="620" y="41585"/>
                </a:lnTo>
                <a:lnTo>
                  <a:pt x="1627" y="44527"/>
                </a:lnTo>
                <a:lnTo>
                  <a:pt x="4182" y="45766"/>
                </a:lnTo>
                <a:lnTo>
                  <a:pt x="6660" y="71709"/>
                </a:lnTo>
                <a:lnTo>
                  <a:pt x="6041" y="76587"/>
                </a:lnTo>
                <a:lnTo>
                  <a:pt x="16417" y="76820"/>
                </a:lnTo>
                <a:lnTo>
                  <a:pt x="14327" y="72251"/>
                </a:lnTo>
                <a:lnTo>
                  <a:pt x="16030" y="46154"/>
                </a:lnTo>
                <a:lnTo>
                  <a:pt x="18508" y="46231"/>
                </a:lnTo>
                <a:lnTo>
                  <a:pt x="19515" y="43908"/>
                </a:lnTo>
                <a:lnTo>
                  <a:pt x="20367" y="40346"/>
                </a:lnTo>
                <a:lnTo>
                  <a:pt x="20909" y="29272"/>
                </a:lnTo>
                <a:lnTo>
                  <a:pt x="19670" y="20909"/>
                </a:lnTo>
                <a:lnTo>
                  <a:pt x="12236" y="16727"/>
                </a:lnTo>
                <a:lnTo>
                  <a:pt x="12003" y="14636"/>
                </a:lnTo>
                <a:lnTo>
                  <a:pt x="13397" y="11771"/>
                </a:lnTo>
                <a:lnTo>
                  <a:pt x="14869" y="11306"/>
                </a:lnTo>
                <a:lnTo>
                  <a:pt x="15566" y="8828"/>
                </a:lnTo>
                <a:lnTo>
                  <a:pt x="15721" y="5034"/>
                </a:lnTo>
                <a:lnTo>
                  <a:pt x="12313" y="1549"/>
                </a:lnTo>
                <a:lnTo>
                  <a:pt x="9680" y="0"/>
                </a:lnTo>
                <a:lnTo>
                  <a:pt x="8751" y="852"/>
                </a:lnTo>
                <a:close/>
              </a:path>
            </a:pathLst>
          </a:cu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pic>
        <p:nvPicPr>
          <p:cNvPr id="282" name="Google Shape;2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285" y="2258208"/>
            <a:ext cx="215785" cy="796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3" name="Google Shape;283;p22"/>
          <p:cNvGrpSpPr/>
          <p:nvPr/>
        </p:nvGrpSpPr>
        <p:grpSpPr>
          <a:xfrm>
            <a:off x="580129" y="1671864"/>
            <a:ext cx="53471" cy="2073899"/>
            <a:chOff x="1755325" y="2376800"/>
            <a:chExt cx="50104" cy="1655411"/>
          </a:xfrm>
        </p:grpSpPr>
        <p:cxnSp>
          <p:nvCxnSpPr>
            <p:cNvPr id="284" name="Google Shape;284;p22"/>
            <p:cNvCxnSpPr/>
            <p:nvPr/>
          </p:nvCxnSpPr>
          <p:spPr>
            <a:xfrm flipH="1">
              <a:off x="1755325" y="2376800"/>
              <a:ext cx="0" cy="1648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22"/>
            <p:cNvCxnSpPr/>
            <p:nvPr/>
          </p:nvCxnSpPr>
          <p:spPr>
            <a:xfrm flipH="1">
              <a:off x="1805429" y="2383411"/>
              <a:ext cx="0" cy="16488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6" name="Google Shape;286;p22"/>
          <p:cNvSpPr/>
          <p:nvPr/>
        </p:nvSpPr>
        <p:spPr>
          <a:xfrm rot="5400000">
            <a:off x="2474430" y="1834794"/>
            <a:ext cx="21900" cy="3800400"/>
          </a:xfrm>
          <a:prstGeom prst="rect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549045" y="156748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4304121" y="3693442"/>
            <a:ext cx="114600" cy="83400"/>
          </a:xfrm>
          <a:prstGeom prst="ellipse">
            <a:avLst/>
          </a:prstGeom>
          <a:solidFill>
            <a:srgbClr val="808080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468000" y="1301750"/>
            <a:ext cx="2754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649093" y="1301750"/>
            <a:ext cx="275400" cy="2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2"/>
          <p:cNvCxnSpPr/>
          <p:nvPr/>
        </p:nvCxnSpPr>
        <p:spPr>
          <a:xfrm rot="10800000" flipH="1">
            <a:off x="1946607" y="2271381"/>
            <a:ext cx="0" cy="7827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2" name="Google Shape;292;p22"/>
          <p:cNvSpPr txBox="1"/>
          <p:nvPr/>
        </p:nvSpPr>
        <p:spPr>
          <a:xfrm>
            <a:off x="1981940" y="2526852"/>
            <a:ext cx="6366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2"/>
          <p:cNvCxnSpPr/>
          <p:nvPr/>
        </p:nvCxnSpPr>
        <p:spPr>
          <a:xfrm rot="10800000">
            <a:off x="1823086" y="3124556"/>
            <a:ext cx="14214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4" name="Google Shape;294;p22"/>
          <p:cNvSpPr txBox="1"/>
          <p:nvPr/>
        </p:nvSpPr>
        <p:spPr>
          <a:xfrm>
            <a:off x="2252993" y="3123125"/>
            <a:ext cx="6558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5" name="Google Shape;295;p22"/>
          <p:cNvCxnSpPr/>
          <p:nvPr/>
        </p:nvCxnSpPr>
        <p:spPr>
          <a:xfrm rot="10800000">
            <a:off x="593302" y="3869341"/>
            <a:ext cx="37578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6" name="Google Shape;296;p22"/>
          <p:cNvSpPr txBox="1"/>
          <p:nvPr/>
        </p:nvSpPr>
        <p:spPr>
          <a:xfrm>
            <a:off x="2181081" y="3894616"/>
            <a:ext cx="908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15.25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7" name="Google Shape;297;p22"/>
          <p:cNvCxnSpPr/>
          <p:nvPr/>
        </p:nvCxnSpPr>
        <p:spPr>
          <a:xfrm rot="10800000" flipH="1">
            <a:off x="749475" y="1568698"/>
            <a:ext cx="0" cy="21771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8" name="Google Shape;298;p22"/>
          <p:cNvSpPr txBox="1"/>
          <p:nvPr/>
        </p:nvSpPr>
        <p:spPr>
          <a:xfrm>
            <a:off x="795053" y="2509385"/>
            <a:ext cx="499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6.1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99" name="Google Shape;299;p22"/>
          <p:cNvGrpSpPr/>
          <p:nvPr/>
        </p:nvGrpSpPr>
        <p:grpSpPr>
          <a:xfrm>
            <a:off x="4999111" y="3451413"/>
            <a:ext cx="1108803" cy="662237"/>
            <a:chOff x="5540253" y="3157681"/>
            <a:chExt cx="1568099" cy="936553"/>
          </a:xfrm>
        </p:grpSpPr>
        <p:grpSp>
          <p:nvGrpSpPr>
            <p:cNvPr id="300" name="Google Shape;300;p22"/>
            <p:cNvGrpSpPr/>
            <p:nvPr/>
          </p:nvGrpSpPr>
          <p:grpSpPr>
            <a:xfrm flipH="1">
              <a:off x="5540253" y="3157681"/>
              <a:ext cx="1424082" cy="936553"/>
              <a:chOff x="569344" y="2167566"/>
              <a:chExt cx="1619195" cy="1064870"/>
            </a:xfrm>
          </p:grpSpPr>
          <p:grpSp>
            <p:nvGrpSpPr>
              <p:cNvPr id="301" name="Google Shape;301;p22"/>
              <p:cNvGrpSpPr/>
              <p:nvPr/>
            </p:nvGrpSpPr>
            <p:grpSpPr>
              <a:xfrm>
                <a:off x="569344" y="2167566"/>
                <a:ext cx="1619195" cy="1064870"/>
                <a:chOff x="651143" y="3556939"/>
                <a:chExt cx="1868014" cy="1228507"/>
              </a:xfrm>
            </p:grpSpPr>
            <p:sp>
              <p:nvSpPr>
                <p:cNvPr id="302" name="Google Shape;302;p22"/>
                <p:cNvSpPr/>
                <p:nvPr/>
              </p:nvSpPr>
              <p:spPr>
                <a:xfrm>
                  <a:off x="688425" y="3591900"/>
                  <a:ext cx="1790100" cy="1154700"/>
                </a:xfrm>
                <a:prstGeom prst="rect">
                  <a:avLst/>
                </a:prstGeom>
                <a:solidFill>
                  <a:srgbClr val="6AA84F"/>
                </a:solidFill>
                <a:ln w="76200" cap="flat" cmpd="sng">
                  <a:solidFill>
                    <a:srgbClr val="783F0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3" name="Google Shape;303;p22"/>
                <p:cNvSpPr/>
                <p:nvPr/>
              </p:nvSpPr>
              <p:spPr>
                <a:xfrm>
                  <a:off x="729522" y="3641736"/>
                  <a:ext cx="1722600" cy="1066800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93C47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4" name="Google Shape;304;p22"/>
                <p:cNvSpPr/>
                <p:nvPr/>
              </p:nvSpPr>
              <p:spPr>
                <a:xfrm>
                  <a:off x="651143" y="4667878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5" name="Google Shape;305;p22"/>
                <p:cNvSpPr/>
                <p:nvPr/>
              </p:nvSpPr>
              <p:spPr>
                <a:xfrm>
                  <a:off x="679153" y="4642433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6" name="Google Shape;306;p22"/>
                <p:cNvSpPr/>
                <p:nvPr/>
              </p:nvSpPr>
              <p:spPr>
                <a:xfrm>
                  <a:off x="654157" y="3556939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7" name="Google Shape;307;p22"/>
                <p:cNvSpPr/>
                <p:nvPr/>
              </p:nvSpPr>
              <p:spPr>
                <a:xfrm>
                  <a:off x="2401907" y="3556953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8" name="Google Shape;308;p22"/>
                <p:cNvSpPr/>
                <p:nvPr/>
              </p:nvSpPr>
              <p:spPr>
                <a:xfrm>
                  <a:off x="1489332" y="3556946"/>
                  <a:ext cx="192300" cy="693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09" name="Google Shape;309;p22"/>
                <p:cNvSpPr/>
                <p:nvPr/>
              </p:nvSpPr>
              <p:spPr>
                <a:xfrm>
                  <a:off x="1529634" y="3585402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10" name="Google Shape;310;p22"/>
                <p:cNvSpPr/>
                <p:nvPr/>
              </p:nvSpPr>
              <p:spPr>
                <a:xfrm>
                  <a:off x="686966" y="3588416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11" name="Google Shape;311;p22"/>
                <p:cNvSpPr/>
                <p:nvPr/>
              </p:nvSpPr>
              <p:spPr>
                <a:xfrm>
                  <a:off x="2376877" y="3579374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12" name="Google Shape;312;p22"/>
                <p:cNvSpPr/>
                <p:nvPr/>
              </p:nvSpPr>
              <p:spPr>
                <a:xfrm>
                  <a:off x="2404257" y="4667878"/>
                  <a:ext cx="114900" cy="1149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13" name="Google Shape;313;p22"/>
                <p:cNvSpPr/>
                <p:nvPr/>
              </p:nvSpPr>
              <p:spPr>
                <a:xfrm>
                  <a:off x="2365654" y="4630482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14" name="Google Shape;314;p22"/>
                <p:cNvSpPr/>
                <p:nvPr/>
              </p:nvSpPr>
              <p:spPr>
                <a:xfrm>
                  <a:off x="1490219" y="4727246"/>
                  <a:ext cx="192300" cy="58200"/>
                </a:xfrm>
                <a:prstGeom prst="rect">
                  <a:avLst/>
                </a:prstGeom>
                <a:solidFill>
                  <a:srgbClr val="808080"/>
                </a:solidFill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315" name="Google Shape;315;p22"/>
                <p:cNvSpPr/>
                <p:nvPr/>
              </p:nvSpPr>
              <p:spPr>
                <a:xfrm>
                  <a:off x="1535663" y="4642433"/>
                  <a:ext cx="114900" cy="114900"/>
                </a:xfrm>
                <a:prstGeom prst="ellipse">
                  <a:avLst/>
                </a:prstGeom>
                <a:solidFill>
                  <a:srgbClr val="000000"/>
                </a:solidFill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cxnSp>
            <p:nvCxnSpPr>
              <p:cNvPr id="316" name="Google Shape;316;p22"/>
              <p:cNvCxnSpPr/>
              <p:nvPr/>
            </p:nvCxnSpPr>
            <p:spPr>
              <a:xfrm flipH="1">
                <a:off x="1748956" y="2258075"/>
                <a:ext cx="0" cy="89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0F0F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22"/>
              <p:cNvSpPr/>
              <p:nvPr/>
            </p:nvSpPr>
            <p:spPr>
              <a:xfrm flipH="1">
                <a:off x="1608600" y="2558515"/>
                <a:ext cx="283500" cy="283500"/>
              </a:xfrm>
              <a:prstGeom prst="pie">
                <a:avLst>
                  <a:gd name="adj1" fmla="val 5420065"/>
                  <a:gd name="adj2" fmla="val 16200000"/>
                </a:avLst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" name="Google Shape;318;p22"/>
              <p:cNvSpPr/>
              <p:nvPr/>
            </p:nvSpPr>
            <p:spPr>
              <a:xfrm>
                <a:off x="1002450" y="2692700"/>
                <a:ext cx="18000" cy="180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319" name="Google Shape;319;p22"/>
            <p:cNvCxnSpPr/>
            <p:nvPr/>
          </p:nvCxnSpPr>
          <p:spPr>
            <a:xfrm rot="10800000" flipH="1">
              <a:off x="7108352" y="3183745"/>
              <a:ext cx="0" cy="907200"/>
            </a:xfrm>
            <a:prstGeom prst="straightConnector1">
              <a:avLst/>
            </a:prstGeom>
            <a:noFill/>
            <a:ln w="28575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320" name="Google Shape;320;p22"/>
          <p:cNvCxnSpPr/>
          <p:nvPr/>
        </p:nvCxnSpPr>
        <p:spPr>
          <a:xfrm rot="10800000" flipH="1">
            <a:off x="6086973" y="1598867"/>
            <a:ext cx="0" cy="154860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1" name="Google Shape;321;p22"/>
          <p:cNvCxnSpPr/>
          <p:nvPr/>
        </p:nvCxnSpPr>
        <p:spPr>
          <a:xfrm>
            <a:off x="5001909" y="1523916"/>
            <a:ext cx="999000" cy="0"/>
          </a:xfrm>
          <a:prstGeom prst="straightConnector1">
            <a:avLst/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2" name="Google Shape;322;p22"/>
          <p:cNvSpPr txBox="1"/>
          <p:nvPr/>
        </p:nvSpPr>
        <p:spPr>
          <a:xfrm>
            <a:off x="6138165" y="2245373"/>
            <a:ext cx="908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140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5137325" y="1265359"/>
            <a:ext cx="798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70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2"/>
          <p:cNvSpPr txBox="1"/>
          <p:nvPr/>
        </p:nvSpPr>
        <p:spPr>
          <a:xfrm>
            <a:off x="6156109" y="3698930"/>
            <a:ext cx="936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 inches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2"/>
          <p:cNvSpPr txBox="1"/>
          <p:nvPr/>
        </p:nvSpPr>
        <p:spPr>
          <a:xfrm>
            <a:off x="473772" y="4419453"/>
            <a:ext cx="6366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Match each triangle with its similar triangle.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b) Find the scale factor between each pair of similar triangles.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6" name="Google Shape;326;p22"/>
          <p:cNvGrpSpPr/>
          <p:nvPr/>
        </p:nvGrpSpPr>
        <p:grpSpPr>
          <a:xfrm rot="9423030">
            <a:off x="5361157" y="6920333"/>
            <a:ext cx="1259124" cy="725531"/>
            <a:chOff x="-2274197" y="713375"/>
            <a:chExt cx="1861097" cy="1072399"/>
          </a:xfrm>
        </p:grpSpPr>
        <p:sp>
          <p:nvSpPr>
            <p:cNvPr id="327" name="Google Shape;327;p22"/>
            <p:cNvSpPr/>
            <p:nvPr/>
          </p:nvSpPr>
          <p:spPr>
            <a:xfrm>
              <a:off x="-2178425" y="800475"/>
              <a:ext cx="1723800" cy="9027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8" name="Google Shape;328;p22"/>
            <p:cNvCxnSpPr/>
            <p:nvPr/>
          </p:nvCxnSpPr>
          <p:spPr>
            <a:xfrm>
              <a:off x="-2178425" y="1785774"/>
              <a:ext cx="1723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29" name="Google Shape;329;p22"/>
            <p:cNvCxnSpPr/>
            <p:nvPr/>
          </p:nvCxnSpPr>
          <p:spPr>
            <a:xfrm rot="10800000" flipH="1">
              <a:off x="-2274197" y="796750"/>
              <a:ext cx="0" cy="9129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30" name="Google Shape;330;p22"/>
            <p:cNvSpPr/>
            <p:nvPr/>
          </p:nvSpPr>
          <p:spPr>
            <a:xfrm>
              <a:off x="-2178425" y="1544128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1" name="Google Shape;331;p22"/>
            <p:cNvCxnSpPr/>
            <p:nvPr/>
          </p:nvCxnSpPr>
          <p:spPr>
            <a:xfrm>
              <a:off x="-2151600" y="713375"/>
              <a:ext cx="1738500" cy="9222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32" name="Google Shape;332;p22"/>
          <p:cNvGrpSpPr/>
          <p:nvPr/>
        </p:nvGrpSpPr>
        <p:grpSpPr>
          <a:xfrm rot="-8100000" flipH="1">
            <a:off x="545715" y="5421590"/>
            <a:ext cx="1018911" cy="491536"/>
            <a:chOff x="2229399" y="1477750"/>
            <a:chExt cx="1506332" cy="726675"/>
          </a:xfrm>
        </p:grpSpPr>
        <p:sp>
          <p:nvSpPr>
            <p:cNvPr id="333" name="Google Shape;333;p22"/>
            <p:cNvSpPr/>
            <p:nvPr/>
          </p:nvSpPr>
          <p:spPr>
            <a:xfrm>
              <a:off x="2309077" y="1553950"/>
              <a:ext cx="1380900" cy="5760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4" name="Google Shape;334;p22"/>
            <p:cNvCxnSpPr/>
            <p:nvPr/>
          </p:nvCxnSpPr>
          <p:spPr>
            <a:xfrm>
              <a:off x="2306276" y="2204425"/>
              <a:ext cx="13836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5" name="Google Shape;335;p22"/>
            <p:cNvCxnSpPr/>
            <p:nvPr/>
          </p:nvCxnSpPr>
          <p:spPr>
            <a:xfrm rot="10800000" flipH="1">
              <a:off x="2229399" y="1560577"/>
              <a:ext cx="0" cy="5889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36" name="Google Shape;336;p22"/>
            <p:cNvSpPr/>
            <p:nvPr/>
          </p:nvSpPr>
          <p:spPr>
            <a:xfrm>
              <a:off x="2309075" y="1986853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7" name="Google Shape;337;p22"/>
            <p:cNvCxnSpPr/>
            <p:nvPr/>
          </p:nvCxnSpPr>
          <p:spPr>
            <a:xfrm>
              <a:off x="2352132" y="1477750"/>
              <a:ext cx="1383600" cy="5760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38" name="Google Shape;338;p22"/>
          <p:cNvGrpSpPr/>
          <p:nvPr/>
        </p:nvGrpSpPr>
        <p:grpSpPr>
          <a:xfrm flipH="1">
            <a:off x="6334649" y="5984505"/>
            <a:ext cx="485654" cy="389659"/>
            <a:chOff x="6383346" y="1591089"/>
            <a:chExt cx="630392" cy="505788"/>
          </a:xfrm>
        </p:grpSpPr>
        <p:sp>
          <p:nvSpPr>
            <p:cNvPr id="339" name="Google Shape;339;p22"/>
            <p:cNvSpPr/>
            <p:nvPr/>
          </p:nvSpPr>
          <p:spPr>
            <a:xfrm>
              <a:off x="6457538" y="1663689"/>
              <a:ext cx="480000" cy="3612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0" name="Google Shape;340;p22"/>
            <p:cNvCxnSpPr/>
            <p:nvPr/>
          </p:nvCxnSpPr>
          <p:spPr>
            <a:xfrm>
              <a:off x="6415121" y="2089077"/>
              <a:ext cx="492000" cy="78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41" name="Google Shape;341;p22"/>
            <p:cNvCxnSpPr/>
            <p:nvPr/>
          </p:nvCxnSpPr>
          <p:spPr>
            <a:xfrm rot="10800000" flipH="1">
              <a:off x="6383346" y="1631207"/>
              <a:ext cx="0" cy="4188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42" name="Google Shape;342;p22"/>
            <p:cNvSpPr/>
            <p:nvPr/>
          </p:nvSpPr>
          <p:spPr>
            <a:xfrm>
              <a:off x="6455507" y="1933456"/>
              <a:ext cx="94200" cy="942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3" name="Google Shape;343;p22"/>
            <p:cNvCxnSpPr/>
            <p:nvPr/>
          </p:nvCxnSpPr>
          <p:spPr>
            <a:xfrm>
              <a:off x="6549638" y="1591089"/>
              <a:ext cx="464100" cy="3576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44" name="Google Shape;344;p22"/>
          <p:cNvSpPr txBox="1"/>
          <p:nvPr/>
        </p:nvSpPr>
        <p:spPr>
          <a:xfrm>
            <a:off x="5724425" y="6784948"/>
            <a:ext cx="1761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6580168" y="6901455"/>
            <a:ext cx="1317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574488" y="5184313"/>
            <a:ext cx="166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1185935" y="5342713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801245" y="5715555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6527037" y="6371498"/>
            <a:ext cx="2472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6850615" y="6081714"/>
            <a:ext cx="2472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6406564" y="5944369"/>
            <a:ext cx="2472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5900377" y="7353997"/>
            <a:ext cx="1665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2087620" y="5897748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3471896" y="5823175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2"/>
          <p:cNvSpPr txBox="1"/>
          <p:nvPr/>
        </p:nvSpPr>
        <p:spPr>
          <a:xfrm>
            <a:off x="2734529" y="4986535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2"/>
          <p:cNvGrpSpPr/>
          <p:nvPr/>
        </p:nvGrpSpPr>
        <p:grpSpPr>
          <a:xfrm flipH="1">
            <a:off x="4397505" y="5066273"/>
            <a:ext cx="785233" cy="641115"/>
            <a:chOff x="7523425" y="1276035"/>
            <a:chExt cx="1160557" cy="947554"/>
          </a:xfrm>
        </p:grpSpPr>
        <p:sp>
          <p:nvSpPr>
            <p:cNvPr id="357" name="Google Shape;357;p22"/>
            <p:cNvSpPr/>
            <p:nvPr/>
          </p:nvSpPr>
          <p:spPr>
            <a:xfrm>
              <a:off x="7599534" y="1344722"/>
              <a:ext cx="1044900" cy="7863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8" name="Google Shape;358;p22"/>
            <p:cNvCxnSpPr/>
            <p:nvPr/>
          </p:nvCxnSpPr>
          <p:spPr>
            <a:xfrm>
              <a:off x="7605731" y="2223588"/>
              <a:ext cx="10446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9" name="Google Shape;359;p22"/>
            <p:cNvCxnSpPr/>
            <p:nvPr/>
          </p:nvCxnSpPr>
          <p:spPr>
            <a:xfrm rot="10800000" flipH="1">
              <a:off x="7523425" y="1344850"/>
              <a:ext cx="0" cy="7905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0" name="Google Shape;360;p22"/>
            <p:cNvSpPr/>
            <p:nvPr/>
          </p:nvSpPr>
          <p:spPr>
            <a:xfrm>
              <a:off x="7595121" y="1993755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1" name="Google Shape;361;p22"/>
            <p:cNvCxnSpPr/>
            <p:nvPr/>
          </p:nvCxnSpPr>
          <p:spPr>
            <a:xfrm>
              <a:off x="7673882" y="1276035"/>
              <a:ext cx="1010100" cy="7782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62" name="Google Shape;362;p22"/>
          <p:cNvSpPr txBox="1"/>
          <p:nvPr/>
        </p:nvSpPr>
        <p:spPr>
          <a:xfrm>
            <a:off x="4736035" y="5688845"/>
            <a:ext cx="216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197527" y="5288806"/>
            <a:ext cx="1989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4453900" y="5169483"/>
            <a:ext cx="400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5" name="Google Shape;365;p22"/>
          <p:cNvGrpSpPr/>
          <p:nvPr/>
        </p:nvGrpSpPr>
        <p:grpSpPr>
          <a:xfrm>
            <a:off x="652944" y="6176803"/>
            <a:ext cx="2706077" cy="1220680"/>
            <a:chOff x="-1966850" y="3121477"/>
            <a:chExt cx="3999522" cy="1804138"/>
          </a:xfrm>
        </p:grpSpPr>
        <p:grpSp>
          <p:nvGrpSpPr>
            <p:cNvPr id="366" name="Google Shape;366;p22"/>
            <p:cNvGrpSpPr/>
            <p:nvPr/>
          </p:nvGrpSpPr>
          <p:grpSpPr>
            <a:xfrm>
              <a:off x="-1884599" y="3121477"/>
              <a:ext cx="3917271" cy="1804138"/>
              <a:chOff x="2306276" y="3044545"/>
              <a:chExt cx="1402180" cy="645788"/>
            </a:xfrm>
          </p:grpSpPr>
          <p:sp>
            <p:nvSpPr>
              <p:cNvPr id="367" name="Google Shape;367;p22"/>
              <p:cNvSpPr/>
              <p:nvPr/>
            </p:nvSpPr>
            <p:spPr>
              <a:xfrm>
                <a:off x="2309077" y="3077950"/>
                <a:ext cx="1380900" cy="576000"/>
              </a:xfrm>
              <a:prstGeom prst="rtTriangle">
                <a:avLst/>
              </a:prstGeom>
              <a:solidFill>
                <a:srgbClr val="E6F2F2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68" name="Google Shape;368;p22"/>
              <p:cNvCxnSpPr/>
              <p:nvPr/>
            </p:nvCxnSpPr>
            <p:spPr>
              <a:xfrm>
                <a:off x="2306276" y="3690333"/>
                <a:ext cx="1383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69" name="Google Shape;369;p22"/>
              <p:cNvSpPr/>
              <p:nvPr/>
            </p:nvSpPr>
            <p:spPr>
              <a:xfrm>
                <a:off x="2309076" y="3584259"/>
                <a:ext cx="69600" cy="696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70" name="Google Shape;370;p22"/>
              <p:cNvCxnSpPr/>
              <p:nvPr/>
            </p:nvCxnSpPr>
            <p:spPr>
              <a:xfrm>
                <a:off x="2324856" y="3044545"/>
                <a:ext cx="1383600" cy="576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cxnSp>
          <p:nvCxnSpPr>
            <p:cNvPr id="371" name="Google Shape;371;p22"/>
            <p:cNvCxnSpPr/>
            <p:nvPr/>
          </p:nvCxnSpPr>
          <p:spPr>
            <a:xfrm rot="10800000" flipH="1">
              <a:off x="-1966850" y="3246075"/>
              <a:ext cx="0" cy="15462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72" name="Google Shape;372;p22"/>
          <p:cNvSpPr txBox="1"/>
          <p:nvPr/>
        </p:nvSpPr>
        <p:spPr>
          <a:xfrm>
            <a:off x="482312" y="6731639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1700822" y="7396972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1839868" y="6455951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5918955" y="4819144"/>
            <a:ext cx="279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6725542" y="5089049"/>
            <a:ext cx="3132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6041365" y="5467756"/>
            <a:ext cx="4002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8" name="Google Shape;378;p22"/>
          <p:cNvGrpSpPr/>
          <p:nvPr/>
        </p:nvGrpSpPr>
        <p:grpSpPr>
          <a:xfrm rot="-2821121">
            <a:off x="2000343" y="4413447"/>
            <a:ext cx="1742094" cy="1660390"/>
            <a:chOff x="9245238" y="3136228"/>
            <a:chExt cx="2575216" cy="2454438"/>
          </a:xfrm>
        </p:grpSpPr>
        <p:cxnSp>
          <p:nvCxnSpPr>
            <p:cNvPr id="379" name="Google Shape;379;p22"/>
            <p:cNvCxnSpPr/>
            <p:nvPr/>
          </p:nvCxnSpPr>
          <p:spPr>
            <a:xfrm>
              <a:off x="9373706" y="5590666"/>
              <a:ext cx="2311800" cy="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80" name="Google Shape;380;p22"/>
            <p:cNvCxnSpPr/>
            <p:nvPr/>
          </p:nvCxnSpPr>
          <p:spPr>
            <a:xfrm rot="10800000" flipH="1">
              <a:off x="9245238" y="3222270"/>
              <a:ext cx="0" cy="21663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81" name="Google Shape;381;p22"/>
            <p:cNvSpPr/>
            <p:nvPr/>
          </p:nvSpPr>
          <p:spPr>
            <a:xfrm>
              <a:off x="9333242" y="5367994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82" name="Google Shape;382;p22"/>
            <p:cNvCxnSpPr/>
            <p:nvPr/>
          </p:nvCxnSpPr>
          <p:spPr>
            <a:xfrm>
              <a:off x="9422554" y="3136228"/>
              <a:ext cx="2397900" cy="2312100"/>
            </a:xfrm>
            <a:prstGeom prst="straightConnector1">
              <a:avLst/>
            </a:prstGeom>
            <a:noFill/>
            <a:ln w="19050" cap="flat" cmpd="sng">
              <a:solidFill>
                <a:srgbClr val="037B7D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83" name="Google Shape;383;p22"/>
            <p:cNvSpPr/>
            <p:nvPr/>
          </p:nvSpPr>
          <p:spPr>
            <a:xfrm>
              <a:off x="9335406" y="3215730"/>
              <a:ext cx="2395800" cy="2300100"/>
            </a:xfrm>
            <a:prstGeom prst="rtTriangle">
              <a:avLst/>
            </a:prstGeom>
            <a:solidFill>
              <a:srgbClr val="E6F2F2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9333250" y="5366728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5" name="Google Shape;385;p22"/>
          <p:cNvGrpSpPr/>
          <p:nvPr/>
        </p:nvGrpSpPr>
        <p:grpSpPr>
          <a:xfrm rot="9664013">
            <a:off x="5831190" y="4945910"/>
            <a:ext cx="929620" cy="893132"/>
            <a:chOff x="3008500" y="3349323"/>
            <a:chExt cx="1374161" cy="1320224"/>
          </a:xfrm>
        </p:grpSpPr>
        <p:grpSp>
          <p:nvGrpSpPr>
            <p:cNvPr id="386" name="Google Shape;386;p22"/>
            <p:cNvGrpSpPr/>
            <p:nvPr/>
          </p:nvGrpSpPr>
          <p:grpSpPr>
            <a:xfrm>
              <a:off x="3008500" y="3349323"/>
              <a:ext cx="1374161" cy="1320224"/>
              <a:chOff x="2804221" y="2179725"/>
              <a:chExt cx="2731931" cy="2624179"/>
            </a:xfrm>
          </p:grpSpPr>
          <p:cxnSp>
            <p:nvCxnSpPr>
              <p:cNvPr id="387" name="Google Shape;387;p22"/>
              <p:cNvCxnSpPr/>
              <p:nvPr/>
            </p:nvCxnSpPr>
            <p:spPr>
              <a:xfrm>
                <a:off x="3024106" y="4803904"/>
                <a:ext cx="2311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88" name="Google Shape;388;p22"/>
              <p:cNvCxnSpPr/>
              <p:nvPr/>
            </p:nvCxnSpPr>
            <p:spPr>
              <a:xfrm rot="10800000" flipH="1">
                <a:off x="2804221" y="2331052"/>
                <a:ext cx="0" cy="216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89" name="Google Shape;389;p22"/>
              <p:cNvSpPr/>
              <p:nvPr/>
            </p:nvSpPr>
            <p:spPr>
              <a:xfrm>
                <a:off x="2983642" y="4463719"/>
                <a:ext cx="143100" cy="143100"/>
              </a:xfrm>
              <a:prstGeom prst="rect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90" name="Google Shape;390;p22"/>
              <p:cNvCxnSpPr/>
              <p:nvPr/>
            </p:nvCxnSpPr>
            <p:spPr>
              <a:xfrm>
                <a:off x="3138252" y="2179725"/>
                <a:ext cx="2397900" cy="2312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391" name="Google Shape;391;p22"/>
              <p:cNvSpPr/>
              <p:nvPr/>
            </p:nvSpPr>
            <p:spPr>
              <a:xfrm>
                <a:off x="2985806" y="2311455"/>
                <a:ext cx="2395800" cy="2300100"/>
              </a:xfrm>
              <a:prstGeom prst="rtTriangle">
                <a:avLst/>
              </a:prstGeom>
              <a:solidFill>
                <a:srgbClr val="E6F2F2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92" name="Google Shape;392;p22"/>
            <p:cNvSpPr/>
            <p:nvPr/>
          </p:nvSpPr>
          <p:spPr>
            <a:xfrm>
              <a:off x="3103205" y="4416471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22"/>
          <p:cNvGrpSpPr/>
          <p:nvPr/>
        </p:nvGrpSpPr>
        <p:grpSpPr>
          <a:xfrm rot="-2272766">
            <a:off x="3660820" y="5637822"/>
            <a:ext cx="2224929" cy="1208646"/>
            <a:chOff x="513851" y="1929965"/>
            <a:chExt cx="3288663" cy="1786497"/>
          </a:xfrm>
        </p:grpSpPr>
        <p:grpSp>
          <p:nvGrpSpPr>
            <p:cNvPr id="394" name="Google Shape;394;p22"/>
            <p:cNvGrpSpPr/>
            <p:nvPr/>
          </p:nvGrpSpPr>
          <p:grpSpPr>
            <a:xfrm>
              <a:off x="513851" y="1929965"/>
              <a:ext cx="3288663" cy="1786497"/>
              <a:chOff x="555999" y="2711221"/>
              <a:chExt cx="1818951" cy="988107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609625" y="2756175"/>
                <a:ext cx="1723800" cy="902700"/>
              </a:xfrm>
              <a:prstGeom prst="rtTriangle">
                <a:avLst/>
              </a:prstGeom>
              <a:solidFill>
                <a:srgbClr val="E6F2F2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396" name="Google Shape;396;p22"/>
              <p:cNvCxnSpPr/>
              <p:nvPr/>
            </p:nvCxnSpPr>
            <p:spPr>
              <a:xfrm>
                <a:off x="609625" y="3699328"/>
                <a:ext cx="1723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 rot="10800000" flipH="1">
                <a:off x="555999" y="2752450"/>
                <a:ext cx="0" cy="912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636450" y="2711221"/>
                <a:ext cx="1738500" cy="9222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37B7D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399" name="Google Shape;399;p22"/>
            <p:cNvSpPr/>
            <p:nvPr/>
          </p:nvSpPr>
          <p:spPr>
            <a:xfrm>
              <a:off x="609625" y="3499828"/>
              <a:ext cx="143100" cy="1431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0" name="Google Shape;400;p22"/>
          <p:cNvSpPr txBox="1"/>
          <p:nvPr/>
        </p:nvSpPr>
        <p:spPr>
          <a:xfrm>
            <a:off x="4978940" y="6804503"/>
            <a:ext cx="3132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3723977" y="6872538"/>
            <a:ext cx="1989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528660" y="6015540"/>
            <a:ext cx="2874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868486" y="5399618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2834587" y="5493539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4854072" y="5379447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6334679" y="5133333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1366646" y="6804503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4484689" y="6489799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6560968" y="6142383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6148538" y="6970511"/>
            <a:ext cx="1317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2087625" y="7942900"/>
            <a:ext cx="16632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and 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2 or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412" name="Google Shape;4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5513" y="8194991"/>
            <a:ext cx="121531" cy="387167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2"/>
          <p:cNvSpPr txBox="1"/>
          <p:nvPr/>
        </p:nvSpPr>
        <p:spPr>
          <a:xfrm>
            <a:off x="482300" y="7970050"/>
            <a:ext cx="14757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and E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3 or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414" name="Google Shape;414;p22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5774" y="8198682"/>
            <a:ext cx="107844" cy="356918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2"/>
          <p:cNvSpPr txBox="1"/>
          <p:nvPr/>
        </p:nvSpPr>
        <p:spPr>
          <a:xfrm>
            <a:off x="3880450" y="7932347"/>
            <a:ext cx="16560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 and G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    or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416" name="Google Shape;416;p22"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title="three halves two thirds"/>
          <p:cNvPicPr preferRelativeResize="0"/>
          <p:nvPr/>
        </p:nvPicPr>
        <p:blipFill>
          <a:blip r:embed="rId6">
            <a:alphaModFix/>
          </a:blip>
          <a:srcRect l="47000"/>
          <a:stretch>
            <a:fillRect/>
          </a:stretch>
        </p:blipFill>
        <p:spPr>
          <a:xfrm>
            <a:off x="5155270" y="8178748"/>
            <a:ext cx="156959" cy="41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2" descr="&lt;math xmlns=&quot;http://www.w3.org/1998/Math/MathML&quot; display=&quot;block&quot; data-is-equatio=&quot;1&quot; data-latex=&quot;\frac{3}{2}\frac{2}{3}&quot;&gt;&lt;mfrac&gt;&lt;mn&gt;3&lt;/mn&gt;&lt;mn&gt;2&lt;/mn&gt;&lt;/mfrac&gt;&lt;mfrac&gt;&lt;mn&gt;2&lt;/mn&gt;&lt;mn&gt;3&lt;/mn&gt;&lt;/mfrac&gt;&lt;/math&gt;" title="three halves two thirds"/>
          <p:cNvPicPr preferRelativeResize="0"/>
          <p:nvPr/>
        </p:nvPicPr>
        <p:blipFill>
          <a:blip r:embed="rId6">
            <a:alphaModFix/>
          </a:blip>
          <a:srcRect r="47000"/>
          <a:stretch>
            <a:fillRect/>
          </a:stretch>
        </p:blipFill>
        <p:spPr>
          <a:xfrm>
            <a:off x="4685768" y="8178748"/>
            <a:ext cx="156959" cy="41582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2"/>
          <p:cNvSpPr txBox="1"/>
          <p:nvPr/>
        </p:nvSpPr>
        <p:spPr>
          <a:xfrm>
            <a:off x="5666075" y="7935188"/>
            <a:ext cx="1717500" cy="6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 and H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scale factor 2 or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419" name="Google Shape;4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3190" y="8195526"/>
            <a:ext cx="125507" cy="399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95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understanding of similarity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2024-02-06T10:28:00.633</cp:lastPrinted>
  <dcterms:created xsi:type="dcterms:W3CDTF">2024-02-06T10:28:00Z</dcterms:created>
  <dcterms:modified xsi:type="dcterms:W3CDTF">2024-02-06T10:28:10Z</dcterms:modified>
</cp:coreProperties>
</file>