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74625" y="1786525"/>
            <a:ext cx="6617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Enlarge the object by a scale factor of 3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529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enlargement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 flipH="1">
            <a:off x="2361794" y="3488900"/>
            <a:ext cx="1028100" cy="7719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825937" y="3974425"/>
            <a:ext cx="51600" cy="5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2800" y="5619850"/>
            <a:ext cx="6617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ruler to measure all of the lengths on each shape and check that each length on the image is 3 times its corresponding length on the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1325" y="61274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protractor to measure all of the angles on each shape and check that each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on the image is equal to its corresponding angle on the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rcRect l="124" t="28528" r="49917" b="362"/>
          <a:stretch>
            <a:fillRect/>
          </a:stretch>
        </p:blipFill>
        <p:spPr>
          <a:xfrm>
            <a:off x="3583525" y="7399999"/>
            <a:ext cx="2975557" cy="2487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6833225"/>
            <a:ext cx="66240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wants to enlarge the shape by a scale factor of 2. He needs to choose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centre of enlargement carefully so that all of the image stays on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Find all the points which Jun could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use for the centre of enlargement.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331025" y="8397712"/>
            <a:ext cx="496200" cy="744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30873" y="7221844"/>
            <a:ext cx="379519" cy="4746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6" name="Google Shape;17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179" name="Google Shape;179;p21"/>
          <p:cNvCxnSpPr/>
          <p:nvPr/>
        </p:nvCxnSpPr>
        <p:spPr>
          <a:xfrm flipH="1">
            <a:off x="5001124" y="3071352"/>
            <a:ext cx="0" cy="528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1"/>
          <p:cNvCxnSpPr/>
          <p:nvPr/>
        </p:nvCxnSpPr>
        <p:spPr>
          <a:xfrm flipH="1">
            <a:off x="5997513" y="3071352"/>
            <a:ext cx="0" cy="528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1" name="Google Shape;181;p21"/>
          <p:cNvSpPr txBox="1"/>
          <p:nvPr/>
        </p:nvSpPr>
        <p:spPr>
          <a:xfrm>
            <a:off x="468000" y="998772"/>
            <a:ext cx="65508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similarity to find the missing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Checking understanding of similarity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1"/>
          <p:cNvGrpSpPr/>
          <p:nvPr/>
        </p:nvGrpSpPr>
        <p:grpSpPr>
          <a:xfrm rot="5400000">
            <a:off x="4724350" y="1865018"/>
            <a:ext cx="1554265" cy="1022169"/>
            <a:chOff x="569344" y="2167566"/>
            <a:chExt cx="1619195" cy="1064870"/>
          </a:xfrm>
        </p:grpSpPr>
        <p:grpSp>
          <p:nvGrpSpPr>
            <p:cNvPr id="184" name="Google Shape;184;p21"/>
            <p:cNvGrpSpPr/>
            <p:nvPr/>
          </p:nvGrpSpPr>
          <p:grpSpPr>
            <a:xfrm>
              <a:off x="569344" y="2167566"/>
              <a:ext cx="1619195" cy="1064870"/>
              <a:chOff x="651143" y="3556939"/>
              <a:chExt cx="1868014" cy="1228507"/>
            </a:xfrm>
          </p:grpSpPr>
          <p:sp>
            <p:nvSpPr>
              <p:cNvPr id="185" name="Google Shape;185;p21"/>
              <p:cNvSpPr/>
              <p:nvPr/>
            </p:nvSpPr>
            <p:spPr>
              <a:xfrm>
                <a:off x="688425" y="3591900"/>
                <a:ext cx="1790100" cy="1154700"/>
              </a:xfrm>
              <a:prstGeom prst="rect">
                <a:avLst/>
              </a:prstGeom>
              <a:solidFill>
                <a:srgbClr val="6AA84F"/>
              </a:solidFill>
              <a:ln w="76200" cap="flat" cmpd="sng">
                <a:solidFill>
                  <a:srgbClr val="783F0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6" name="Google Shape;186;p21"/>
              <p:cNvSpPr/>
              <p:nvPr/>
            </p:nvSpPr>
            <p:spPr>
              <a:xfrm>
                <a:off x="729522" y="3641736"/>
                <a:ext cx="1722600" cy="1066800"/>
              </a:xfrm>
              <a:prstGeom prst="rect">
                <a:avLst/>
              </a:prstGeom>
              <a:noFill/>
              <a:ln w="2857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" name="Google Shape;187;p21"/>
              <p:cNvSpPr/>
              <p:nvPr/>
            </p:nvSpPr>
            <p:spPr>
              <a:xfrm>
                <a:off x="651143" y="4667878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" name="Google Shape;188;p21"/>
              <p:cNvSpPr/>
              <p:nvPr/>
            </p:nvSpPr>
            <p:spPr>
              <a:xfrm>
                <a:off x="679153" y="4642433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9" name="Google Shape;189;p21"/>
              <p:cNvSpPr/>
              <p:nvPr/>
            </p:nvSpPr>
            <p:spPr>
              <a:xfrm>
                <a:off x="654157" y="3556939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21"/>
              <p:cNvSpPr/>
              <p:nvPr/>
            </p:nvSpPr>
            <p:spPr>
              <a:xfrm>
                <a:off x="2401907" y="3556953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" name="Google Shape;191;p21"/>
              <p:cNvSpPr/>
              <p:nvPr/>
            </p:nvSpPr>
            <p:spPr>
              <a:xfrm>
                <a:off x="1489332" y="3556946"/>
                <a:ext cx="192300" cy="693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" name="Google Shape;192;p21"/>
              <p:cNvSpPr/>
              <p:nvPr/>
            </p:nvSpPr>
            <p:spPr>
              <a:xfrm>
                <a:off x="1529634" y="3585402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1"/>
              <p:cNvSpPr/>
              <p:nvPr/>
            </p:nvSpPr>
            <p:spPr>
              <a:xfrm>
                <a:off x="686966" y="3588416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1"/>
              <p:cNvSpPr/>
              <p:nvPr/>
            </p:nvSpPr>
            <p:spPr>
              <a:xfrm>
                <a:off x="2376877" y="3579374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1"/>
              <p:cNvSpPr/>
              <p:nvPr/>
            </p:nvSpPr>
            <p:spPr>
              <a:xfrm>
                <a:off x="2404257" y="4667878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1"/>
              <p:cNvSpPr/>
              <p:nvPr/>
            </p:nvSpPr>
            <p:spPr>
              <a:xfrm>
                <a:off x="2365654" y="4630482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1"/>
              <p:cNvSpPr/>
              <p:nvPr/>
            </p:nvSpPr>
            <p:spPr>
              <a:xfrm>
                <a:off x="1490219" y="4727246"/>
                <a:ext cx="192300" cy="582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1"/>
              <p:cNvSpPr/>
              <p:nvPr/>
            </p:nvSpPr>
            <p:spPr>
              <a:xfrm>
                <a:off x="1535663" y="4642433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99" name="Google Shape;199;p21"/>
            <p:cNvCxnSpPr/>
            <p:nvPr/>
          </p:nvCxnSpPr>
          <p:spPr>
            <a:xfrm flipH="1">
              <a:off x="1748956" y="2258075"/>
              <a:ext cx="0" cy="896100"/>
            </a:xfrm>
            <a:prstGeom prst="straightConnector1">
              <a:avLst/>
            </a:prstGeom>
            <a:noFill/>
            <a:ln w="9525" cap="flat" cmpd="sng">
              <a:solidFill>
                <a:srgbClr val="F0F0F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0" name="Google Shape;200;p21"/>
            <p:cNvSpPr/>
            <p:nvPr/>
          </p:nvSpPr>
          <p:spPr>
            <a:xfrm flipH="1">
              <a:off x="1608600" y="2558515"/>
              <a:ext cx="283500" cy="283500"/>
            </a:xfrm>
            <a:prstGeom prst="pie">
              <a:avLst>
                <a:gd name="adj1" fmla="val 5420065"/>
                <a:gd name="adj2" fmla="val 162000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002450" y="2692700"/>
              <a:ext cx="18000" cy="18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" name="Google Shape;202;p21"/>
          <p:cNvSpPr/>
          <p:nvPr/>
        </p:nvSpPr>
        <p:spPr>
          <a:xfrm rot="5400000" flipH="1">
            <a:off x="2476275" y="2318016"/>
            <a:ext cx="61472" cy="1459004"/>
          </a:xfrm>
          <a:custGeom>
            <a:rect l="l" t="t" r="r" b="b"/>
            <a:pathLst>
              <a:path w="20909" h="76820" extrusionOk="0">
                <a:moveTo>
                  <a:pt x="8596" y="3872"/>
                </a:moveTo>
                <a:lnTo>
                  <a:pt x="7357" y="2788"/>
                </a:lnTo>
                <a:lnTo>
                  <a:pt x="5344" y="3872"/>
                </a:lnTo>
                <a:lnTo>
                  <a:pt x="5731" y="6273"/>
                </a:lnTo>
                <a:lnTo>
                  <a:pt x="5034" y="9060"/>
                </a:lnTo>
                <a:lnTo>
                  <a:pt x="5344" y="13010"/>
                </a:lnTo>
                <a:lnTo>
                  <a:pt x="7202" y="15333"/>
                </a:lnTo>
                <a:lnTo>
                  <a:pt x="6970" y="16495"/>
                </a:lnTo>
                <a:lnTo>
                  <a:pt x="1162" y="19747"/>
                </a:lnTo>
                <a:lnTo>
                  <a:pt x="0" y="34615"/>
                </a:lnTo>
                <a:lnTo>
                  <a:pt x="620" y="41585"/>
                </a:lnTo>
                <a:lnTo>
                  <a:pt x="1627" y="44527"/>
                </a:lnTo>
                <a:lnTo>
                  <a:pt x="4182" y="45766"/>
                </a:lnTo>
                <a:lnTo>
                  <a:pt x="6660" y="71709"/>
                </a:lnTo>
                <a:lnTo>
                  <a:pt x="6041" y="76587"/>
                </a:lnTo>
                <a:lnTo>
                  <a:pt x="16417" y="76820"/>
                </a:lnTo>
                <a:lnTo>
                  <a:pt x="14327" y="72251"/>
                </a:lnTo>
                <a:lnTo>
                  <a:pt x="16030" y="46154"/>
                </a:lnTo>
                <a:lnTo>
                  <a:pt x="18508" y="46231"/>
                </a:lnTo>
                <a:lnTo>
                  <a:pt x="19515" y="43908"/>
                </a:lnTo>
                <a:lnTo>
                  <a:pt x="20367" y="40346"/>
                </a:lnTo>
                <a:lnTo>
                  <a:pt x="20909" y="29272"/>
                </a:lnTo>
                <a:lnTo>
                  <a:pt x="19670" y="20909"/>
                </a:lnTo>
                <a:lnTo>
                  <a:pt x="12236" y="16727"/>
                </a:lnTo>
                <a:lnTo>
                  <a:pt x="12003" y="14636"/>
                </a:lnTo>
                <a:lnTo>
                  <a:pt x="13397" y="11771"/>
                </a:lnTo>
                <a:lnTo>
                  <a:pt x="14869" y="11306"/>
                </a:lnTo>
                <a:lnTo>
                  <a:pt x="15566" y="8828"/>
                </a:lnTo>
                <a:lnTo>
                  <a:pt x="15721" y="5034"/>
                </a:lnTo>
                <a:lnTo>
                  <a:pt x="12313" y="1549"/>
                </a:lnTo>
                <a:lnTo>
                  <a:pt x="9680" y="0"/>
                </a:lnTo>
                <a:lnTo>
                  <a:pt x="8751" y="852"/>
                </a:lnTo>
                <a:close/>
              </a:path>
            </a:pathLst>
          </a:cu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285" y="2258208"/>
            <a:ext cx="215785" cy="796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1"/>
          <p:cNvGrpSpPr/>
          <p:nvPr/>
        </p:nvGrpSpPr>
        <p:grpSpPr>
          <a:xfrm>
            <a:off x="580129" y="1671864"/>
            <a:ext cx="53471" cy="2073899"/>
            <a:chOff x="1755325" y="2376800"/>
            <a:chExt cx="50104" cy="1655411"/>
          </a:xfrm>
        </p:grpSpPr>
        <p:cxnSp>
          <p:nvCxnSpPr>
            <p:cNvPr id="205" name="Google Shape;205;p21"/>
            <p:cNvCxnSpPr/>
            <p:nvPr/>
          </p:nvCxnSpPr>
          <p:spPr>
            <a:xfrm flipH="1">
              <a:off x="1755325" y="2376800"/>
              <a:ext cx="0" cy="1648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1"/>
            <p:cNvCxnSpPr/>
            <p:nvPr/>
          </p:nvCxnSpPr>
          <p:spPr>
            <a:xfrm flipH="1">
              <a:off x="1805429" y="2383411"/>
              <a:ext cx="0" cy="1648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7" name="Google Shape;207;p21"/>
          <p:cNvSpPr/>
          <p:nvPr/>
        </p:nvSpPr>
        <p:spPr>
          <a:xfrm rot="5400000">
            <a:off x="2474430" y="1834794"/>
            <a:ext cx="21900" cy="3800400"/>
          </a:xfrm>
          <a:prstGeom prst="rect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49045" y="156748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304121" y="3693442"/>
            <a:ext cx="114600" cy="834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1301750"/>
            <a:ext cx="2754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49093" y="1301750"/>
            <a:ext cx="2754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 rot="10800000" flipH="1">
            <a:off x="1946607" y="2271381"/>
            <a:ext cx="0" cy="7827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3" name="Google Shape;213;p21"/>
          <p:cNvSpPr txBox="1"/>
          <p:nvPr/>
        </p:nvSpPr>
        <p:spPr>
          <a:xfrm>
            <a:off x="1981940" y="2526852"/>
            <a:ext cx="636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 rot="10800000">
            <a:off x="1823086" y="3124556"/>
            <a:ext cx="14214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2252993" y="3123125"/>
            <a:ext cx="655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1"/>
          <p:cNvCxnSpPr/>
          <p:nvPr/>
        </p:nvCxnSpPr>
        <p:spPr>
          <a:xfrm rot="10800000">
            <a:off x="593302" y="3869341"/>
            <a:ext cx="37578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7" name="Google Shape;217;p21"/>
          <p:cNvSpPr txBox="1"/>
          <p:nvPr/>
        </p:nvSpPr>
        <p:spPr>
          <a:xfrm>
            <a:off x="2181081" y="3894616"/>
            <a:ext cx="908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15.25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rot="10800000" flipH="1">
            <a:off x="749475" y="1568698"/>
            <a:ext cx="0" cy="21771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1"/>
          <p:cNvSpPr txBox="1"/>
          <p:nvPr/>
        </p:nvSpPr>
        <p:spPr>
          <a:xfrm>
            <a:off x="795053" y="2509385"/>
            <a:ext cx="499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4999111" y="3451413"/>
            <a:ext cx="1108803" cy="662237"/>
            <a:chOff x="5540253" y="3157681"/>
            <a:chExt cx="1568099" cy="936553"/>
          </a:xfrm>
        </p:grpSpPr>
        <p:grpSp>
          <p:nvGrpSpPr>
            <p:cNvPr id="221" name="Google Shape;221;p21"/>
            <p:cNvGrpSpPr/>
            <p:nvPr/>
          </p:nvGrpSpPr>
          <p:grpSpPr>
            <a:xfrm flipH="1">
              <a:off x="5540253" y="3157681"/>
              <a:ext cx="1424082" cy="936553"/>
              <a:chOff x="569344" y="2167566"/>
              <a:chExt cx="1619195" cy="1064870"/>
            </a:xfrm>
          </p:grpSpPr>
          <p:grpSp>
            <p:nvGrpSpPr>
              <p:cNvPr id="222" name="Google Shape;222;p21"/>
              <p:cNvGrpSpPr/>
              <p:nvPr/>
            </p:nvGrpSpPr>
            <p:grpSpPr>
              <a:xfrm>
                <a:off x="569344" y="2167566"/>
                <a:ext cx="1619195" cy="1064870"/>
                <a:chOff x="651143" y="3556939"/>
                <a:chExt cx="1868014" cy="1228507"/>
              </a:xfrm>
            </p:grpSpPr>
            <p:sp>
              <p:nvSpPr>
                <p:cNvPr id="223" name="Google Shape;223;p21"/>
                <p:cNvSpPr/>
                <p:nvPr/>
              </p:nvSpPr>
              <p:spPr>
                <a:xfrm>
                  <a:off x="688425" y="3591900"/>
                  <a:ext cx="1790100" cy="1154700"/>
                </a:xfrm>
                <a:prstGeom prst="rect">
                  <a:avLst/>
                </a:prstGeom>
                <a:solidFill>
                  <a:srgbClr val="6AA84F"/>
                </a:solidFill>
                <a:ln w="76200" cap="flat" cmpd="sng">
                  <a:solidFill>
                    <a:srgbClr val="783F0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4" name="Google Shape;224;p21"/>
                <p:cNvSpPr/>
                <p:nvPr/>
              </p:nvSpPr>
              <p:spPr>
                <a:xfrm>
                  <a:off x="729522" y="3641736"/>
                  <a:ext cx="1722600" cy="1066800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5" name="Google Shape;225;p21"/>
                <p:cNvSpPr/>
                <p:nvPr/>
              </p:nvSpPr>
              <p:spPr>
                <a:xfrm>
                  <a:off x="651143" y="4667878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6" name="Google Shape;226;p21"/>
                <p:cNvSpPr/>
                <p:nvPr/>
              </p:nvSpPr>
              <p:spPr>
                <a:xfrm>
                  <a:off x="679153" y="4642433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7" name="Google Shape;227;p21"/>
                <p:cNvSpPr/>
                <p:nvPr/>
              </p:nvSpPr>
              <p:spPr>
                <a:xfrm>
                  <a:off x="654157" y="3556939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8" name="Google Shape;228;p21"/>
                <p:cNvSpPr/>
                <p:nvPr/>
              </p:nvSpPr>
              <p:spPr>
                <a:xfrm>
                  <a:off x="2401907" y="3556953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29" name="Google Shape;229;p21"/>
                <p:cNvSpPr/>
                <p:nvPr/>
              </p:nvSpPr>
              <p:spPr>
                <a:xfrm>
                  <a:off x="1489332" y="3556946"/>
                  <a:ext cx="192300" cy="693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0" name="Google Shape;230;p21"/>
                <p:cNvSpPr/>
                <p:nvPr/>
              </p:nvSpPr>
              <p:spPr>
                <a:xfrm>
                  <a:off x="1529634" y="3585402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1" name="Google Shape;231;p21"/>
                <p:cNvSpPr/>
                <p:nvPr/>
              </p:nvSpPr>
              <p:spPr>
                <a:xfrm>
                  <a:off x="686966" y="3588416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2" name="Google Shape;232;p21"/>
                <p:cNvSpPr/>
                <p:nvPr/>
              </p:nvSpPr>
              <p:spPr>
                <a:xfrm>
                  <a:off x="2376877" y="3579374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3" name="Google Shape;233;p21"/>
                <p:cNvSpPr/>
                <p:nvPr/>
              </p:nvSpPr>
              <p:spPr>
                <a:xfrm>
                  <a:off x="2404257" y="4667878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4" name="Google Shape;234;p21"/>
                <p:cNvSpPr/>
                <p:nvPr/>
              </p:nvSpPr>
              <p:spPr>
                <a:xfrm>
                  <a:off x="2365654" y="4630482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5" name="Google Shape;235;p21"/>
                <p:cNvSpPr/>
                <p:nvPr/>
              </p:nvSpPr>
              <p:spPr>
                <a:xfrm>
                  <a:off x="1490219" y="4727246"/>
                  <a:ext cx="192300" cy="582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36" name="Google Shape;236;p21"/>
                <p:cNvSpPr/>
                <p:nvPr/>
              </p:nvSpPr>
              <p:spPr>
                <a:xfrm>
                  <a:off x="1535663" y="4642433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237" name="Google Shape;237;p21"/>
              <p:cNvCxnSpPr/>
              <p:nvPr/>
            </p:nvCxnSpPr>
            <p:spPr>
              <a:xfrm flipH="1">
                <a:off x="1748956" y="2258075"/>
                <a:ext cx="0" cy="89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0F0F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8" name="Google Shape;238;p21"/>
              <p:cNvSpPr/>
              <p:nvPr/>
            </p:nvSpPr>
            <p:spPr>
              <a:xfrm flipH="1">
                <a:off x="1608600" y="2558515"/>
                <a:ext cx="283500" cy="283500"/>
              </a:xfrm>
              <a:prstGeom prst="pie">
                <a:avLst>
                  <a:gd name="adj1" fmla="val 5420065"/>
                  <a:gd name="adj2" fmla="val 16200000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" name="Google Shape;239;p21"/>
              <p:cNvSpPr/>
              <p:nvPr/>
            </p:nvSpPr>
            <p:spPr>
              <a:xfrm>
                <a:off x="1002450" y="2692700"/>
                <a:ext cx="18000" cy="180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40" name="Google Shape;240;p21"/>
            <p:cNvCxnSpPr/>
            <p:nvPr/>
          </p:nvCxnSpPr>
          <p:spPr>
            <a:xfrm rot="10800000" flipH="1">
              <a:off x="7108352" y="3183745"/>
              <a:ext cx="0" cy="907200"/>
            </a:xfrm>
            <a:prstGeom prst="straightConnector1">
              <a:avLst/>
            </a:prstGeom>
            <a:noFill/>
            <a:ln w="2857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41" name="Google Shape;241;p21"/>
          <p:cNvCxnSpPr/>
          <p:nvPr/>
        </p:nvCxnSpPr>
        <p:spPr>
          <a:xfrm rot="10800000" flipH="1">
            <a:off x="6086973" y="1598867"/>
            <a:ext cx="0" cy="15486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2" name="Google Shape;242;p21"/>
          <p:cNvCxnSpPr/>
          <p:nvPr/>
        </p:nvCxnSpPr>
        <p:spPr>
          <a:xfrm>
            <a:off x="5001909" y="1523916"/>
            <a:ext cx="9990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3" name="Google Shape;243;p21"/>
          <p:cNvSpPr txBox="1"/>
          <p:nvPr/>
        </p:nvSpPr>
        <p:spPr>
          <a:xfrm>
            <a:off x="6138165" y="2245373"/>
            <a:ext cx="908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137325" y="1265359"/>
            <a:ext cx="798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156109" y="3698930"/>
            <a:ext cx="936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3772" y="4419453"/>
            <a:ext cx="6366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Match each triangle with its similar triangle.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b) Find the scale factor between each pair of similar triangles.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 rot="9423030">
            <a:off x="5361157" y="6920333"/>
            <a:ext cx="1259124" cy="725531"/>
            <a:chOff x="-2274197" y="713375"/>
            <a:chExt cx="1861097" cy="1072399"/>
          </a:xfrm>
        </p:grpSpPr>
        <p:sp>
          <p:nvSpPr>
            <p:cNvPr id="248" name="Google Shape;248;p21"/>
            <p:cNvSpPr/>
            <p:nvPr/>
          </p:nvSpPr>
          <p:spPr>
            <a:xfrm>
              <a:off x="-2178425" y="800475"/>
              <a:ext cx="1723800" cy="9027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9" name="Google Shape;249;p21"/>
            <p:cNvCxnSpPr/>
            <p:nvPr/>
          </p:nvCxnSpPr>
          <p:spPr>
            <a:xfrm>
              <a:off x="-2178425" y="1785774"/>
              <a:ext cx="1723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0" name="Google Shape;250;p21"/>
            <p:cNvCxnSpPr/>
            <p:nvPr/>
          </p:nvCxnSpPr>
          <p:spPr>
            <a:xfrm rot="10800000" flipH="1">
              <a:off x="-2274197" y="796750"/>
              <a:ext cx="0" cy="9129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1" name="Google Shape;251;p21"/>
            <p:cNvSpPr/>
            <p:nvPr/>
          </p:nvSpPr>
          <p:spPr>
            <a:xfrm>
              <a:off x="-2178425" y="15441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2" name="Google Shape;252;p21"/>
            <p:cNvCxnSpPr/>
            <p:nvPr/>
          </p:nvCxnSpPr>
          <p:spPr>
            <a:xfrm>
              <a:off x="-2151600" y="713375"/>
              <a:ext cx="1738500" cy="922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3" name="Google Shape;253;p21"/>
          <p:cNvGrpSpPr/>
          <p:nvPr/>
        </p:nvGrpSpPr>
        <p:grpSpPr>
          <a:xfrm rot="-8100000" flipH="1">
            <a:off x="545715" y="5421590"/>
            <a:ext cx="1018911" cy="491536"/>
            <a:chOff x="2229399" y="1477750"/>
            <a:chExt cx="1506332" cy="726675"/>
          </a:xfrm>
        </p:grpSpPr>
        <p:sp>
          <p:nvSpPr>
            <p:cNvPr id="254" name="Google Shape;254;p21"/>
            <p:cNvSpPr/>
            <p:nvPr/>
          </p:nvSpPr>
          <p:spPr>
            <a:xfrm>
              <a:off x="2309077" y="1553950"/>
              <a:ext cx="1380900" cy="5760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1"/>
            <p:cNvCxnSpPr/>
            <p:nvPr/>
          </p:nvCxnSpPr>
          <p:spPr>
            <a:xfrm>
              <a:off x="2306276" y="2204425"/>
              <a:ext cx="13836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6" name="Google Shape;256;p21"/>
            <p:cNvCxnSpPr/>
            <p:nvPr/>
          </p:nvCxnSpPr>
          <p:spPr>
            <a:xfrm rot="10800000" flipH="1">
              <a:off x="2229399" y="1560577"/>
              <a:ext cx="0" cy="5889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7" name="Google Shape;257;p21"/>
            <p:cNvSpPr/>
            <p:nvPr/>
          </p:nvSpPr>
          <p:spPr>
            <a:xfrm>
              <a:off x="2309075" y="1986853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8" name="Google Shape;258;p21"/>
            <p:cNvCxnSpPr/>
            <p:nvPr/>
          </p:nvCxnSpPr>
          <p:spPr>
            <a:xfrm>
              <a:off x="2352132" y="1477750"/>
              <a:ext cx="1383600" cy="5760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59" name="Google Shape;259;p21"/>
          <p:cNvGrpSpPr/>
          <p:nvPr/>
        </p:nvGrpSpPr>
        <p:grpSpPr>
          <a:xfrm flipH="1">
            <a:off x="6334649" y="5984505"/>
            <a:ext cx="485654" cy="389659"/>
            <a:chOff x="6383346" y="1591089"/>
            <a:chExt cx="630392" cy="505788"/>
          </a:xfrm>
        </p:grpSpPr>
        <p:sp>
          <p:nvSpPr>
            <p:cNvPr id="260" name="Google Shape;260;p21"/>
            <p:cNvSpPr/>
            <p:nvPr/>
          </p:nvSpPr>
          <p:spPr>
            <a:xfrm>
              <a:off x="6457538" y="1663689"/>
              <a:ext cx="480000" cy="3612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1" name="Google Shape;261;p21"/>
            <p:cNvCxnSpPr/>
            <p:nvPr/>
          </p:nvCxnSpPr>
          <p:spPr>
            <a:xfrm>
              <a:off x="6415121" y="2089077"/>
              <a:ext cx="492000" cy="7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2" name="Google Shape;262;p21"/>
            <p:cNvCxnSpPr/>
            <p:nvPr/>
          </p:nvCxnSpPr>
          <p:spPr>
            <a:xfrm rot="10800000" flipH="1">
              <a:off x="6383346" y="1631207"/>
              <a:ext cx="0" cy="418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3" name="Google Shape;263;p21"/>
            <p:cNvSpPr/>
            <p:nvPr/>
          </p:nvSpPr>
          <p:spPr>
            <a:xfrm>
              <a:off x="6455507" y="1933456"/>
              <a:ext cx="94200" cy="942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4" name="Google Shape;264;p21"/>
            <p:cNvCxnSpPr/>
            <p:nvPr/>
          </p:nvCxnSpPr>
          <p:spPr>
            <a:xfrm>
              <a:off x="6549638" y="1591089"/>
              <a:ext cx="464100" cy="3576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65" name="Google Shape;265;p21"/>
          <p:cNvSpPr txBox="1"/>
          <p:nvPr/>
        </p:nvSpPr>
        <p:spPr>
          <a:xfrm>
            <a:off x="5724425" y="6784948"/>
            <a:ext cx="1761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580168" y="6901455"/>
            <a:ext cx="1317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74488" y="5184313"/>
            <a:ext cx="166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185935" y="5342713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801245" y="5715555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527037" y="6371498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850615" y="6081714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406564" y="5944369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900377" y="7353997"/>
            <a:ext cx="1665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2087620" y="5897748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471896" y="582317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734529" y="498653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7" name="Google Shape;277;p21"/>
          <p:cNvGrpSpPr/>
          <p:nvPr/>
        </p:nvGrpSpPr>
        <p:grpSpPr>
          <a:xfrm flipH="1">
            <a:off x="4397505" y="5066273"/>
            <a:ext cx="785233" cy="641115"/>
            <a:chOff x="7523425" y="1276035"/>
            <a:chExt cx="1160557" cy="947554"/>
          </a:xfrm>
        </p:grpSpPr>
        <p:sp>
          <p:nvSpPr>
            <p:cNvPr id="278" name="Google Shape;278;p21"/>
            <p:cNvSpPr/>
            <p:nvPr/>
          </p:nvSpPr>
          <p:spPr>
            <a:xfrm>
              <a:off x="7599534" y="1344722"/>
              <a:ext cx="1044900" cy="7863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9" name="Google Shape;279;p21"/>
            <p:cNvCxnSpPr/>
            <p:nvPr/>
          </p:nvCxnSpPr>
          <p:spPr>
            <a:xfrm>
              <a:off x="7605731" y="2223588"/>
              <a:ext cx="10446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0" name="Google Shape;280;p21"/>
            <p:cNvCxnSpPr/>
            <p:nvPr/>
          </p:nvCxnSpPr>
          <p:spPr>
            <a:xfrm rot="10800000" flipH="1">
              <a:off x="7523425" y="1344850"/>
              <a:ext cx="0" cy="7905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81" name="Google Shape;281;p21"/>
            <p:cNvSpPr/>
            <p:nvPr/>
          </p:nvSpPr>
          <p:spPr>
            <a:xfrm>
              <a:off x="7595121" y="1993755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2" name="Google Shape;282;p21"/>
            <p:cNvCxnSpPr/>
            <p:nvPr/>
          </p:nvCxnSpPr>
          <p:spPr>
            <a:xfrm>
              <a:off x="7673882" y="1276035"/>
              <a:ext cx="1010100" cy="778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83" name="Google Shape;283;p21"/>
          <p:cNvSpPr txBox="1"/>
          <p:nvPr/>
        </p:nvSpPr>
        <p:spPr>
          <a:xfrm>
            <a:off x="4736035" y="568884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197527" y="5288806"/>
            <a:ext cx="1989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453900" y="5169483"/>
            <a:ext cx="400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6" name="Google Shape;286;p21"/>
          <p:cNvGrpSpPr/>
          <p:nvPr/>
        </p:nvGrpSpPr>
        <p:grpSpPr>
          <a:xfrm>
            <a:off x="652944" y="6176803"/>
            <a:ext cx="2706077" cy="1220680"/>
            <a:chOff x="-1966850" y="3121477"/>
            <a:chExt cx="3999522" cy="1804138"/>
          </a:xfrm>
        </p:grpSpPr>
        <p:grpSp>
          <p:nvGrpSpPr>
            <p:cNvPr id="287" name="Google Shape;287;p21"/>
            <p:cNvGrpSpPr/>
            <p:nvPr/>
          </p:nvGrpSpPr>
          <p:grpSpPr>
            <a:xfrm>
              <a:off x="-1884599" y="3121477"/>
              <a:ext cx="3917271" cy="1804138"/>
              <a:chOff x="2306276" y="3044545"/>
              <a:chExt cx="1402180" cy="645788"/>
            </a:xfrm>
          </p:grpSpPr>
          <p:sp>
            <p:nvSpPr>
              <p:cNvPr id="288" name="Google Shape;288;p21"/>
              <p:cNvSpPr/>
              <p:nvPr/>
            </p:nvSpPr>
            <p:spPr>
              <a:xfrm>
                <a:off x="2309077" y="3077950"/>
                <a:ext cx="1380900" cy="5760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89" name="Google Shape;289;p21"/>
              <p:cNvCxnSpPr/>
              <p:nvPr/>
            </p:nvCxnSpPr>
            <p:spPr>
              <a:xfrm>
                <a:off x="2306276" y="3690333"/>
                <a:ext cx="1383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90" name="Google Shape;290;p21"/>
              <p:cNvSpPr/>
              <p:nvPr/>
            </p:nvSpPr>
            <p:spPr>
              <a:xfrm>
                <a:off x="2309076" y="3584259"/>
                <a:ext cx="69600" cy="69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91" name="Google Shape;291;p21"/>
              <p:cNvCxnSpPr/>
              <p:nvPr/>
            </p:nvCxnSpPr>
            <p:spPr>
              <a:xfrm>
                <a:off x="2324856" y="3044545"/>
                <a:ext cx="1383600" cy="576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292" name="Google Shape;292;p21"/>
            <p:cNvCxnSpPr/>
            <p:nvPr/>
          </p:nvCxnSpPr>
          <p:spPr>
            <a:xfrm rot="10800000" flipH="1">
              <a:off x="-1966850" y="3246075"/>
              <a:ext cx="0" cy="1546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93" name="Google Shape;293;p21"/>
          <p:cNvSpPr txBox="1"/>
          <p:nvPr/>
        </p:nvSpPr>
        <p:spPr>
          <a:xfrm>
            <a:off x="482312" y="6731639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700822" y="7396972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839868" y="6455951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918955" y="4819144"/>
            <a:ext cx="279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6725542" y="5089049"/>
            <a:ext cx="313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041365" y="5467756"/>
            <a:ext cx="400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 rot="-2821121">
            <a:off x="2000343" y="4413447"/>
            <a:ext cx="1742094" cy="1660390"/>
            <a:chOff x="9245238" y="3136228"/>
            <a:chExt cx="2575216" cy="2454438"/>
          </a:xfrm>
        </p:grpSpPr>
        <p:cxnSp>
          <p:nvCxnSpPr>
            <p:cNvPr id="300" name="Google Shape;300;p21"/>
            <p:cNvCxnSpPr/>
            <p:nvPr/>
          </p:nvCxnSpPr>
          <p:spPr>
            <a:xfrm>
              <a:off x="9373706" y="5590666"/>
              <a:ext cx="2311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1" name="Google Shape;301;p21"/>
            <p:cNvCxnSpPr/>
            <p:nvPr/>
          </p:nvCxnSpPr>
          <p:spPr>
            <a:xfrm rot="10800000" flipH="1">
              <a:off x="9245238" y="3222270"/>
              <a:ext cx="0" cy="21663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02" name="Google Shape;302;p21"/>
            <p:cNvSpPr/>
            <p:nvPr/>
          </p:nvSpPr>
          <p:spPr>
            <a:xfrm>
              <a:off x="9333242" y="5367994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3" name="Google Shape;303;p21"/>
            <p:cNvCxnSpPr/>
            <p:nvPr/>
          </p:nvCxnSpPr>
          <p:spPr>
            <a:xfrm>
              <a:off x="9422554" y="3136228"/>
              <a:ext cx="2397900" cy="23121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04" name="Google Shape;304;p21"/>
            <p:cNvSpPr/>
            <p:nvPr/>
          </p:nvSpPr>
          <p:spPr>
            <a:xfrm>
              <a:off x="9335406" y="3215730"/>
              <a:ext cx="2395800" cy="23001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9333250" y="53667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 rot="9664013">
            <a:off x="5831190" y="4945910"/>
            <a:ext cx="929620" cy="893132"/>
            <a:chOff x="3008500" y="3349323"/>
            <a:chExt cx="1374161" cy="1320224"/>
          </a:xfrm>
        </p:grpSpPr>
        <p:grpSp>
          <p:nvGrpSpPr>
            <p:cNvPr id="307" name="Google Shape;307;p21"/>
            <p:cNvGrpSpPr/>
            <p:nvPr/>
          </p:nvGrpSpPr>
          <p:grpSpPr>
            <a:xfrm>
              <a:off x="3008500" y="3349323"/>
              <a:ext cx="1374161" cy="1320224"/>
              <a:chOff x="2804221" y="2179725"/>
              <a:chExt cx="2731931" cy="2624179"/>
            </a:xfrm>
          </p:grpSpPr>
          <p:cxnSp>
            <p:nvCxnSpPr>
              <p:cNvPr id="308" name="Google Shape;308;p21"/>
              <p:cNvCxnSpPr/>
              <p:nvPr/>
            </p:nvCxnSpPr>
            <p:spPr>
              <a:xfrm>
                <a:off x="3024106" y="4803904"/>
                <a:ext cx="2311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09" name="Google Shape;309;p21"/>
              <p:cNvCxnSpPr/>
              <p:nvPr/>
            </p:nvCxnSpPr>
            <p:spPr>
              <a:xfrm rot="10800000" flipH="1">
                <a:off x="2804221" y="2331052"/>
                <a:ext cx="0" cy="216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10" name="Google Shape;310;p21"/>
              <p:cNvSpPr/>
              <p:nvPr/>
            </p:nvSpPr>
            <p:spPr>
              <a:xfrm>
                <a:off x="2983642" y="4463719"/>
                <a:ext cx="143100" cy="1431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1" name="Google Shape;311;p21"/>
              <p:cNvCxnSpPr/>
              <p:nvPr/>
            </p:nvCxnSpPr>
            <p:spPr>
              <a:xfrm>
                <a:off x="3138252" y="2179725"/>
                <a:ext cx="2397900" cy="2312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12" name="Google Shape;312;p21"/>
              <p:cNvSpPr/>
              <p:nvPr/>
            </p:nvSpPr>
            <p:spPr>
              <a:xfrm>
                <a:off x="2985806" y="2311455"/>
                <a:ext cx="2395800" cy="23001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3" name="Google Shape;313;p21"/>
            <p:cNvSpPr/>
            <p:nvPr/>
          </p:nvSpPr>
          <p:spPr>
            <a:xfrm>
              <a:off x="3103205" y="4416471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4" name="Google Shape;314;p21"/>
          <p:cNvGrpSpPr/>
          <p:nvPr/>
        </p:nvGrpSpPr>
        <p:grpSpPr>
          <a:xfrm rot="-2272766">
            <a:off x="3660820" y="5637822"/>
            <a:ext cx="2224929" cy="1208646"/>
            <a:chOff x="513851" y="1929965"/>
            <a:chExt cx="3288663" cy="1786497"/>
          </a:xfrm>
        </p:grpSpPr>
        <p:grpSp>
          <p:nvGrpSpPr>
            <p:cNvPr id="315" name="Google Shape;315;p21"/>
            <p:cNvGrpSpPr/>
            <p:nvPr/>
          </p:nvGrpSpPr>
          <p:grpSpPr>
            <a:xfrm>
              <a:off x="513851" y="1929965"/>
              <a:ext cx="3288663" cy="1786497"/>
              <a:chOff x="555999" y="2711221"/>
              <a:chExt cx="1818951" cy="988107"/>
            </a:xfrm>
          </p:grpSpPr>
          <p:sp>
            <p:nvSpPr>
              <p:cNvPr id="316" name="Google Shape;316;p21"/>
              <p:cNvSpPr/>
              <p:nvPr/>
            </p:nvSpPr>
            <p:spPr>
              <a:xfrm>
                <a:off x="609625" y="2756175"/>
                <a:ext cx="1723800" cy="9027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7" name="Google Shape;317;p21"/>
              <p:cNvCxnSpPr/>
              <p:nvPr/>
            </p:nvCxnSpPr>
            <p:spPr>
              <a:xfrm>
                <a:off x="609625" y="3699328"/>
                <a:ext cx="1723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8" name="Google Shape;318;p21"/>
              <p:cNvCxnSpPr/>
              <p:nvPr/>
            </p:nvCxnSpPr>
            <p:spPr>
              <a:xfrm rot="10800000" flipH="1">
                <a:off x="555999" y="2752450"/>
                <a:ext cx="0" cy="912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9" name="Google Shape;319;p21"/>
              <p:cNvCxnSpPr/>
              <p:nvPr/>
            </p:nvCxnSpPr>
            <p:spPr>
              <a:xfrm>
                <a:off x="636450" y="2711221"/>
                <a:ext cx="1738500" cy="922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320" name="Google Shape;320;p21"/>
            <p:cNvSpPr/>
            <p:nvPr/>
          </p:nvSpPr>
          <p:spPr>
            <a:xfrm>
              <a:off x="609625" y="34998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1" name="Google Shape;321;p21"/>
          <p:cNvSpPr txBox="1"/>
          <p:nvPr/>
        </p:nvSpPr>
        <p:spPr>
          <a:xfrm>
            <a:off x="4978940" y="6804503"/>
            <a:ext cx="313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723977" y="6872538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528660" y="6015540"/>
            <a:ext cx="2874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868486" y="5399618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2834587" y="5493539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854072" y="5379447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6334679" y="513333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1366646" y="680450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484689" y="6489799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6560968" y="614238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148538" y="6970511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similarity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2024-02-06T10:26:51.066</cp:lastPrinted>
  <dcterms:created xsi:type="dcterms:W3CDTF">2024-02-06T10:26:51Z</dcterms:created>
  <dcterms:modified xsi:type="dcterms:W3CDTF">2024-02-06T10:27:00Z</dcterms:modified>
</cp:coreProperties>
</file>