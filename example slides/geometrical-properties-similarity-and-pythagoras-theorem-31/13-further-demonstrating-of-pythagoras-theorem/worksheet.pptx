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ad302b86c_0_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3ad302b8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1" name="Google Shape;31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" name="Google Shape;32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" name="Google Shape;33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" name="Google Shape;4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" name="Google Shape;78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" name="Google Shape;7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6" name="Google Shape;8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" name="Google Shape;88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" name="Google Shape;94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" name="Google Shape;100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1" name="Google Shape;101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2" name="Google Shape;102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7" name="Google Shape;107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8" name="Google Shape;10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" name="Google Shape;110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3" name="Google Shape;113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" name="Google Shape;11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" name="Google Shape;122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25" name="Google Shape;125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" name="Google Shape;134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5" name="Google Shape;145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7" name="Google Shape;147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8" name="Google Shape;148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" name="Google Shape;156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9" name="Google Shape;159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demonstrating of Pythagoras' theorem</a:t>
            </a:r>
            <a:endParaRPr/>
          </a:p>
        </p:txBody>
      </p:sp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v3.0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76400" y="1878800"/>
            <a:ext cx="646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For each of these right-angled triangles, find the area of each unlabelled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" name="Google Shape;170;p20"/>
          <p:cNvGrpSpPr/>
          <p:nvPr/>
        </p:nvGrpSpPr>
        <p:grpSpPr>
          <a:xfrm>
            <a:off x="485431" y="2191852"/>
            <a:ext cx="2035813" cy="2402903"/>
            <a:chOff x="2408850" y="675250"/>
            <a:chExt cx="1974026" cy="2329975"/>
          </a:xfrm>
        </p:grpSpPr>
        <p:sp>
          <p:nvSpPr>
            <p:cNvPr id="171" name="Google Shape;171;p20"/>
            <p:cNvSpPr/>
            <p:nvPr/>
          </p:nvSpPr>
          <p:spPr>
            <a:xfrm>
              <a:off x="3124414" y="1919760"/>
              <a:ext cx="179700" cy="1797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2" name="Google Shape;172;p20"/>
            <p:cNvPicPr preferRelativeResize="0"/>
            <p:nvPr/>
          </p:nvPicPr>
          <p:blipFill rotWithShape="1">
            <a:blip r:embed="rId3">
              <a:alphaModFix/>
            </a:blip>
            <a:srcRect b="0" l="0" r="69209" t="0"/>
            <a:stretch/>
          </p:blipFill>
          <p:spPr>
            <a:xfrm>
              <a:off x="2408850" y="675250"/>
              <a:ext cx="1974026" cy="2329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20"/>
          <p:cNvGrpSpPr/>
          <p:nvPr/>
        </p:nvGrpSpPr>
        <p:grpSpPr>
          <a:xfrm rot="10800000">
            <a:off x="2559270" y="2191791"/>
            <a:ext cx="2220906" cy="2300391"/>
            <a:chOff x="4652050" y="675250"/>
            <a:chExt cx="2153502" cy="2230574"/>
          </a:xfrm>
        </p:grpSpPr>
        <p:sp>
          <p:nvSpPr>
            <p:cNvPr id="174" name="Google Shape;174;p20"/>
            <p:cNvSpPr/>
            <p:nvPr/>
          </p:nvSpPr>
          <p:spPr>
            <a:xfrm>
              <a:off x="5371064" y="1919760"/>
              <a:ext cx="179700" cy="1797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5" name="Google Shape;175;p20"/>
            <p:cNvPicPr preferRelativeResize="0"/>
            <p:nvPr/>
          </p:nvPicPr>
          <p:blipFill rotWithShape="1">
            <a:blip r:embed="rId3">
              <a:alphaModFix/>
            </a:blip>
            <a:srcRect b="4269" l="30647" r="35762" t="0"/>
            <a:stretch/>
          </p:blipFill>
          <p:spPr>
            <a:xfrm>
              <a:off x="4652050" y="675250"/>
              <a:ext cx="2153502" cy="22305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0"/>
          <p:cNvGrpSpPr/>
          <p:nvPr/>
        </p:nvGrpSpPr>
        <p:grpSpPr>
          <a:xfrm rot="7200364">
            <a:off x="4898221" y="2191132"/>
            <a:ext cx="2220714" cy="2300081"/>
            <a:chOff x="6764125" y="675250"/>
            <a:chExt cx="2153502" cy="2230574"/>
          </a:xfrm>
        </p:grpSpPr>
        <p:sp>
          <p:nvSpPr>
            <p:cNvPr id="177" name="Google Shape;177;p20"/>
            <p:cNvSpPr/>
            <p:nvPr/>
          </p:nvSpPr>
          <p:spPr>
            <a:xfrm>
              <a:off x="7515814" y="1919760"/>
              <a:ext cx="179700" cy="1797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8" name="Google Shape;178;p20"/>
            <p:cNvPicPr preferRelativeResize="0"/>
            <p:nvPr/>
          </p:nvPicPr>
          <p:blipFill rotWithShape="1">
            <a:blip r:embed="rId3">
              <a:alphaModFix/>
            </a:blip>
            <a:srcRect b="4269" l="66500" r="-90" t="0"/>
            <a:stretch/>
          </p:blipFill>
          <p:spPr>
            <a:xfrm>
              <a:off x="6764125" y="675250"/>
              <a:ext cx="2153502" cy="223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0"/>
          <p:cNvSpPr txBox="1"/>
          <p:nvPr/>
        </p:nvSpPr>
        <p:spPr>
          <a:xfrm>
            <a:off x="1216576" y="3701174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07738" y="3084016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12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080744" y="3084016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361661" y="2374586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17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855239" y="3600069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28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151119" y="2763346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98213" y="2291652"/>
            <a:ext cx="23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747753" y="2245325"/>
            <a:ext cx="23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124048" y="2226955"/>
            <a:ext cx="23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85425" y="4837650"/>
            <a:ext cx="58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For each of these right-angled triangles, find the area of all squares.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69361" t="0"/>
          <a:stretch/>
        </p:blipFill>
        <p:spPr>
          <a:xfrm>
            <a:off x="552600" y="5261473"/>
            <a:ext cx="1842211" cy="212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31591" r="37770" t="0"/>
          <a:stretch/>
        </p:blipFill>
        <p:spPr>
          <a:xfrm rot="-3600001">
            <a:off x="2597317" y="5261474"/>
            <a:ext cx="1842212" cy="212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66619" r="-13" t="0"/>
          <a:stretch/>
        </p:blipFill>
        <p:spPr>
          <a:xfrm rot="8100000">
            <a:off x="4557496" y="5053722"/>
            <a:ext cx="2007890" cy="212347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64828" y="6039059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1195271" y="7104481"/>
            <a:ext cx="673088" cy="508864"/>
            <a:chOff x="6273435" y="4549793"/>
            <a:chExt cx="1404900" cy="719039"/>
          </a:xfrm>
        </p:grpSpPr>
        <p:cxnSp>
          <p:nvCxnSpPr>
            <p:cNvPr id="194" name="Google Shape;194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5" name="Google Shape;195;p20"/>
            <p:cNvSpPr txBox="1"/>
            <p:nvPr/>
          </p:nvSpPr>
          <p:spPr>
            <a:xfrm>
              <a:off x="6273435" y="4765132"/>
              <a:ext cx="14049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" name="Google Shape;196;p20"/>
          <p:cNvGrpSpPr/>
          <p:nvPr/>
        </p:nvGrpSpPr>
        <p:grpSpPr>
          <a:xfrm rot="-3599844">
            <a:off x="4188191" y="6753376"/>
            <a:ext cx="680451" cy="384406"/>
            <a:chOff x="6218743" y="4549793"/>
            <a:chExt cx="1333800" cy="543147"/>
          </a:xfrm>
        </p:grpSpPr>
        <p:cxnSp>
          <p:nvCxnSpPr>
            <p:cNvPr id="197" name="Google Shape;197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8" name="Google Shape;198;p20"/>
            <p:cNvSpPr txBox="1"/>
            <p:nvPr/>
          </p:nvSpPr>
          <p:spPr>
            <a:xfrm>
              <a:off x="6218743" y="4684340"/>
              <a:ext cx="13338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2947576" y="6601390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5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²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5137211" y="7129156"/>
            <a:ext cx="913786" cy="356499"/>
            <a:chOff x="6273403" y="4549793"/>
            <a:chExt cx="1333800" cy="503742"/>
          </a:xfrm>
        </p:grpSpPr>
        <p:cxnSp>
          <p:nvCxnSpPr>
            <p:cNvPr id="201" name="Google Shape;201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2" name="Google Shape;202;p20"/>
            <p:cNvSpPr txBox="1"/>
            <p:nvPr/>
          </p:nvSpPr>
          <p:spPr>
            <a:xfrm>
              <a:off x="6273403" y="4644935"/>
              <a:ext cx="13338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4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" name="Google Shape;203;p20"/>
          <p:cNvSpPr txBox="1"/>
          <p:nvPr/>
        </p:nvSpPr>
        <p:spPr>
          <a:xfrm>
            <a:off x="4871814" y="5483038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24033" y="5193600"/>
            <a:ext cx="54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708020" y="5178250"/>
            <a:ext cx="48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567012" y="5147512"/>
            <a:ext cx="2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68000" y="1393575"/>
            <a:ext cx="569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Generating right-angles triangles from squares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3" name="Google Shape;21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demonstrating of Pythagoras' theorem</a:t>
            </a:r>
            <a:endParaRPr/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324" y="1643075"/>
            <a:ext cx="5722575" cy="2339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1"/>
          <p:cNvGrpSpPr/>
          <p:nvPr/>
        </p:nvGrpSpPr>
        <p:grpSpPr>
          <a:xfrm>
            <a:off x="1114349" y="3708788"/>
            <a:ext cx="838358" cy="274620"/>
            <a:chOff x="6353075" y="4537262"/>
            <a:chExt cx="1174500" cy="408600"/>
          </a:xfrm>
        </p:grpSpPr>
        <p:cxnSp>
          <p:nvCxnSpPr>
            <p:cNvPr id="216" name="Google Shape;216;p2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7" name="Google Shape;217;p21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" name="Google Shape;218;p21"/>
          <p:cNvSpPr txBox="1"/>
          <p:nvPr/>
        </p:nvSpPr>
        <p:spPr>
          <a:xfrm>
            <a:off x="648000" y="2287457"/>
            <a:ext cx="514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>
            <a:off x="930336" y="2665464"/>
            <a:ext cx="10800" cy="247800"/>
          </a:xfrm>
          <a:prstGeom prst="straightConnector1">
            <a:avLst/>
          </a:prstGeom>
          <a:noFill/>
          <a:ln cap="flat" cmpd="sng" w="28575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0" name="Google Shape;220;p21"/>
          <p:cNvGrpSpPr/>
          <p:nvPr/>
        </p:nvGrpSpPr>
        <p:grpSpPr>
          <a:xfrm rot="1383502">
            <a:off x="1298314" y="2238432"/>
            <a:ext cx="875923" cy="274590"/>
            <a:chOff x="6353075" y="4537262"/>
            <a:chExt cx="1174500" cy="408600"/>
          </a:xfrm>
        </p:grpSpPr>
        <p:cxnSp>
          <p:nvCxnSpPr>
            <p:cNvPr id="221" name="Google Shape;221;p2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2" name="Google Shape;222;p21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" name="Google Shape;223;p21"/>
          <p:cNvGrpSpPr/>
          <p:nvPr/>
        </p:nvGrpSpPr>
        <p:grpSpPr>
          <a:xfrm>
            <a:off x="3273467" y="3657575"/>
            <a:ext cx="685216" cy="274620"/>
            <a:chOff x="6203399" y="4537262"/>
            <a:chExt cx="1473900" cy="408600"/>
          </a:xfrm>
        </p:grpSpPr>
        <p:cxnSp>
          <p:nvCxnSpPr>
            <p:cNvPr id="224" name="Google Shape;224;p2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5" name="Google Shape;225;p21"/>
            <p:cNvSpPr txBox="1"/>
            <p:nvPr/>
          </p:nvSpPr>
          <p:spPr>
            <a:xfrm>
              <a:off x="6203399" y="4537262"/>
              <a:ext cx="14739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" name="Google Shape;226;p21"/>
          <p:cNvSpPr txBox="1"/>
          <p:nvPr/>
        </p:nvSpPr>
        <p:spPr>
          <a:xfrm>
            <a:off x="3360728" y="3105264"/>
            <a:ext cx="514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25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2662245" y="2443292"/>
            <a:ext cx="514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39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" name="Google Shape;228;p21"/>
          <p:cNvGrpSpPr/>
          <p:nvPr/>
        </p:nvGrpSpPr>
        <p:grpSpPr>
          <a:xfrm rot="-1889609">
            <a:off x="3463204" y="2099042"/>
            <a:ext cx="978222" cy="274672"/>
            <a:chOff x="6353075" y="4537262"/>
            <a:chExt cx="1174500" cy="408600"/>
          </a:xfrm>
        </p:grpSpPr>
        <p:cxnSp>
          <p:nvCxnSpPr>
            <p:cNvPr id="229" name="Google Shape;229;p2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0" name="Google Shape;230;p21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1" name="Google Shape;231;p21"/>
          <p:cNvGrpSpPr/>
          <p:nvPr/>
        </p:nvGrpSpPr>
        <p:grpSpPr>
          <a:xfrm>
            <a:off x="5069548" y="3966438"/>
            <a:ext cx="995036" cy="344000"/>
            <a:chOff x="6353075" y="4537262"/>
            <a:chExt cx="1174500" cy="408600"/>
          </a:xfrm>
        </p:grpSpPr>
        <p:cxnSp>
          <p:nvCxnSpPr>
            <p:cNvPr id="232" name="Google Shape;232;p2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3" name="Google Shape;233;p21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12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4" name="Google Shape;234;p21"/>
          <p:cNvGrpSpPr/>
          <p:nvPr/>
        </p:nvGrpSpPr>
        <p:grpSpPr>
          <a:xfrm rot="7165035">
            <a:off x="4802916" y="2025555"/>
            <a:ext cx="794851" cy="274925"/>
            <a:chOff x="6353075" y="4537325"/>
            <a:chExt cx="1174500" cy="408600"/>
          </a:xfrm>
        </p:grpSpPr>
        <p:cxnSp>
          <p:nvCxnSpPr>
            <p:cNvPr id="235" name="Google Shape;235;p2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6" name="Google Shape;236;p21"/>
            <p:cNvSpPr txBox="1"/>
            <p:nvPr/>
          </p:nvSpPr>
          <p:spPr>
            <a:xfrm rot="10800000">
              <a:off x="6427691" y="4537325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7" name="Google Shape;237;p21"/>
          <p:cNvSpPr txBox="1"/>
          <p:nvPr/>
        </p:nvSpPr>
        <p:spPr>
          <a:xfrm>
            <a:off x="5504925" y="2239456"/>
            <a:ext cx="514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169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8" name="Google Shape;238;p21"/>
          <p:cNvGrpSpPr/>
          <p:nvPr/>
        </p:nvGrpSpPr>
        <p:grpSpPr>
          <a:xfrm>
            <a:off x="4672373" y="3147958"/>
            <a:ext cx="535910" cy="298908"/>
            <a:chOff x="6203399" y="4549793"/>
            <a:chExt cx="1473900" cy="444738"/>
          </a:xfrm>
        </p:grpSpPr>
        <p:cxnSp>
          <p:nvCxnSpPr>
            <p:cNvPr id="239" name="Google Shape;239;p2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0" name="Google Shape;240;p21"/>
            <p:cNvSpPr txBox="1"/>
            <p:nvPr/>
          </p:nvSpPr>
          <p:spPr>
            <a:xfrm>
              <a:off x="6203399" y="4585930"/>
              <a:ext cx="14739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1" name="Google Shape;241;p21"/>
          <p:cNvSpPr txBox="1"/>
          <p:nvPr/>
        </p:nvSpPr>
        <p:spPr>
          <a:xfrm>
            <a:off x="4690467" y="2633283"/>
            <a:ext cx="514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units²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03839" y="1431065"/>
            <a:ext cx="26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2486919" y="1493474"/>
            <a:ext cx="26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322517" y="1486113"/>
            <a:ext cx="26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40000" y="864000"/>
            <a:ext cx="655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For each of these right-angled triangles, fill in the area of each square and find the missing length of each square that is labelled with a letter.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 flipH="1">
            <a:off x="540000" y="7574107"/>
            <a:ext cx="5832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Explain your reasoning for question 1).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156" y="5571863"/>
            <a:ext cx="5657560" cy="19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 flipH="1">
            <a:off x="751241" y="6792652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10 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 flipH="1">
            <a:off x="1410067" y="7087149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11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 flipH="1">
            <a:off x="1414807" y="6189943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27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 flipH="1">
            <a:off x="2652858" y="6981062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14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 flipH="1">
            <a:off x="2652858" y="6267008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14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 flipH="1">
            <a:off x="3420694" y="6650599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28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 flipH="1">
            <a:off x="5046439" y="6902314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16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 flipH="1">
            <a:off x="4572466" y="6268523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18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 flipH="1">
            <a:off x="5432875" y="6180957"/>
            <a:ext cx="612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21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 flipH="1">
            <a:off x="540000" y="5333825"/>
            <a:ext cx="6664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On which of these diagrams is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Pythagoras’ theorem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true?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764827" y="5723400"/>
            <a:ext cx="229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2383588" y="5723870"/>
            <a:ext cx="229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790740" y="5717944"/>
            <a:ext cx="229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68000" y="4822575"/>
            <a:ext cx="569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Introducing Pythagoras’ theorem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demonstrating of Pythagoras' theorem</a:t>
            </a:r>
            <a:endParaRPr/>
          </a:p>
        </p:txBody>
      </p:sp>
      <p:sp>
        <p:nvSpPr>
          <p:cNvPr id="267" name="Google Shape;267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68" name="Google Shape;26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9" name="Google Shape;269;p22"/>
          <p:cNvSpPr txBox="1"/>
          <p:nvPr/>
        </p:nvSpPr>
        <p:spPr>
          <a:xfrm flipH="1">
            <a:off x="542740" y="765950"/>
            <a:ext cx="39732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Which of these are valid representations of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Pythagoras’ theorem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for these three squares which enclose a right-angled triangle?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0" name="Google Shape;2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051" y="906348"/>
            <a:ext cx="2342752" cy="200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 flipH="1">
            <a:off x="5972552" y="2499529"/>
            <a:ext cx="665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</a:t>
            </a: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G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 flipH="1">
            <a:off x="3986609" y="1728688"/>
            <a:ext cx="627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</a:t>
            </a: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F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 flipH="1">
            <a:off x="5249455" y="904621"/>
            <a:ext cx="728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</a:t>
            </a: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H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4" name="Google Shape;274;p22"/>
          <p:cNvGrpSpPr/>
          <p:nvPr/>
        </p:nvGrpSpPr>
        <p:grpSpPr>
          <a:xfrm>
            <a:off x="5285120" y="2886890"/>
            <a:ext cx="852397" cy="247162"/>
            <a:chOff x="5982526" y="4537254"/>
            <a:chExt cx="1915500" cy="408600"/>
          </a:xfrm>
        </p:grpSpPr>
        <p:cxnSp>
          <p:nvCxnSpPr>
            <p:cNvPr id="275" name="Google Shape;275;p2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6" name="Google Shape;276;p22"/>
            <p:cNvSpPr txBox="1"/>
            <p:nvPr/>
          </p:nvSpPr>
          <p:spPr>
            <a:xfrm>
              <a:off x="5982526" y="4537254"/>
              <a:ext cx="19155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300"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" name="Google Shape;277;p22"/>
          <p:cNvGrpSpPr/>
          <p:nvPr/>
        </p:nvGrpSpPr>
        <p:grpSpPr>
          <a:xfrm>
            <a:off x="4601685" y="2372664"/>
            <a:ext cx="852452" cy="247162"/>
            <a:chOff x="6353075" y="4537262"/>
            <a:chExt cx="1174500" cy="408600"/>
          </a:xfrm>
        </p:grpSpPr>
        <p:cxnSp>
          <p:nvCxnSpPr>
            <p:cNvPr id="278" name="Google Shape;278;p2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9" name="Google Shape;279;p22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300"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0" name="Google Shape;280;p22"/>
          <p:cNvSpPr txBox="1"/>
          <p:nvPr/>
        </p:nvSpPr>
        <p:spPr>
          <a:xfrm>
            <a:off x="1002635" y="1362912"/>
            <a:ext cx="282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 F plus the area of square G equals the area of square 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1002635" y="1956473"/>
            <a:ext cx="2826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2" name="Google Shape;282;p22"/>
          <p:cNvGrpSpPr/>
          <p:nvPr/>
        </p:nvGrpSpPr>
        <p:grpSpPr>
          <a:xfrm rot="-7272737">
            <a:off x="6228323" y="1159422"/>
            <a:ext cx="998373" cy="247133"/>
            <a:chOff x="6353075" y="4537169"/>
            <a:chExt cx="1174500" cy="408600"/>
          </a:xfrm>
        </p:grpSpPr>
        <p:cxnSp>
          <p:nvCxnSpPr>
            <p:cNvPr id="283" name="Google Shape;283;p2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84" name="Google Shape;284;p22"/>
            <p:cNvSpPr txBox="1"/>
            <p:nvPr/>
          </p:nvSpPr>
          <p:spPr>
            <a:xfrm rot="10800000">
              <a:off x="6427799" y="4537169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300"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2"/>
          <p:cNvGrpSpPr/>
          <p:nvPr/>
        </p:nvGrpSpPr>
        <p:grpSpPr>
          <a:xfrm>
            <a:off x="542593" y="1564065"/>
            <a:ext cx="244282" cy="244282"/>
            <a:chOff x="1020916" y="1442088"/>
            <a:chExt cx="457200" cy="457200"/>
          </a:xfrm>
        </p:grpSpPr>
        <p:pic>
          <p:nvPicPr>
            <p:cNvPr id="286" name="Google Shape;286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" name="Google Shape;288;p22"/>
          <p:cNvGrpSpPr/>
          <p:nvPr/>
        </p:nvGrpSpPr>
        <p:grpSpPr>
          <a:xfrm>
            <a:off x="542593" y="1940838"/>
            <a:ext cx="244282" cy="244282"/>
            <a:chOff x="1020916" y="1442088"/>
            <a:chExt cx="457200" cy="457200"/>
          </a:xfrm>
        </p:grpSpPr>
        <p:pic>
          <p:nvPicPr>
            <p:cNvPr id="289" name="Google Shape;289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1" name="Google Shape;291;p22"/>
          <p:cNvSpPr txBox="1"/>
          <p:nvPr/>
        </p:nvSpPr>
        <p:spPr>
          <a:xfrm>
            <a:off x="1002635" y="2360681"/>
            <a:ext cx="2826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2" name="Google Shape;292;p22"/>
          <p:cNvGrpSpPr/>
          <p:nvPr/>
        </p:nvGrpSpPr>
        <p:grpSpPr>
          <a:xfrm>
            <a:off x="542593" y="2345046"/>
            <a:ext cx="244282" cy="244282"/>
            <a:chOff x="1020916" y="1442088"/>
            <a:chExt cx="457200" cy="457200"/>
          </a:xfrm>
        </p:grpSpPr>
        <p:pic>
          <p:nvPicPr>
            <p:cNvPr id="293" name="Google Shape;29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5" name="Google Shape;295;p22"/>
          <p:cNvSpPr txBox="1"/>
          <p:nvPr/>
        </p:nvSpPr>
        <p:spPr>
          <a:xfrm>
            <a:off x="1002635" y="2704275"/>
            <a:ext cx="2826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6" name="Google Shape;296;p22"/>
          <p:cNvGrpSpPr/>
          <p:nvPr/>
        </p:nvGrpSpPr>
        <p:grpSpPr>
          <a:xfrm>
            <a:off x="542593" y="2688639"/>
            <a:ext cx="244282" cy="244282"/>
            <a:chOff x="1020916" y="1442088"/>
            <a:chExt cx="457200" cy="457200"/>
          </a:xfrm>
        </p:grpSpPr>
        <p:pic>
          <p:nvPicPr>
            <p:cNvPr id="297" name="Google Shape;297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9" name="Google Shape;299;p22"/>
          <p:cNvSpPr txBox="1"/>
          <p:nvPr/>
        </p:nvSpPr>
        <p:spPr>
          <a:xfrm flipH="1">
            <a:off x="476912" y="3422653"/>
            <a:ext cx="3923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a) What could 15² represent in this diagram?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area of the largest square?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Fill in the blanks for these calculations of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Pythagoras’ theorem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/>
          <p:nvPr/>
        </p:nvSpPr>
        <p:spPr>
          <a:xfrm rot="889368">
            <a:off x="5610873" y="4444323"/>
            <a:ext cx="132510" cy="13251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22"/>
          <p:cNvPicPr preferRelativeResize="0"/>
          <p:nvPr/>
        </p:nvPicPr>
        <p:blipFill rotWithShape="1">
          <a:blip r:embed="rId5">
            <a:alphaModFix/>
          </a:blip>
          <a:srcRect b="0" l="0" r="64737" t="12579"/>
          <a:stretch/>
        </p:blipFill>
        <p:spPr>
          <a:xfrm rot="5400000">
            <a:off x="4056612" y="3380704"/>
            <a:ext cx="2395891" cy="2436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22"/>
          <p:cNvGrpSpPr/>
          <p:nvPr/>
        </p:nvGrpSpPr>
        <p:grpSpPr>
          <a:xfrm rot="-2185399">
            <a:off x="4748050" y="5451208"/>
            <a:ext cx="1060864" cy="221427"/>
            <a:chOff x="6353075" y="4537262"/>
            <a:chExt cx="1174500" cy="408600"/>
          </a:xfrm>
        </p:grpSpPr>
        <p:cxnSp>
          <p:nvCxnSpPr>
            <p:cNvPr id="303" name="Google Shape;303;p2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4" name="Google Shape;304;p22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17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 rot="-4540600">
            <a:off x="6360180" y="4724220"/>
            <a:ext cx="682215" cy="631809"/>
            <a:chOff x="6353075" y="4496710"/>
            <a:chExt cx="1174500" cy="1165800"/>
          </a:xfrm>
        </p:grpSpPr>
        <p:cxnSp>
          <p:nvCxnSpPr>
            <p:cNvPr id="306" name="Google Shape;306;p2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7" name="Google Shape;307;p22"/>
            <p:cNvSpPr txBox="1"/>
            <p:nvPr/>
          </p:nvSpPr>
          <p:spPr>
            <a:xfrm rot="4596450">
              <a:off x="6473583" y="4888166"/>
              <a:ext cx="1094463" cy="382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8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22"/>
          <p:cNvGrpSpPr/>
          <p:nvPr/>
        </p:nvGrpSpPr>
        <p:grpSpPr>
          <a:xfrm rot="-4540710">
            <a:off x="5858179" y="3789827"/>
            <a:ext cx="801002" cy="732287"/>
            <a:chOff x="6353075" y="4495388"/>
            <a:chExt cx="1174500" cy="1351200"/>
          </a:xfrm>
        </p:grpSpPr>
        <p:cxnSp>
          <p:nvCxnSpPr>
            <p:cNvPr id="309" name="Google Shape;309;p2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22222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10" name="Google Shape;310;p22"/>
            <p:cNvSpPr txBox="1"/>
            <p:nvPr/>
          </p:nvSpPr>
          <p:spPr>
            <a:xfrm rot="4712207">
              <a:off x="6389533" y="5005717"/>
              <a:ext cx="1275544" cy="330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15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1" name="Google Shape;311;p22"/>
          <p:cNvSpPr txBox="1"/>
          <p:nvPr/>
        </p:nvSpPr>
        <p:spPr>
          <a:xfrm flipH="1">
            <a:off x="5689411" y="4718681"/>
            <a:ext cx="608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A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 flipH="1">
            <a:off x="5162761" y="3818608"/>
            <a:ext cx="608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B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 flipH="1">
            <a:off x="4576613" y="4843386"/>
            <a:ext cx="608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C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730835" y="5093192"/>
            <a:ext cx="404100" cy="38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1345526" y="5093192"/>
            <a:ext cx="248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1821122" y="5093192"/>
            <a:ext cx="404100" cy="38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2453104" y="5093192"/>
            <a:ext cx="248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2911409" y="5093192"/>
            <a:ext cx="404100" cy="38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 flipH="1">
            <a:off x="1135123" y="5018918"/>
            <a:ext cx="162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 flipH="1">
            <a:off x="543471" y="6164061"/>
            <a:ext cx="779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area of square A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 flipH="1">
            <a:off x="1633758" y="6164061"/>
            <a:ext cx="779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area of square B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 flipH="1">
            <a:off x="2724045" y="6164061"/>
            <a:ext cx="779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area of square C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582875" y="5767017"/>
            <a:ext cx="700200" cy="38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1673160" y="5767017"/>
            <a:ext cx="700200" cy="38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2763446" y="5767017"/>
            <a:ext cx="700200" cy="38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1268923" y="5767017"/>
            <a:ext cx="404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2373324" y="5767017"/>
            <a:ext cx="404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 flipH="1">
            <a:off x="2227467" y="5018918"/>
            <a:ext cx="162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 flipH="1">
            <a:off x="3319801" y="5018918"/>
            <a:ext cx="162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