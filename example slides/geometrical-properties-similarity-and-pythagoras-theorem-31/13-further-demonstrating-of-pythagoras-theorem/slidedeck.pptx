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29.xml"/>
  <Override ContentType="application/vnd.openxmlformats-officedocument.presentationml.slideLayout+xml" PartName="/ppt/slideLayouts/slideLayout29.xml"/>
  <Override ContentType="application/vnd.openxmlformats-officedocument.presentationml.slideLayout+xml" PartName="/ppt/slideLayouts/slideLayout120.xml"/>
  <Override ContentType="application/vnd.openxmlformats-officedocument.presentationml.slideLayout+xml" PartName="/ppt/slideLayouts/slideLayout9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98.xml"/>
  <Override ContentType="application/vnd.openxmlformats-officedocument.presentationml.slideLayout+xml" PartName="/ppt/slideLayouts/slideLayout110.xml"/>
  <Override ContentType="application/vnd.openxmlformats-officedocument.presentationml.slideLayout+xml" PartName="/ppt/slideLayouts/slideLayout61.xml"/>
  <Override ContentType="application/vnd.openxmlformats-officedocument.presentationml.slideLayout+xml" PartName="/ppt/slideLayouts/slideLayout12.xml"/>
  <Override ContentType="application/vnd.openxmlformats-officedocument.presentationml.slideLayout+xml" PartName="/ppt/slideLayouts/slideLayout102.xml"/>
  <Override ContentType="application/vnd.openxmlformats-officedocument.presentationml.slideLayout+xml" PartName="/ppt/slideLayouts/slideLayout119.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122.xml"/>
  <Override ContentType="application/vnd.openxmlformats-officedocument.presentationml.slideLayout+xml" PartName="/ppt/slideLayouts/slideLayout49.xml"/>
  <Override ContentType="application/vnd.openxmlformats-officedocument.presentationml.slideLayout+xml" PartName="/ppt/slideLayouts/slideLayout104.xml"/>
  <Override ContentType="application/vnd.openxmlformats-officedocument.presentationml.slideLayout+xml" PartName="/ppt/slideLayouts/slideLayout19.xml"/>
  <Override ContentType="application/vnd.openxmlformats-officedocument.presentationml.slideLayout+xml" PartName="/ppt/slideLayouts/slideLayout117.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92.xml"/>
  <Override ContentType="application/vnd.openxmlformats-officedocument.presentationml.slideLayout+xml" PartName="/ppt/slideLayouts/slideLayout116.xml"/>
  <Override ContentType="application/vnd.openxmlformats-officedocument.presentationml.slideLayout+xml" PartName="/ppt/slideLayouts/slideLayout83.xml"/>
  <Override ContentType="application/vnd.openxmlformats-officedocument.presentationml.slideLayout+xml" PartName="/ppt/slideLayouts/slideLayout40.xml"/>
  <Override ContentType="application/vnd.openxmlformats-officedocument.presentationml.slideLayout+xml" PartName="/ppt/slideLayouts/slideLayout17.xml"/>
  <Override ContentType="application/vnd.openxmlformats-officedocument.presentationml.slideLayout+xml" PartName="/ppt/slideLayouts/slideLayout34.xml"/>
  <Override ContentType="application/vnd.openxmlformats-officedocument.presentationml.slideLayout+xml" PartName="/ppt/slideLayouts/slideLayout90.xml"/>
  <Override ContentType="application/vnd.openxmlformats-officedocument.presentationml.slideLayout+xml" PartName="/ppt/slideLayouts/slideLayout6.xml"/>
  <Override ContentType="application/vnd.openxmlformats-officedocument.presentationml.slideLayout+xml" PartName="/ppt/slideLayouts/slideLayout106.xml"/>
  <Override ContentType="application/vnd.openxmlformats-officedocument.presentationml.slideLayout+xml" PartName="/ppt/slideLayouts/slideLayout77.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123.xml"/>
  <Override ContentType="application/vnd.openxmlformats-officedocument.presentationml.slideLayout+xml" PartName="/ppt/slideLayouts/slideLayout86.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127.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94.xml"/>
  <Override ContentType="application/vnd.openxmlformats-officedocument.presentationml.slideLayout+xml" PartName="/ppt/slideLayouts/slideLayout114.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131.xml"/>
  <Override ContentType="application/vnd.openxmlformats-officedocument.presentationml.slideLayout+xml" PartName="/ppt/slideLayouts/slideLayout28.xml"/>
  <Override ContentType="application/vnd.openxmlformats-officedocument.presentationml.slideLayout+xml" PartName="/ppt/slideLayouts/slideLayout58.xml"/>
  <Override ContentType="application/vnd.openxmlformats-officedocument.presentationml.slideLayout+xml" PartName="/ppt/slideLayouts/slideLayout125.xml"/>
  <Override ContentType="application/vnd.openxmlformats-officedocument.presentationml.slideLayout+xml" PartName="/ppt/slideLayouts/slideLayout15.xml"/>
  <Override ContentType="application/vnd.openxmlformats-officedocument.presentationml.slideLayout+xml" PartName="/ppt/slideLayouts/slideLayout88.xml"/>
  <Override ContentType="application/vnd.openxmlformats-officedocument.presentationml.slideLayout+xml" PartName="/ppt/slideLayouts/slideLayout112.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10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Layout+xml" PartName="/ppt/slideLayouts/slideLayout97.xml"/>
  <Override ContentType="application/vnd.openxmlformats-officedocument.presentationml.slideLayout+xml" PartName="/ppt/slideLayouts/slideLayout111.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103.xml"/>
  <Override ContentType="application/vnd.openxmlformats-officedocument.presentationml.slideLayout+xml" PartName="/ppt/slideLayouts/slideLayout46.xml"/>
  <Override ContentType="application/vnd.openxmlformats-officedocument.presentationml.slideLayout+xml" PartName="/ppt/slideLayouts/slideLayout89.xml"/>
  <Override ContentType="application/vnd.openxmlformats-officedocument.presentationml.slideLayout+xml" PartName="/ppt/slideLayouts/slideLayout70.xml"/>
  <Override ContentType="application/vnd.openxmlformats-officedocument.presentationml.slideLayout+xml" PartName="/ppt/slideLayouts/slideLayout128.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52.xml"/>
  <Override ContentType="application/vnd.openxmlformats-officedocument.presentationml.slideLayout+xml" PartName="/ppt/slideLayouts/slideLayout95.xml"/>
  <Override ContentType="application/vnd.openxmlformats-officedocument.presentationml.slideLayout+xml" PartName="/ppt/slideLayouts/slideLayout101.xml"/>
  <Override ContentType="application/vnd.openxmlformats-officedocument.presentationml.slideLayout+xml" PartName="/ppt/slideLayouts/slideLayout64.xml"/>
  <Override ContentType="application/vnd.openxmlformats-officedocument.presentationml.slideLayout+xml" PartName="/ppt/slideLayouts/slideLayout99.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18.xml"/>
  <Override ContentType="application/vnd.openxmlformats-officedocument.presentationml.slideLayout+xml" PartName="/ppt/slideLayouts/slideLayout105.xml"/>
  <Override ContentType="application/vnd.openxmlformats-officedocument.presentationml.slideLayout+xml" PartName="/ppt/slideLayouts/slideLayout118.xml"/>
  <Override ContentType="application/vnd.openxmlformats-officedocument.presentationml.slideLayout+xml" PartName="/ppt/slideLayouts/slideLayout48.xml"/>
  <Override ContentType="application/vnd.openxmlformats-officedocument.presentationml.slideLayout+xml" PartName="/ppt/slideLayouts/slideLayout85.xml"/>
  <Override ContentType="application/vnd.openxmlformats-officedocument.presentationml.slideLayout+xml" PartName="/ppt/slideLayouts/slideLayout72.xml"/>
  <Override ContentType="application/vnd.openxmlformats-officedocument.presentationml.slideLayout+xml" PartName="/ppt/slideLayouts/slideLayout7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23.xml"/>
  <Override ContentType="application/vnd.openxmlformats-officedocument.presentationml.slideLayout+xml" PartName="/ppt/slideLayouts/slideLayout12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107.xml"/>
  <Override ContentType="application/vnd.openxmlformats-officedocument.presentationml.slideLayout+xml" PartName="/ppt/slideLayouts/slideLayout59.xml"/>
  <Override ContentType="application/vnd.openxmlformats-officedocument.presentationml.slideLayout+xml" PartName="/ppt/slideLayouts/slideLayout124.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09.xml"/>
  <Override ContentType="application/vnd.openxmlformats-officedocument.presentationml.slideLayout+xml" PartName="/ppt/slideLayouts/slideLayout42.xml"/>
  <Override ContentType="application/vnd.openxmlformats-officedocument.presentationml.slideLayout+xml" PartName="/ppt/slideLayouts/slideLayout91.xml"/>
  <Override ContentType="application/vnd.openxmlformats-officedocument.presentationml.slideLayout+xml" PartName="/ppt/slideLayouts/slideLayout68.xml"/>
  <Override ContentType="application/vnd.openxmlformats-officedocument.presentationml.slideLayout+xml" PartName="/ppt/slideLayouts/slideLayout115.xml"/>
  <Override ContentType="application/vnd.openxmlformats-officedocument.presentationml.slideLayout+xml" PartName="/ppt/slideLayouts/slideLayout82.xml"/>
  <Override ContentType="application/vnd.openxmlformats-officedocument.presentationml.slideLayout+xml" PartName="/ppt/slideLayouts/slideLayout132.xml"/>
  <Override ContentType="application/vnd.openxmlformats-officedocument.presentationml.slideLayout+xml" PartName="/ppt/slideLayouts/slideLayout100.xml"/>
  <Override ContentType="application/vnd.openxmlformats-officedocument.presentationml.slideLayout+xml" PartName="/ppt/slideLayouts/slideLayout130.xml"/>
  <Override ContentType="application/vnd.openxmlformats-officedocument.presentationml.slideLayout+xml" PartName="/ppt/slideLayouts/slideLayout113.xml"/>
  <Override ContentType="application/vnd.openxmlformats-officedocument.presentationml.slideLayout+xml" PartName="/ppt/slideLayouts/slideLayout57.xml"/>
  <Override ContentType="application/vnd.openxmlformats-officedocument.presentationml.slideLayout+xml" PartName="/ppt/slideLayouts/slideLayout126.xml"/>
  <Override ContentType="application/vnd.openxmlformats-officedocument.presentationml.slideLayout+xml" PartName="/ppt/slideLayouts/slideLayout8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93.xml"/>
  <Override ContentType="application/vnd.openxmlformats-officedocument.presentationml.slideLayout+xml" PartName="/ppt/slideLayouts/slideLayout27.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80" r:id="rId3"/>
    <p:sldMasterId id="214748378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7" name="Shape 1647"/>
        <p:cNvGrpSpPr/>
        <p:nvPr/>
      </p:nvGrpSpPr>
      <p:grpSpPr>
        <a:xfrm>
          <a:off x="0" y="0"/>
          <a:ext cx="0" cy="0"/>
          <a:chOff x="0" y="0"/>
          <a:chExt cx="0" cy="0"/>
        </a:xfrm>
      </p:grpSpPr>
      <p:sp>
        <p:nvSpPr>
          <p:cNvPr id="1648" name="Google Shape;1648;g339d3ee0655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9" name="Google Shape;1649;g339d3ee0655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3" name="Shape 1653"/>
        <p:cNvGrpSpPr/>
        <p:nvPr/>
      </p:nvGrpSpPr>
      <p:grpSpPr>
        <a:xfrm>
          <a:off x="0" y="0"/>
          <a:ext cx="0" cy="0"/>
          <a:chOff x="0" y="0"/>
          <a:chExt cx="0" cy="0"/>
        </a:xfrm>
      </p:grpSpPr>
      <p:sp>
        <p:nvSpPr>
          <p:cNvPr id="1654" name="Google Shape;1654;g371323b4ef6_0_24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5" name="Google Shape;1655;g371323b4ef6_0_24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8" name="Shape 1658"/>
        <p:cNvGrpSpPr/>
        <p:nvPr/>
      </p:nvGrpSpPr>
      <p:grpSpPr>
        <a:xfrm>
          <a:off x="0" y="0"/>
          <a:ext cx="0" cy="0"/>
          <a:chOff x="0" y="0"/>
          <a:chExt cx="0" cy="0"/>
        </a:xfrm>
      </p:grpSpPr>
      <p:sp>
        <p:nvSpPr>
          <p:cNvPr id="1659" name="Google Shape;1659;g371323b4ef6_0_2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0" name="Google Shape;1660;g371323b4ef6_0_2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3" name="Shape 1663"/>
        <p:cNvGrpSpPr/>
        <p:nvPr/>
      </p:nvGrpSpPr>
      <p:grpSpPr>
        <a:xfrm>
          <a:off x="0" y="0"/>
          <a:ext cx="0" cy="0"/>
          <a:chOff x="0" y="0"/>
          <a:chExt cx="0" cy="0"/>
        </a:xfrm>
      </p:grpSpPr>
      <p:sp>
        <p:nvSpPr>
          <p:cNvPr id="1664" name="Google Shape;1664;g371323b4ef6_0_2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5" name="Google Shape;1665;g371323b4ef6_0_2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g371323b4ef6_0_2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0" name="Google Shape;1670;g371323b4ef6_0_24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6" name="Shape 1676"/>
        <p:cNvGrpSpPr/>
        <p:nvPr/>
      </p:nvGrpSpPr>
      <p:grpSpPr>
        <a:xfrm>
          <a:off x="0" y="0"/>
          <a:ext cx="0" cy="0"/>
          <a:chOff x="0" y="0"/>
          <a:chExt cx="0" cy="0"/>
        </a:xfrm>
      </p:grpSpPr>
      <p:sp>
        <p:nvSpPr>
          <p:cNvPr id="1677" name="Google Shape;1677;g371323b4ef6_0_3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8" name="Google Shape;1678;g371323b4ef6_0_3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8" name="Shape 1698"/>
        <p:cNvGrpSpPr/>
        <p:nvPr/>
      </p:nvGrpSpPr>
      <p:grpSpPr>
        <a:xfrm>
          <a:off x="0" y="0"/>
          <a:ext cx="0" cy="0"/>
          <a:chOff x="0" y="0"/>
          <a:chExt cx="0" cy="0"/>
        </a:xfrm>
      </p:grpSpPr>
      <p:sp>
        <p:nvSpPr>
          <p:cNvPr id="1699" name="Google Shape;1699;g371323b4ef6_0_30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0" name="Google Shape;1700;g371323b4ef6_0_30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4" name="Shape 1724"/>
        <p:cNvGrpSpPr/>
        <p:nvPr/>
      </p:nvGrpSpPr>
      <p:grpSpPr>
        <a:xfrm>
          <a:off x="0" y="0"/>
          <a:ext cx="0" cy="0"/>
          <a:chOff x="0" y="0"/>
          <a:chExt cx="0" cy="0"/>
        </a:xfrm>
      </p:grpSpPr>
      <p:sp>
        <p:nvSpPr>
          <p:cNvPr id="1725" name="Google Shape;1725;g371323b4ef6_0_3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6" name="Google Shape;1726;g371323b4ef6_0_3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4" name="Shape 1754"/>
        <p:cNvGrpSpPr/>
        <p:nvPr/>
      </p:nvGrpSpPr>
      <p:grpSpPr>
        <a:xfrm>
          <a:off x="0" y="0"/>
          <a:ext cx="0" cy="0"/>
          <a:chOff x="0" y="0"/>
          <a:chExt cx="0" cy="0"/>
        </a:xfrm>
      </p:grpSpPr>
      <p:sp>
        <p:nvSpPr>
          <p:cNvPr id="1755" name="Google Shape;1755;g371323b4ef6_0_3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6" name="Google Shape;1756;g371323b4ef6_0_3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371323b4ef6_0_3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5" name="Google Shape;1775;g371323b4ef6_0_3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371323b4ef6_0_3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0" name="Google Shape;1800;g371323b4ef6_0_3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2" name="Shape 1822"/>
        <p:cNvGrpSpPr/>
        <p:nvPr/>
      </p:nvGrpSpPr>
      <p:grpSpPr>
        <a:xfrm>
          <a:off x="0" y="0"/>
          <a:ext cx="0" cy="0"/>
          <a:chOff x="0" y="0"/>
          <a:chExt cx="0" cy="0"/>
        </a:xfrm>
      </p:grpSpPr>
      <p:sp>
        <p:nvSpPr>
          <p:cNvPr id="1823" name="Google Shape;1823;g371323b4ef6_0_3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4" name="Google Shape;1824;g371323b4ef6_0_3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7" name="Shape 1847"/>
        <p:cNvGrpSpPr/>
        <p:nvPr/>
      </p:nvGrpSpPr>
      <p:grpSpPr>
        <a:xfrm>
          <a:off x="0" y="0"/>
          <a:ext cx="0" cy="0"/>
          <a:chOff x="0" y="0"/>
          <a:chExt cx="0" cy="0"/>
        </a:xfrm>
      </p:grpSpPr>
      <p:sp>
        <p:nvSpPr>
          <p:cNvPr id="1848" name="Google Shape;1848;g371323b4ef6_0_3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9" name="Google Shape;1849;g371323b4ef6_0_3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1" name="Shape 1871"/>
        <p:cNvGrpSpPr/>
        <p:nvPr/>
      </p:nvGrpSpPr>
      <p:grpSpPr>
        <a:xfrm>
          <a:off x="0" y="0"/>
          <a:ext cx="0" cy="0"/>
          <a:chOff x="0" y="0"/>
          <a:chExt cx="0" cy="0"/>
        </a:xfrm>
      </p:grpSpPr>
      <p:sp>
        <p:nvSpPr>
          <p:cNvPr id="1872" name="Google Shape;1872;g371323b4ef6_0_3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3" name="Google Shape;1873;g371323b4ef6_0_3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5" name="Shape 1895"/>
        <p:cNvGrpSpPr/>
        <p:nvPr/>
      </p:nvGrpSpPr>
      <p:grpSpPr>
        <a:xfrm>
          <a:off x="0" y="0"/>
          <a:ext cx="0" cy="0"/>
          <a:chOff x="0" y="0"/>
          <a:chExt cx="0" cy="0"/>
        </a:xfrm>
      </p:grpSpPr>
      <p:sp>
        <p:nvSpPr>
          <p:cNvPr id="1896" name="Google Shape;1896;g371323b4ef6_0_3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7" name="Google Shape;1897;g371323b4ef6_0_3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1" name="Shape 1931"/>
        <p:cNvGrpSpPr/>
        <p:nvPr/>
      </p:nvGrpSpPr>
      <p:grpSpPr>
        <a:xfrm>
          <a:off x="0" y="0"/>
          <a:ext cx="0" cy="0"/>
          <a:chOff x="0" y="0"/>
          <a:chExt cx="0" cy="0"/>
        </a:xfrm>
      </p:grpSpPr>
      <p:sp>
        <p:nvSpPr>
          <p:cNvPr id="1932" name="Google Shape;1932;g371323b4ef6_0_3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3" name="Google Shape;1933;g371323b4ef6_0_3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8" name="Shape 1958"/>
        <p:cNvGrpSpPr/>
        <p:nvPr/>
      </p:nvGrpSpPr>
      <p:grpSpPr>
        <a:xfrm>
          <a:off x="0" y="0"/>
          <a:ext cx="0" cy="0"/>
          <a:chOff x="0" y="0"/>
          <a:chExt cx="0" cy="0"/>
        </a:xfrm>
      </p:grpSpPr>
      <p:sp>
        <p:nvSpPr>
          <p:cNvPr id="1959" name="Google Shape;1959;g371323b4ef6_0_33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0" name="Google Shape;1960;g371323b4ef6_0_33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8" name="Shape 1988"/>
        <p:cNvGrpSpPr/>
        <p:nvPr/>
      </p:nvGrpSpPr>
      <p:grpSpPr>
        <a:xfrm>
          <a:off x="0" y="0"/>
          <a:ext cx="0" cy="0"/>
          <a:chOff x="0" y="0"/>
          <a:chExt cx="0" cy="0"/>
        </a:xfrm>
      </p:grpSpPr>
      <p:sp>
        <p:nvSpPr>
          <p:cNvPr id="1989" name="Google Shape;1989;g371323b4ef6_0_3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0" name="Google Shape;1990;g371323b4ef6_0_3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4" name="Shape 2034"/>
        <p:cNvGrpSpPr/>
        <p:nvPr/>
      </p:nvGrpSpPr>
      <p:grpSpPr>
        <a:xfrm>
          <a:off x="0" y="0"/>
          <a:ext cx="0" cy="0"/>
          <a:chOff x="0" y="0"/>
          <a:chExt cx="0" cy="0"/>
        </a:xfrm>
      </p:grpSpPr>
      <p:sp>
        <p:nvSpPr>
          <p:cNvPr id="2035" name="Google Shape;2035;g371323b4ef6_0_4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6" name="Google Shape;2036;g371323b4ef6_0_4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2" name="Shape 2042"/>
        <p:cNvGrpSpPr/>
        <p:nvPr/>
      </p:nvGrpSpPr>
      <p:grpSpPr>
        <a:xfrm>
          <a:off x="0" y="0"/>
          <a:ext cx="0" cy="0"/>
          <a:chOff x="0" y="0"/>
          <a:chExt cx="0" cy="0"/>
        </a:xfrm>
      </p:grpSpPr>
      <p:sp>
        <p:nvSpPr>
          <p:cNvPr id="2043" name="Google Shape;2043;g371323b4ef6_0_34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4" name="Google Shape;2044;g371323b4ef6_0_34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3" name="Shape 2063"/>
        <p:cNvGrpSpPr/>
        <p:nvPr/>
      </p:nvGrpSpPr>
      <p:grpSpPr>
        <a:xfrm>
          <a:off x="0" y="0"/>
          <a:ext cx="0" cy="0"/>
          <a:chOff x="0" y="0"/>
          <a:chExt cx="0" cy="0"/>
        </a:xfrm>
      </p:grpSpPr>
      <p:sp>
        <p:nvSpPr>
          <p:cNvPr id="2064" name="Google Shape;2064;g371323b4ef6_0_3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5" name="Google Shape;2065;g371323b4ef6_0_3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7" name="Shape 2087"/>
        <p:cNvGrpSpPr/>
        <p:nvPr/>
      </p:nvGrpSpPr>
      <p:grpSpPr>
        <a:xfrm>
          <a:off x="0" y="0"/>
          <a:ext cx="0" cy="0"/>
          <a:chOff x="0" y="0"/>
          <a:chExt cx="0" cy="0"/>
        </a:xfrm>
      </p:grpSpPr>
      <p:sp>
        <p:nvSpPr>
          <p:cNvPr id="2088" name="Google Shape;2088;g371323b4ef6_0_3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9" name="Google Shape;2089;g371323b4ef6_0_3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2" name="Shape 2112"/>
        <p:cNvGrpSpPr/>
        <p:nvPr/>
      </p:nvGrpSpPr>
      <p:grpSpPr>
        <a:xfrm>
          <a:off x="0" y="0"/>
          <a:ext cx="0" cy="0"/>
          <a:chOff x="0" y="0"/>
          <a:chExt cx="0" cy="0"/>
        </a:xfrm>
      </p:grpSpPr>
      <p:sp>
        <p:nvSpPr>
          <p:cNvPr id="2113" name="Google Shape;2113;g371323b4ef6_0_34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4" name="Google Shape;2114;g371323b4ef6_0_34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6" name="Shape 2146"/>
        <p:cNvGrpSpPr/>
        <p:nvPr/>
      </p:nvGrpSpPr>
      <p:grpSpPr>
        <a:xfrm>
          <a:off x="0" y="0"/>
          <a:ext cx="0" cy="0"/>
          <a:chOff x="0" y="0"/>
          <a:chExt cx="0" cy="0"/>
        </a:xfrm>
      </p:grpSpPr>
      <p:sp>
        <p:nvSpPr>
          <p:cNvPr id="2147" name="Google Shape;2147;g371323b4ef6_0_3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8" name="Google Shape;2148;g371323b4ef6_0_3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6" name="Shape 2186"/>
        <p:cNvGrpSpPr/>
        <p:nvPr/>
      </p:nvGrpSpPr>
      <p:grpSpPr>
        <a:xfrm>
          <a:off x="0" y="0"/>
          <a:ext cx="0" cy="0"/>
          <a:chOff x="0" y="0"/>
          <a:chExt cx="0" cy="0"/>
        </a:xfrm>
      </p:grpSpPr>
      <p:sp>
        <p:nvSpPr>
          <p:cNvPr id="2187" name="Google Shape;2187;g371323b4ef6_0_35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8" name="Google Shape;2188;g371323b4ef6_0_35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3" name="Shape 2213"/>
        <p:cNvGrpSpPr/>
        <p:nvPr/>
      </p:nvGrpSpPr>
      <p:grpSpPr>
        <a:xfrm>
          <a:off x="0" y="0"/>
          <a:ext cx="0" cy="0"/>
          <a:chOff x="0" y="0"/>
          <a:chExt cx="0" cy="0"/>
        </a:xfrm>
      </p:grpSpPr>
      <p:sp>
        <p:nvSpPr>
          <p:cNvPr id="2214" name="Google Shape;2214;g371323b4ef6_0_3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5" name="Google Shape;2215;g371323b4ef6_0_3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3" name="Shape 2243"/>
        <p:cNvGrpSpPr/>
        <p:nvPr/>
      </p:nvGrpSpPr>
      <p:grpSpPr>
        <a:xfrm>
          <a:off x="0" y="0"/>
          <a:ext cx="0" cy="0"/>
          <a:chOff x="0" y="0"/>
          <a:chExt cx="0" cy="0"/>
        </a:xfrm>
      </p:grpSpPr>
      <p:sp>
        <p:nvSpPr>
          <p:cNvPr id="2244" name="Google Shape;2244;g371323b4ef6_0_36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5" name="Google Shape;2245;g371323b4ef6_0_3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7" name="Shape 2277"/>
        <p:cNvGrpSpPr/>
        <p:nvPr/>
      </p:nvGrpSpPr>
      <p:grpSpPr>
        <a:xfrm>
          <a:off x="0" y="0"/>
          <a:ext cx="0" cy="0"/>
          <a:chOff x="0" y="0"/>
          <a:chExt cx="0" cy="0"/>
        </a:xfrm>
      </p:grpSpPr>
      <p:sp>
        <p:nvSpPr>
          <p:cNvPr id="2278" name="Google Shape;2278;g371323b4ef6_0_36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9" name="Google Shape;2279;g371323b4ef6_0_36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0" name="Shape 2300"/>
        <p:cNvGrpSpPr/>
        <p:nvPr/>
      </p:nvGrpSpPr>
      <p:grpSpPr>
        <a:xfrm>
          <a:off x="0" y="0"/>
          <a:ext cx="0" cy="0"/>
          <a:chOff x="0" y="0"/>
          <a:chExt cx="0" cy="0"/>
        </a:xfrm>
      </p:grpSpPr>
      <p:sp>
        <p:nvSpPr>
          <p:cNvPr id="2301" name="Google Shape;2301;g371323b4ef6_0_36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2" name="Google Shape;2302;g371323b4ef6_0_3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0" name="Shape 2330"/>
        <p:cNvGrpSpPr/>
        <p:nvPr/>
      </p:nvGrpSpPr>
      <p:grpSpPr>
        <a:xfrm>
          <a:off x="0" y="0"/>
          <a:ext cx="0" cy="0"/>
          <a:chOff x="0" y="0"/>
          <a:chExt cx="0" cy="0"/>
        </a:xfrm>
      </p:grpSpPr>
      <p:sp>
        <p:nvSpPr>
          <p:cNvPr id="2331" name="Google Shape;2331;g371323b4ef6_0_3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2" name="Google Shape;2332;g371323b4ef6_0_3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6" name="Shape 2356"/>
        <p:cNvGrpSpPr/>
        <p:nvPr/>
      </p:nvGrpSpPr>
      <p:grpSpPr>
        <a:xfrm>
          <a:off x="0" y="0"/>
          <a:ext cx="0" cy="0"/>
          <a:chOff x="0" y="0"/>
          <a:chExt cx="0" cy="0"/>
        </a:xfrm>
      </p:grpSpPr>
      <p:sp>
        <p:nvSpPr>
          <p:cNvPr id="2357" name="Google Shape;2357;g371323b4ef6_0_3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8" name="Google Shape;2358;g371323b4ef6_0_3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1" name="Shape 2391"/>
        <p:cNvGrpSpPr/>
        <p:nvPr/>
      </p:nvGrpSpPr>
      <p:grpSpPr>
        <a:xfrm>
          <a:off x="0" y="0"/>
          <a:ext cx="0" cy="0"/>
          <a:chOff x="0" y="0"/>
          <a:chExt cx="0" cy="0"/>
        </a:xfrm>
      </p:grpSpPr>
      <p:sp>
        <p:nvSpPr>
          <p:cNvPr id="2392" name="Google Shape;2392;g371323b4ef6_0_37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3" name="Google Shape;2393;g371323b4ef6_0_37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7" name="Shape 2427"/>
        <p:cNvGrpSpPr/>
        <p:nvPr/>
      </p:nvGrpSpPr>
      <p:grpSpPr>
        <a:xfrm>
          <a:off x="0" y="0"/>
          <a:ext cx="0" cy="0"/>
          <a:chOff x="0" y="0"/>
          <a:chExt cx="0" cy="0"/>
        </a:xfrm>
      </p:grpSpPr>
      <p:sp>
        <p:nvSpPr>
          <p:cNvPr id="2428" name="Google Shape;2428;g371323b4ef6_0_3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9" name="Google Shape;2429;g371323b4ef6_0_3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5" name="Shape 2455"/>
        <p:cNvGrpSpPr/>
        <p:nvPr/>
      </p:nvGrpSpPr>
      <p:grpSpPr>
        <a:xfrm>
          <a:off x="0" y="0"/>
          <a:ext cx="0" cy="0"/>
          <a:chOff x="0" y="0"/>
          <a:chExt cx="0" cy="0"/>
        </a:xfrm>
      </p:grpSpPr>
      <p:sp>
        <p:nvSpPr>
          <p:cNvPr id="2456" name="Google Shape;2456;g371323b4ef6_0_38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7" name="Google Shape;2457;g371323b4ef6_0_38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3" name="Shape 2493"/>
        <p:cNvGrpSpPr/>
        <p:nvPr/>
      </p:nvGrpSpPr>
      <p:grpSpPr>
        <a:xfrm>
          <a:off x="0" y="0"/>
          <a:ext cx="0" cy="0"/>
          <a:chOff x="0" y="0"/>
          <a:chExt cx="0" cy="0"/>
        </a:xfrm>
      </p:grpSpPr>
      <p:sp>
        <p:nvSpPr>
          <p:cNvPr id="2494" name="Google Shape;2494;g371323b4ef6_0_38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5" name="Google Shape;2495;g371323b4ef6_0_38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7" name="Shape 2537"/>
        <p:cNvGrpSpPr/>
        <p:nvPr/>
      </p:nvGrpSpPr>
      <p:grpSpPr>
        <a:xfrm>
          <a:off x="0" y="0"/>
          <a:ext cx="0" cy="0"/>
          <a:chOff x="0" y="0"/>
          <a:chExt cx="0" cy="0"/>
        </a:xfrm>
      </p:grpSpPr>
      <p:sp>
        <p:nvSpPr>
          <p:cNvPr id="2538" name="Google Shape;2538;g371323b4ef6_0_39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9" name="Google Shape;2539;g371323b4ef6_0_39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3" name="Shape 2543"/>
        <p:cNvGrpSpPr/>
        <p:nvPr/>
      </p:nvGrpSpPr>
      <p:grpSpPr>
        <a:xfrm>
          <a:off x="0" y="0"/>
          <a:ext cx="0" cy="0"/>
          <a:chOff x="0" y="0"/>
          <a:chExt cx="0" cy="0"/>
        </a:xfrm>
      </p:grpSpPr>
      <p:sp>
        <p:nvSpPr>
          <p:cNvPr id="2544" name="Google Shape;2544;g371323b4ef6_0_3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5" name="Google Shape;2545;g371323b4ef6_0_3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0.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0.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7.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2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2.png"/><Relationship Id="rId4" Type="http://schemas.openxmlformats.org/officeDocument/2006/relationships/image" Target="../media/image88.png"/><Relationship Id="rId5" Type="http://schemas.openxmlformats.org/officeDocument/2006/relationships/image" Target="../media/image35.png"/><Relationship Id="rId6" Type="http://schemas.openxmlformats.org/officeDocument/2006/relationships/image" Target="../media/image39.png"/><Relationship Id="rId7" Type="http://schemas.openxmlformats.org/officeDocument/2006/relationships/image" Target="../media/image3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88.png"/><Relationship Id="rId4" Type="http://schemas.openxmlformats.org/officeDocument/2006/relationships/image" Target="../media/image34.png"/><Relationship Id="rId9" Type="http://schemas.openxmlformats.org/officeDocument/2006/relationships/image" Target="../media/image33.png"/><Relationship Id="rId5" Type="http://schemas.openxmlformats.org/officeDocument/2006/relationships/image" Target="../media/image32.png"/><Relationship Id="rId6" Type="http://schemas.openxmlformats.org/officeDocument/2006/relationships/image" Target="../media/image38.png"/><Relationship Id="rId7" Type="http://schemas.openxmlformats.org/officeDocument/2006/relationships/image" Target="../media/image35.png"/><Relationship Id="rId8" Type="http://schemas.openxmlformats.org/officeDocument/2006/relationships/image" Target="../media/image3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88.png"/><Relationship Id="rId4" Type="http://schemas.openxmlformats.org/officeDocument/2006/relationships/image" Target="../media/image40.png"/><Relationship Id="rId11" Type="http://schemas.openxmlformats.org/officeDocument/2006/relationships/image" Target="../media/image33.png"/><Relationship Id="rId10" Type="http://schemas.openxmlformats.org/officeDocument/2006/relationships/image" Target="../media/image48.png"/><Relationship Id="rId9" Type="http://schemas.openxmlformats.org/officeDocument/2006/relationships/image" Target="../media/image39.png"/><Relationship Id="rId5" Type="http://schemas.openxmlformats.org/officeDocument/2006/relationships/image" Target="../media/image34.png"/><Relationship Id="rId6" Type="http://schemas.openxmlformats.org/officeDocument/2006/relationships/image" Target="../media/image32.png"/><Relationship Id="rId7" Type="http://schemas.openxmlformats.org/officeDocument/2006/relationships/image" Target="../media/image38.png"/><Relationship Id="rId8" Type="http://schemas.openxmlformats.org/officeDocument/2006/relationships/image" Target="../media/image35.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4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4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4.png"/><Relationship Id="rId4" Type="http://schemas.openxmlformats.org/officeDocument/2006/relationships/image" Target="../media/image5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44.png"/><Relationship Id="rId4" Type="http://schemas.openxmlformats.org/officeDocument/2006/relationships/image" Target="../media/image50.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44.png"/><Relationship Id="rId4" Type="http://schemas.openxmlformats.org/officeDocument/2006/relationships/image" Target="../media/image50.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44.png"/><Relationship Id="rId4" Type="http://schemas.openxmlformats.org/officeDocument/2006/relationships/image" Target="../media/image5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2.png"/><Relationship Id="rId3" Type="http://schemas.openxmlformats.org/officeDocument/2006/relationships/image" Target="../media/image45.png"/><Relationship Id="rId4" Type="http://schemas.openxmlformats.org/officeDocument/2006/relationships/image" Target="../media/image5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50.png"/><Relationship Id="rId4" Type="http://schemas.openxmlformats.org/officeDocument/2006/relationships/image" Target="../media/image5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0.png"/><Relationship Id="rId4" Type="http://schemas.openxmlformats.org/officeDocument/2006/relationships/image" Target="../media/image5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50.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50.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5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6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6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6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1.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62.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62.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62.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6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png"/><Relationship Id="rId5" Type="http://schemas.openxmlformats.org/officeDocument/2006/relationships/image" Target="../media/image70.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3.png"/><Relationship Id="rId4" Type="http://schemas.openxmlformats.org/officeDocument/2006/relationships/image" Target="../media/image5.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16.png"/><Relationship Id="rId5" Type="http://schemas.openxmlformats.org/officeDocument/2006/relationships/image" Target="../media/image1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25.png"/><Relationship Id="rId5" Type="http://schemas.openxmlformats.org/officeDocument/2006/relationships/image" Target="../media/image27.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5.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21.png"/><Relationship Id="rId5" Type="http://schemas.openxmlformats.org/officeDocument/2006/relationships/image" Target="../media/image23.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image" Target="../media/image5.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9.png"/><Relationship Id="rId5" Type="http://schemas.openxmlformats.org/officeDocument/2006/relationships/image" Target="../media/image91.png"/><Relationship Id="rId6" Type="http://schemas.openxmlformats.org/officeDocument/2006/relationships/image" Target="../media/image29.png"/><Relationship Id="rId7" Type="http://schemas.openxmlformats.org/officeDocument/2006/relationships/image" Target="../media/image90.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4.png"/><Relationship Id="rId3" Type="http://schemas.openxmlformats.org/officeDocument/2006/relationships/image" Target="../media/image32.png"/><Relationship Id="rId4" Type="http://schemas.openxmlformats.org/officeDocument/2006/relationships/image" Target="../media/image88.png"/><Relationship Id="rId5" Type="http://schemas.openxmlformats.org/officeDocument/2006/relationships/image" Target="../media/image35.png"/><Relationship Id="rId6" Type="http://schemas.openxmlformats.org/officeDocument/2006/relationships/image" Target="../media/image39.png"/><Relationship Id="rId7" Type="http://schemas.openxmlformats.org/officeDocument/2006/relationships/image" Target="../media/image33.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88.png"/><Relationship Id="rId4" Type="http://schemas.openxmlformats.org/officeDocument/2006/relationships/image" Target="../media/image34.png"/><Relationship Id="rId9" Type="http://schemas.openxmlformats.org/officeDocument/2006/relationships/image" Target="../media/image33.png"/><Relationship Id="rId5" Type="http://schemas.openxmlformats.org/officeDocument/2006/relationships/image" Target="../media/image32.png"/><Relationship Id="rId6" Type="http://schemas.openxmlformats.org/officeDocument/2006/relationships/image" Target="../media/image38.png"/><Relationship Id="rId7" Type="http://schemas.openxmlformats.org/officeDocument/2006/relationships/image" Target="../media/image35.png"/><Relationship Id="rId8" Type="http://schemas.openxmlformats.org/officeDocument/2006/relationships/image" Target="../media/image39.pn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88.png"/><Relationship Id="rId4" Type="http://schemas.openxmlformats.org/officeDocument/2006/relationships/image" Target="../media/image40.png"/><Relationship Id="rId11" Type="http://schemas.openxmlformats.org/officeDocument/2006/relationships/image" Target="../media/image33.png"/><Relationship Id="rId10" Type="http://schemas.openxmlformats.org/officeDocument/2006/relationships/image" Target="../media/image48.png"/><Relationship Id="rId9" Type="http://schemas.openxmlformats.org/officeDocument/2006/relationships/image" Target="../media/image39.png"/><Relationship Id="rId5" Type="http://schemas.openxmlformats.org/officeDocument/2006/relationships/image" Target="../media/image34.png"/><Relationship Id="rId6" Type="http://schemas.openxmlformats.org/officeDocument/2006/relationships/image" Target="../media/image32.png"/><Relationship Id="rId7" Type="http://schemas.openxmlformats.org/officeDocument/2006/relationships/image" Target="../media/image38.png"/><Relationship Id="rId8" Type="http://schemas.openxmlformats.org/officeDocument/2006/relationships/image" Target="../media/image35.pn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44.pn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44.pn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44.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44.pn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44.png"/><Relationship Id="rId4" Type="http://schemas.openxmlformats.org/officeDocument/2006/relationships/image" Target="../media/image50.pn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44.png"/><Relationship Id="rId4" Type="http://schemas.openxmlformats.org/officeDocument/2006/relationships/image" Target="../media/image50.pn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44.png"/><Relationship Id="rId4" Type="http://schemas.openxmlformats.org/officeDocument/2006/relationships/image" Target="../media/image50.pn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44.png"/><Relationship Id="rId4" Type="http://schemas.openxmlformats.org/officeDocument/2006/relationships/image" Target="../media/image50.pn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2.png"/><Relationship Id="rId3" Type="http://schemas.openxmlformats.org/officeDocument/2006/relationships/image" Target="../media/image45.png"/><Relationship Id="rId4" Type="http://schemas.openxmlformats.org/officeDocument/2006/relationships/image" Target="../media/image50.png"/><Relationship Id="rId5" Type="http://schemas.openxmlformats.org/officeDocument/2006/relationships/image" Target="../media/image57.pn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50.png"/><Relationship Id="rId4" Type="http://schemas.openxmlformats.org/officeDocument/2006/relationships/image" Target="../media/image57.png"/><Relationship Id="rId5" Type="http://schemas.openxmlformats.org/officeDocument/2006/relationships/image" Target="../media/image52.pn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50.png"/><Relationship Id="rId4" Type="http://schemas.openxmlformats.org/officeDocument/2006/relationships/image" Target="../media/image57.png"/><Relationship Id="rId5" Type="http://schemas.openxmlformats.org/officeDocument/2006/relationships/image" Target="../media/image52.pn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7.png"/><Relationship Id="rId5" Type="http://schemas.openxmlformats.org/officeDocument/2006/relationships/image" Target="../media/image5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7.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50.pn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50.png"/></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50.png"/></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50.pn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61.png"/></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61.png"/></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61.png"/></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61.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5.png"/><Relationship Id="rId3" Type="http://schemas.openxmlformats.org/officeDocument/2006/relationships/image" Target="../media/image62.png"/></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6.png"/><Relationship Id="rId3" Type="http://schemas.openxmlformats.org/officeDocument/2006/relationships/image" Target="../media/image62.png"/></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7.png"/><Relationship Id="rId3" Type="http://schemas.openxmlformats.org/officeDocument/2006/relationships/image" Target="../media/image62.png"/></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9.png"/><Relationship Id="rId3" Type="http://schemas.openxmlformats.org/officeDocument/2006/relationships/image" Target="../media/image62.png"/></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5.png"/></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Art and design"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1705150" cy="128000"/>
          </a:xfrm>
          <a:prstGeom prst="rect">
            <a:avLst/>
          </a:prstGeom>
          <a:noFill/>
          <a:ln>
            <a:noFill/>
          </a:ln>
        </p:spPr>
      </p:pic>
      <p:sp>
        <p:nvSpPr>
          <p:cNvPr id="11" name="Google Shape;11;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3800"/>
              <a:buFont typeface="Lexend"/>
              <a:buNone/>
              <a:defRPr sz="38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 name="Google Shape;12;p2"/>
          <p:cNvSpPr txBox="1"/>
          <p:nvPr/>
        </p:nvSpPr>
        <p:spPr>
          <a:xfrm>
            <a:off x="323850" y="3781525"/>
            <a:ext cx="2344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Art and design</a:t>
            </a:r>
            <a:endParaRPr b="1" sz="1700">
              <a:solidFill>
                <a:schemeClr val="dk1"/>
              </a:solidFill>
              <a:latin typeface="Lexend"/>
              <a:ea typeface="Lexend"/>
              <a:cs typeface="Lexend"/>
              <a:sym typeface="Lexend"/>
            </a:endParaRPr>
          </a:p>
        </p:txBody>
      </p:sp>
      <p:sp>
        <p:nvSpPr>
          <p:cNvPr id="13" name="Google Shape;13;p2"/>
          <p:cNvSpPr txBox="1"/>
          <p:nvPr/>
        </p:nvSpPr>
        <p:spPr>
          <a:xfrm>
            <a:off x="323850" y="4327975"/>
            <a:ext cx="6657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4" name="Google Shape;14;p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800"/>
              <a:buFont typeface="Lexend"/>
              <a:buNone/>
              <a:defRPr sz="1800">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grpSp>
        <p:nvGrpSpPr>
          <p:cNvPr id="15" name="Google Shape;15;p2"/>
          <p:cNvGrpSpPr/>
          <p:nvPr/>
        </p:nvGrpSpPr>
        <p:grpSpPr>
          <a:xfrm>
            <a:off x="6156975" y="0"/>
            <a:ext cx="2987025" cy="3854074"/>
            <a:chOff x="6156975" y="0"/>
            <a:chExt cx="2987025" cy="3854074"/>
          </a:xfrm>
        </p:grpSpPr>
        <p:pic>
          <p:nvPicPr>
            <p:cNvPr id="16" name="Google Shape;16;p2"/>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7" name="Google Shape;17;p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 name="Google Shape;18;p2"/>
          <p:cNvPicPr preferRelativeResize="0"/>
          <p:nvPr/>
        </p:nvPicPr>
        <p:blipFill>
          <a:blip r:embed="rId4">
            <a:alphaModFix/>
          </a:blip>
          <a:stretch>
            <a:fillRect/>
          </a:stretch>
        </p:blipFill>
        <p:spPr>
          <a:xfrm rot="-360030">
            <a:off x="6753315" y="1132068"/>
            <a:ext cx="2063340" cy="1643031"/>
          </a:xfrm>
          <a:prstGeom prst="rect">
            <a:avLst/>
          </a:prstGeom>
          <a:noFill/>
          <a:ln>
            <a:noFill/>
          </a:ln>
        </p:spPr>
      </p:pic>
      <p:pic>
        <p:nvPicPr>
          <p:cNvPr id="19" name="Google Shape;19;p2"/>
          <p:cNvPicPr preferRelativeResize="0"/>
          <p:nvPr/>
        </p:nvPicPr>
        <p:blipFill rotWithShape="1">
          <a:blip r:embed="rId5">
            <a:alphaModFix/>
          </a:blip>
          <a:srcRect b="0" l="0" r="0" t="0"/>
          <a:stretch/>
        </p:blipFill>
        <p:spPr>
          <a:xfrm>
            <a:off x="7690424" y="4098434"/>
            <a:ext cx="1052750" cy="482825"/>
          </a:xfrm>
          <a:prstGeom prst="rect">
            <a:avLst/>
          </a:prstGeom>
          <a:noFill/>
          <a:ln>
            <a:noFill/>
          </a:ln>
        </p:spPr>
      </p:pic>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20" name="Shape 20"/>
        <p:cNvGrpSpPr/>
        <p:nvPr/>
      </p:nvGrpSpPr>
      <p:grpSpPr>
        <a:xfrm>
          <a:off x="0" y="0"/>
          <a:ext cx="0" cy="0"/>
          <a:chOff x="0" y="0"/>
          <a:chExt cx="0" cy="0"/>
        </a:xfrm>
      </p:grpSpPr>
      <p:pic>
        <p:nvPicPr>
          <p:cNvPr id="21" name="Google Shape;21;p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22" name="Google Shape;22;p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3" name="Google Shape;23;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 name="Google Shape;24;p3"/>
          <p:cNvSpPr txBox="1"/>
          <p:nvPr/>
        </p:nvSpPr>
        <p:spPr>
          <a:xfrm>
            <a:off x="323850" y="3781525"/>
            <a:ext cx="20694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Biology</a:t>
            </a:r>
            <a:endParaRPr b="1" sz="1700">
              <a:solidFill>
                <a:schemeClr val="dk1"/>
              </a:solidFill>
              <a:latin typeface="Lexend"/>
              <a:ea typeface="Lexend"/>
              <a:cs typeface="Lexend"/>
              <a:sym typeface="Lexend"/>
            </a:endParaRPr>
          </a:p>
        </p:txBody>
      </p:sp>
      <p:pic>
        <p:nvPicPr>
          <p:cNvPr id="25" name="Google Shape;25;p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26" name="Google Shape;26;p3"/>
          <p:cNvSpPr txBox="1"/>
          <p:nvPr/>
        </p:nvSpPr>
        <p:spPr>
          <a:xfrm>
            <a:off x="323850" y="4327975"/>
            <a:ext cx="5874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7" name="Google Shape;27;p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28" name="Shape 28"/>
        <p:cNvGrpSpPr/>
        <p:nvPr/>
      </p:nvGrpSpPr>
      <p:grpSpPr>
        <a:xfrm>
          <a:off x="0" y="0"/>
          <a:ext cx="0" cy="0"/>
          <a:chOff x="0" y="0"/>
          <a:chExt cx="0" cy="0"/>
        </a:xfrm>
      </p:grpSpPr>
      <p:pic>
        <p:nvPicPr>
          <p:cNvPr id="29" name="Google Shape;29;p4"/>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sp>
        <p:nvSpPr>
          <p:cNvPr id="30" name="Google Shape;30;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 name="Google Shape;31;p4"/>
          <p:cNvSpPr txBox="1"/>
          <p:nvPr/>
        </p:nvSpPr>
        <p:spPr>
          <a:xfrm>
            <a:off x="323850" y="3781525"/>
            <a:ext cx="24486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Chemistry</a:t>
            </a:r>
            <a:endParaRPr b="1" sz="1700">
              <a:solidFill>
                <a:schemeClr val="dk1"/>
              </a:solidFill>
              <a:latin typeface="Lexend"/>
              <a:ea typeface="Lexend"/>
              <a:cs typeface="Lexend"/>
              <a:sym typeface="Lexend"/>
            </a:endParaRPr>
          </a:p>
        </p:txBody>
      </p:sp>
      <p:pic>
        <p:nvPicPr>
          <p:cNvPr id="32" name="Google Shape;32;p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33" name="Google Shape;33;p4"/>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34" name="Google Shape;34;p4"/>
          <p:cNvSpPr txBox="1"/>
          <p:nvPr/>
        </p:nvSpPr>
        <p:spPr>
          <a:xfrm>
            <a:off x="323850" y="4327975"/>
            <a:ext cx="6951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35" name="Google Shape;35;p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itizenship" showMasterSp="0">
  <p:cSld name="Title Slide 2_1_1_1_1_1_1_1_1_1_1_5">
    <p:bg>
      <p:bgPr>
        <a:solidFill>
          <a:srgbClr val="BEF2BD"/>
        </a:solidFill>
      </p:bgPr>
    </p:bg>
    <p:spTree>
      <p:nvGrpSpPr>
        <p:cNvPr id="36" name="Shape 36"/>
        <p:cNvGrpSpPr/>
        <p:nvPr/>
      </p:nvGrpSpPr>
      <p:grpSpPr>
        <a:xfrm>
          <a:off x="0" y="0"/>
          <a:ext cx="0" cy="0"/>
          <a:chOff x="0" y="0"/>
          <a:chExt cx="0" cy="0"/>
        </a:xfrm>
      </p:grpSpPr>
      <p:pic>
        <p:nvPicPr>
          <p:cNvPr id="37" name="Google Shape;37;p5"/>
          <p:cNvPicPr preferRelativeResize="0"/>
          <p:nvPr/>
        </p:nvPicPr>
        <p:blipFill rotWithShape="1">
          <a:blip r:embed="rId2">
            <a:alphaModFix/>
          </a:blip>
          <a:srcRect b="0" l="6209" r="6209" t="0"/>
          <a:stretch/>
        </p:blipFill>
        <p:spPr>
          <a:xfrm>
            <a:off x="324000" y="4008600"/>
            <a:ext cx="1245800" cy="128000"/>
          </a:xfrm>
          <a:prstGeom prst="rect">
            <a:avLst/>
          </a:prstGeom>
          <a:noFill/>
          <a:ln>
            <a:noFill/>
          </a:ln>
        </p:spPr>
      </p:pic>
      <p:sp>
        <p:nvSpPr>
          <p:cNvPr id="38" name="Google Shape;38;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txBox="1"/>
          <p:nvPr/>
        </p:nvSpPr>
        <p:spPr>
          <a:xfrm>
            <a:off x="323850" y="3781525"/>
            <a:ext cx="2456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Citizenship</a:t>
            </a:r>
            <a:endParaRPr b="1" sz="1700">
              <a:solidFill>
                <a:schemeClr val="dk1"/>
              </a:solidFill>
              <a:latin typeface="Lexend"/>
              <a:ea typeface="Lexend"/>
              <a:cs typeface="Lexend"/>
              <a:sym typeface="Lexend"/>
            </a:endParaRPr>
          </a:p>
        </p:txBody>
      </p:sp>
      <p:pic>
        <p:nvPicPr>
          <p:cNvPr id="40" name="Google Shape;40;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41" name="Google Shape;41;p5"/>
          <p:cNvGrpSpPr/>
          <p:nvPr/>
        </p:nvGrpSpPr>
        <p:grpSpPr>
          <a:xfrm>
            <a:off x="6156975" y="0"/>
            <a:ext cx="2987025" cy="3854074"/>
            <a:chOff x="6156975" y="0"/>
            <a:chExt cx="2987025" cy="3854074"/>
          </a:xfrm>
        </p:grpSpPr>
        <p:pic>
          <p:nvPicPr>
            <p:cNvPr id="42" name="Google Shape;42;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3" name="Google Shape;43;p5"/>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44" name="Google Shape;44;p5"/>
          <p:cNvPicPr preferRelativeResize="0"/>
          <p:nvPr/>
        </p:nvPicPr>
        <p:blipFill>
          <a:blip r:embed="rId5">
            <a:alphaModFix/>
          </a:blip>
          <a:stretch>
            <a:fillRect/>
          </a:stretch>
        </p:blipFill>
        <p:spPr>
          <a:xfrm rot="-360025">
            <a:off x="6945328" y="787504"/>
            <a:ext cx="1710318" cy="2052380"/>
          </a:xfrm>
          <a:prstGeom prst="rect">
            <a:avLst/>
          </a:prstGeom>
          <a:noFill/>
          <a:ln>
            <a:noFill/>
          </a:ln>
        </p:spPr>
      </p:pic>
      <p:sp>
        <p:nvSpPr>
          <p:cNvPr id="45" name="Google Shape;45;p5"/>
          <p:cNvSpPr txBox="1"/>
          <p:nvPr/>
        </p:nvSpPr>
        <p:spPr>
          <a:xfrm>
            <a:off x="323850" y="4327975"/>
            <a:ext cx="6972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46" name="Google Shape;46;p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mputing" showMasterSp="0">
  <p:cSld name="Title Slide 2_1_1_1_1_1_1_1_1_1_1_3">
    <p:bg>
      <p:bgPr>
        <a:solidFill>
          <a:srgbClr val="BEF2BD"/>
        </a:solidFill>
      </p:bgPr>
    </p:bg>
    <p:spTree>
      <p:nvGrpSpPr>
        <p:cNvPr id="47" name="Shape 47"/>
        <p:cNvGrpSpPr/>
        <p:nvPr/>
      </p:nvGrpSpPr>
      <p:grpSpPr>
        <a:xfrm>
          <a:off x="0" y="0"/>
          <a:ext cx="0" cy="0"/>
          <a:chOff x="0" y="0"/>
          <a:chExt cx="0" cy="0"/>
        </a:xfrm>
      </p:grpSpPr>
      <p:pic>
        <p:nvPicPr>
          <p:cNvPr id="48" name="Google Shape;48;p6"/>
          <p:cNvPicPr preferRelativeResize="0"/>
          <p:nvPr/>
        </p:nvPicPr>
        <p:blipFill rotWithShape="1">
          <a:blip r:embed="rId2">
            <a:alphaModFix/>
          </a:blip>
          <a:srcRect b="0" l="6209" r="6209" t="0"/>
          <a:stretch/>
        </p:blipFill>
        <p:spPr>
          <a:xfrm>
            <a:off x="324000" y="4008600"/>
            <a:ext cx="1258950" cy="128000"/>
          </a:xfrm>
          <a:prstGeom prst="rect">
            <a:avLst/>
          </a:prstGeom>
          <a:noFill/>
          <a:ln>
            <a:noFill/>
          </a:ln>
        </p:spPr>
      </p:pic>
      <p:sp>
        <p:nvSpPr>
          <p:cNvPr id="49" name="Google Shape;49;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 name="Google Shape;50;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Computing</a:t>
            </a:r>
            <a:endParaRPr b="1" sz="1700">
              <a:solidFill>
                <a:schemeClr val="dk1"/>
              </a:solidFill>
              <a:latin typeface="Lexend"/>
              <a:ea typeface="Lexend"/>
              <a:cs typeface="Lexend"/>
              <a:sym typeface="Lexend"/>
            </a:endParaRPr>
          </a:p>
        </p:txBody>
      </p:sp>
      <p:pic>
        <p:nvPicPr>
          <p:cNvPr id="51" name="Google Shape;51;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52" name="Google Shape;52;p6"/>
          <p:cNvGrpSpPr/>
          <p:nvPr/>
        </p:nvGrpSpPr>
        <p:grpSpPr>
          <a:xfrm>
            <a:off x="6156975" y="0"/>
            <a:ext cx="2987025" cy="3854074"/>
            <a:chOff x="6156975" y="0"/>
            <a:chExt cx="2987025" cy="3854074"/>
          </a:xfrm>
        </p:grpSpPr>
        <p:pic>
          <p:nvPicPr>
            <p:cNvPr id="53" name="Google Shape;53;p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54" name="Google Shape;54;p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55" name="Google Shape;55;p6"/>
          <p:cNvSpPr txBox="1"/>
          <p:nvPr/>
        </p:nvSpPr>
        <p:spPr>
          <a:xfrm>
            <a:off x="323850" y="4327975"/>
            <a:ext cx="6426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56" name="Google Shape;56;p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7" name="Google Shape;57;p6"/>
          <p:cNvPicPr preferRelativeResize="0"/>
          <p:nvPr/>
        </p:nvPicPr>
        <p:blipFill>
          <a:blip r:embed="rId5">
            <a:alphaModFix/>
          </a:blip>
          <a:stretch>
            <a:fillRect/>
          </a:stretch>
        </p:blipFill>
        <p:spPr>
          <a:xfrm rot="-390000">
            <a:off x="6567499" y="723791"/>
            <a:ext cx="2520000" cy="2520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ooking and nutrition" showMasterSp="0">
  <p:cSld name="Title Slide 2_1_1_1_1_1_1_1_1_1_1_3_1">
    <p:bg>
      <p:bgPr>
        <a:solidFill>
          <a:srgbClr val="BEF2BD"/>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rotWithShape="1">
          <a:blip r:embed="rId2">
            <a:alphaModFix/>
          </a:blip>
          <a:srcRect b="0" l="6209" r="6209" t="0"/>
          <a:stretch/>
        </p:blipFill>
        <p:spPr>
          <a:xfrm>
            <a:off x="324000" y="4008600"/>
            <a:ext cx="2563200" cy="128000"/>
          </a:xfrm>
          <a:prstGeom prst="rect">
            <a:avLst/>
          </a:prstGeom>
          <a:noFill/>
          <a:ln>
            <a:noFill/>
          </a:ln>
        </p:spPr>
      </p:pic>
      <p:sp>
        <p:nvSpPr>
          <p:cNvPr id="60" name="Google Shape;60;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 name="Google Shape;61;p7"/>
          <p:cNvSpPr txBox="1"/>
          <p:nvPr/>
        </p:nvSpPr>
        <p:spPr>
          <a:xfrm>
            <a:off x="323850" y="3781525"/>
            <a:ext cx="38907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Cooking and nutrition</a:t>
            </a:r>
            <a:endParaRPr b="1" sz="1700">
              <a:solidFill>
                <a:schemeClr val="dk1"/>
              </a:solidFill>
              <a:latin typeface="Lexend"/>
              <a:ea typeface="Lexend"/>
              <a:cs typeface="Lexend"/>
              <a:sym typeface="Lexend"/>
            </a:endParaRPr>
          </a:p>
        </p:txBody>
      </p:sp>
      <p:pic>
        <p:nvPicPr>
          <p:cNvPr id="62" name="Google Shape;62;p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63" name="Google Shape;63;p7"/>
          <p:cNvGrpSpPr/>
          <p:nvPr/>
        </p:nvGrpSpPr>
        <p:grpSpPr>
          <a:xfrm>
            <a:off x="6156975" y="0"/>
            <a:ext cx="2987025" cy="3854074"/>
            <a:chOff x="6156975" y="0"/>
            <a:chExt cx="2987025" cy="3854074"/>
          </a:xfrm>
        </p:grpSpPr>
        <p:pic>
          <p:nvPicPr>
            <p:cNvPr id="64" name="Google Shape;64;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5" name="Google Shape;65;p7"/>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66" name="Google Shape;66;p7"/>
          <p:cNvSpPr txBox="1"/>
          <p:nvPr/>
        </p:nvSpPr>
        <p:spPr>
          <a:xfrm>
            <a:off x="323850" y="4327975"/>
            <a:ext cx="5865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67" name="Google Shape;67;p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68" name="Google Shape;68;p7"/>
          <p:cNvPicPr preferRelativeResize="0"/>
          <p:nvPr/>
        </p:nvPicPr>
        <p:blipFill>
          <a:blip r:embed="rId5">
            <a:alphaModFix/>
          </a:blip>
          <a:stretch>
            <a:fillRect/>
          </a:stretch>
        </p:blipFill>
        <p:spPr>
          <a:xfrm rot="-359995">
            <a:off x="6646318" y="1007366"/>
            <a:ext cx="2202009" cy="179664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Design and technology" showMasterSp="0">
  <p:cSld name="Title Slide 2_1_1_1_1_1_1_1_1_1_1_2">
    <p:bg>
      <p:bgPr>
        <a:solidFill>
          <a:srgbClr val="BEF2BD"/>
        </a:solidFill>
      </p:bgPr>
    </p:bg>
    <p:spTree>
      <p:nvGrpSpPr>
        <p:cNvPr id="69" name="Shape 69"/>
        <p:cNvGrpSpPr/>
        <p:nvPr/>
      </p:nvGrpSpPr>
      <p:grpSpPr>
        <a:xfrm>
          <a:off x="0" y="0"/>
          <a:ext cx="0" cy="0"/>
          <a:chOff x="0" y="0"/>
          <a:chExt cx="0" cy="0"/>
        </a:xfrm>
      </p:grpSpPr>
      <p:pic>
        <p:nvPicPr>
          <p:cNvPr id="70" name="Google Shape;70;p8"/>
          <p:cNvPicPr preferRelativeResize="0"/>
          <p:nvPr/>
        </p:nvPicPr>
        <p:blipFill rotWithShape="1">
          <a:blip r:embed="rId2">
            <a:alphaModFix/>
          </a:blip>
          <a:srcRect b="0" l="6209" r="6209" t="0"/>
          <a:stretch/>
        </p:blipFill>
        <p:spPr>
          <a:xfrm>
            <a:off x="324000" y="4008600"/>
            <a:ext cx="2705850" cy="128000"/>
          </a:xfrm>
          <a:prstGeom prst="rect">
            <a:avLst/>
          </a:prstGeom>
          <a:noFill/>
          <a:ln>
            <a:noFill/>
          </a:ln>
        </p:spPr>
      </p:pic>
      <p:sp>
        <p:nvSpPr>
          <p:cNvPr id="71" name="Google Shape;71;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8"/>
          <p:cNvSpPr txBox="1"/>
          <p:nvPr/>
        </p:nvSpPr>
        <p:spPr>
          <a:xfrm>
            <a:off x="323850" y="3781525"/>
            <a:ext cx="3897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Design and technology</a:t>
            </a:r>
            <a:endParaRPr b="1" sz="1700">
              <a:solidFill>
                <a:schemeClr val="dk1"/>
              </a:solidFill>
              <a:latin typeface="Lexend"/>
              <a:ea typeface="Lexend"/>
              <a:cs typeface="Lexend"/>
              <a:sym typeface="Lexend"/>
            </a:endParaRPr>
          </a:p>
        </p:txBody>
      </p:sp>
      <p:pic>
        <p:nvPicPr>
          <p:cNvPr id="73" name="Google Shape;73;p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74" name="Google Shape;74;p8"/>
          <p:cNvGrpSpPr/>
          <p:nvPr/>
        </p:nvGrpSpPr>
        <p:grpSpPr>
          <a:xfrm>
            <a:off x="6156975" y="0"/>
            <a:ext cx="2987025" cy="3854074"/>
            <a:chOff x="6156975" y="0"/>
            <a:chExt cx="2987025" cy="3854074"/>
          </a:xfrm>
        </p:grpSpPr>
        <p:pic>
          <p:nvPicPr>
            <p:cNvPr id="75" name="Google Shape;75;p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76" name="Google Shape;76;p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77" name="Google Shape;77;p8"/>
          <p:cNvPicPr preferRelativeResize="0"/>
          <p:nvPr/>
        </p:nvPicPr>
        <p:blipFill>
          <a:blip r:embed="rId5">
            <a:alphaModFix/>
          </a:blip>
          <a:stretch>
            <a:fillRect/>
          </a:stretch>
        </p:blipFill>
        <p:spPr>
          <a:xfrm rot="-362791">
            <a:off x="6884379" y="985388"/>
            <a:ext cx="1846116" cy="1852594"/>
          </a:xfrm>
          <a:prstGeom prst="rect">
            <a:avLst/>
          </a:prstGeom>
          <a:noFill/>
          <a:ln>
            <a:noFill/>
          </a:ln>
        </p:spPr>
      </p:pic>
      <p:sp>
        <p:nvSpPr>
          <p:cNvPr id="78" name="Google Shape;78;p8"/>
          <p:cNvSpPr txBox="1"/>
          <p:nvPr/>
        </p:nvSpPr>
        <p:spPr>
          <a:xfrm>
            <a:off x="323850" y="4327975"/>
            <a:ext cx="7611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79" name="Google Shape;79;p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_2">
    <p:bg>
      <p:bgPr>
        <a:solidFill>
          <a:srgbClr val="BEF2BD"/>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82" name="Google Shape;82;p9"/>
          <p:cNvSpPr txBox="1"/>
          <p:nvPr/>
        </p:nvSpPr>
        <p:spPr>
          <a:xfrm>
            <a:off x="323850" y="3781525"/>
            <a:ext cx="2418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English</a:t>
            </a:r>
            <a:endParaRPr b="1" sz="1700">
              <a:solidFill>
                <a:schemeClr val="dk1"/>
              </a:solidFill>
              <a:latin typeface="Lexend"/>
              <a:ea typeface="Lexend"/>
              <a:cs typeface="Lexend"/>
              <a:sym typeface="Lexend"/>
            </a:endParaRPr>
          </a:p>
        </p:txBody>
      </p:sp>
      <p:sp>
        <p:nvSpPr>
          <p:cNvPr id="83" name="Google Shape;83;p9"/>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84" name="Google Shape;84;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85" name="Google Shape;85;p9"/>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86" name="Google Shape;86;p9"/>
          <p:cNvSpPr txBox="1"/>
          <p:nvPr/>
        </p:nvSpPr>
        <p:spPr>
          <a:xfrm>
            <a:off x="323850" y="4327975"/>
            <a:ext cx="6867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87" name="Google Shape;87;p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rench" showMasterSp="0">
  <p:cSld name="Title Slide 2_1_1_1_1_1_1_1_1_1_1_1">
    <p:bg>
      <p:bgPr>
        <a:solidFill>
          <a:srgbClr val="BEF2BD"/>
        </a:solidFill>
      </p:bgPr>
    </p:bg>
    <p:spTree>
      <p:nvGrpSpPr>
        <p:cNvPr id="88" name="Shape 88"/>
        <p:cNvGrpSpPr/>
        <p:nvPr/>
      </p:nvGrpSpPr>
      <p:grpSpPr>
        <a:xfrm>
          <a:off x="0" y="0"/>
          <a:ext cx="0" cy="0"/>
          <a:chOff x="0" y="0"/>
          <a:chExt cx="0" cy="0"/>
        </a:xfrm>
      </p:grpSpPr>
      <p:pic>
        <p:nvPicPr>
          <p:cNvPr id="89" name="Google Shape;89;p10"/>
          <p:cNvPicPr preferRelativeResize="0"/>
          <p:nvPr/>
        </p:nvPicPr>
        <p:blipFill rotWithShape="1">
          <a:blip r:embed="rId2">
            <a:alphaModFix/>
          </a:blip>
          <a:srcRect b="0" l="6209" r="6209" t="0"/>
          <a:stretch/>
        </p:blipFill>
        <p:spPr>
          <a:xfrm>
            <a:off x="324000" y="4008600"/>
            <a:ext cx="772225" cy="128000"/>
          </a:xfrm>
          <a:prstGeom prst="rect">
            <a:avLst/>
          </a:prstGeom>
          <a:noFill/>
          <a:ln>
            <a:noFill/>
          </a:ln>
        </p:spPr>
      </p:pic>
      <p:sp>
        <p:nvSpPr>
          <p:cNvPr id="90" name="Google Shape;90;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1" name="Google Shape;91;p10"/>
          <p:cNvSpPr txBox="1"/>
          <p:nvPr/>
        </p:nvSpPr>
        <p:spPr>
          <a:xfrm>
            <a:off x="323850" y="3781525"/>
            <a:ext cx="2270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French</a:t>
            </a:r>
            <a:endParaRPr b="1" sz="1700">
              <a:solidFill>
                <a:schemeClr val="dk1"/>
              </a:solidFill>
              <a:latin typeface="Lexend"/>
              <a:ea typeface="Lexend"/>
              <a:cs typeface="Lexend"/>
              <a:sym typeface="Lexend"/>
            </a:endParaRPr>
          </a:p>
        </p:txBody>
      </p:sp>
      <p:pic>
        <p:nvPicPr>
          <p:cNvPr id="92" name="Google Shape;92;p1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93" name="Google Shape;93;p10"/>
          <p:cNvGrpSpPr/>
          <p:nvPr/>
        </p:nvGrpSpPr>
        <p:grpSpPr>
          <a:xfrm>
            <a:off x="6156975" y="0"/>
            <a:ext cx="2987025" cy="3854074"/>
            <a:chOff x="6156975" y="0"/>
            <a:chExt cx="2987025" cy="3854074"/>
          </a:xfrm>
        </p:grpSpPr>
        <p:pic>
          <p:nvPicPr>
            <p:cNvPr id="94" name="Google Shape;94;p1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95" name="Google Shape;95;p10"/>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96" name="Google Shape;96;p10"/>
          <p:cNvSpPr txBox="1"/>
          <p:nvPr/>
        </p:nvSpPr>
        <p:spPr>
          <a:xfrm>
            <a:off x="323850" y="4327975"/>
            <a:ext cx="6444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97" name="Google Shape;97;p1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98" name="Google Shape;98;p10"/>
          <p:cNvPicPr preferRelativeResize="0"/>
          <p:nvPr/>
        </p:nvPicPr>
        <p:blipFill>
          <a:blip r:embed="rId5">
            <a:alphaModFix/>
          </a:blip>
          <a:stretch>
            <a:fillRect/>
          </a:stretch>
        </p:blipFill>
        <p:spPr>
          <a:xfrm rot="-390000">
            <a:off x="6630452" y="814570"/>
            <a:ext cx="2340000" cy="2340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99" name="Shape 99"/>
        <p:cNvGrpSpPr/>
        <p:nvPr/>
      </p:nvGrpSpPr>
      <p:grpSpPr>
        <a:xfrm>
          <a:off x="0" y="0"/>
          <a:ext cx="0" cy="0"/>
          <a:chOff x="0" y="0"/>
          <a:chExt cx="0" cy="0"/>
        </a:xfrm>
      </p:grpSpPr>
      <p:pic>
        <p:nvPicPr>
          <p:cNvPr id="100" name="Google Shape;100;p11"/>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101" name="Google Shape;101;p11"/>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102" name="Google Shape;102;p1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1"/>
          <p:cNvSpPr txBox="1"/>
          <p:nvPr/>
        </p:nvSpPr>
        <p:spPr>
          <a:xfrm>
            <a:off x="323850" y="3781525"/>
            <a:ext cx="2563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Geography</a:t>
            </a:r>
            <a:endParaRPr b="1" sz="1700">
              <a:solidFill>
                <a:schemeClr val="dk1"/>
              </a:solidFill>
              <a:latin typeface="Lexend"/>
              <a:ea typeface="Lexend"/>
              <a:cs typeface="Lexend"/>
              <a:sym typeface="Lexend"/>
            </a:endParaRPr>
          </a:p>
        </p:txBody>
      </p:sp>
      <p:pic>
        <p:nvPicPr>
          <p:cNvPr id="104" name="Google Shape;104;p11"/>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105" name="Google Shape;105;p11"/>
          <p:cNvSpPr txBox="1"/>
          <p:nvPr/>
        </p:nvSpPr>
        <p:spPr>
          <a:xfrm>
            <a:off x="323850" y="4327975"/>
            <a:ext cx="7278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06" name="Google Shape;106;p1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rman" showMasterSp="0">
  <p:cSld name="Title Slide 2_1_1_1_1_1_1_1_1_1_1_1_1">
    <p:bg>
      <p:bgPr>
        <a:solidFill>
          <a:srgbClr val="BEF2BD"/>
        </a:solidFill>
      </p:bgPr>
    </p:bg>
    <p:spTree>
      <p:nvGrpSpPr>
        <p:cNvPr id="107" name="Shape 107"/>
        <p:cNvGrpSpPr/>
        <p:nvPr/>
      </p:nvGrpSpPr>
      <p:grpSpPr>
        <a:xfrm>
          <a:off x="0" y="0"/>
          <a:ext cx="0" cy="0"/>
          <a:chOff x="0" y="0"/>
          <a:chExt cx="0" cy="0"/>
        </a:xfrm>
      </p:grpSpPr>
      <p:pic>
        <p:nvPicPr>
          <p:cNvPr id="108" name="Google Shape;108;p12"/>
          <p:cNvPicPr preferRelativeResize="0"/>
          <p:nvPr/>
        </p:nvPicPr>
        <p:blipFill rotWithShape="1">
          <a:blip r:embed="rId2">
            <a:alphaModFix/>
          </a:blip>
          <a:srcRect b="0" l="6209" r="6209" t="0"/>
          <a:stretch/>
        </p:blipFill>
        <p:spPr>
          <a:xfrm>
            <a:off x="324000" y="4008600"/>
            <a:ext cx="916925" cy="128000"/>
          </a:xfrm>
          <a:prstGeom prst="rect">
            <a:avLst/>
          </a:prstGeom>
          <a:noFill/>
          <a:ln>
            <a:noFill/>
          </a:ln>
        </p:spPr>
      </p:pic>
      <p:sp>
        <p:nvSpPr>
          <p:cNvPr id="109" name="Google Shape;109;p1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0" name="Google Shape;110;p12"/>
          <p:cNvSpPr txBox="1"/>
          <p:nvPr/>
        </p:nvSpPr>
        <p:spPr>
          <a:xfrm>
            <a:off x="323850" y="3781525"/>
            <a:ext cx="23445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German</a:t>
            </a:r>
            <a:endParaRPr b="1" sz="1700">
              <a:solidFill>
                <a:schemeClr val="dk1"/>
              </a:solidFill>
              <a:latin typeface="Lexend"/>
              <a:ea typeface="Lexend"/>
              <a:cs typeface="Lexend"/>
              <a:sym typeface="Lexend"/>
            </a:endParaRPr>
          </a:p>
        </p:txBody>
      </p:sp>
      <p:pic>
        <p:nvPicPr>
          <p:cNvPr id="111" name="Google Shape;111;p1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12" name="Google Shape;112;p12"/>
          <p:cNvGrpSpPr/>
          <p:nvPr/>
        </p:nvGrpSpPr>
        <p:grpSpPr>
          <a:xfrm>
            <a:off x="6156975" y="0"/>
            <a:ext cx="2987025" cy="3854074"/>
            <a:chOff x="6156975" y="0"/>
            <a:chExt cx="2987025" cy="3854074"/>
          </a:xfrm>
        </p:grpSpPr>
        <p:pic>
          <p:nvPicPr>
            <p:cNvPr id="113" name="Google Shape;113;p1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14" name="Google Shape;114;p1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15" name="Google Shape;115;p12"/>
          <p:cNvSpPr txBox="1"/>
          <p:nvPr/>
        </p:nvSpPr>
        <p:spPr>
          <a:xfrm>
            <a:off x="323850" y="4327975"/>
            <a:ext cx="6657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16" name="Google Shape;116;p1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17" name="Google Shape;117;p12"/>
          <p:cNvPicPr preferRelativeResize="0"/>
          <p:nvPr/>
        </p:nvPicPr>
        <p:blipFill>
          <a:blip r:embed="rId5">
            <a:alphaModFix/>
          </a:blip>
          <a:stretch>
            <a:fillRect/>
          </a:stretch>
        </p:blipFill>
        <p:spPr>
          <a:xfrm rot="-389998">
            <a:off x="6679063" y="775065"/>
            <a:ext cx="2340000" cy="23400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_2">
    <p:bg>
      <p:bgPr>
        <a:solidFill>
          <a:srgbClr val="BEF2BD"/>
        </a:solidFill>
      </p:bgPr>
    </p:bg>
    <p:spTree>
      <p:nvGrpSpPr>
        <p:cNvPr id="118" name="Shape 118"/>
        <p:cNvGrpSpPr/>
        <p:nvPr/>
      </p:nvGrpSpPr>
      <p:grpSpPr>
        <a:xfrm>
          <a:off x="0" y="0"/>
          <a:ext cx="0" cy="0"/>
          <a:chOff x="0" y="0"/>
          <a:chExt cx="0" cy="0"/>
        </a:xfrm>
      </p:grpSpPr>
      <p:pic>
        <p:nvPicPr>
          <p:cNvPr id="119" name="Google Shape;119;p13"/>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20" name="Google Shape;120;p1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History</a:t>
            </a:r>
            <a:endParaRPr b="1" sz="1700">
              <a:solidFill>
                <a:schemeClr val="dk1"/>
              </a:solidFill>
              <a:latin typeface="Lexend"/>
              <a:ea typeface="Lexend"/>
              <a:cs typeface="Lexend"/>
              <a:sym typeface="Lexend"/>
            </a:endParaRPr>
          </a:p>
        </p:txBody>
      </p:sp>
      <p:pic>
        <p:nvPicPr>
          <p:cNvPr id="122" name="Google Shape;122;p1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23" name="Google Shape;123;p13"/>
          <p:cNvGrpSpPr/>
          <p:nvPr/>
        </p:nvGrpSpPr>
        <p:grpSpPr>
          <a:xfrm>
            <a:off x="6156975" y="0"/>
            <a:ext cx="2987025" cy="3854074"/>
            <a:chOff x="6156975" y="0"/>
            <a:chExt cx="2987025" cy="3854074"/>
          </a:xfrm>
        </p:grpSpPr>
        <p:pic>
          <p:nvPicPr>
            <p:cNvPr id="124" name="Google Shape;124;p1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25" name="Google Shape;125;p13"/>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 name="Google Shape;126;p13"/>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
        <p:nvSpPr>
          <p:cNvPr id="127" name="Google Shape;127;p13"/>
          <p:cNvSpPr txBox="1"/>
          <p:nvPr/>
        </p:nvSpPr>
        <p:spPr>
          <a:xfrm>
            <a:off x="323850" y="4327975"/>
            <a:ext cx="7317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28" name="Google Shape;128;p1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_2">
    <p:bg>
      <p:bgPr>
        <a:solidFill>
          <a:srgbClr val="BEF2BD"/>
        </a:solidFill>
      </p:bgPr>
    </p:bg>
    <p:spTree>
      <p:nvGrpSpPr>
        <p:cNvPr id="129" name="Shape 129"/>
        <p:cNvGrpSpPr/>
        <p:nvPr/>
      </p:nvGrpSpPr>
      <p:grpSpPr>
        <a:xfrm>
          <a:off x="0" y="0"/>
          <a:ext cx="0" cy="0"/>
          <a:chOff x="0" y="0"/>
          <a:chExt cx="0" cy="0"/>
        </a:xfrm>
      </p:grpSpPr>
      <p:pic>
        <p:nvPicPr>
          <p:cNvPr id="130" name="Google Shape;130;p14"/>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31" name="Google Shape;131;p1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1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Maths</a:t>
            </a:r>
            <a:endParaRPr b="1" sz="1700">
              <a:solidFill>
                <a:schemeClr val="dk1"/>
              </a:solidFill>
              <a:latin typeface="Lexend"/>
              <a:ea typeface="Lexend"/>
              <a:cs typeface="Lexend"/>
              <a:sym typeface="Lexend"/>
            </a:endParaRPr>
          </a:p>
        </p:txBody>
      </p:sp>
      <p:pic>
        <p:nvPicPr>
          <p:cNvPr id="133" name="Google Shape;133;p14"/>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34" name="Google Shape;134;p14"/>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
        <p:nvSpPr>
          <p:cNvPr id="135" name="Google Shape;135;p14"/>
          <p:cNvSpPr txBox="1"/>
          <p:nvPr/>
        </p:nvSpPr>
        <p:spPr>
          <a:xfrm>
            <a:off x="323850" y="4327975"/>
            <a:ext cx="6426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36" name="Google Shape;136;p14"/>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137" name="Shape 137"/>
        <p:cNvGrpSpPr/>
        <p:nvPr/>
      </p:nvGrpSpPr>
      <p:grpSpPr>
        <a:xfrm>
          <a:off x="0" y="0"/>
          <a:ext cx="0" cy="0"/>
          <a:chOff x="0" y="0"/>
          <a:chExt cx="0" cy="0"/>
        </a:xfrm>
      </p:grpSpPr>
      <p:pic>
        <p:nvPicPr>
          <p:cNvPr id="138" name="Google Shape;138;p15"/>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39" name="Google Shape;139;p1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0" name="Google Shape;140;p1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Music</a:t>
            </a:r>
            <a:endParaRPr b="1" sz="1700">
              <a:solidFill>
                <a:schemeClr val="dk1"/>
              </a:solidFill>
              <a:latin typeface="Lexend"/>
              <a:ea typeface="Lexend"/>
              <a:cs typeface="Lexend"/>
              <a:sym typeface="Lexend"/>
            </a:endParaRPr>
          </a:p>
        </p:txBody>
      </p:sp>
      <p:pic>
        <p:nvPicPr>
          <p:cNvPr id="141" name="Google Shape;141;p1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42" name="Google Shape;142;p15"/>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
        <p:nvSpPr>
          <p:cNvPr id="143" name="Google Shape;143;p15"/>
          <p:cNvSpPr txBox="1"/>
          <p:nvPr/>
        </p:nvSpPr>
        <p:spPr>
          <a:xfrm>
            <a:off x="323850" y="4327975"/>
            <a:ext cx="6615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44" name="Google Shape;144;p15"/>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al education" showMasterSp="0">
  <p:cSld name="Title Slide 2_1_1_1_1_1_1_1_1_1_1_1_1_2">
    <p:bg>
      <p:bgPr>
        <a:solidFill>
          <a:srgbClr val="BEF2BD"/>
        </a:solidFill>
      </p:bgPr>
    </p:bg>
    <p:spTree>
      <p:nvGrpSpPr>
        <p:cNvPr id="145" name="Shape 145"/>
        <p:cNvGrpSpPr/>
        <p:nvPr/>
      </p:nvGrpSpPr>
      <p:grpSpPr>
        <a:xfrm>
          <a:off x="0" y="0"/>
          <a:ext cx="0" cy="0"/>
          <a:chOff x="0" y="0"/>
          <a:chExt cx="0" cy="0"/>
        </a:xfrm>
      </p:grpSpPr>
      <p:pic>
        <p:nvPicPr>
          <p:cNvPr id="146" name="Google Shape;146;p16"/>
          <p:cNvPicPr preferRelativeResize="0"/>
          <p:nvPr/>
        </p:nvPicPr>
        <p:blipFill rotWithShape="1">
          <a:blip r:embed="rId2">
            <a:alphaModFix/>
          </a:blip>
          <a:srcRect b="0" l="6209" r="6209" t="0"/>
          <a:stretch/>
        </p:blipFill>
        <p:spPr>
          <a:xfrm>
            <a:off x="324000" y="4008600"/>
            <a:ext cx="2192950" cy="128000"/>
          </a:xfrm>
          <a:prstGeom prst="rect">
            <a:avLst/>
          </a:prstGeom>
          <a:noFill/>
          <a:ln>
            <a:noFill/>
          </a:ln>
        </p:spPr>
      </p:pic>
      <p:sp>
        <p:nvSpPr>
          <p:cNvPr id="147" name="Google Shape;147;p1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8" name="Google Shape;148;p16"/>
          <p:cNvSpPr txBox="1"/>
          <p:nvPr/>
        </p:nvSpPr>
        <p:spPr>
          <a:xfrm>
            <a:off x="323850" y="3781525"/>
            <a:ext cx="2701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Physical education</a:t>
            </a:r>
            <a:endParaRPr b="1" sz="1700">
              <a:solidFill>
                <a:schemeClr val="dk1"/>
              </a:solidFill>
              <a:latin typeface="Lexend"/>
              <a:ea typeface="Lexend"/>
              <a:cs typeface="Lexend"/>
              <a:sym typeface="Lexend"/>
            </a:endParaRPr>
          </a:p>
        </p:txBody>
      </p:sp>
      <p:pic>
        <p:nvPicPr>
          <p:cNvPr id="149" name="Google Shape;149;p1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50" name="Google Shape;150;p16"/>
          <p:cNvGrpSpPr/>
          <p:nvPr/>
        </p:nvGrpSpPr>
        <p:grpSpPr>
          <a:xfrm>
            <a:off x="6156975" y="0"/>
            <a:ext cx="2987025" cy="3854074"/>
            <a:chOff x="6156975" y="0"/>
            <a:chExt cx="2987025" cy="3854074"/>
          </a:xfrm>
        </p:grpSpPr>
        <p:pic>
          <p:nvPicPr>
            <p:cNvPr id="151" name="Google Shape;151;p16"/>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52" name="Google Shape;152;p16"/>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53" name="Google Shape;153;p16"/>
          <p:cNvSpPr txBox="1"/>
          <p:nvPr/>
        </p:nvSpPr>
        <p:spPr>
          <a:xfrm>
            <a:off x="323850" y="4327975"/>
            <a:ext cx="5811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54" name="Google Shape;154;p16"/>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55" name="Google Shape;155;p16"/>
          <p:cNvPicPr preferRelativeResize="0"/>
          <p:nvPr/>
        </p:nvPicPr>
        <p:blipFill>
          <a:blip r:embed="rId5">
            <a:alphaModFix/>
          </a:blip>
          <a:stretch>
            <a:fillRect/>
          </a:stretch>
        </p:blipFill>
        <p:spPr>
          <a:xfrm rot="-375628">
            <a:off x="6551506" y="729991"/>
            <a:ext cx="2546513" cy="254649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_2">
    <p:bg>
      <p:bgPr>
        <a:solidFill>
          <a:srgbClr val="BEF2BD"/>
        </a:solidFill>
      </p:bgPr>
    </p:bg>
    <p:spTree>
      <p:nvGrpSpPr>
        <p:cNvPr id="156" name="Shape 156"/>
        <p:cNvGrpSpPr/>
        <p:nvPr/>
      </p:nvGrpSpPr>
      <p:grpSpPr>
        <a:xfrm>
          <a:off x="0" y="0"/>
          <a:ext cx="0" cy="0"/>
          <a:chOff x="0" y="0"/>
          <a:chExt cx="0" cy="0"/>
        </a:xfrm>
      </p:grpSpPr>
      <p:pic>
        <p:nvPicPr>
          <p:cNvPr id="157" name="Google Shape;157;p17"/>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58" name="Google Shape;158;p1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9" name="Google Shape;159;p1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Physics</a:t>
            </a:r>
            <a:endParaRPr b="1" sz="1700">
              <a:solidFill>
                <a:schemeClr val="dk1"/>
              </a:solidFill>
              <a:latin typeface="Lexend"/>
              <a:ea typeface="Lexend"/>
              <a:cs typeface="Lexend"/>
              <a:sym typeface="Lexend"/>
            </a:endParaRPr>
          </a:p>
        </p:txBody>
      </p:sp>
      <p:pic>
        <p:nvPicPr>
          <p:cNvPr id="160" name="Google Shape;160;p17"/>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61" name="Google Shape;161;p17"/>
          <p:cNvGrpSpPr/>
          <p:nvPr/>
        </p:nvGrpSpPr>
        <p:grpSpPr>
          <a:xfrm>
            <a:off x="6156975" y="0"/>
            <a:ext cx="2987025" cy="3854074"/>
            <a:chOff x="6156975" y="0"/>
            <a:chExt cx="2987025" cy="3854074"/>
          </a:xfrm>
        </p:grpSpPr>
        <p:pic>
          <p:nvPicPr>
            <p:cNvPr id="162" name="Google Shape;162;p1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63" name="Google Shape;163;p17"/>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4" name="Google Shape;164;p17"/>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
        <p:nvSpPr>
          <p:cNvPr id="165" name="Google Shape;165;p17"/>
          <p:cNvSpPr txBox="1"/>
          <p:nvPr/>
        </p:nvSpPr>
        <p:spPr>
          <a:xfrm>
            <a:off x="323850" y="4327975"/>
            <a:ext cx="7092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66" name="Google Shape;166;p17"/>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and health education" showMasterSp="0">
  <p:cSld name="Title Slide 2_1_1_1_1_1_1_1_1_1_1_7">
    <p:bg>
      <p:bgPr>
        <a:solidFill>
          <a:srgbClr val="BEF2BD"/>
        </a:solidFill>
      </p:bgPr>
    </p:bg>
    <p:spTree>
      <p:nvGrpSpPr>
        <p:cNvPr id="167" name="Shape 167"/>
        <p:cNvGrpSpPr/>
        <p:nvPr/>
      </p:nvGrpSpPr>
      <p:grpSpPr>
        <a:xfrm>
          <a:off x="0" y="0"/>
          <a:ext cx="0" cy="0"/>
          <a:chOff x="0" y="0"/>
          <a:chExt cx="0" cy="0"/>
        </a:xfrm>
      </p:grpSpPr>
      <p:pic>
        <p:nvPicPr>
          <p:cNvPr id="168" name="Google Shape;168;p18"/>
          <p:cNvPicPr preferRelativeResize="0"/>
          <p:nvPr/>
        </p:nvPicPr>
        <p:blipFill rotWithShape="1">
          <a:blip r:embed="rId2">
            <a:alphaModFix/>
          </a:blip>
          <a:srcRect b="0" l="6209" r="6209" t="0"/>
          <a:stretch/>
        </p:blipFill>
        <p:spPr>
          <a:xfrm>
            <a:off x="324000" y="4008600"/>
            <a:ext cx="1360800" cy="128000"/>
          </a:xfrm>
          <a:prstGeom prst="rect">
            <a:avLst/>
          </a:prstGeom>
          <a:noFill/>
          <a:ln>
            <a:noFill/>
          </a:ln>
        </p:spPr>
      </p:pic>
      <p:sp>
        <p:nvSpPr>
          <p:cNvPr id="169" name="Google Shape;169;p1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0" name="Google Shape;170;p18"/>
          <p:cNvSpPr txBox="1"/>
          <p:nvPr/>
        </p:nvSpPr>
        <p:spPr>
          <a:xfrm>
            <a:off x="323850" y="3781525"/>
            <a:ext cx="46233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RHE (PSHE)</a:t>
            </a:r>
            <a:endParaRPr b="1" sz="1700">
              <a:solidFill>
                <a:schemeClr val="dk1"/>
              </a:solidFill>
              <a:latin typeface="Lexend"/>
              <a:ea typeface="Lexend"/>
              <a:cs typeface="Lexend"/>
              <a:sym typeface="Lexend"/>
            </a:endParaRPr>
          </a:p>
        </p:txBody>
      </p:sp>
      <p:pic>
        <p:nvPicPr>
          <p:cNvPr id="171" name="Google Shape;171;p1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72" name="Google Shape;172;p18"/>
          <p:cNvGrpSpPr/>
          <p:nvPr/>
        </p:nvGrpSpPr>
        <p:grpSpPr>
          <a:xfrm>
            <a:off x="6156975" y="0"/>
            <a:ext cx="2987025" cy="3854074"/>
            <a:chOff x="6156975" y="0"/>
            <a:chExt cx="2987025" cy="3854074"/>
          </a:xfrm>
        </p:grpSpPr>
        <p:pic>
          <p:nvPicPr>
            <p:cNvPr id="173" name="Google Shape;173;p1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74" name="Google Shape;174;p18"/>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75" name="Google Shape;175;p18"/>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176" name="Google Shape;176;p18"/>
          <p:cNvSpPr txBox="1"/>
          <p:nvPr/>
        </p:nvSpPr>
        <p:spPr>
          <a:xfrm>
            <a:off x="323850" y="4327975"/>
            <a:ext cx="6426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77" name="Google Shape;177;p18"/>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800"/>
              <a:buFont typeface="Lexend"/>
              <a:buNone/>
              <a:defRPr sz="1800">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ationships, sex and health education" showMasterSp="0">
  <p:cSld name="Title Slide 2_1_1_1_1_1_1_1_1_1_1_7_1">
    <p:bg>
      <p:bgPr>
        <a:solidFill>
          <a:srgbClr val="BEF2BD"/>
        </a:solidFill>
      </p:bgPr>
    </p:bg>
    <p:spTree>
      <p:nvGrpSpPr>
        <p:cNvPr id="178" name="Shape 178"/>
        <p:cNvGrpSpPr/>
        <p:nvPr/>
      </p:nvGrpSpPr>
      <p:grpSpPr>
        <a:xfrm>
          <a:off x="0" y="0"/>
          <a:ext cx="0" cy="0"/>
          <a:chOff x="0" y="0"/>
          <a:chExt cx="0" cy="0"/>
        </a:xfrm>
      </p:grpSpPr>
      <p:pic>
        <p:nvPicPr>
          <p:cNvPr id="179" name="Google Shape;179;p19"/>
          <p:cNvPicPr preferRelativeResize="0"/>
          <p:nvPr/>
        </p:nvPicPr>
        <p:blipFill rotWithShape="1">
          <a:blip r:embed="rId2">
            <a:alphaModFix/>
          </a:blip>
          <a:srcRect b="0" l="6209" r="6209" t="0"/>
          <a:stretch/>
        </p:blipFill>
        <p:spPr>
          <a:xfrm>
            <a:off x="324000" y="4008600"/>
            <a:ext cx="1511900" cy="128000"/>
          </a:xfrm>
          <a:prstGeom prst="rect">
            <a:avLst/>
          </a:prstGeom>
          <a:noFill/>
          <a:ln>
            <a:noFill/>
          </a:ln>
        </p:spPr>
      </p:pic>
      <p:sp>
        <p:nvSpPr>
          <p:cNvPr id="180" name="Google Shape;180;p1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81" name="Google Shape;181;p19"/>
          <p:cNvSpPr txBox="1"/>
          <p:nvPr/>
        </p:nvSpPr>
        <p:spPr>
          <a:xfrm>
            <a:off x="323850" y="3781525"/>
            <a:ext cx="5087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RSHE (PSHE)</a:t>
            </a:r>
            <a:endParaRPr b="1" sz="1700">
              <a:solidFill>
                <a:schemeClr val="dk1"/>
              </a:solidFill>
              <a:latin typeface="Lexend"/>
              <a:ea typeface="Lexend"/>
              <a:cs typeface="Lexend"/>
              <a:sym typeface="Lexend"/>
            </a:endParaRPr>
          </a:p>
        </p:txBody>
      </p:sp>
      <p:pic>
        <p:nvPicPr>
          <p:cNvPr id="182" name="Google Shape;182;p1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83" name="Google Shape;183;p19"/>
          <p:cNvGrpSpPr/>
          <p:nvPr/>
        </p:nvGrpSpPr>
        <p:grpSpPr>
          <a:xfrm>
            <a:off x="6156975" y="0"/>
            <a:ext cx="2987025" cy="3854074"/>
            <a:chOff x="6156975" y="0"/>
            <a:chExt cx="2987025" cy="3854074"/>
          </a:xfrm>
        </p:grpSpPr>
        <p:pic>
          <p:nvPicPr>
            <p:cNvPr id="184" name="Google Shape;184;p1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85" name="Google Shape;185;p19"/>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86" name="Google Shape;186;p19"/>
          <p:cNvPicPr preferRelativeResize="0"/>
          <p:nvPr/>
        </p:nvPicPr>
        <p:blipFill>
          <a:blip r:embed="rId5">
            <a:alphaModFix/>
          </a:blip>
          <a:stretch>
            <a:fillRect/>
          </a:stretch>
        </p:blipFill>
        <p:spPr>
          <a:xfrm rot="-360033">
            <a:off x="6814806" y="1250542"/>
            <a:ext cx="1965462" cy="1393693"/>
          </a:xfrm>
          <a:prstGeom prst="rect">
            <a:avLst/>
          </a:prstGeom>
          <a:noFill/>
          <a:ln>
            <a:noFill/>
          </a:ln>
        </p:spPr>
      </p:pic>
      <p:sp>
        <p:nvSpPr>
          <p:cNvPr id="187" name="Google Shape;187;p19"/>
          <p:cNvSpPr txBox="1"/>
          <p:nvPr/>
        </p:nvSpPr>
        <p:spPr>
          <a:xfrm>
            <a:off x="323850" y="4327975"/>
            <a:ext cx="7389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88" name="Google Shape;188;p19"/>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Religious education" showMasterSp="0">
  <p:cSld name="Title Slide 2_1_1_1_1_1_1_1_1_1_1_1_1_1">
    <p:bg>
      <p:bgPr>
        <a:solidFill>
          <a:srgbClr val="BEF2BD"/>
        </a:solidFill>
      </p:bgPr>
    </p:bg>
    <p:spTree>
      <p:nvGrpSpPr>
        <p:cNvPr id="189" name="Shape 189"/>
        <p:cNvGrpSpPr/>
        <p:nvPr/>
      </p:nvGrpSpPr>
      <p:grpSpPr>
        <a:xfrm>
          <a:off x="0" y="0"/>
          <a:ext cx="0" cy="0"/>
          <a:chOff x="0" y="0"/>
          <a:chExt cx="0" cy="0"/>
        </a:xfrm>
      </p:grpSpPr>
      <p:pic>
        <p:nvPicPr>
          <p:cNvPr id="190" name="Google Shape;190;p20"/>
          <p:cNvPicPr preferRelativeResize="0"/>
          <p:nvPr/>
        </p:nvPicPr>
        <p:blipFill rotWithShape="1">
          <a:blip r:embed="rId2">
            <a:alphaModFix/>
          </a:blip>
          <a:srcRect b="0" l="6209" r="6209" t="0"/>
          <a:stretch/>
        </p:blipFill>
        <p:spPr>
          <a:xfrm>
            <a:off x="324000" y="4008600"/>
            <a:ext cx="2271875" cy="128000"/>
          </a:xfrm>
          <a:prstGeom prst="rect">
            <a:avLst/>
          </a:prstGeom>
          <a:noFill/>
          <a:ln>
            <a:noFill/>
          </a:ln>
        </p:spPr>
      </p:pic>
      <p:sp>
        <p:nvSpPr>
          <p:cNvPr id="191" name="Google Shape;191;p2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2" name="Google Shape;192;p20"/>
          <p:cNvSpPr txBox="1"/>
          <p:nvPr/>
        </p:nvSpPr>
        <p:spPr>
          <a:xfrm>
            <a:off x="323850" y="3781525"/>
            <a:ext cx="27981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Religious education</a:t>
            </a:r>
            <a:endParaRPr b="1" sz="1700">
              <a:solidFill>
                <a:schemeClr val="dk1"/>
              </a:solidFill>
              <a:latin typeface="Lexend"/>
              <a:ea typeface="Lexend"/>
              <a:cs typeface="Lexend"/>
              <a:sym typeface="Lexend"/>
            </a:endParaRPr>
          </a:p>
        </p:txBody>
      </p:sp>
      <p:pic>
        <p:nvPicPr>
          <p:cNvPr id="193" name="Google Shape;193;p20"/>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194" name="Google Shape;194;p20"/>
          <p:cNvGrpSpPr/>
          <p:nvPr/>
        </p:nvGrpSpPr>
        <p:grpSpPr>
          <a:xfrm>
            <a:off x="6156975" y="0"/>
            <a:ext cx="2987025" cy="3854074"/>
            <a:chOff x="6156975" y="0"/>
            <a:chExt cx="2987025" cy="3854074"/>
          </a:xfrm>
        </p:grpSpPr>
        <p:pic>
          <p:nvPicPr>
            <p:cNvPr id="195" name="Google Shape;195;p2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196" name="Google Shape;196;p20"/>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197" name="Google Shape;197;p20"/>
          <p:cNvPicPr preferRelativeResize="0"/>
          <p:nvPr/>
        </p:nvPicPr>
        <p:blipFill>
          <a:blip r:embed="rId5">
            <a:alphaModFix/>
          </a:blip>
          <a:stretch>
            <a:fillRect/>
          </a:stretch>
        </p:blipFill>
        <p:spPr>
          <a:xfrm rot="-360003">
            <a:off x="6754136" y="1062731"/>
            <a:ext cx="2012844" cy="1854018"/>
          </a:xfrm>
          <a:prstGeom prst="rect">
            <a:avLst/>
          </a:prstGeom>
          <a:noFill/>
          <a:ln>
            <a:noFill/>
          </a:ln>
        </p:spPr>
      </p:pic>
      <p:sp>
        <p:nvSpPr>
          <p:cNvPr id="198" name="Google Shape;198;p20"/>
          <p:cNvSpPr txBox="1"/>
          <p:nvPr/>
        </p:nvSpPr>
        <p:spPr>
          <a:xfrm>
            <a:off x="323850" y="4327975"/>
            <a:ext cx="6426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199" name="Google Shape;199;p20"/>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_2">
    <p:bg>
      <p:bgPr>
        <a:solidFill>
          <a:srgbClr val="BEF2BD"/>
        </a:solidFill>
      </p:bgPr>
    </p:bg>
    <p:spTree>
      <p:nvGrpSpPr>
        <p:cNvPr id="200" name="Shape 200"/>
        <p:cNvGrpSpPr/>
        <p:nvPr/>
      </p:nvGrpSpPr>
      <p:grpSpPr>
        <a:xfrm>
          <a:off x="0" y="0"/>
          <a:ext cx="0" cy="0"/>
          <a:chOff x="0" y="0"/>
          <a:chExt cx="0" cy="0"/>
        </a:xfrm>
      </p:grpSpPr>
      <p:sp>
        <p:nvSpPr>
          <p:cNvPr id="201" name="Google Shape;201;p2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2" name="Google Shape;202;p2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Science</a:t>
            </a:r>
            <a:endParaRPr b="1" sz="1700">
              <a:solidFill>
                <a:schemeClr val="dk1"/>
              </a:solidFill>
              <a:latin typeface="Lexend"/>
              <a:ea typeface="Lexend"/>
              <a:cs typeface="Lexend"/>
              <a:sym typeface="Lexend"/>
            </a:endParaRPr>
          </a:p>
        </p:txBody>
      </p:sp>
      <p:pic>
        <p:nvPicPr>
          <p:cNvPr id="203" name="Google Shape;203;p21"/>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pic>
        <p:nvPicPr>
          <p:cNvPr id="204" name="Google Shape;204;p21"/>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205" name="Google Shape;205;p21"/>
          <p:cNvGrpSpPr/>
          <p:nvPr/>
        </p:nvGrpSpPr>
        <p:grpSpPr>
          <a:xfrm>
            <a:off x="6156975" y="0"/>
            <a:ext cx="2987025" cy="3854074"/>
            <a:chOff x="6156975" y="0"/>
            <a:chExt cx="2987025" cy="3854074"/>
          </a:xfrm>
        </p:grpSpPr>
        <p:pic>
          <p:nvPicPr>
            <p:cNvPr id="206" name="Google Shape;206;p21"/>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07" name="Google Shape;207;p21"/>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8" name="Google Shape;208;p21"/>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
        <p:nvSpPr>
          <p:cNvPr id="209" name="Google Shape;209;p21"/>
          <p:cNvSpPr txBox="1"/>
          <p:nvPr/>
        </p:nvSpPr>
        <p:spPr>
          <a:xfrm>
            <a:off x="323850" y="4327975"/>
            <a:ext cx="6426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10" name="Google Shape;210;p21"/>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panish" showMasterSp="0">
  <p:cSld name="Title Slide 2_1_1_1_1_1_1_1_1_1_1_1_2_1">
    <p:bg>
      <p:bgPr>
        <a:solidFill>
          <a:srgbClr val="BEF2BD"/>
        </a:solidFill>
      </p:bgPr>
    </p:bg>
    <p:spTree>
      <p:nvGrpSpPr>
        <p:cNvPr id="211" name="Shape 211"/>
        <p:cNvGrpSpPr/>
        <p:nvPr/>
      </p:nvGrpSpPr>
      <p:grpSpPr>
        <a:xfrm>
          <a:off x="0" y="0"/>
          <a:ext cx="0" cy="0"/>
          <a:chOff x="0" y="0"/>
          <a:chExt cx="0" cy="0"/>
        </a:xfrm>
      </p:grpSpPr>
      <p:pic>
        <p:nvPicPr>
          <p:cNvPr id="212" name="Google Shape;212;p22"/>
          <p:cNvPicPr preferRelativeResize="0"/>
          <p:nvPr/>
        </p:nvPicPr>
        <p:blipFill rotWithShape="1">
          <a:blip r:embed="rId2">
            <a:alphaModFix/>
          </a:blip>
          <a:srcRect b="0" l="6209" r="6209" t="0"/>
          <a:stretch/>
        </p:blipFill>
        <p:spPr>
          <a:xfrm>
            <a:off x="324000" y="4008600"/>
            <a:ext cx="890625" cy="128000"/>
          </a:xfrm>
          <a:prstGeom prst="rect">
            <a:avLst/>
          </a:prstGeom>
          <a:noFill/>
          <a:ln>
            <a:noFill/>
          </a:ln>
        </p:spPr>
      </p:pic>
      <p:sp>
        <p:nvSpPr>
          <p:cNvPr id="213" name="Google Shape;213;p2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4" name="Google Shape;214;p2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Spanish</a:t>
            </a:r>
            <a:endParaRPr b="1" sz="1700">
              <a:solidFill>
                <a:schemeClr val="dk1"/>
              </a:solidFill>
              <a:latin typeface="Lexend"/>
              <a:ea typeface="Lexend"/>
              <a:cs typeface="Lexend"/>
              <a:sym typeface="Lexend"/>
            </a:endParaRPr>
          </a:p>
        </p:txBody>
      </p:sp>
      <p:pic>
        <p:nvPicPr>
          <p:cNvPr id="215" name="Google Shape;215;p2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grpSp>
        <p:nvGrpSpPr>
          <p:cNvPr id="216" name="Google Shape;216;p22"/>
          <p:cNvGrpSpPr/>
          <p:nvPr/>
        </p:nvGrpSpPr>
        <p:grpSpPr>
          <a:xfrm>
            <a:off x="6156975" y="0"/>
            <a:ext cx="2987025" cy="3854074"/>
            <a:chOff x="6156975" y="0"/>
            <a:chExt cx="2987025" cy="3854074"/>
          </a:xfrm>
        </p:grpSpPr>
        <p:pic>
          <p:nvPicPr>
            <p:cNvPr id="217" name="Google Shape;217;p2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218" name="Google Shape;218;p22"/>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219" name="Google Shape;219;p22"/>
          <p:cNvSpPr txBox="1"/>
          <p:nvPr/>
        </p:nvSpPr>
        <p:spPr>
          <a:xfrm>
            <a:off x="323850" y="4327975"/>
            <a:ext cx="6426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220" name="Google Shape;220;p22"/>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1" name="Google Shape;221;p22"/>
          <p:cNvPicPr preferRelativeResize="0"/>
          <p:nvPr/>
        </p:nvPicPr>
        <p:blipFill>
          <a:blip r:embed="rId5">
            <a:alphaModFix/>
          </a:blip>
          <a:stretch>
            <a:fillRect/>
          </a:stretch>
        </p:blipFill>
        <p:spPr>
          <a:xfrm rot="-390001">
            <a:off x="6638540" y="856133"/>
            <a:ext cx="2340000" cy="23400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222" name="Shape 222"/>
        <p:cNvGrpSpPr/>
        <p:nvPr/>
      </p:nvGrpSpPr>
      <p:grpSpPr>
        <a:xfrm>
          <a:off x="0" y="0"/>
          <a:ext cx="0" cy="0"/>
          <a:chOff x="0" y="0"/>
          <a:chExt cx="0" cy="0"/>
        </a:xfrm>
      </p:grpSpPr>
      <p:pic>
        <p:nvPicPr>
          <p:cNvPr id="223" name="Google Shape;223;p23"/>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224" name="Google Shape;224;p23"/>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solidFill>
                  <a:schemeClr val="dk1"/>
                </a:solidFill>
                <a:latin typeface="Lexend"/>
                <a:ea typeface="Lexend"/>
                <a:cs typeface="Lexend"/>
                <a:sym typeface="Lexend"/>
              </a:rPr>
              <a:t>Outcome</a:t>
            </a:r>
            <a:endParaRPr b="1" sz="2800">
              <a:solidFill>
                <a:schemeClr val="dk1"/>
              </a:solidFill>
              <a:latin typeface="Lexend"/>
              <a:ea typeface="Lexend"/>
              <a:cs typeface="Lexend"/>
              <a:sym typeface="Lexend"/>
            </a:endParaRPr>
          </a:p>
        </p:txBody>
      </p:sp>
      <p:sp>
        <p:nvSpPr>
          <p:cNvPr id="225" name="Google Shape;225;p23"/>
          <p:cNvSpPr txBox="1"/>
          <p:nvPr>
            <p:ph idx="1" type="subTitle"/>
          </p:nvPr>
        </p:nvSpPr>
        <p:spPr>
          <a:xfrm>
            <a:off x="666000" y="1620000"/>
            <a:ext cx="7270800" cy="25041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bg>
      <p:bgPr>
        <a:solidFill>
          <a:srgbClr val="FFF7CC"/>
        </a:solidFill>
      </p:bgPr>
    </p:bg>
    <p:spTree>
      <p:nvGrpSpPr>
        <p:cNvPr id="226" name="Shape 226"/>
        <p:cNvGrpSpPr/>
        <p:nvPr/>
      </p:nvGrpSpPr>
      <p:grpSpPr>
        <a:xfrm>
          <a:off x="0" y="0"/>
          <a:ext cx="0" cy="0"/>
          <a:chOff x="0" y="0"/>
          <a:chExt cx="0" cy="0"/>
        </a:xfrm>
      </p:grpSpPr>
      <p:sp>
        <p:nvSpPr>
          <p:cNvPr id="227" name="Google Shape;227;p24"/>
          <p:cNvSpPr/>
          <p:nvPr/>
        </p:nvSpPr>
        <p:spPr>
          <a:xfrm>
            <a:off x="4683800" y="810000"/>
            <a:ext cx="4134600" cy="1163400"/>
          </a:xfrm>
          <a:prstGeom prst="roundRect">
            <a:avLst>
              <a:gd fmla="val 10151"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4"/>
          <p:cNvSpPr/>
          <p:nvPr/>
        </p:nvSpPr>
        <p:spPr>
          <a:xfrm>
            <a:off x="185250" y="810000"/>
            <a:ext cx="4134600" cy="3850200"/>
          </a:xfrm>
          <a:prstGeom prst="roundRect">
            <a:avLst>
              <a:gd fmla="val 2796" name="adj"/>
            </a:avLst>
          </a:prstGeom>
          <a:solidFill>
            <a:srgbClr val="FFFFFF"/>
          </a:solidFill>
          <a:ln cap="flat" cmpd="sng" w="19050">
            <a:solidFill>
              <a:srgbClr val="28282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4"/>
          <p:cNvSpPr txBox="1"/>
          <p:nvPr/>
        </p:nvSpPr>
        <p:spPr>
          <a:xfrm>
            <a:off x="325475" y="1245050"/>
            <a:ext cx="3998700" cy="4617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Oak’s lessons are structured around </a:t>
            </a:r>
            <a:r>
              <a:rPr b="1" lang="en-GB" sz="1200">
                <a:solidFill>
                  <a:schemeClr val="dk1"/>
                </a:solidFill>
                <a:latin typeface="Lexend"/>
                <a:ea typeface="Lexend"/>
                <a:cs typeface="Lexend"/>
                <a:sym typeface="Lexend"/>
              </a:rPr>
              <a:t>learning cycles</a:t>
            </a:r>
            <a:r>
              <a:rPr i="1" lang="en-GB" sz="1200">
                <a:solidFill>
                  <a:schemeClr val="dk1"/>
                </a:solidFill>
                <a:latin typeface="Lexend"/>
                <a:ea typeface="Lexend"/>
                <a:cs typeface="Lexend"/>
                <a:sym typeface="Lexend"/>
              </a:rPr>
              <a:t>.</a:t>
            </a:r>
            <a:r>
              <a:rPr lang="en-GB" sz="1200">
                <a:solidFill>
                  <a:schemeClr val="dk1"/>
                </a:solidFill>
                <a:latin typeface="Lexend"/>
                <a:ea typeface="Lexend"/>
                <a:cs typeface="Lexend"/>
                <a:sym typeface="Lexend"/>
              </a:rPr>
              <a:t> These are indicated through colour in the slide deck:</a:t>
            </a:r>
            <a:endParaRPr sz="1200">
              <a:solidFill>
                <a:schemeClr val="dk1"/>
              </a:solidFill>
              <a:latin typeface="Lexend"/>
              <a:ea typeface="Lexend"/>
              <a:cs typeface="Lexend"/>
              <a:sym typeface="Lexend"/>
            </a:endParaRPr>
          </a:p>
        </p:txBody>
      </p:sp>
      <p:sp>
        <p:nvSpPr>
          <p:cNvPr id="230" name="Google Shape;230;p24"/>
          <p:cNvSpPr txBox="1"/>
          <p:nvPr/>
        </p:nvSpPr>
        <p:spPr>
          <a:xfrm>
            <a:off x="32547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Oak’s lesson structure</a:t>
            </a:r>
            <a:endParaRPr b="1" sz="1600">
              <a:solidFill>
                <a:schemeClr val="dk1"/>
              </a:solidFill>
              <a:latin typeface="Lexend"/>
              <a:ea typeface="Lexend"/>
              <a:cs typeface="Lexend"/>
              <a:sym typeface="Lexend"/>
            </a:endParaRPr>
          </a:p>
        </p:txBody>
      </p:sp>
      <p:sp>
        <p:nvSpPr>
          <p:cNvPr id="231" name="Google Shape;231;p24"/>
          <p:cNvSpPr txBox="1"/>
          <p:nvPr/>
        </p:nvSpPr>
        <p:spPr>
          <a:xfrm>
            <a:off x="4824125" y="921050"/>
            <a:ext cx="3998700" cy="246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600">
                <a:solidFill>
                  <a:schemeClr val="dk1"/>
                </a:solidFill>
                <a:latin typeface="Lexend"/>
                <a:ea typeface="Lexend"/>
                <a:cs typeface="Lexend"/>
                <a:sym typeface="Lexend"/>
              </a:rPr>
              <a:t>Useful links</a:t>
            </a:r>
            <a:endParaRPr b="1" sz="1600">
              <a:solidFill>
                <a:schemeClr val="dk1"/>
              </a:solidFill>
              <a:latin typeface="Lexend"/>
              <a:ea typeface="Lexend"/>
              <a:cs typeface="Lexend"/>
              <a:sym typeface="Lexend"/>
            </a:endParaRPr>
          </a:p>
        </p:txBody>
      </p:sp>
      <p:sp>
        <p:nvSpPr>
          <p:cNvPr id="232" name="Google Shape;232;p24"/>
          <p:cNvSpPr txBox="1"/>
          <p:nvPr/>
        </p:nvSpPr>
        <p:spPr>
          <a:xfrm>
            <a:off x="325475" y="3407125"/>
            <a:ext cx="39987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Each</a:t>
            </a:r>
            <a:r>
              <a:rPr b="1" lang="en-GB" sz="1200">
                <a:solidFill>
                  <a:schemeClr val="dk1"/>
                </a:solidFill>
                <a:latin typeface="Lexend"/>
                <a:ea typeface="Lexend"/>
                <a:cs typeface="Lexend"/>
                <a:sym typeface="Lexend"/>
              </a:rPr>
              <a:t> learning cycle</a:t>
            </a:r>
            <a:r>
              <a:rPr lang="en-GB" sz="1200">
                <a:solidFill>
                  <a:schemeClr val="dk1"/>
                </a:solidFill>
                <a:latin typeface="Lexend"/>
                <a:ea typeface="Lexend"/>
                <a:cs typeface="Lexend"/>
                <a:sym typeface="Lexend"/>
              </a:rPr>
              <a:t> covers several phases:</a:t>
            </a:r>
            <a:endParaRPr sz="1200">
              <a:solidFill>
                <a:schemeClr val="dk1"/>
              </a:solidFill>
              <a:latin typeface="Lexend"/>
              <a:ea typeface="Lexend"/>
              <a:cs typeface="Lexend"/>
              <a:sym typeface="Lexend"/>
            </a:endParaRPr>
          </a:p>
        </p:txBody>
      </p:sp>
      <p:pic>
        <p:nvPicPr>
          <p:cNvPr id="233" name="Google Shape;233;p24"/>
          <p:cNvPicPr preferRelativeResize="0"/>
          <p:nvPr/>
        </p:nvPicPr>
        <p:blipFill rotWithShape="1">
          <a:blip r:embed="rId2">
            <a:alphaModFix/>
          </a:blip>
          <a:srcRect b="71084" l="3912" r="56768" t="0"/>
          <a:stretch/>
        </p:blipFill>
        <p:spPr>
          <a:xfrm>
            <a:off x="382600" y="3725750"/>
            <a:ext cx="841850" cy="364800"/>
          </a:xfrm>
          <a:prstGeom prst="rect">
            <a:avLst/>
          </a:prstGeom>
          <a:noFill/>
          <a:ln>
            <a:noFill/>
          </a:ln>
        </p:spPr>
      </p:pic>
      <p:pic>
        <p:nvPicPr>
          <p:cNvPr id="234" name="Google Shape;234;p24"/>
          <p:cNvPicPr preferRelativeResize="0"/>
          <p:nvPr/>
        </p:nvPicPr>
        <p:blipFill rotWithShape="1">
          <a:blip r:embed="rId2">
            <a:alphaModFix/>
          </a:blip>
          <a:srcRect b="71902" l="62493" r="7303" t="2791"/>
          <a:stretch/>
        </p:blipFill>
        <p:spPr>
          <a:xfrm>
            <a:off x="1322300" y="3754900"/>
            <a:ext cx="688050" cy="339675"/>
          </a:xfrm>
          <a:prstGeom prst="rect">
            <a:avLst/>
          </a:prstGeom>
          <a:noFill/>
          <a:ln>
            <a:noFill/>
          </a:ln>
        </p:spPr>
      </p:pic>
      <p:pic>
        <p:nvPicPr>
          <p:cNvPr id="235" name="Google Shape;235;p24"/>
          <p:cNvPicPr preferRelativeResize="0"/>
          <p:nvPr/>
        </p:nvPicPr>
        <p:blipFill rotWithShape="1">
          <a:blip r:embed="rId2">
            <a:alphaModFix/>
          </a:blip>
          <a:srcRect b="19543" l="6196" r="59088" t="51182"/>
          <a:stretch/>
        </p:blipFill>
        <p:spPr>
          <a:xfrm>
            <a:off x="2108188" y="3710946"/>
            <a:ext cx="743275" cy="369300"/>
          </a:xfrm>
          <a:prstGeom prst="rect">
            <a:avLst/>
          </a:prstGeom>
          <a:noFill/>
          <a:ln>
            <a:noFill/>
          </a:ln>
        </p:spPr>
      </p:pic>
      <p:pic>
        <p:nvPicPr>
          <p:cNvPr id="236" name="Google Shape;236;p24"/>
          <p:cNvPicPr preferRelativeResize="0"/>
          <p:nvPr/>
        </p:nvPicPr>
        <p:blipFill rotWithShape="1">
          <a:blip r:embed="rId2">
            <a:alphaModFix/>
          </a:blip>
          <a:srcRect b="19543" l="58433" r="3864" t="51182"/>
          <a:stretch/>
        </p:blipFill>
        <p:spPr>
          <a:xfrm>
            <a:off x="2989750" y="3725750"/>
            <a:ext cx="807200" cy="369300"/>
          </a:xfrm>
          <a:prstGeom prst="rect">
            <a:avLst/>
          </a:prstGeom>
          <a:noFill/>
          <a:ln>
            <a:noFill/>
          </a:ln>
        </p:spPr>
      </p:pic>
      <p:sp>
        <p:nvSpPr>
          <p:cNvPr id="237" name="Google Shape;237;p24"/>
          <p:cNvSpPr/>
          <p:nvPr/>
        </p:nvSpPr>
        <p:spPr>
          <a:xfrm>
            <a:off x="324000" y="264675"/>
            <a:ext cx="67464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chemeClr val="dk1"/>
                </a:solidFill>
                <a:latin typeface="Lexend"/>
                <a:ea typeface="Lexend"/>
                <a:cs typeface="Lexend"/>
                <a:sym typeface="Lexend"/>
              </a:rPr>
              <a:t>Teacher guidance</a:t>
            </a:r>
            <a:endParaRPr b="0" i="0" sz="2000" u="none" cap="none" strike="noStrike">
              <a:solidFill>
                <a:schemeClr val="dk1"/>
              </a:solidFill>
              <a:latin typeface="Calibri"/>
              <a:ea typeface="Calibri"/>
              <a:cs typeface="Calibri"/>
              <a:sym typeface="Calibri"/>
            </a:endParaRPr>
          </a:p>
        </p:txBody>
      </p:sp>
      <p:sp>
        <p:nvSpPr>
          <p:cNvPr id="238" name="Google Shape;238;p24"/>
          <p:cNvSpPr txBox="1"/>
          <p:nvPr/>
        </p:nvSpPr>
        <p:spPr>
          <a:xfrm>
            <a:off x="325475" y="4122125"/>
            <a:ext cx="3939600" cy="1848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1000"/>
              </a:spcAft>
              <a:buNone/>
            </a:pPr>
            <a:r>
              <a:rPr lang="en-GB" sz="1200">
                <a:solidFill>
                  <a:schemeClr val="dk1"/>
                </a:solidFill>
                <a:latin typeface="Lexend"/>
                <a:ea typeface="Lexend"/>
                <a:cs typeface="Lexend"/>
                <a:sym typeface="Lexend"/>
              </a:rPr>
              <a:t>Explanation      Check      Practice      Feedback</a:t>
            </a:r>
            <a:endParaRPr sz="1200">
              <a:solidFill>
                <a:schemeClr val="dk1"/>
              </a:solidFill>
              <a:latin typeface="Lexend"/>
              <a:ea typeface="Lexend"/>
              <a:cs typeface="Lexend"/>
              <a:sym typeface="Lexend"/>
            </a:endParaRPr>
          </a:p>
        </p:txBody>
      </p:sp>
      <p:pic>
        <p:nvPicPr>
          <p:cNvPr id="239" name="Google Shape;239;p24"/>
          <p:cNvPicPr preferRelativeResize="0"/>
          <p:nvPr/>
        </p:nvPicPr>
        <p:blipFill>
          <a:blip r:embed="rId3">
            <a:alphaModFix/>
          </a:blip>
          <a:stretch>
            <a:fillRect/>
          </a:stretch>
        </p:blipFill>
        <p:spPr>
          <a:xfrm>
            <a:off x="279913" y="1948533"/>
            <a:ext cx="2067960" cy="1216800"/>
          </a:xfrm>
          <a:prstGeom prst="rect">
            <a:avLst/>
          </a:prstGeom>
          <a:noFill/>
          <a:ln>
            <a:noFill/>
          </a:ln>
        </p:spPr>
      </p:pic>
      <p:pic>
        <p:nvPicPr>
          <p:cNvPr id="240" name="Google Shape;240;p24"/>
          <p:cNvPicPr preferRelativeResize="0"/>
          <p:nvPr/>
        </p:nvPicPr>
        <p:blipFill>
          <a:blip r:embed="rId4">
            <a:alphaModFix/>
          </a:blip>
          <a:stretch>
            <a:fillRect/>
          </a:stretch>
        </p:blipFill>
        <p:spPr>
          <a:xfrm>
            <a:off x="2425125" y="1828475"/>
            <a:ext cx="1738025" cy="1433724"/>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241" name="Shape 241"/>
        <p:cNvGrpSpPr/>
        <p:nvPr/>
      </p:nvGrpSpPr>
      <p:grpSpPr>
        <a:xfrm>
          <a:off x="0" y="0"/>
          <a:ext cx="0" cy="0"/>
          <a:chOff x="0" y="0"/>
          <a:chExt cx="0" cy="0"/>
        </a:xfrm>
      </p:grpSpPr>
      <p:grpSp>
        <p:nvGrpSpPr>
          <p:cNvPr id="242" name="Google Shape;242;p25"/>
          <p:cNvGrpSpPr/>
          <p:nvPr/>
        </p:nvGrpSpPr>
        <p:grpSpPr>
          <a:xfrm>
            <a:off x="0" y="1"/>
            <a:ext cx="9151202" cy="649234"/>
            <a:chOff x="0" y="1"/>
            <a:chExt cx="9151202" cy="649234"/>
          </a:xfrm>
        </p:grpSpPr>
        <p:sp>
          <p:nvSpPr>
            <p:cNvPr id="243" name="Google Shape;243;p2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4" name="Google Shape;244;p2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45" name="Google Shape;245;p2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46" name="Google Shape;246;p25"/>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47" name="Google Shape;247;p25"/>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48" name="Google Shape;248;p25"/>
          <p:cNvSpPr txBox="1"/>
          <p:nvPr>
            <p:ph idx="3" type="subTitle"/>
          </p:nvPr>
        </p:nvSpPr>
        <p:spPr>
          <a:xfrm>
            <a:off x="324000" y="21054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49" name="Google Shape;249;p25"/>
          <p:cNvSpPr txBox="1"/>
          <p:nvPr>
            <p:ph idx="4" type="subTitle"/>
          </p:nvPr>
        </p:nvSpPr>
        <p:spPr>
          <a:xfrm>
            <a:off x="2699325" y="21054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50" name="Google Shape;250;p25"/>
          <p:cNvSpPr txBox="1"/>
          <p:nvPr>
            <p:ph idx="5" type="subTitle"/>
          </p:nvPr>
        </p:nvSpPr>
        <p:spPr>
          <a:xfrm>
            <a:off x="324000" y="3400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1" name="Google Shape;251;p25"/>
          <p:cNvSpPr txBox="1"/>
          <p:nvPr>
            <p:ph idx="6" type="subTitle"/>
          </p:nvPr>
        </p:nvSpPr>
        <p:spPr>
          <a:xfrm>
            <a:off x="2699325" y="3400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52" name="Google Shape;252;p25"/>
          <p:cNvSpPr txBox="1"/>
          <p:nvPr>
            <p:ph idx="7"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253" name="Shape 253"/>
        <p:cNvGrpSpPr/>
        <p:nvPr/>
      </p:nvGrpSpPr>
      <p:grpSpPr>
        <a:xfrm>
          <a:off x="0" y="0"/>
          <a:ext cx="0" cy="0"/>
          <a:chOff x="0" y="0"/>
          <a:chExt cx="0" cy="0"/>
        </a:xfrm>
      </p:grpSpPr>
      <p:grpSp>
        <p:nvGrpSpPr>
          <p:cNvPr id="254" name="Google Shape;254;p26"/>
          <p:cNvGrpSpPr/>
          <p:nvPr/>
        </p:nvGrpSpPr>
        <p:grpSpPr>
          <a:xfrm>
            <a:off x="0" y="1"/>
            <a:ext cx="9151202" cy="649234"/>
            <a:chOff x="0" y="1"/>
            <a:chExt cx="9151202" cy="649234"/>
          </a:xfrm>
        </p:grpSpPr>
        <p:sp>
          <p:nvSpPr>
            <p:cNvPr id="255" name="Google Shape;255;p2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6" name="Google Shape;256;p2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57" name="Google Shape;257;p2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58" name="Google Shape;258;p26"/>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59" name="Google Shape;259;p26"/>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0" name="Google Shape;260;p26"/>
          <p:cNvSpPr txBox="1"/>
          <p:nvPr>
            <p:ph idx="3" type="subTitle"/>
          </p:nvPr>
        </p:nvSpPr>
        <p:spPr>
          <a:xfrm>
            <a:off x="324000" y="1800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1" name="Google Shape;261;p26"/>
          <p:cNvSpPr txBox="1"/>
          <p:nvPr>
            <p:ph idx="4" type="subTitle"/>
          </p:nvPr>
        </p:nvSpPr>
        <p:spPr>
          <a:xfrm>
            <a:off x="2699325" y="1800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2" name="Google Shape;262;p26"/>
          <p:cNvSpPr txBox="1"/>
          <p:nvPr>
            <p:ph idx="5" type="subTitle"/>
          </p:nvPr>
        </p:nvSpPr>
        <p:spPr>
          <a:xfrm>
            <a:off x="324000" y="27912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3" name="Google Shape;263;p26"/>
          <p:cNvSpPr txBox="1"/>
          <p:nvPr>
            <p:ph idx="6" type="subTitle"/>
          </p:nvPr>
        </p:nvSpPr>
        <p:spPr>
          <a:xfrm>
            <a:off x="2699325" y="27912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4" name="Google Shape;264;p26"/>
          <p:cNvSpPr txBox="1"/>
          <p:nvPr>
            <p:ph idx="7" type="subTitle"/>
          </p:nvPr>
        </p:nvSpPr>
        <p:spPr>
          <a:xfrm>
            <a:off x="324000" y="3781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65" name="Google Shape;265;p26"/>
          <p:cNvSpPr txBox="1"/>
          <p:nvPr>
            <p:ph idx="8" type="subTitle"/>
          </p:nvPr>
        </p:nvSpPr>
        <p:spPr>
          <a:xfrm>
            <a:off x="2699325" y="3781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66" name="Google Shape;266;p26"/>
          <p:cNvSpPr txBox="1"/>
          <p:nvPr>
            <p:ph idx="9"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267" name="Shape 267"/>
        <p:cNvGrpSpPr/>
        <p:nvPr/>
      </p:nvGrpSpPr>
      <p:grpSpPr>
        <a:xfrm>
          <a:off x="0" y="0"/>
          <a:ext cx="0" cy="0"/>
          <a:chOff x="0" y="0"/>
          <a:chExt cx="0" cy="0"/>
        </a:xfrm>
      </p:grpSpPr>
      <p:grpSp>
        <p:nvGrpSpPr>
          <p:cNvPr id="268" name="Google Shape;268;p27"/>
          <p:cNvGrpSpPr/>
          <p:nvPr/>
        </p:nvGrpSpPr>
        <p:grpSpPr>
          <a:xfrm>
            <a:off x="0" y="1"/>
            <a:ext cx="9151202" cy="649234"/>
            <a:chOff x="0" y="1"/>
            <a:chExt cx="9151202" cy="649234"/>
          </a:xfrm>
        </p:grpSpPr>
        <p:sp>
          <p:nvSpPr>
            <p:cNvPr id="269" name="Google Shape;269;p2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0" name="Google Shape;270;p2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71" name="Google Shape;271;p2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72" name="Google Shape;272;p27"/>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3" name="Google Shape;273;p27"/>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4" name="Google Shape;274;p27"/>
          <p:cNvSpPr txBox="1"/>
          <p:nvPr>
            <p:ph idx="3" type="subTitle"/>
          </p:nvPr>
        </p:nvSpPr>
        <p:spPr>
          <a:xfrm>
            <a:off x="324000" y="24864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5" name="Google Shape;275;p27"/>
          <p:cNvSpPr txBox="1"/>
          <p:nvPr>
            <p:ph idx="4" type="subTitle"/>
          </p:nvPr>
        </p:nvSpPr>
        <p:spPr>
          <a:xfrm>
            <a:off x="2699325" y="24864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6" name="Google Shape;276;p27"/>
          <p:cNvSpPr txBox="1"/>
          <p:nvPr>
            <p:ph idx="5" type="subTitle"/>
          </p:nvPr>
        </p:nvSpPr>
        <p:spPr>
          <a:xfrm>
            <a:off x="324000" y="41628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7" name="Google Shape;277;p27"/>
          <p:cNvSpPr txBox="1"/>
          <p:nvPr>
            <p:ph idx="6" type="subTitle"/>
          </p:nvPr>
        </p:nvSpPr>
        <p:spPr>
          <a:xfrm>
            <a:off x="2699325" y="41628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78" name="Google Shape;278;p27"/>
          <p:cNvSpPr txBox="1"/>
          <p:nvPr>
            <p:ph idx="7" type="subTitle"/>
          </p:nvPr>
        </p:nvSpPr>
        <p:spPr>
          <a:xfrm>
            <a:off x="324000" y="16482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79" name="Google Shape;279;p27"/>
          <p:cNvSpPr txBox="1"/>
          <p:nvPr>
            <p:ph idx="8" type="subTitle"/>
          </p:nvPr>
        </p:nvSpPr>
        <p:spPr>
          <a:xfrm>
            <a:off x="2699325" y="16482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80" name="Google Shape;280;p27"/>
          <p:cNvSpPr txBox="1"/>
          <p:nvPr>
            <p:ph idx="9" type="subTitle"/>
          </p:nvPr>
        </p:nvSpPr>
        <p:spPr>
          <a:xfrm>
            <a:off x="324000" y="3324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81" name="Google Shape;281;p27"/>
          <p:cNvSpPr txBox="1"/>
          <p:nvPr>
            <p:ph idx="13" type="subTitle"/>
          </p:nvPr>
        </p:nvSpPr>
        <p:spPr>
          <a:xfrm>
            <a:off x="2699325" y="3324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82" name="Google Shape;282;p27"/>
          <p:cNvSpPr txBox="1"/>
          <p:nvPr>
            <p:ph idx="14"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283" name="Shape 283"/>
        <p:cNvGrpSpPr/>
        <p:nvPr/>
      </p:nvGrpSpPr>
      <p:grpSpPr>
        <a:xfrm>
          <a:off x="0" y="0"/>
          <a:ext cx="0" cy="0"/>
          <a:chOff x="0" y="0"/>
          <a:chExt cx="0" cy="0"/>
        </a:xfrm>
      </p:grpSpPr>
      <p:grpSp>
        <p:nvGrpSpPr>
          <p:cNvPr id="284" name="Google Shape;284;p28"/>
          <p:cNvGrpSpPr/>
          <p:nvPr/>
        </p:nvGrpSpPr>
        <p:grpSpPr>
          <a:xfrm>
            <a:off x="0" y="1"/>
            <a:ext cx="9151202" cy="649234"/>
            <a:chOff x="0" y="1"/>
            <a:chExt cx="9151202" cy="649234"/>
          </a:xfrm>
        </p:grpSpPr>
        <p:sp>
          <p:nvSpPr>
            <p:cNvPr id="285" name="Google Shape;285;p2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86" name="Google Shape;286;p2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grpSp>
      <p:sp>
        <p:nvSpPr>
          <p:cNvPr id="287" name="Google Shape;287;p2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Keywords</a:t>
            </a:r>
            <a:endParaRPr b="0" i="0" sz="2000" u="none" cap="none" strike="noStrike">
              <a:solidFill>
                <a:schemeClr val="dk1"/>
              </a:solidFill>
              <a:latin typeface="Calibri"/>
              <a:ea typeface="Calibri"/>
              <a:cs typeface="Calibri"/>
              <a:sym typeface="Calibri"/>
            </a:endParaRPr>
          </a:p>
        </p:txBody>
      </p:sp>
      <p:sp>
        <p:nvSpPr>
          <p:cNvPr id="288" name="Google Shape;288;p28"/>
          <p:cNvSpPr txBox="1"/>
          <p:nvPr>
            <p:ph idx="1" type="subTitle"/>
          </p:nvPr>
        </p:nvSpPr>
        <p:spPr>
          <a:xfrm>
            <a:off x="324000" y="8100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89" name="Google Shape;289;p28"/>
          <p:cNvSpPr txBox="1"/>
          <p:nvPr>
            <p:ph idx="2" type="subTitle"/>
          </p:nvPr>
        </p:nvSpPr>
        <p:spPr>
          <a:xfrm>
            <a:off x="2699325" y="8100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90" name="Google Shape;290;p28"/>
          <p:cNvSpPr txBox="1"/>
          <p:nvPr>
            <p:ph idx="3" type="subTitle"/>
          </p:nvPr>
        </p:nvSpPr>
        <p:spPr>
          <a:xfrm>
            <a:off x="324000" y="2562600"/>
            <a:ext cx="22035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2000"/>
              <a:buFont typeface="Lexend"/>
              <a:buNone/>
              <a:defRPr b="1" sz="2000">
                <a:latin typeface="Lexend"/>
                <a:ea typeface="Lexend"/>
                <a:cs typeface="Lexend"/>
                <a:sym typeface="Lexend"/>
              </a:defRPr>
            </a:lvl1pPr>
            <a:lvl2pPr lvl="1" rtl="0">
              <a:spcBef>
                <a:spcPts val="1000"/>
              </a:spcBef>
              <a:spcAft>
                <a:spcPts val="0"/>
              </a:spcAft>
              <a:buSzPts val="2000"/>
              <a:buFont typeface="Lexend"/>
              <a:buNone/>
              <a:defRPr sz="2000">
                <a:latin typeface="Lexend"/>
                <a:ea typeface="Lexend"/>
                <a:cs typeface="Lexend"/>
                <a:sym typeface="Lexend"/>
              </a:defRPr>
            </a:lvl2pPr>
            <a:lvl3pPr lvl="2" rtl="0">
              <a:spcBef>
                <a:spcPts val="1000"/>
              </a:spcBef>
              <a:spcAft>
                <a:spcPts val="0"/>
              </a:spcAft>
              <a:buSzPts val="2000"/>
              <a:buFont typeface="Lexend"/>
              <a:buNone/>
              <a:defRPr>
                <a:latin typeface="Lexend"/>
                <a:ea typeface="Lexend"/>
                <a:cs typeface="Lexend"/>
                <a:sym typeface="Lexend"/>
              </a:defRPr>
            </a:lvl3pPr>
            <a:lvl4pPr lvl="3" rtl="0">
              <a:spcBef>
                <a:spcPts val="800"/>
              </a:spcBef>
              <a:spcAft>
                <a:spcPts val="0"/>
              </a:spcAft>
              <a:buSzPts val="2000"/>
              <a:buFont typeface="Lexend"/>
              <a:buNone/>
              <a:defRPr sz="2000">
                <a:latin typeface="Lexend"/>
                <a:ea typeface="Lexend"/>
                <a:cs typeface="Lexend"/>
                <a:sym typeface="Lexend"/>
              </a:defRPr>
            </a:lvl4pPr>
            <a:lvl5pPr lvl="4" rtl="0">
              <a:spcBef>
                <a:spcPts val="800"/>
              </a:spcBef>
              <a:spcAft>
                <a:spcPts val="0"/>
              </a:spcAft>
              <a:buSzPts val="2000"/>
              <a:buFont typeface="Lexend"/>
              <a:buNone/>
              <a:defRPr sz="2000">
                <a:latin typeface="Lexend"/>
                <a:ea typeface="Lexend"/>
                <a:cs typeface="Lexend"/>
                <a:sym typeface="Lexend"/>
              </a:defRPr>
            </a:lvl5pPr>
            <a:lvl6pPr lvl="5" rtl="0">
              <a:spcBef>
                <a:spcPts val="600"/>
              </a:spcBef>
              <a:spcAft>
                <a:spcPts val="0"/>
              </a:spcAft>
              <a:buSzPts val="2000"/>
              <a:buFont typeface="Lexend"/>
              <a:buNone/>
              <a:defRPr sz="2000">
                <a:latin typeface="Lexend"/>
                <a:ea typeface="Lexend"/>
                <a:cs typeface="Lexend"/>
                <a:sym typeface="Lexend"/>
              </a:defRPr>
            </a:lvl6pPr>
            <a:lvl7pPr lvl="6" rtl="0">
              <a:spcBef>
                <a:spcPts val="600"/>
              </a:spcBef>
              <a:spcAft>
                <a:spcPts val="0"/>
              </a:spcAft>
              <a:buSzPts val="2000"/>
              <a:buFont typeface="Lexend"/>
              <a:buNone/>
              <a:defRPr sz="2000">
                <a:latin typeface="Lexend"/>
                <a:ea typeface="Lexend"/>
                <a:cs typeface="Lexend"/>
                <a:sym typeface="Lexend"/>
              </a:defRPr>
            </a:lvl7pPr>
            <a:lvl8pPr lvl="7" rtl="0">
              <a:spcBef>
                <a:spcPts val="400"/>
              </a:spcBef>
              <a:spcAft>
                <a:spcPts val="0"/>
              </a:spcAft>
              <a:buSzPts val="2000"/>
              <a:buFont typeface="Lexend"/>
              <a:buNone/>
              <a:defRPr sz="2000">
                <a:latin typeface="Lexend"/>
                <a:ea typeface="Lexend"/>
                <a:cs typeface="Lexend"/>
                <a:sym typeface="Lexend"/>
              </a:defRPr>
            </a:lvl8pPr>
            <a:lvl9pPr lvl="8" rtl="0">
              <a:spcBef>
                <a:spcPts val="400"/>
              </a:spcBef>
              <a:spcAft>
                <a:spcPts val="200"/>
              </a:spcAft>
              <a:buSzPts val="2000"/>
              <a:buFont typeface="Lexend"/>
              <a:buNone/>
              <a:defRPr sz="2000">
                <a:latin typeface="Lexend"/>
                <a:ea typeface="Lexend"/>
                <a:cs typeface="Lexend"/>
                <a:sym typeface="Lexend"/>
              </a:defRPr>
            </a:lvl9pPr>
          </a:lstStyle>
          <a:p/>
        </p:txBody>
      </p:sp>
      <p:sp>
        <p:nvSpPr>
          <p:cNvPr id="291" name="Google Shape;291;p28"/>
          <p:cNvSpPr txBox="1"/>
          <p:nvPr>
            <p:ph idx="4" type="subTitle"/>
          </p:nvPr>
        </p:nvSpPr>
        <p:spPr>
          <a:xfrm>
            <a:off x="2699325" y="2562600"/>
            <a:ext cx="4047900" cy="487200"/>
          </a:xfrm>
          <a:prstGeom prst="rect">
            <a:avLst/>
          </a:prstGeom>
        </p:spPr>
        <p:txBody>
          <a:bodyPr anchorCtr="0" anchor="t" bIns="0" lIns="0" spcFirstLastPara="1" rIns="0" wrap="square" tIns="0">
            <a:sp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Font typeface="Lexend"/>
              <a:buNone/>
              <a:defRPr>
                <a:latin typeface="Lexend"/>
                <a:ea typeface="Lexend"/>
                <a:cs typeface="Lexend"/>
                <a:sym typeface="Lexend"/>
              </a:defRPr>
            </a:lvl9pPr>
          </a:lstStyle>
          <a:p/>
        </p:txBody>
      </p:sp>
      <p:sp>
        <p:nvSpPr>
          <p:cNvPr id="292" name="Google Shape;292;p28"/>
          <p:cNvSpPr txBox="1"/>
          <p:nvPr>
            <p:ph idx="5"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293" name="Shape 293"/>
        <p:cNvGrpSpPr/>
        <p:nvPr/>
      </p:nvGrpSpPr>
      <p:grpSpPr>
        <a:xfrm>
          <a:off x="0" y="0"/>
          <a:ext cx="0" cy="0"/>
          <a:chOff x="0" y="0"/>
          <a:chExt cx="0" cy="0"/>
        </a:xfrm>
      </p:grpSpPr>
      <p:pic>
        <p:nvPicPr>
          <p:cNvPr id="294" name="Google Shape;294;p2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295" name="Google Shape;295;p2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296" name="Google Shape;296;p2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297" name="Google Shape;297;p29"/>
          <p:cNvCxnSpPr>
            <a:endCxn id="298"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299" name="Google Shape;299;p2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300" name="Google Shape;300;p29"/>
          <p:cNvSpPr txBox="1"/>
          <p:nvPr>
            <p:ph type="title"/>
          </p:nvPr>
        </p:nvSpPr>
        <p:spPr>
          <a:xfrm>
            <a:off x="1225225" y="2133562"/>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98" name="Google Shape;298;p29"/>
          <p:cNvPicPr preferRelativeResize="0"/>
          <p:nvPr/>
        </p:nvPicPr>
        <p:blipFill>
          <a:blip r:embed="rId6">
            <a:alphaModFix/>
          </a:blip>
          <a:stretch>
            <a:fillRect/>
          </a:stretch>
        </p:blipFill>
        <p:spPr>
          <a:xfrm>
            <a:off x="363340" y="2925705"/>
            <a:ext cx="563446" cy="572077"/>
          </a:xfrm>
          <a:prstGeom prst="rect">
            <a:avLst/>
          </a:prstGeom>
          <a:noFill/>
          <a:ln>
            <a:noFill/>
          </a:ln>
        </p:spPr>
      </p:pic>
      <p:grpSp>
        <p:nvGrpSpPr>
          <p:cNvPr id="301" name="Google Shape;301;p29"/>
          <p:cNvGrpSpPr/>
          <p:nvPr/>
        </p:nvGrpSpPr>
        <p:grpSpPr>
          <a:xfrm>
            <a:off x="-12" y="0"/>
            <a:ext cx="9151202" cy="598359"/>
            <a:chOff x="-12" y="0"/>
            <a:chExt cx="9151202" cy="598359"/>
          </a:xfrm>
        </p:grpSpPr>
        <p:sp>
          <p:nvSpPr>
            <p:cNvPr id="302" name="Google Shape;302;p2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03" name="Google Shape;303;p2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grpSp>
      <p:sp>
        <p:nvSpPr>
          <p:cNvPr id="304" name="Google Shape;304;p2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05" name="Google Shape;305;p29"/>
          <p:cNvSpPr txBox="1"/>
          <p:nvPr>
            <p:ph idx="2"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06" name="Google Shape;306;p29"/>
          <p:cNvSpPr txBox="1"/>
          <p:nvPr>
            <p:ph idx="3" type="title"/>
          </p:nvPr>
        </p:nvSpPr>
        <p:spPr>
          <a:xfrm>
            <a:off x="1225225" y="30698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307" name="Shape 307"/>
        <p:cNvGrpSpPr/>
        <p:nvPr/>
      </p:nvGrpSpPr>
      <p:grpSpPr>
        <a:xfrm>
          <a:off x="0" y="0"/>
          <a:ext cx="0" cy="0"/>
          <a:chOff x="0" y="0"/>
          <a:chExt cx="0" cy="0"/>
        </a:xfrm>
      </p:grpSpPr>
      <p:pic>
        <p:nvPicPr>
          <p:cNvPr id="308" name="Google Shape;308;p3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309" name="Google Shape;309;p3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310" name="Google Shape;310;p3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311" name="Google Shape;311;p3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312" name="Google Shape;312;p3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313" name="Google Shape;313;p3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314" name="Google Shape;314;p30"/>
          <p:cNvCxnSpPr>
            <a:endCxn id="315"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315" name="Google Shape;315;p3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316" name="Google Shape;316;p30"/>
          <p:cNvPicPr preferRelativeResize="0"/>
          <p:nvPr/>
        </p:nvPicPr>
        <p:blipFill>
          <a:blip r:embed="rId7">
            <a:alphaModFix/>
          </a:blip>
          <a:stretch>
            <a:fillRect/>
          </a:stretch>
        </p:blipFill>
        <p:spPr>
          <a:xfrm>
            <a:off x="363482" y="1682508"/>
            <a:ext cx="563185" cy="572092"/>
          </a:xfrm>
          <a:prstGeom prst="rect">
            <a:avLst/>
          </a:prstGeom>
          <a:noFill/>
          <a:ln>
            <a:noFill/>
          </a:ln>
        </p:spPr>
      </p:pic>
      <p:pic>
        <p:nvPicPr>
          <p:cNvPr id="317" name="Google Shape;317;p30"/>
          <p:cNvPicPr preferRelativeResize="0"/>
          <p:nvPr/>
        </p:nvPicPr>
        <p:blipFill>
          <a:blip r:embed="rId8">
            <a:alphaModFix/>
          </a:blip>
          <a:stretch>
            <a:fillRect/>
          </a:stretch>
        </p:blipFill>
        <p:spPr>
          <a:xfrm>
            <a:off x="363340" y="2703416"/>
            <a:ext cx="563446" cy="572077"/>
          </a:xfrm>
          <a:prstGeom prst="rect">
            <a:avLst/>
          </a:prstGeom>
          <a:noFill/>
          <a:ln>
            <a:noFill/>
          </a:ln>
        </p:spPr>
      </p:pic>
      <p:grpSp>
        <p:nvGrpSpPr>
          <p:cNvPr id="318" name="Google Shape;318;p30"/>
          <p:cNvGrpSpPr/>
          <p:nvPr/>
        </p:nvGrpSpPr>
        <p:grpSpPr>
          <a:xfrm>
            <a:off x="-12" y="0"/>
            <a:ext cx="9151202" cy="598359"/>
            <a:chOff x="-12" y="0"/>
            <a:chExt cx="9151202" cy="598359"/>
          </a:xfrm>
        </p:grpSpPr>
        <p:sp>
          <p:nvSpPr>
            <p:cNvPr id="319" name="Google Shape;319;p3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0" name="Google Shape;320;p3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grpSp>
      <p:sp>
        <p:nvSpPr>
          <p:cNvPr id="321" name="Google Shape;321;p3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22" name="Google Shape;322;p30"/>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23" name="Google Shape;323;p30"/>
          <p:cNvSpPr txBox="1"/>
          <p:nvPr>
            <p:ph idx="2" type="title"/>
          </p:nvPr>
        </p:nvSpPr>
        <p:spPr>
          <a:xfrm>
            <a:off x="1225225" y="28412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4" name="Google Shape;324;p30"/>
          <p:cNvSpPr txBox="1"/>
          <p:nvPr>
            <p:ph idx="3" type="title"/>
          </p:nvPr>
        </p:nvSpPr>
        <p:spPr>
          <a:xfrm>
            <a:off x="1225200" y="37819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25" name="Google Shape;325;p30"/>
          <p:cNvSpPr txBox="1"/>
          <p:nvPr>
            <p:ph idx="4" type="title"/>
          </p:nvPr>
        </p:nvSpPr>
        <p:spPr>
          <a:xfrm>
            <a:off x="1225200" y="1822462"/>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326" name="Shape 326"/>
        <p:cNvGrpSpPr/>
        <p:nvPr/>
      </p:nvGrpSpPr>
      <p:grpSpPr>
        <a:xfrm>
          <a:off x="0" y="0"/>
          <a:ext cx="0" cy="0"/>
          <a:chOff x="0" y="0"/>
          <a:chExt cx="0" cy="0"/>
        </a:xfrm>
      </p:grpSpPr>
      <p:pic>
        <p:nvPicPr>
          <p:cNvPr id="327" name="Google Shape;327;p3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328" name="Google Shape;328;p3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329" name="Google Shape;329;p3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330" name="Google Shape;330;p3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331" name="Google Shape;331;p3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332" name="Google Shape;332;p3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333" name="Google Shape;333;p3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334" name="Google Shape;334;p3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335" name="Google Shape;335;p3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336" name="Google Shape;336;p3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337" name="Google Shape;337;p3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338" name="Google Shape;338;p31"/>
          <p:cNvPicPr preferRelativeResize="0"/>
          <p:nvPr/>
        </p:nvPicPr>
        <p:blipFill>
          <a:blip r:embed="rId9">
            <a:alphaModFix/>
          </a:blip>
          <a:stretch>
            <a:fillRect/>
          </a:stretch>
        </p:blipFill>
        <p:spPr>
          <a:xfrm>
            <a:off x="363340" y="2287588"/>
            <a:ext cx="563446" cy="572077"/>
          </a:xfrm>
          <a:prstGeom prst="rect">
            <a:avLst/>
          </a:prstGeom>
          <a:noFill/>
          <a:ln>
            <a:noFill/>
          </a:ln>
        </p:spPr>
      </p:pic>
      <p:pic>
        <p:nvPicPr>
          <p:cNvPr id="339" name="Google Shape;339;p31"/>
          <p:cNvPicPr preferRelativeResize="0"/>
          <p:nvPr/>
        </p:nvPicPr>
        <p:blipFill>
          <a:blip r:embed="rId10">
            <a:alphaModFix/>
          </a:blip>
          <a:stretch>
            <a:fillRect/>
          </a:stretch>
        </p:blipFill>
        <p:spPr>
          <a:xfrm>
            <a:off x="363341" y="3969363"/>
            <a:ext cx="563446" cy="572077"/>
          </a:xfrm>
          <a:prstGeom prst="rect">
            <a:avLst/>
          </a:prstGeom>
          <a:noFill/>
          <a:ln>
            <a:noFill/>
          </a:ln>
        </p:spPr>
      </p:pic>
      <p:grpSp>
        <p:nvGrpSpPr>
          <p:cNvPr id="340" name="Google Shape;340;p31"/>
          <p:cNvGrpSpPr/>
          <p:nvPr/>
        </p:nvGrpSpPr>
        <p:grpSpPr>
          <a:xfrm>
            <a:off x="-12" y="0"/>
            <a:ext cx="9151202" cy="598359"/>
            <a:chOff x="-12" y="0"/>
            <a:chExt cx="9151202" cy="598359"/>
          </a:xfrm>
        </p:grpSpPr>
        <p:sp>
          <p:nvSpPr>
            <p:cNvPr id="341" name="Google Shape;341;p3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42" name="Google Shape;342;p3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grpSp>
      <p:sp>
        <p:nvSpPr>
          <p:cNvPr id="343" name="Google Shape;343;p3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344" name="Google Shape;344;p31"/>
          <p:cNvSpPr txBox="1"/>
          <p:nvPr>
            <p:ph type="title"/>
          </p:nvPr>
        </p:nvSpPr>
        <p:spPr>
          <a:xfrm>
            <a:off x="324000" y="810000"/>
            <a:ext cx="7135200" cy="307800"/>
          </a:xfrm>
          <a:prstGeom prst="rect">
            <a:avLst/>
          </a:prstGeom>
        </p:spPr>
        <p:txBody>
          <a:bodyPr anchorCtr="0" anchor="ctr" bIns="0" lIns="0" spcFirstLastPara="1" rIns="0" wrap="square" tIns="0">
            <a:noAutofit/>
          </a:bodyPr>
          <a:lstStyle>
            <a:lvl1pPr lvl="0" rtl="0">
              <a:spcBef>
                <a:spcPts val="0"/>
              </a:spcBef>
              <a:spcAft>
                <a:spcPts val="0"/>
              </a:spcAft>
              <a:buSzPts val="2200"/>
              <a:buFont typeface="Lexend"/>
              <a:buNone/>
              <a:defRPr b="0">
                <a:latin typeface="Lexend"/>
                <a:ea typeface="Lexend"/>
                <a:cs typeface="Lexend"/>
                <a:sym typeface="Lexend"/>
              </a:defRPr>
            </a:lvl1pPr>
            <a:lvl2pPr lvl="1" rtl="0">
              <a:spcBef>
                <a:spcPts val="0"/>
              </a:spcBef>
              <a:spcAft>
                <a:spcPts val="0"/>
              </a:spcAft>
              <a:buSzPts val="2200"/>
              <a:buNone/>
              <a:defRPr sz="2200"/>
            </a:lvl2pPr>
            <a:lvl3pPr lvl="2" rtl="0">
              <a:spcBef>
                <a:spcPts val="0"/>
              </a:spcBef>
              <a:spcAft>
                <a:spcPts val="0"/>
              </a:spcAft>
              <a:buSzPts val="2200"/>
              <a:buNone/>
              <a:defRPr sz="2200"/>
            </a:lvl3pPr>
            <a:lvl4pPr lvl="3" rtl="0">
              <a:spcBef>
                <a:spcPts val="0"/>
              </a:spcBef>
              <a:spcAft>
                <a:spcPts val="0"/>
              </a:spcAft>
              <a:buSzPts val="2200"/>
              <a:buNone/>
              <a:defRPr sz="2200"/>
            </a:lvl4pPr>
            <a:lvl5pPr lvl="4" rtl="0">
              <a:spcBef>
                <a:spcPts val="0"/>
              </a:spcBef>
              <a:spcAft>
                <a:spcPts val="0"/>
              </a:spcAft>
              <a:buSzPts val="2200"/>
              <a:buNone/>
              <a:defRPr sz="2200"/>
            </a:lvl5pPr>
            <a:lvl6pPr lvl="5" rtl="0">
              <a:spcBef>
                <a:spcPts val="0"/>
              </a:spcBef>
              <a:spcAft>
                <a:spcPts val="0"/>
              </a:spcAft>
              <a:buSzPts val="2200"/>
              <a:buNone/>
              <a:defRPr sz="2200"/>
            </a:lvl6pPr>
            <a:lvl7pPr lvl="6" rtl="0">
              <a:spcBef>
                <a:spcPts val="0"/>
              </a:spcBef>
              <a:spcAft>
                <a:spcPts val="0"/>
              </a:spcAft>
              <a:buSzPts val="2200"/>
              <a:buNone/>
              <a:defRPr sz="2200"/>
            </a:lvl7pPr>
            <a:lvl8pPr lvl="7" rtl="0">
              <a:spcBef>
                <a:spcPts val="0"/>
              </a:spcBef>
              <a:spcAft>
                <a:spcPts val="0"/>
              </a:spcAft>
              <a:buSzPts val="2200"/>
              <a:buNone/>
              <a:defRPr sz="2200"/>
            </a:lvl8pPr>
            <a:lvl9pPr lvl="8" rtl="0">
              <a:spcBef>
                <a:spcPts val="0"/>
              </a:spcBef>
              <a:spcAft>
                <a:spcPts val="0"/>
              </a:spcAft>
              <a:buSzPts val="2200"/>
              <a:buNone/>
              <a:defRPr sz="2200"/>
            </a:lvl9pPr>
          </a:lstStyle>
          <a:p/>
        </p:txBody>
      </p:sp>
      <p:sp>
        <p:nvSpPr>
          <p:cNvPr id="345" name="Google Shape;345;p31"/>
          <p:cNvSpPr txBox="1"/>
          <p:nvPr>
            <p:ph idx="2" type="title"/>
          </p:nvPr>
        </p:nvSpPr>
        <p:spPr>
          <a:xfrm>
            <a:off x="1224600" y="160210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6" name="Google Shape;346;p31"/>
          <p:cNvSpPr txBox="1"/>
          <p:nvPr>
            <p:ph idx="3" type="title"/>
          </p:nvPr>
        </p:nvSpPr>
        <p:spPr>
          <a:xfrm>
            <a:off x="1224600" y="24317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7" name="Google Shape;347;p31"/>
          <p:cNvSpPr txBox="1"/>
          <p:nvPr>
            <p:ph idx="4" type="title"/>
          </p:nvPr>
        </p:nvSpPr>
        <p:spPr>
          <a:xfrm>
            <a:off x="1224600" y="3286637"/>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348" name="Google Shape;348;p31"/>
          <p:cNvSpPr txBox="1"/>
          <p:nvPr>
            <p:ph idx="5" type="title"/>
          </p:nvPr>
        </p:nvSpPr>
        <p:spPr>
          <a:xfrm>
            <a:off x="1224600" y="4108150"/>
            <a:ext cx="6852300" cy="283800"/>
          </a:xfrm>
          <a:prstGeom prst="rect">
            <a:avLst/>
          </a:prstGeom>
        </p:spPr>
        <p:txBody>
          <a:bodyPr anchorCtr="0" anchor="ctr" bIns="0" lIns="0" spcFirstLastPara="1" rIns="0" wrap="square" tIns="0">
            <a:sp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349" name="Shape 349"/>
        <p:cNvGrpSpPr/>
        <p:nvPr/>
      </p:nvGrpSpPr>
      <p:grpSpPr>
        <a:xfrm>
          <a:off x="0" y="0"/>
          <a:ext cx="0" cy="0"/>
          <a:chOff x="0" y="0"/>
          <a:chExt cx="0" cy="0"/>
        </a:xfrm>
      </p:grpSpPr>
      <p:grpSp>
        <p:nvGrpSpPr>
          <p:cNvPr id="350" name="Google Shape;350;p32"/>
          <p:cNvGrpSpPr/>
          <p:nvPr/>
        </p:nvGrpSpPr>
        <p:grpSpPr>
          <a:xfrm>
            <a:off x="-1" y="-2"/>
            <a:ext cx="9151203" cy="649227"/>
            <a:chOff x="-1" y="-2"/>
            <a:chExt cx="9151203" cy="649227"/>
          </a:xfrm>
        </p:grpSpPr>
        <p:pic>
          <p:nvPicPr>
            <p:cNvPr id="351" name="Google Shape;351;p3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52" name="Google Shape;352;p3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3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354" name="Google Shape;354;p3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55" name="Google Shape;355;p3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
        <p:nvSpPr>
          <p:cNvPr id="356" name="Google Shape;356;p32"/>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7" name="Google Shape;357;p32"/>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358" name="Shape 358"/>
        <p:cNvGrpSpPr/>
        <p:nvPr/>
      </p:nvGrpSpPr>
      <p:grpSpPr>
        <a:xfrm>
          <a:off x="0" y="0"/>
          <a:ext cx="0" cy="0"/>
          <a:chOff x="0" y="0"/>
          <a:chExt cx="0" cy="0"/>
        </a:xfrm>
      </p:grpSpPr>
      <p:grpSp>
        <p:nvGrpSpPr>
          <p:cNvPr id="359" name="Google Shape;359;p33"/>
          <p:cNvGrpSpPr/>
          <p:nvPr/>
        </p:nvGrpSpPr>
        <p:grpSpPr>
          <a:xfrm>
            <a:off x="-1" y="-2"/>
            <a:ext cx="9151203" cy="649236"/>
            <a:chOff x="-1" y="-2"/>
            <a:chExt cx="9151203" cy="649236"/>
          </a:xfrm>
        </p:grpSpPr>
        <p:pic>
          <p:nvPicPr>
            <p:cNvPr id="360" name="Google Shape;360;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1" name="Google Shape;361;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2" name="Google Shape;362;p3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pic>
        <p:nvPicPr>
          <p:cNvPr id="363" name="Google Shape;363;p3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64" name="Google Shape;364;p33"/>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5" name="Google Shape;365;p3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66" name="Google Shape;366;p33"/>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367" name="Shape 367"/>
        <p:cNvGrpSpPr/>
        <p:nvPr/>
      </p:nvGrpSpPr>
      <p:grpSpPr>
        <a:xfrm>
          <a:off x="0" y="0"/>
          <a:ext cx="0" cy="0"/>
          <a:chOff x="0" y="0"/>
          <a:chExt cx="0" cy="0"/>
        </a:xfrm>
      </p:grpSpPr>
      <p:pic>
        <p:nvPicPr>
          <p:cNvPr id="368" name="Google Shape;368;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69" name="Google Shape;369;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pic>
        <p:nvPicPr>
          <p:cNvPr id="371" name="Google Shape;371;p3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72" name="Google Shape;372;p34"/>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73" name="Google Shape;373;p34"/>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74" name="Google Shape;374;p34"/>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375" name="Shape 375"/>
        <p:cNvGrpSpPr/>
        <p:nvPr/>
      </p:nvGrpSpPr>
      <p:grpSpPr>
        <a:xfrm>
          <a:off x="0" y="0"/>
          <a:ext cx="0" cy="0"/>
          <a:chOff x="0" y="0"/>
          <a:chExt cx="0" cy="0"/>
        </a:xfrm>
      </p:grpSpPr>
      <p:pic>
        <p:nvPicPr>
          <p:cNvPr id="376" name="Google Shape;376;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77" name="Google Shape;377;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pic>
        <p:nvPicPr>
          <p:cNvPr id="379" name="Google Shape;379;p3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380" name="Google Shape;380;p35"/>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1" name="Google Shape;381;p35"/>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382" name="Google Shape;382;p35"/>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383" name="Shape 383"/>
        <p:cNvGrpSpPr/>
        <p:nvPr/>
      </p:nvGrpSpPr>
      <p:grpSpPr>
        <a:xfrm>
          <a:off x="0" y="0"/>
          <a:ext cx="0" cy="0"/>
          <a:chOff x="0" y="0"/>
          <a:chExt cx="0" cy="0"/>
        </a:xfrm>
      </p:grpSpPr>
      <p:sp>
        <p:nvSpPr>
          <p:cNvPr id="384" name="Google Shape;384;p3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85" name="Google Shape;385;p3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386" name="Google Shape;386;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6"/>
          <p:cNvSpPr txBox="1"/>
          <p:nvPr>
            <p:ph idx="1"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6"/>
          <p:cNvSpPr txBox="1"/>
          <p:nvPr>
            <p:ph idx="2"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9" name="Google Shape;389;p36"/>
          <p:cNvGrpSpPr/>
          <p:nvPr/>
        </p:nvGrpSpPr>
        <p:grpSpPr>
          <a:xfrm>
            <a:off x="7834231" y="1285"/>
            <a:ext cx="828900" cy="576065"/>
            <a:chOff x="7801496" y="1285"/>
            <a:chExt cx="828900" cy="576065"/>
          </a:xfrm>
        </p:grpSpPr>
        <p:pic>
          <p:nvPicPr>
            <p:cNvPr id="390" name="Google Shape;390;p3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391" name="Google Shape;391;p3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392" name="Google Shape;392;p36"/>
          <p:cNvGrpSpPr/>
          <p:nvPr/>
        </p:nvGrpSpPr>
        <p:grpSpPr>
          <a:xfrm>
            <a:off x="8635663" y="1285"/>
            <a:ext cx="499700" cy="576065"/>
            <a:chOff x="8635663" y="1285"/>
            <a:chExt cx="499700" cy="576065"/>
          </a:xfrm>
        </p:grpSpPr>
        <p:pic>
          <p:nvPicPr>
            <p:cNvPr id="393" name="Google Shape;393;p3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394" name="Google Shape;394;p3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
        <p:nvSpPr>
          <p:cNvPr id="395" name="Google Shape;395;p36"/>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6" name="Google Shape;396;p36"/>
          <p:cNvSpPr txBox="1"/>
          <p:nvPr>
            <p:ph idx="3" type="body"/>
          </p:nvPr>
        </p:nvSpPr>
        <p:spPr>
          <a:xfrm>
            <a:off x="328125" y="4748300"/>
            <a:ext cx="41688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397" name="Google Shape;397;p36"/>
          <p:cNvSpPr txBox="1"/>
          <p:nvPr>
            <p:ph idx="4" type="body"/>
          </p:nvPr>
        </p:nvSpPr>
        <p:spPr>
          <a:xfrm>
            <a:off x="4595325" y="4748300"/>
            <a:ext cx="39300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398" name="Shape 398"/>
        <p:cNvGrpSpPr/>
        <p:nvPr/>
      </p:nvGrpSpPr>
      <p:grpSpPr>
        <a:xfrm>
          <a:off x="0" y="0"/>
          <a:ext cx="0" cy="0"/>
          <a:chOff x="0" y="0"/>
          <a:chExt cx="0" cy="0"/>
        </a:xfrm>
      </p:grpSpPr>
      <p:sp>
        <p:nvSpPr>
          <p:cNvPr id="399" name="Google Shape;399;p3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0" name="Google Shape;400;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7"/>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3" name="Google Shape;403;p37"/>
          <p:cNvGrpSpPr/>
          <p:nvPr/>
        </p:nvGrpSpPr>
        <p:grpSpPr>
          <a:xfrm>
            <a:off x="7834231" y="1285"/>
            <a:ext cx="828900" cy="576065"/>
            <a:chOff x="7801496" y="1285"/>
            <a:chExt cx="828900" cy="576065"/>
          </a:xfrm>
        </p:grpSpPr>
        <p:pic>
          <p:nvPicPr>
            <p:cNvPr id="404" name="Google Shape;404;p3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05" name="Google Shape;405;p3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406" name="Google Shape;406;p37"/>
          <p:cNvGrpSpPr/>
          <p:nvPr/>
        </p:nvGrpSpPr>
        <p:grpSpPr>
          <a:xfrm>
            <a:off x="8635663" y="1285"/>
            <a:ext cx="499700" cy="576065"/>
            <a:chOff x="8635663" y="1285"/>
            <a:chExt cx="499700" cy="576065"/>
          </a:xfrm>
        </p:grpSpPr>
        <p:pic>
          <p:nvPicPr>
            <p:cNvPr id="407" name="Google Shape;407;p3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08" name="Google Shape;408;p3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409" name="Google Shape;409;p37"/>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10" name="Google Shape;410;p37"/>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11" name="Google Shape;411;p37"/>
          <p:cNvSpPr txBox="1"/>
          <p:nvPr>
            <p:ph idx="3" type="body"/>
          </p:nvPr>
        </p:nvSpPr>
        <p:spPr>
          <a:xfrm>
            <a:off x="328125" y="4748300"/>
            <a:ext cx="41688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412" name="Google Shape;412;p37"/>
          <p:cNvSpPr txBox="1"/>
          <p:nvPr>
            <p:ph idx="4" type="body"/>
          </p:nvPr>
        </p:nvSpPr>
        <p:spPr>
          <a:xfrm>
            <a:off x="4595325" y="4748300"/>
            <a:ext cx="39300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413" name="Shape 413"/>
        <p:cNvGrpSpPr/>
        <p:nvPr/>
      </p:nvGrpSpPr>
      <p:grpSpPr>
        <a:xfrm>
          <a:off x="0" y="0"/>
          <a:ext cx="0" cy="0"/>
          <a:chOff x="0" y="0"/>
          <a:chExt cx="0" cy="0"/>
        </a:xfrm>
      </p:grpSpPr>
      <p:sp>
        <p:nvSpPr>
          <p:cNvPr id="414" name="Google Shape;414;p3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15" name="Google Shape;415;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8"/>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18" name="Google Shape;418;p38"/>
          <p:cNvGrpSpPr/>
          <p:nvPr/>
        </p:nvGrpSpPr>
        <p:grpSpPr>
          <a:xfrm>
            <a:off x="7834231" y="1285"/>
            <a:ext cx="828900" cy="576065"/>
            <a:chOff x="7801496" y="1285"/>
            <a:chExt cx="828900" cy="576065"/>
          </a:xfrm>
        </p:grpSpPr>
        <p:pic>
          <p:nvPicPr>
            <p:cNvPr id="419" name="Google Shape;419;p3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20" name="Google Shape;420;p3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421" name="Google Shape;421;p38"/>
          <p:cNvGrpSpPr/>
          <p:nvPr/>
        </p:nvGrpSpPr>
        <p:grpSpPr>
          <a:xfrm>
            <a:off x="8635663" y="1285"/>
            <a:ext cx="499700" cy="576065"/>
            <a:chOff x="8635663" y="1285"/>
            <a:chExt cx="499700" cy="576065"/>
          </a:xfrm>
        </p:grpSpPr>
        <p:pic>
          <p:nvPicPr>
            <p:cNvPr id="422" name="Google Shape;422;p3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23" name="Google Shape;423;p3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
        <p:nvSpPr>
          <p:cNvPr id="424" name="Google Shape;424;p38"/>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8"/>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8"/>
          <p:cNvSpPr txBox="1"/>
          <p:nvPr>
            <p:ph idx="3" type="body"/>
          </p:nvPr>
        </p:nvSpPr>
        <p:spPr>
          <a:xfrm>
            <a:off x="328125" y="4748300"/>
            <a:ext cx="41688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427" name="Google Shape;427;p38"/>
          <p:cNvSpPr txBox="1"/>
          <p:nvPr>
            <p:ph idx="4" type="body"/>
          </p:nvPr>
        </p:nvSpPr>
        <p:spPr>
          <a:xfrm>
            <a:off x="4595325" y="4748300"/>
            <a:ext cx="39300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428" name="Shape 428"/>
        <p:cNvGrpSpPr/>
        <p:nvPr/>
      </p:nvGrpSpPr>
      <p:grpSpPr>
        <a:xfrm>
          <a:off x="0" y="0"/>
          <a:ext cx="0" cy="0"/>
          <a:chOff x="0" y="0"/>
          <a:chExt cx="0" cy="0"/>
        </a:xfrm>
      </p:grpSpPr>
      <p:sp>
        <p:nvSpPr>
          <p:cNvPr id="429" name="Google Shape;429;p3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0" name="Google Shape;43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1" name="Google Shape;431;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39"/>
          <p:cNvSpPr txBox="1"/>
          <p:nvPr>
            <p:ph idx="1" type="subTitle"/>
          </p:nvPr>
        </p:nvSpPr>
        <p:spPr>
          <a:xfrm>
            <a:off x="48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33" name="Google Shape;433;p39"/>
          <p:cNvGrpSpPr/>
          <p:nvPr/>
        </p:nvGrpSpPr>
        <p:grpSpPr>
          <a:xfrm>
            <a:off x="7834231" y="1285"/>
            <a:ext cx="828900" cy="576065"/>
            <a:chOff x="7801496" y="1285"/>
            <a:chExt cx="828900" cy="576065"/>
          </a:xfrm>
        </p:grpSpPr>
        <p:pic>
          <p:nvPicPr>
            <p:cNvPr id="434" name="Google Shape;434;p3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435" name="Google Shape;435;p3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436" name="Google Shape;436;p39"/>
          <p:cNvGrpSpPr/>
          <p:nvPr/>
        </p:nvGrpSpPr>
        <p:grpSpPr>
          <a:xfrm>
            <a:off x="8635663" y="1285"/>
            <a:ext cx="499700" cy="576065"/>
            <a:chOff x="8635663" y="1285"/>
            <a:chExt cx="499700" cy="576065"/>
          </a:xfrm>
        </p:grpSpPr>
        <p:pic>
          <p:nvPicPr>
            <p:cNvPr id="437" name="Google Shape;437;p3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438" name="Google Shape;438;p3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
        <p:nvSpPr>
          <p:cNvPr id="439" name="Google Shape;439;p39"/>
          <p:cNvSpPr txBox="1"/>
          <p:nvPr>
            <p:ph type="title"/>
          </p:nvPr>
        </p:nvSpPr>
        <p:spPr>
          <a:xfrm>
            <a:off x="324000" y="152400"/>
            <a:ext cx="713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9"/>
          <p:cNvSpPr txBox="1"/>
          <p:nvPr>
            <p:ph idx="2" type="subTitle"/>
          </p:nvPr>
        </p:nvSpPr>
        <p:spPr>
          <a:xfrm>
            <a:off x="324000" y="810000"/>
            <a:ext cx="3982200" cy="4010400"/>
          </a:xfrm>
          <a:prstGeom prst="rect">
            <a:avLst/>
          </a:prstGeom>
        </p:spPr>
        <p:txBody>
          <a:bodyPr anchorCtr="0" anchor="t" bIns="0" lIns="0" spcFirstLastPara="1" rIns="0" wrap="square" tIns="0">
            <a:sp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9"/>
          <p:cNvSpPr txBox="1"/>
          <p:nvPr>
            <p:ph idx="3" type="body"/>
          </p:nvPr>
        </p:nvSpPr>
        <p:spPr>
          <a:xfrm>
            <a:off x="328125" y="4748300"/>
            <a:ext cx="41688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
        <p:nvSpPr>
          <p:cNvPr id="442" name="Google Shape;442;p39"/>
          <p:cNvSpPr txBox="1"/>
          <p:nvPr>
            <p:ph idx="4" type="body"/>
          </p:nvPr>
        </p:nvSpPr>
        <p:spPr>
          <a:xfrm>
            <a:off x="4595325" y="4748300"/>
            <a:ext cx="39300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why - purple">
  <p:cSld name="TITLE_AND_TWO_COLUMNS_1_1_9_1_3_1">
    <p:bg>
      <p:bgPr>
        <a:solidFill>
          <a:srgbClr val="F3EEFB"/>
        </a:solidFill>
      </p:bgPr>
    </p:bg>
    <p:spTree>
      <p:nvGrpSpPr>
        <p:cNvPr id="443" name="Shape 443"/>
        <p:cNvGrpSpPr/>
        <p:nvPr/>
      </p:nvGrpSpPr>
      <p:grpSpPr>
        <a:xfrm>
          <a:off x="0" y="0"/>
          <a:ext cx="0" cy="0"/>
          <a:chOff x="0" y="0"/>
          <a:chExt cx="0" cy="0"/>
        </a:xfrm>
      </p:grpSpPr>
      <p:pic>
        <p:nvPicPr>
          <p:cNvPr id="444" name="Google Shape;444;p40"/>
          <p:cNvPicPr preferRelativeResize="0"/>
          <p:nvPr/>
        </p:nvPicPr>
        <p:blipFill>
          <a:blip r:embed="rId2">
            <a:alphaModFix/>
          </a:blip>
          <a:stretch>
            <a:fillRect/>
          </a:stretch>
        </p:blipFill>
        <p:spPr>
          <a:xfrm>
            <a:off x="2429763" y="2085316"/>
            <a:ext cx="457425" cy="457425"/>
          </a:xfrm>
          <a:prstGeom prst="rect">
            <a:avLst/>
          </a:prstGeom>
          <a:noFill/>
          <a:ln>
            <a:noFill/>
          </a:ln>
        </p:spPr>
      </p:pic>
      <p:pic>
        <p:nvPicPr>
          <p:cNvPr id="445" name="Google Shape;445;p40"/>
          <p:cNvPicPr preferRelativeResize="0"/>
          <p:nvPr/>
        </p:nvPicPr>
        <p:blipFill>
          <a:blip r:embed="rId2">
            <a:alphaModFix/>
          </a:blip>
          <a:stretch>
            <a:fillRect/>
          </a:stretch>
        </p:blipFill>
        <p:spPr>
          <a:xfrm>
            <a:off x="4823988" y="2085316"/>
            <a:ext cx="457425" cy="457425"/>
          </a:xfrm>
          <a:prstGeom prst="rect">
            <a:avLst/>
          </a:prstGeom>
          <a:noFill/>
          <a:ln>
            <a:noFill/>
          </a:ln>
        </p:spPr>
      </p:pic>
      <p:pic>
        <p:nvPicPr>
          <p:cNvPr id="446" name="Google Shape;446;p4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447" name="Google Shape;447;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40"/>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49" name="Google Shape;449;p40"/>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50" name="Google Shape;450;p40"/>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51" name="Google Shape;451;p40"/>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52" name="Google Shape;452;p4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53" name="Google Shape;453;p40"/>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54" name="Google Shape;454;p40"/>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455" name="Google Shape;455;p4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456" name="Google Shape;456;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457" name="Google Shape;457;p40"/>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8" name="Google Shape;458;p40"/>
          <p:cNvSpPr txBox="1"/>
          <p:nvPr>
            <p:ph idx="3"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why - jade">
  <p:cSld name="TITLE_AND_TWO_COLUMNS_1_1_9_1_3_1_1_1">
    <p:bg>
      <p:bgPr>
        <a:solidFill>
          <a:srgbClr val="E6F2F2"/>
        </a:solidFill>
      </p:bgPr>
    </p:bg>
    <p:spTree>
      <p:nvGrpSpPr>
        <p:cNvPr id="459" name="Shape 459"/>
        <p:cNvGrpSpPr/>
        <p:nvPr/>
      </p:nvGrpSpPr>
      <p:grpSpPr>
        <a:xfrm>
          <a:off x="0" y="0"/>
          <a:ext cx="0" cy="0"/>
          <a:chOff x="0" y="0"/>
          <a:chExt cx="0" cy="0"/>
        </a:xfrm>
      </p:grpSpPr>
      <p:pic>
        <p:nvPicPr>
          <p:cNvPr id="460" name="Google Shape;460;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61" name="Google Shape;461;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62" name="Google Shape;462;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3" name="Google Shape;463;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pic>
        <p:nvPicPr>
          <p:cNvPr id="464" name="Google Shape;464;p41"/>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65" name="Google Shape;465;p41"/>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66" name="Google Shape;466;p41"/>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67" name="Google Shape;467;p41"/>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68" name="Google Shape;468;p41"/>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69" name="Google Shape;469;p41"/>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70" name="Google Shape;470;p4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71" name="Google Shape;471;p41"/>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72" name="Google Shape;472;p41"/>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473" name="Google Shape;473;p41"/>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4" name="Google Shape;474;p41"/>
          <p:cNvSpPr txBox="1"/>
          <p:nvPr>
            <p:ph idx="3"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why - blue">
  <p:cSld name="TITLE_AND_TWO_COLUMNS_1_1_9_1_3_2">
    <p:bg>
      <p:bgPr>
        <a:solidFill>
          <a:srgbClr val="EBEDFE"/>
        </a:solidFill>
      </p:bgPr>
    </p:bg>
    <p:spTree>
      <p:nvGrpSpPr>
        <p:cNvPr id="475" name="Shape 475"/>
        <p:cNvGrpSpPr/>
        <p:nvPr/>
      </p:nvGrpSpPr>
      <p:grpSpPr>
        <a:xfrm>
          <a:off x="0" y="0"/>
          <a:ext cx="0" cy="0"/>
          <a:chOff x="0" y="0"/>
          <a:chExt cx="0" cy="0"/>
        </a:xfrm>
      </p:grpSpPr>
      <p:pic>
        <p:nvPicPr>
          <p:cNvPr id="476" name="Google Shape;476;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8" name="Google Shape;478;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79" name="Google Shape;479;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pic>
        <p:nvPicPr>
          <p:cNvPr id="480" name="Google Shape;480;p42"/>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81" name="Google Shape;481;p42"/>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82" name="Google Shape;482;p42"/>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83" name="Google Shape;483;p42"/>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484" name="Google Shape;484;p42"/>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485" name="Google Shape;485;p42"/>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6" name="Google Shape;486;p4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487" name="Google Shape;487;p42"/>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488" name="Google Shape;488;p42"/>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489" name="Google Shape;489;p4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90" name="Google Shape;490;p42"/>
          <p:cNvSpPr txBox="1"/>
          <p:nvPr>
            <p:ph idx="3"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why - pink">
  <p:cSld name="TITLE_AND_TWO_COLUMNS_1_1_9_1_3_1_1_1_1">
    <p:bg>
      <p:bgPr>
        <a:solidFill>
          <a:srgbClr val="FAEAF6"/>
        </a:solidFill>
      </p:bgPr>
    </p:bg>
    <p:spTree>
      <p:nvGrpSpPr>
        <p:cNvPr id="491" name="Shape 491"/>
        <p:cNvGrpSpPr/>
        <p:nvPr/>
      </p:nvGrpSpPr>
      <p:grpSpPr>
        <a:xfrm>
          <a:off x="0" y="0"/>
          <a:ext cx="0" cy="0"/>
          <a:chOff x="0" y="0"/>
          <a:chExt cx="0" cy="0"/>
        </a:xfrm>
      </p:grpSpPr>
      <p:pic>
        <p:nvPicPr>
          <p:cNvPr id="492" name="Google Shape;49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93" name="Google Shape;49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94" name="Google Shape;494;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95" name="Google Shape;495;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pic>
        <p:nvPicPr>
          <p:cNvPr id="496" name="Google Shape;496;p43"/>
          <p:cNvPicPr preferRelativeResize="0"/>
          <p:nvPr/>
        </p:nvPicPr>
        <p:blipFill>
          <a:blip r:embed="rId4">
            <a:alphaModFix/>
          </a:blip>
          <a:stretch>
            <a:fillRect/>
          </a:stretch>
        </p:blipFill>
        <p:spPr>
          <a:xfrm>
            <a:off x="2429763" y="2085316"/>
            <a:ext cx="457425" cy="457425"/>
          </a:xfrm>
          <a:prstGeom prst="rect">
            <a:avLst/>
          </a:prstGeom>
          <a:noFill/>
          <a:ln>
            <a:noFill/>
          </a:ln>
        </p:spPr>
      </p:pic>
      <p:pic>
        <p:nvPicPr>
          <p:cNvPr id="497" name="Google Shape;497;p43"/>
          <p:cNvPicPr preferRelativeResize="0"/>
          <p:nvPr/>
        </p:nvPicPr>
        <p:blipFill>
          <a:blip r:embed="rId4">
            <a:alphaModFix/>
          </a:blip>
          <a:stretch>
            <a:fillRect/>
          </a:stretch>
        </p:blipFill>
        <p:spPr>
          <a:xfrm>
            <a:off x="4823988" y="2085316"/>
            <a:ext cx="457425" cy="457425"/>
          </a:xfrm>
          <a:prstGeom prst="rect">
            <a:avLst/>
          </a:prstGeom>
          <a:noFill/>
          <a:ln>
            <a:noFill/>
          </a:ln>
        </p:spPr>
      </p:pic>
      <p:sp>
        <p:nvSpPr>
          <p:cNvPr id="498" name="Google Shape;498;p43"/>
          <p:cNvSpPr txBox="1"/>
          <p:nvPr/>
        </p:nvSpPr>
        <p:spPr>
          <a:xfrm>
            <a:off x="3025325" y="21446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499" name="Google Shape;499;p43"/>
          <p:cNvSpPr txBox="1"/>
          <p:nvPr/>
        </p:nvSpPr>
        <p:spPr>
          <a:xfrm>
            <a:off x="5431100" y="21219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500" name="Google Shape;500;p43"/>
          <p:cNvSpPr txBox="1"/>
          <p:nvPr>
            <p:ph idx="1" type="subTitle"/>
          </p:nvPr>
        </p:nvSpPr>
        <p:spPr>
          <a:xfrm>
            <a:off x="324000" y="3577125"/>
            <a:ext cx="8109300" cy="730800"/>
          </a:xfrm>
          <a:prstGeom prst="rect">
            <a:avLst/>
          </a:prstGeom>
        </p:spPr>
        <p:txBody>
          <a:bodyPr anchorCtr="0" anchor="t" bIns="0" lIns="0" spcFirstLastPara="1" rIns="0" wrap="square" tIns="0">
            <a:spAutoFit/>
          </a:bodyPr>
          <a:lstStyle>
            <a:lvl1pPr lvl="0" rtl="0">
              <a:spcBef>
                <a:spcPts val="0"/>
              </a:spcBef>
              <a:spcAft>
                <a:spcPts val="0"/>
              </a:spcAft>
              <a:buSzPts val="2200"/>
              <a:buFont typeface="Kalam"/>
              <a:buNone/>
              <a:defRPr sz="2200">
                <a:latin typeface="Kalam"/>
                <a:ea typeface="Kalam"/>
                <a:cs typeface="Kalam"/>
                <a:sym typeface="Kalam"/>
              </a:defRPr>
            </a:lvl1pPr>
            <a:lvl2pPr lvl="1" rtl="0">
              <a:spcBef>
                <a:spcPts val="1000"/>
              </a:spcBef>
              <a:spcAft>
                <a:spcPts val="0"/>
              </a:spcAft>
              <a:buSzPts val="2100"/>
              <a:buFont typeface="Kalam"/>
              <a:buNone/>
              <a:defRPr>
                <a:latin typeface="Kalam"/>
                <a:ea typeface="Kalam"/>
                <a:cs typeface="Kalam"/>
                <a:sym typeface="Kalam"/>
              </a:defRPr>
            </a:lvl2pPr>
            <a:lvl3pPr lvl="2" rtl="0">
              <a:spcBef>
                <a:spcPts val="1000"/>
              </a:spcBef>
              <a:spcAft>
                <a:spcPts val="0"/>
              </a:spcAft>
              <a:buSzPts val="2000"/>
              <a:buFont typeface="Kalam"/>
              <a:buNone/>
              <a:defRPr>
                <a:latin typeface="Kalam"/>
                <a:ea typeface="Kalam"/>
                <a:cs typeface="Kalam"/>
                <a:sym typeface="Kalam"/>
              </a:defRPr>
            </a:lvl3pPr>
            <a:lvl4pPr lvl="3" rtl="0">
              <a:spcBef>
                <a:spcPts val="800"/>
              </a:spcBef>
              <a:spcAft>
                <a:spcPts val="0"/>
              </a:spcAft>
              <a:buSzPts val="1900"/>
              <a:buFont typeface="Kalam"/>
              <a:buNone/>
              <a:defRPr>
                <a:latin typeface="Kalam"/>
                <a:ea typeface="Kalam"/>
                <a:cs typeface="Kalam"/>
                <a:sym typeface="Kalam"/>
              </a:defRPr>
            </a:lvl4pPr>
            <a:lvl5pPr lvl="4" rtl="0">
              <a:spcBef>
                <a:spcPts val="800"/>
              </a:spcBef>
              <a:spcAft>
                <a:spcPts val="0"/>
              </a:spcAft>
              <a:buSzPts val="1800"/>
              <a:buFont typeface="Kalam"/>
              <a:buNone/>
              <a:defRPr>
                <a:latin typeface="Kalam"/>
                <a:ea typeface="Kalam"/>
                <a:cs typeface="Kalam"/>
                <a:sym typeface="Kalam"/>
              </a:defRPr>
            </a:lvl5pPr>
            <a:lvl6pPr lvl="5" rtl="0">
              <a:spcBef>
                <a:spcPts val="600"/>
              </a:spcBef>
              <a:spcAft>
                <a:spcPts val="0"/>
              </a:spcAft>
              <a:buSzPts val="1800"/>
              <a:buFont typeface="Kalam"/>
              <a:buNone/>
              <a:defRPr>
                <a:latin typeface="Kalam"/>
                <a:ea typeface="Kalam"/>
                <a:cs typeface="Kalam"/>
                <a:sym typeface="Kalam"/>
              </a:defRPr>
            </a:lvl6pPr>
            <a:lvl7pPr lvl="6" rtl="0">
              <a:spcBef>
                <a:spcPts val="600"/>
              </a:spcBef>
              <a:spcAft>
                <a:spcPts val="0"/>
              </a:spcAft>
              <a:buSzPts val="1800"/>
              <a:buFont typeface="Kalam"/>
              <a:buNone/>
              <a:defRPr>
                <a:latin typeface="Kalam"/>
                <a:ea typeface="Kalam"/>
                <a:cs typeface="Kalam"/>
                <a:sym typeface="Kalam"/>
              </a:defRPr>
            </a:lvl7pPr>
            <a:lvl8pPr lvl="7" rtl="0">
              <a:spcBef>
                <a:spcPts val="400"/>
              </a:spcBef>
              <a:spcAft>
                <a:spcPts val="0"/>
              </a:spcAft>
              <a:buSzPts val="1800"/>
              <a:buFont typeface="Kalam"/>
              <a:buNone/>
              <a:defRPr>
                <a:latin typeface="Kalam"/>
                <a:ea typeface="Kalam"/>
                <a:cs typeface="Kalam"/>
                <a:sym typeface="Kalam"/>
              </a:defRPr>
            </a:lvl8pPr>
            <a:lvl9pPr lvl="8" rtl="0">
              <a:spcBef>
                <a:spcPts val="400"/>
              </a:spcBef>
              <a:spcAft>
                <a:spcPts val="200"/>
              </a:spcAft>
              <a:buSzPts val="1800"/>
              <a:buNone/>
              <a:defRPr/>
            </a:lvl9pPr>
          </a:lstStyle>
          <a:p/>
        </p:txBody>
      </p:sp>
      <p:sp>
        <p:nvSpPr>
          <p:cNvPr id="501" name="Google Shape;501;p43"/>
          <p:cNvSpPr txBox="1"/>
          <p:nvPr>
            <p:ph idx="2" type="subTitle"/>
          </p:nvPr>
        </p:nvSpPr>
        <p:spPr>
          <a:xfrm>
            <a:off x="324000" y="1080000"/>
            <a:ext cx="7135200" cy="2505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2" name="Google Shape;502;p4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503" name="Google Shape;503;p43"/>
          <p:cNvSpPr txBox="1"/>
          <p:nvPr/>
        </p:nvSpPr>
        <p:spPr>
          <a:xfrm>
            <a:off x="2454488"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504" name="Google Shape;504;p43"/>
          <p:cNvSpPr txBox="1"/>
          <p:nvPr/>
        </p:nvSpPr>
        <p:spPr>
          <a:xfrm>
            <a:off x="4848713" y="21754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
        <p:nvSpPr>
          <p:cNvPr id="505" name="Google Shape;505;p43"/>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6" name="Google Shape;506;p43"/>
          <p:cNvSpPr txBox="1"/>
          <p:nvPr>
            <p:ph idx="3"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507" name="Shape 507"/>
        <p:cNvGrpSpPr/>
        <p:nvPr/>
      </p:nvGrpSpPr>
      <p:grpSpPr>
        <a:xfrm>
          <a:off x="0" y="0"/>
          <a:ext cx="0" cy="0"/>
          <a:chOff x="0" y="0"/>
          <a:chExt cx="0" cy="0"/>
        </a:xfrm>
      </p:grpSpPr>
      <p:pic>
        <p:nvPicPr>
          <p:cNvPr id="508" name="Google Shape;508;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09" name="Google Shape;509;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44"/>
          <p:cNvSpPr txBox="1"/>
          <p:nvPr>
            <p:ph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11" name="Google Shape;511;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12" name="Google Shape;512;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13" name="Google Shape;513;p44"/>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4" name="Google Shape;514;p44"/>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5" name="Google Shape;515;p44"/>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6" name="Google Shape;516;p44"/>
          <p:cNvGrpSpPr/>
          <p:nvPr/>
        </p:nvGrpSpPr>
        <p:grpSpPr>
          <a:xfrm>
            <a:off x="323653" y="1804438"/>
            <a:ext cx="457200" cy="457200"/>
            <a:chOff x="1020916" y="1442088"/>
            <a:chExt cx="457200" cy="457200"/>
          </a:xfrm>
        </p:grpSpPr>
        <p:pic>
          <p:nvPicPr>
            <p:cNvPr id="517" name="Google Shape;51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9" name="Google Shape;519;p44"/>
          <p:cNvGrpSpPr/>
          <p:nvPr/>
        </p:nvGrpSpPr>
        <p:grpSpPr>
          <a:xfrm>
            <a:off x="323653" y="2766575"/>
            <a:ext cx="457200" cy="457200"/>
            <a:chOff x="1020916" y="1442088"/>
            <a:chExt cx="457200" cy="457200"/>
          </a:xfrm>
        </p:grpSpPr>
        <p:pic>
          <p:nvPicPr>
            <p:cNvPr id="520" name="Google Shape;52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22" name="Google Shape;522;p44"/>
          <p:cNvGrpSpPr/>
          <p:nvPr/>
        </p:nvGrpSpPr>
        <p:grpSpPr>
          <a:xfrm>
            <a:off x="323641" y="3729038"/>
            <a:ext cx="457200" cy="457200"/>
            <a:chOff x="1020916" y="1442088"/>
            <a:chExt cx="457200" cy="457200"/>
          </a:xfrm>
        </p:grpSpPr>
        <p:pic>
          <p:nvPicPr>
            <p:cNvPr id="523" name="Google Shape;52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25" name="Google Shape;525;p44"/>
          <p:cNvSpPr txBox="1"/>
          <p:nvPr>
            <p:ph idx="4"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6" name="Google Shape;526;p44"/>
          <p:cNvSpPr txBox="1"/>
          <p:nvPr>
            <p:ph idx="5"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527" name="Shape 527"/>
        <p:cNvGrpSpPr/>
        <p:nvPr/>
      </p:nvGrpSpPr>
      <p:grpSpPr>
        <a:xfrm>
          <a:off x="0" y="0"/>
          <a:ext cx="0" cy="0"/>
          <a:chOff x="0" y="0"/>
          <a:chExt cx="0" cy="0"/>
        </a:xfrm>
      </p:grpSpPr>
      <p:pic>
        <p:nvPicPr>
          <p:cNvPr id="528" name="Google Shape;5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9" name="Google Shape;5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30" name="Google Shape;530;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1" name="Google Shape;531;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32" name="Google Shape;532;p45"/>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5"/>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5"/>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5" name="Google Shape;535;p45"/>
          <p:cNvGrpSpPr/>
          <p:nvPr/>
        </p:nvGrpSpPr>
        <p:grpSpPr>
          <a:xfrm>
            <a:off x="323653" y="1804438"/>
            <a:ext cx="457200" cy="457200"/>
            <a:chOff x="1020916" y="1442088"/>
            <a:chExt cx="457200" cy="457200"/>
          </a:xfrm>
        </p:grpSpPr>
        <p:pic>
          <p:nvPicPr>
            <p:cNvPr id="536" name="Google Shape;53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8" name="Google Shape;538;p45"/>
          <p:cNvGrpSpPr/>
          <p:nvPr/>
        </p:nvGrpSpPr>
        <p:grpSpPr>
          <a:xfrm>
            <a:off x="323653" y="2766575"/>
            <a:ext cx="457200" cy="457200"/>
            <a:chOff x="1020916" y="1442088"/>
            <a:chExt cx="457200" cy="457200"/>
          </a:xfrm>
        </p:grpSpPr>
        <p:pic>
          <p:nvPicPr>
            <p:cNvPr id="539" name="Google Shape;53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1" name="Google Shape;541;p45"/>
          <p:cNvGrpSpPr/>
          <p:nvPr/>
        </p:nvGrpSpPr>
        <p:grpSpPr>
          <a:xfrm>
            <a:off x="323641" y="3729038"/>
            <a:ext cx="457200" cy="457200"/>
            <a:chOff x="1020916" y="1442088"/>
            <a:chExt cx="457200" cy="457200"/>
          </a:xfrm>
        </p:grpSpPr>
        <p:pic>
          <p:nvPicPr>
            <p:cNvPr id="542" name="Google Shape;54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44" name="Google Shape;544;p45"/>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5" name="Google Shape;545;p45"/>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6" name="Google Shape;546;p45"/>
          <p:cNvSpPr txBox="1"/>
          <p:nvPr>
            <p:ph idx="5"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547" name="Shape 547"/>
        <p:cNvGrpSpPr/>
        <p:nvPr/>
      </p:nvGrpSpPr>
      <p:grpSpPr>
        <a:xfrm>
          <a:off x="0" y="0"/>
          <a:ext cx="0" cy="0"/>
          <a:chOff x="0" y="0"/>
          <a:chExt cx="0" cy="0"/>
        </a:xfrm>
      </p:grpSpPr>
      <p:pic>
        <p:nvPicPr>
          <p:cNvPr id="548" name="Google Shape;548;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49" name="Google Shape;549;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50" name="Google Shape;550;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1" name="Google Shape;551;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2" name="Google Shape;552;p46"/>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3" name="Google Shape;553;p46"/>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54" name="Google Shape;554;p46"/>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55" name="Google Shape;555;p46"/>
          <p:cNvGrpSpPr/>
          <p:nvPr/>
        </p:nvGrpSpPr>
        <p:grpSpPr>
          <a:xfrm>
            <a:off x="323653" y="1804438"/>
            <a:ext cx="457200" cy="457200"/>
            <a:chOff x="1020916" y="1442088"/>
            <a:chExt cx="457200" cy="457200"/>
          </a:xfrm>
        </p:grpSpPr>
        <p:pic>
          <p:nvPicPr>
            <p:cNvPr id="556" name="Google Shape;556;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7" name="Google Shape;557;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8" name="Google Shape;558;p46"/>
          <p:cNvGrpSpPr/>
          <p:nvPr/>
        </p:nvGrpSpPr>
        <p:grpSpPr>
          <a:xfrm>
            <a:off x="323653" y="2766575"/>
            <a:ext cx="457200" cy="457200"/>
            <a:chOff x="1020916" y="1442088"/>
            <a:chExt cx="457200" cy="457200"/>
          </a:xfrm>
        </p:grpSpPr>
        <p:pic>
          <p:nvPicPr>
            <p:cNvPr id="559" name="Google Shape;559;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1" name="Google Shape;561;p46"/>
          <p:cNvGrpSpPr/>
          <p:nvPr/>
        </p:nvGrpSpPr>
        <p:grpSpPr>
          <a:xfrm>
            <a:off x="323641" y="3729038"/>
            <a:ext cx="457200" cy="457200"/>
            <a:chOff x="1020916" y="1442088"/>
            <a:chExt cx="457200" cy="457200"/>
          </a:xfrm>
        </p:grpSpPr>
        <p:pic>
          <p:nvPicPr>
            <p:cNvPr id="562" name="Google Shape;562;p4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64" name="Google Shape;564;p46"/>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5" name="Google Shape;565;p46"/>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66" name="Google Shape;566;p46"/>
          <p:cNvSpPr txBox="1"/>
          <p:nvPr>
            <p:ph idx="5"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567" name="Shape 567"/>
        <p:cNvGrpSpPr/>
        <p:nvPr/>
      </p:nvGrpSpPr>
      <p:grpSpPr>
        <a:xfrm>
          <a:off x="0" y="0"/>
          <a:ext cx="0" cy="0"/>
          <a:chOff x="0" y="0"/>
          <a:chExt cx="0" cy="0"/>
        </a:xfrm>
      </p:grpSpPr>
      <p:pic>
        <p:nvPicPr>
          <p:cNvPr id="568" name="Google Shape;568;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70" name="Google Shape;570;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1" name="Google Shape;571;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72" name="Google Shape;572;p47"/>
          <p:cNvSpPr txBox="1"/>
          <p:nvPr>
            <p:ph idx="1" type="subTitle"/>
          </p:nvPr>
        </p:nvSpPr>
        <p:spPr>
          <a:xfrm>
            <a:off x="1034425" y="18377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3" name="Google Shape;573;p47"/>
          <p:cNvSpPr txBox="1"/>
          <p:nvPr>
            <p:ph idx="2" type="subTitle"/>
          </p:nvPr>
        </p:nvSpPr>
        <p:spPr>
          <a:xfrm>
            <a:off x="1034425" y="27942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74" name="Google Shape;574;p47"/>
          <p:cNvSpPr txBox="1"/>
          <p:nvPr>
            <p:ph idx="3" type="subTitle"/>
          </p:nvPr>
        </p:nvSpPr>
        <p:spPr>
          <a:xfrm>
            <a:off x="1034425" y="37669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75" name="Google Shape;575;p47"/>
          <p:cNvGrpSpPr/>
          <p:nvPr/>
        </p:nvGrpSpPr>
        <p:grpSpPr>
          <a:xfrm>
            <a:off x="323653" y="1804438"/>
            <a:ext cx="457200" cy="457200"/>
            <a:chOff x="1020916" y="1442088"/>
            <a:chExt cx="457200" cy="457200"/>
          </a:xfrm>
        </p:grpSpPr>
        <p:pic>
          <p:nvPicPr>
            <p:cNvPr id="576" name="Google Shape;576;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7" name="Google Shape;577;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8" name="Google Shape;578;p47"/>
          <p:cNvGrpSpPr/>
          <p:nvPr/>
        </p:nvGrpSpPr>
        <p:grpSpPr>
          <a:xfrm>
            <a:off x="323653" y="2766575"/>
            <a:ext cx="457200" cy="457200"/>
            <a:chOff x="1020916" y="1442088"/>
            <a:chExt cx="457200" cy="457200"/>
          </a:xfrm>
        </p:grpSpPr>
        <p:pic>
          <p:nvPicPr>
            <p:cNvPr id="579" name="Google Shape;579;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0" name="Google Shape;580;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1" name="Google Shape;581;p47"/>
          <p:cNvGrpSpPr/>
          <p:nvPr/>
        </p:nvGrpSpPr>
        <p:grpSpPr>
          <a:xfrm>
            <a:off x="323641" y="3729038"/>
            <a:ext cx="457200" cy="457200"/>
            <a:chOff x="1020916" y="1442088"/>
            <a:chExt cx="457200" cy="457200"/>
          </a:xfrm>
        </p:grpSpPr>
        <p:pic>
          <p:nvPicPr>
            <p:cNvPr id="582" name="Google Shape;582;p4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3" name="Google Shape;583;p4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584" name="Google Shape;584;p4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5" name="Google Shape;585;p47"/>
          <p:cNvSpPr txBox="1"/>
          <p:nvPr>
            <p:ph idx="4"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6" name="Google Shape;586;p47"/>
          <p:cNvSpPr txBox="1"/>
          <p:nvPr>
            <p:ph idx="5"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587" name="Shape 587"/>
        <p:cNvGrpSpPr/>
        <p:nvPr/>
      </p:nvGrpSpPr>
      <p:grpSpPr>
        <a:xfrm>
          <a:off x="0" y="0"/>
          <a:ext cx="0" cy="0"/>
          <a:chOff x="0" y="0"/>
          <a:chExt cx="0" cy="0"/>
        </a:xfrm>
      </p:grpSpPr>
      <p:pic>
        <p:nvPicPr>
          <p:cNvPr id="588" name="Google Shape;588;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89" name="Google Shape;589;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90" name="Google Shape;590;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8"/>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3" name="Google Shape;593;p48"/>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4" name="Google Shape;594;p48"/>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95" name="Google Shape;595;p48"/>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96" name="Google Shape;596;p48"/>
          <p:cNvGrpSpPr/>
          <p:nvPr/>
        </p:nvGrpSpPr>
        <p:grpSpPr>
          <a:xfrm>
            <a:off x="323653" y="1652038"/>
            <a:ext cx="457200" cy="457200"/>
            <a:chOff x="1020916" y="1442088"/>
            <a:chExt cx="457200" cy="457200"/>
          </a:xfrm>
        </p:grpSpPr>
        <p:pic>
          <p:nvPicPr>
            <p:cNvPr id="597" name="Google Shape;597;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8"/>
          <p:cNvGrpSpPr/>
          <p:nvPr/>
        </p:nvGrpSpPr>
        <p:grpSpPr>
          <a:xfrm>
            <a:off x="323653" y="2461775"/>
            <a:ext cx="457200" cy="457200"/>
            <a:chOff x="1020916" y="1442088"/>
            <a:chExt cx="457200" cy="457200"/>
          </a:xfrm>
        </p:grpSpPr>
        <p:pic>
          <p:nvPicPr>
            <p:cNvPr id="600" name="Google Shape;600;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8"/>
          <p:cNvGrpSpPr/>
          <p:nvPr/>
        </p:nvGrpSpPr>
        <p:grpSpPr>
          <a:xfrm>
            <a:off x="323641" y="3271838"/>
            <a:ext cx="457200" cy="457200"/>
            <a:chOff x="1020916" y="1442088"/>
            <a:chExt cx="457200" cy="457200"/>
          </a:xfrm>
        </p:grpSpPr>
        <p:pic>
          <p:nvPicPr>
            <p:cNvPr id="603" name="Google Shape;603;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05" name="Google Shape;605;p48"/>
          <p:cNvGrpSpPr/>
          <p:nvPr/>
        </p:nvGrpSpPr>
        <p:grpSpPr>
          <a:xfrm>
            <a:off x="323641" y="4081763"/>
            <a:ext cx="457200" cy="457200"/>
            <a:chOff x="1020916" y="1442088"/>
            <a:chExt cx="457200" cy="457200"/>
          </a:xfrm>
        </p:grpSpPr>
        <p:pic>
          <p:nvPicPr>
            <p:cNvPr id="606" name="Google Shape;606;p4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7" name="Google Shape;607;p4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08" name="Google Shape;608;p4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9" name="Google Shape;609;p48"/>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0" name="Google Shape;610;p48"/>
          <p:cNvSpPr txBox="1"/>
          <p:nvPr>
            <p:ph idx="6"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611" name="Shape 611"/>
        <p:cNvGrpSpPr/>
        <p:nvPr/>
      </p:nvGrpSpPr>
      <p:grpSpPr>
        <a:xfrm>
          <a:off x="0" y="0"/>
          <a:ext cx="0" cy="0"/>
          <a:chOff x="0" y="0"/>
          <a:chExt cx="0" cy="0"/>
        </a:xfrm>
      </p:grpSpPr>
      <p:pic>
        <p:nvPicPr>
          <p:cNvPr id="612" name="Google Shape;612;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13" name="Google Shape;613;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4" name="Google Shape;614;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5" name="Google Shape;615;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16" name="Google Shape;616;p49"/>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7" name="Google Shape;617;p49"/>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8" name="Google Shape;618;p49"/>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19" name="Google Shape;619;p49"/>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20" name="Google Shape;620;p49"/>
          <p:cNvGrpSpPr/>
          <p:nvPr/>
        </p:nvGrpSpPr>
        <p:grpSpPr>
          <a:xfrm>
            <a:off x="323653" y="1652038"/>
            <a:ext cx="457200" cy="457200"/>
            <a:chOff x="1020916" y="1442088"/>
            <a:chExt cx="457200" cy="457200"/>
          </a:xfrm>
        </p:grpSpPr>
        <p:pic>
          <p:nvPicPr>
            <p:cNvPr id="621" name="Google Shape;621;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2" name="Google Shape;622;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23" name="Google Shape;623;p49"/>
          <p:cNvGrpSpPr/>
          <p:nvPr/>
        </p:nvGrpSpPr>
        <p:grpSpPr>
          <a:xfrm>
            <a:off x="323653" y="2461775"/>
            <a:ext cx="457200" cy="457200"/>
            <a:chOff x="1020916" y="1442088"/>
            <a:chExt cx="457200" cy="457200"/>
          </a:xfrm>
        </p:grpSpPr>
        <p:pic>
          <p:nvPicPr>
            <p:cNvPr id="624" name="Google Shape;624;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5" name="Google Shape;625;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6" name="Google Shape;626;p49"/>
          <p:cNvGrpSpPr/>
          <p:nvPr/>
        </p:nvGrpSpPr>
        <p:grpSpPr>
          <a:xfrm>
            <a:off x="323641" y="3271838"/>
            <a:ext cx="457200" cy="457200"/>
            <a:chOff x="1020916" y="1442088"/>
            <a:chExt cx="457200" cy="457200"/>
          </a:xfrm>
        </p:grpSpPr>
        <p:pic>
          <p:nvPicPr>
            <p:cNvPr id="627" name="Google Shape;627;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8" name="Google Shape;628;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29" name="Google Shape;629;p49"/>
          <p:cNvGrpSpPr/>
          <p:nvPr/>
        </p:nvGrpSpPr>
        <p:grpSpPr>
          <a:xfrm>
            <a:off x="323641" y="4081763"/>
            <a:ext cx="457200" cy="457200"/>
            <a:chOff x="1020916" y="1442088"/>
            <a:chExt cx="457200" cy="457200"/>
          </a:xfrm>
        </p:grpSpPr>
        <p:pic>
          <p:nvPicPr>
            <p:cNvPr id="630" name="Google Shape;630;p4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31" name="Google Shape;631;p4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32" name="Google Shape;632;p49"/>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3" name="Google Shape;633;p49"/>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4" name="Google Shape;634;p49"/>
          <p:cNvSpPr txBox="1"/>
          <p:nvPr>
            <p:ph idx="6"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635" name="Shape 635"/>
        <p:cNvGrpSpPr/>
        <p:nvPr/>
      </p:nvGrpSpPr>
      <p:grpSpPr>
        <a:xfrm>
          <a:off x="0" y="0"/>
          <a:ext cx="0" cy="0"/>
          <a:chOff x="0" y="0"/>
          <a:chExt cx="0" cy="0"/>
        </a:xfrm>
      </p:grpSpPr>
      <p:pic>
        <p:nvPicPr>
          <p:cNvPr id="636" name="Google Shape;636;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7" name="Google Shape;637;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0"/>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39" name="Google Shape;639;p5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0" name="Google Shape;640;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41" name="Google Shape;641;p50"/>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42" name="Google Shape;642;p50"/>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43" name="Google Shape;643;p50"/>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44" name="Google Shape;644;p50"/>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45" name="Google Shape;645;p50"/>
          <p:cNvGrpSpPr/>
          <p:nvPr/>
        </p:nvGrpSpPr>
        <p:grpSpPr>
          <a:xfrm>
            <a:off x="323653" y="1652038"/>
            <a:ext cx="457200" cy="457200"/>
            <a:chOff x="1020916" y="1442088"/>
            <a:chExt cx="457200" cy="457200"/>
          </a:xfrm>
        </p:grpSpPr>
        <p:pic>
          <p:nvPicPr>
            <p:cNvPr id="646" name="Google Shape;646;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47" name="Google Shape;647;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48" name="Google Shape;648;p50"/>
          <p:cNvGrpSpPr/>
          <p:nvPr/>
        </p:nvGrpSpPr>
        <p:grpSpPr>
          <a:xfrm>
            <a:off x="323653" y="2461775"/>
            <a:ext cx="457200" cy="457200"/>
            <a:chOff x="1020916" y="1442088"/>
            <a:chExt cx="457200" cy="457200"/>
          </a:xfrm>
        </p:grpSpPr>
        <p:pic>
          <p:nvPicPr>
            <p:cNvPr id="649" name="Google Shape;649;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0" name="Google Shape;650;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51" name="Google Shape;651;p50"/>
          <p:cNvGrpSpPr/>
          <p:nvPr/>
        </p:nvGrpSpPr>
        <p:grpSpPr>
          <a:xfrm>
            <a:off x="323641" y="3271838"/>
            <a:ext cx="457200" cy="457200"/>
            <a:chOff x="1020916" y="1442088"/>
            <a:chExt cx="457200" cy="457200"/>
          </a:xfrm>
        </p:grpSpPr>
        <p:pic>
          <p:nvPicPr>
            <p:cNvPr id="652" name="Google Shape;652;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3" name="Google Shape;653;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54" name="Google Shape;654;p50"/>
          <p:cNvGrpSpPr/>
          <p:nvPr/>
        </p:nvGrpSpPr>
        <p:grpSpPr>
          <a:xfrm>
            <a:off x="323641" y="4081763"/>
            <a:ext cx="457200" cy="457200"/>
            <a:chOff x="1020916" y="1442088"/>
            <a:chExt cx="457200" cy="457200"/>
          </a:xfrm>
        </p:grpSpPr>
        <p:pic>
          <p:nvPicPr>
            <p:cNvPr id="655" name="Google Shape;655;p5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56" name="Google Shape;656;p5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57" name="Google Shape;657;p50"/>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8" name="Google Shape;658;p50"/>
          <p:cNvSpPr txBox="1"/>
          <p:nvPr>
            <p:ph idx="6"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659" name="Shape 659"/>
        <p:cNvGrpSpPr/>
        <p:nvPr/>
      </p:nvGrpSpPr>
      <p:grpSpPr>
        <a:xfrm>
          <a:off x="0" y="0"/>
          <a:ext cx="0" cy="0"/>
          <a:chOff x="0" y="0"/>
          <a:chExt cx="0" cy="0"/>
        </a:xfrm>
      </p:grpSpPr>
      <p:pic>
        <p:nvPicPr>
          <p:cNvPr id="660" name="Google Shape;660;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1" name="Google Shape;661;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51"/>
          <p:cNvSpPr txBox="1"/>
          <p:nvPr>
            <p:ph type="title"/>
          </p:nvPr>
        </p:nvSpPr>
        <p:spPr>
          <a:xfrm>
            <a:off x="324000" y="809988"/>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63" name="Google Shape;663;p5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65" name="Google Shape;665;p51"/>
          <p:cNvSpPr txBox="1"/>
          <p:nvPr>
            <p:ph idx="1" type="subTitle"/>
          </p:nvPr>
        </p:nvSpPr>
        <p:spPr>
          <a:xfrm>
            <a:off x="1034425" y="1685375"/>
            <a:ext cx="7506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66" name="Google Shape;666;p51"/>
          <p:cNvSpPr txBox="1"/>
          <p:nvPr>
            <p:ph idx="2" type="subTitle"/>
          </p:nvPr>
        </p:nvSpPr>
        <p:spPr>
          <a:xfrm>
            <a:off x="1034425" y="2489447"/>
            <a:ext cx="7506600" cy="3891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67" name="Google Shape;667;p51"/>
          <p:cNvSpPr txBox="1"/>
          <p:nvPr>
            <p:ph idx="3" type="subTitle"/>
          </p:nvPr>
        </p:nvSpPr>
        <p:spPr>
          <a:xfrm>
            <a:off x="1034425" y="3309765"/>
            <a:ext cx="7464600" cy="324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668" name="Google Shape;668;p51"/>
          <p:cNvSpPr txBox="1"/>
          <p:nvPr>
            <p:ph idx="4" type="subTitle"/>
          </p:nvPr>
        </p:nvSpPr>
        <p:spPr>
          <a:xfrm>
            <a:off x="1034425" y="4113837"/>
            <a:ext cx="7506600" cy="3603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669" name="Google Shape;669;p51"/>
          <p:cNvGrpSpPr/>
          <p:nvPr/>
        </p:nvGrpSpPr>
        <p:grpSpPr>
          <a:xfrm>
            <a:off x="323653" y="1652038"/>
            <a:ext cx="457200" cy="457200"/>
            <a:chOff x="1020916" y="1442088"/>
            <a:chExt cx="457200" cy="457200"/>
          </a:xfrm>
        </p:grpSpPr>
        <p:pic>
          <p:nvPicPr>
            <p:cNvPr id="670" name="Google Shape;670;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1" name="Google Shape;671;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72" name="Google Shape;672;p51"/>
          <p:cNvGrpSpPr/>
          <p:nvPr/>
        </p:nvGrpSpPr>
        <p:grpSpPr>
          <a:xfrm>
            <a:off x="323653" y="2461775"/>
            <a:ext cx="457200" cy="457200"/>
            <a:chOff x="1020916" y="1442088"/>
            <a:chExt cx="457200" cy="457200"/>
          </a:xfrm>
        </p:grpSpPr>
        <p:pic>
          <p:nvPicPr>
            <p:cNvPr id="673" name="Google Shape;673;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4" name="Google Shape;674;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75" name="Google Shape;675;p51"/>
          <p:cNvGrpSpPr/>
          <p:nvPr/>
        </p:nvGrpSpPr>
        <p:grpSpPr>
          <a:xfrm>
            <a:off x="323641" y="3271838"/>
            <a:ext cx="457200" cy="457200"/>
            <a:chOff x="1020916" y="1442088"/>
            <a:chExt cx="457200" cy="457200"/>
          </a:xfrm>
        </p:grpSpPr>
        <p:pic>
          <p:nvPicPr>
            <p:cNvPr id="676" name="Google Shape;676;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77" name="Google Shape;677;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678" name="Google Shape;678;p51"/>
          <p:cNvGrpSpPr/>
          <p:nvPr/>
        </p:nvGrpSpPr>
        <p:grpSpPr>
          <a:xfrm>
            <a:off x="323641" y="4081763"/>
            <a:ext cx="457200" cy="457200"/>
            <a:chOff x="1020916" y="1442088"/>
            <a:chExt cx="457200" cy="457200"/>
          </a:xfrm>
        </p:grpSpPr>
        <p:pic>
          <p:nvPicPr>
            <p:cNvPr id="679" name="Google Shape;679;p5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80" name="Google Shape;680;p5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681" name="Google Shape;681;p51"/>
          <p:cNvSpPr txBox="1"/>
          <p:nvPr>
            <p:ph idx="5"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2" name="Google Shape;682;p51"/>
          <p:cNvSpPr txBox="1"/>
          <p:nvPr>
            <p:ph idx="6"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683" name="Shape 683"/>
        <p:cNvGrpSpPr/>
        <p:nvPr/>
      </p:nvGrpSpPr>
      <p:grpSpPr>
        <a:xfrm>
          <a:off x="0" y="0"/>
          <a:ext cx="0" cy="0"/>
          <a:chOff x="0" y="0"/>
          <a:chExt cx="0" cy="0"/>
        </a:xfrm>
      </p:grpSpPr>
      <p:pic>
        <p:nvPicPr>
          <p:cNvPr id="684" name="Google Shape;684;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5" name="Google Shape;685;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86" name="Google Shape;686;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7" name="Google Shape;687;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88" name="Google Shape;688;p52"/>
          <p:cNvSpPr/>
          <p:nvPr>
            <p:ph idx="2" type="pic"/>
          </p:nvPr>
        </p:nvSpPr>
        <p:spPr>
          <a:xfrm>
            <a:off x="324000" y="1893950"/>
            <a:ext cx="2555400" cy="1939500"/>
          </a:xfrm>
          <a:prstGeom prst="rect">
            <a:avLst/>
          </a:prstGeom>
          <a:noFill/>
          <a:ln>
            <a:noFill/>
          </a:ln>
        </p:spPr>
      </p:sp>
      <p:sp>
        <p:nvSpPr>
          <p:cNvPr id="689" name="Google Shape;689;p52"/>
          <p:cNvSpPr/>
          <p:nvPr>
            <p:ph idx="3" type="pic"/>
          </p:nvPr>
        </p:nvSpPr>
        <p:spPr>
          <a:xfrm>
            <a:off x="6256800" y="1893950"/>
            <a:ext cx="2555400" cy="1939500"/>
          </a:xfrm>
          <a:prstGeom prst="rect">
            <a:avLst/>
          </a:prstGeom>
          <a:noFill/>
          <a:ln>
            <a:noFill/>
          </a:ln>
        </p:spPr>
      </p:sp>
      <p:sp>
        <p:nvSpPr>
          <p:cNvPr id="690" name="Google Shape;690;p52"/>
          <p:cNvSpPr/>
          <p:nvPr>
            <p:ph idx="4" type="pic"/>
          </p:nvPr>
        </p:nvSpPr>
        <p:spPr>
          <a:xfrm>
            <a:off x="3294300" y="1893950"/>
            <a:ext cx="2555400" cy="1939500"/>
          </a:xfrm>
          <a:prstGeom prst="rect">
            <a:avLst/>
          </a:prstGeom>
          <a:noFill/>
          <a:ln>
            <a:noFill/>
          </a:ln>
        </p:spPr>
      </p:sp>
      <p:grpSp>
        <p:nvGrpSpPr>
          <p:cNvPr id="691" name="Google Shape;691;p52"/>
          <p:cNvGrpSpPr/>
          <p:nvPr/>
        </p:nvGrpSpPr>
        <p:grpSpPr>
          <a:xfrm>
            <a:off x="1381028" y="4148538"/>
            <a:ext cx="457200" cy="457200"/>
            <a:chOff x="1020916" y="1442088"/>
            <a:chExt cx="457200" cy="457200"/>
          </a:xfrm>
        </p:grpSpPr>
        <p:pic>
          <p:nvPicPr>
            <p:cNvPr id="692" name="Google Shape;692;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3" name="Google Shape;693;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94" name="Google Shape;694;p52"/>
          <p:cNvGrpSpPr/>
          <p:nvPr/>
        </p:nvGrpSpPr>
        <p:grpSpPr>
          <a:xfrm>
            <a:off x="4331066" y="4148550"/>
            <a:ext cx="457200" cy="457200"/>
            <a:chOff x="1020916" y="1442088"/>
            <a:chExt cx="457200" cy="457200"/>
          </a:xfrm>
        </p:grpSpPr>
        <p:pic>
          <p:nvPicPr>
            <p:cNvPr id="695" name="Google Shape;695;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6" name="Google Shape;696;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97" name="Google Shape;697;p52"/>
          <p:cNvGrpSpPr/>
          <p:nvPr/>
        </p:nvGrpSpPr>
        <p:grpSpPr>
          <a:xfrm>
            <a:off x="7305791" y="4148538"/>
            <a:ext cx="457200" cy="457200"/>
            <a:chOff x="1020916" y="1442088"/>
            <a:chExt cx="457200" cy="457200"/>
          </a:xfrm>
        </p:grpSpPr>
        <p:pic>
          <p:nvPicPr>
            <p:cNvPr id="698" name="Google Shape;698;p5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99" name="Google Shape;699;p5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00" name="Google Shape;700;p52"/>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1" name="Google Shape;701;p52"/>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02" name="Google Shape;702;p52"/>
          <p:cNvSpPr txBox="1"/>
          <p:nvPr>
            <p:ph idx="1"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703" name="Shape 703"/>
        <p:cNvGrpSpPr/>
        <p:nvPr/>
      </p:nvGrpSpPr>
      <p:grpSpPr>
        <a:xfrm>
          <a:off x="0" y="0"/>
          <a:ext cx="0" cy="0"/>
          <a:chOff x="0" y="0"/>
          <a:chExt cx="0" cy="0"/>
        </a:xfrm>
      </p:grpSpPr>
      <p:pic>
        <p:nvPicPr>
          <p:cNvPr id="704" name="Google Shape;704;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5" name="Google Shape;705;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06" name="Google Shape;706;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7" name="Google Shape;707;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08" name="Google Shape;708;p53"/>
          <p:cNvSpPr/>
          <p:nvPr>
            <p:ph idx="2" type="pic"/>
          </p:nvPr>
        </p:nvSpPr>
        <p:spPr>
          <a:xfrm>
            <a:off x="324000" y="1893950"/>
            <a:ext cx="2555400" cy="1939500"/>
          </a:xfrm>
          <a:prstGeom prst="rect">
            <a:avLst/>
          </a:prstGeom>
          <a:noFill/>
          <a:ln>
            <a:noFill/>
          </a:ln>
        </p:spPr>
      </p:sp>
      <p:sp>
        <p:nvSpPr>
          <p:cNvPr id="709" name="Google Shape;709;p53"/>
          <p:cNvSpPr/>
          <p:nvPr>
            <p:ph idx="3" type="pic"/>
          </p:nvPr>
        </p:nvSpPr>
        <p:spPr>
          <a:xfrm>
            <a:off x="6256800" y="1893950"/>
            <a:ext cx="2555400" cy="1939500"/>
          </a:xfrm>
          <a:prstGeom prst="rect">
            <a:avLst/>
          </a:prstGeom>
          <a:noFill/>
          <a:ln>
            <a:noFill/>
          </a:ln>
        </p:spPr>
      </p:sp>
      <p:sp>
        <p:nvSpPr>
          <p:cNvPr id="710" name="Google Shape;710;p53"/>
          <p:cNvSpPr/>
          <p:nvPr>
            <p:ph idx="4" type="pic"/>
          </p:nvPr>
        </p:nvSpPr>
        <p:spPr>
          <a:xfrm>
            <a:off x="3294300" y="1893950"/>
            <a:ext cx="2555400" cy="1939500"/>
          </a:xfrm>
          <a:prstGeom prst="rect">
            <a:avLst/>
          </a:prstGeom>
          <a:noFill/>
          <a:ln>
            <a:noFill/>
          </a:ln>
        </p:spPr>
      </p:sp>
      <p:grpSp>
        <p:nvGrpSpPr>
          <p:cNvPr id="711" name="Google Shape;711;p53"/>
          <p:cNvGrpSpPr/>
          <p:nvPr/>
        </p:nvGrpSpPr>
        <p:grpSpPr>
          <a:xfrm>
            <a:off x="1381028" y="4148538"/>
            <a:ext cx="457200" cy="457200"/>
            <a:chOff x="1020916" y="1442088"/>
            <a:chExt cx="457200" cy="457200"/>
          </a:xfrm>
        </p:grpSpPr>
        <p:pic>
          <p:nvPicPr>
            <p:cNvPr id="712" name="Google Shape;712;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3" name="Google Shape;713;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14" name="Google Shape;714;p53"/>
          <p:cNvGrpSpPr/>
          <p:nvPr/>
        </p:nvGrpSpPr>
        <p:grpSpPr>
          <a:xfrm>
            <a:off x="4331066" y="4148550"/>
            <a:ext cx="457200" cy="457200"/>
            <a:chOff x="1020916" y="1442088"/>
            <a:chExt cx="457200" cy="457200"/>
          </a:xfrm>
        </p:grpSpPr>
        <p:pic>
          <p:nvPicPr>
            <p:cNvPr id="715" name="Google Shape;715;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6" name="Google Shape;716;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17" name="Google Shape;717;p53"/>
          <p:cNvGrpSpPr/>
          <p:nvPr/>
        </p:nvGrpSpPr>
        <p:grpSpPr>
          <a:xfrm>
            <a:off x="7305791" y="4148538"/>
            <a:ext cx="457200" cy="457200"/>
            <a:chOff x="1020916" y="1442088"/>
            <a:chExt cx="457200" cy="457200"/>
          </a:xfrm>
        </p:grpSpPr>
        <p:pic>
          <p:nvPicPr>
            <p:cNvPr id="718" name="Google Shape;718;p5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19" name="Google Shape;719;p5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20" name="Google Shape;720;p53"/>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1" name="Google Shape;721;p53"/>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2" name="Google Shape;722;p53"/>
          <p:cNvSpPr txBox="1"/>
          <p:nvPr>
            <p:ph idx="1"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723" name="Shape 723"/>
        <p:cNvGrpSpPr/>
        <p:nvPr/>
      </p:nvGrpSpPr>
      <p:grpSpPr>
        <a:xfrm>
          <a:off x="0" y="0"/>
          <a:ext cx="0" cy="0"/>
          <a:chOff x="0" y="0"/>
          <a:chExt cx="0" cy="0"/>
        </a:xfrm>
      </p:grpSpPr>
      <p:pic>
        <p:nvPicPr>
          <p:cNvPr id="724" name="Google Shape;724;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25" name="Google Shape;725;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6" name="Google Shape;726;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27" name="Google Shape;727;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28" name="Google Shape;728;p54"/>
          <p:cNvSpPr/>
          <p:nvPr>
            <p:ph idx="2" type="pic"/>
          </p:nvPr>
        </p:nvSpPr>
        <p:spPr>
          <a:xfrm>
            <a:off x="324000" y="1893950"/>
            <a:ext cx="2555400" cy="1939500"/>
          </a:xfrm>
          <a:prstGeom prst="rect">
            <a:avLst/>
          </a:prstGeom>
          <a:noFill/>
          <a:ln>
            <a:noFill/>
          </a:ln>
        </p:spPr>
      </p:sp>
      <p:sp>
        <p:nvSpPr>
          <p:cNvPr id="729" name="Google Shape;729;p54"/>
          <p:cNvSpPr/>
          <p:nvPr>
            <p:ph idx="3" type="pic"/>
          </p:nvPr>
        </p:nvSpPr>
        <p:spPr>
          <a:xfrm>
            <a:off x="6256800" y="1893950"/>
            <a:ext cx="2555400" cy="1939500"/>
          </a:xfrm>
          <a:prstGeom prst="rect">
            <a:avLst/>
          </a:prstGeom>
          <a:noFill/>
          <a:ln>
            <a:noFill/>
          </a:ln>
        </p:spPr>
      </p:sp>
      <p:sp>
        <p:nvSpPr>
          <p:cNvPr id="730" name="Google Shape;730;p54"/>
          <p:cNvSpPr/>
          <p:nvPr>
            <p:ph idx="4" type="pic"/>
          </p:nvPr>
        </p:nvSpPr>
        <p:spPr>
          <a:xfrm>
            <a:off x="3294300" y="1893950"/>
            <a:ext cx="2555400" cy="1939500"/>
          </a:xfrm>
          <a:prstGeom prst="rect">
            <a:avLst/>
          </a:prstGeom>
          <a:noFill/>
          <a:ln>
            <a:noFill/>
          </a:ln>
        </p:spPr>
      </p:sp>
      <p:grpSp>
        <p:nvGrpSpPr>
          <p:cNvPr id="731" name="Google Shape;731;p54"/>
          <p:cNvGrpSpPr/>
          <p:nvPr/>
        </p:nvGrpSpPr>
        <p:grpSpPr>
          <a:xfrm>
            <a:off x="1381028" y="4148538"/>
            <a:ext cx="457200" cy="457200"/>
            <a:chOff x="1020916" y="1442088"/>
            <a:chExt cx="457200" cy="457200"/>
          </a:xfrm>
        </p:grpSpPr>
        <p:pic>
          <p:nvPicPr>
            <p:cNvPr id="732" name="Google Shape;732;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33" name="Google Shape;733;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34" name="Google Shape;734;p54"/>
          <p:cNvGrpSpPr/>
          <p:nvPr/>
        </p:nvGrpSpPr>
        <p:grpSpPr>
          <a:xfrm>
            <a:off x="4331066" y="4148550"/>
            <a:ext cx="457200" cy="457200"/>
            <a:chOff x="1020916" y="1442088"/>
            <a:chExt cx="457200" cy="457200"/>
          </a:xfrm>
        </p:grpSpPr>
        <p:pic>
          <p:nvPicPr>
            <p:cNvPr id="735" name="Google Shape;735;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36" name="Google Shape;736;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37" name="Google Shape;737;p54"/>
          <p:cNvGrpSpPr/>
          <p:nvPr/>
        </p:nvGrpSpPr>
        <p:grpSpPr>
          <a:xfrm>
            <a:off x="7305791" y="4148538"/>
            <a:ext cx="457200" cy="457200"/>
            <a:chOff x="1020916" y="1442088"/>
            <a:chExt cx="457200" cy="457200"/>
          </a:xfrm>
        </p:grpSpPr>
        <p:pic>
          <p:nvPicPr>
            <p:cNvPr id="738" name="Google Shape;738;p5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39" name="Google Shape;739;p5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40" name="Google Shape;740;p54"/>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1" name="Google Shape;741;p54"/>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2" name="Google Shape;742;p54"/>
          <p:cNvSpPr txBox="1"/>
          <p:nvPr>
            <p:ph idx="1"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743" name="Shape 743"/>
        <p:cNvGrpSpPr/>
        <p:nvPr/>
      </p:nvGrpSpPr>
      <p:grpSpPr>
        <a:xfrm>
          <a:off x="0" y="0"/>
          <a:ext cx="0" cy="0"/>
          <a:chOff x="0" y="0"/>
          <a:chExt cx="0" cy="0"/>
        </a:xfrm>
      </p:grpSpPr>
      <p:pic>
        <p:nvPicPr>
          <p:cNvPr id="744" name="Google Shape;744;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45" name="Google Shape;745;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6" name="Google Shape;746;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47" name="Google Shape;747;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48" name="Google Shape;748;p55"/>
          <p:cNvSpPr/>
          <p:nvPr>
            <p:ph idx="2" type="pic"/>
          </p:nvPr>
        </p:nvSpPr>
        <p:spPr>
          <a:xfrm>
            <a:off x="324000" y="1893950"/>
            <a:ext cx="2555400" cy="1939500"/>
          </a:xfrm>
          <a:prstGeom prst="rect">
            <a:avLst/>
          </a:prstGeom>
          <a:noFill/>
          <a:ln>
            <a:noFill/>
          </a:ln>
        </p:spPr>
      </p:sp>
      <p:sp>
        <p:nvSpPr>
          <p:cNvPr id="749" name="Google Shape;749;p55"/>
          <p:cNvSpPr/>
          <p:nvPr>
            <p:ph idx="3" type="pic"/>
          </p:nvPr>
        </p:nvSpPr>
        <p:spPr>
          <a:xfrm>
            <a:off x="6256800" y="1893950"/>
            <a:ext cx="2555400" cy="1939500"/>
          </a:xfrm>
          <a:prstGeom prst="rect">
            <a:avLst/>
          </a:prstGeom>
          <a:noFill/>
          <a:ln>
            <a:noFill/>
          </a:ln>
        </p:spPr>
      </p:sp>
      <p:sp>
        <p:nvSpPr>
          <p:cNvPr id="750" name="Google Shape;750;p55"/>
          <p:cNvSpPr/>
          <p:nvPr>
            <p:ph idx="4" type="pic"/>
          </p:nvPr>
        </p:nvSpPr>
        <p:spPr>
          <a:xfrm>
            <a:off x="3294300" y="1893950"/>
            <a:ext cx="2555400" cy="1939500"/>
          </a:xfrm>
          <a:prstGeom prst="rect">
            <a:avLst/>
          </a:prstGeom>
          <a:noFill/>
          <a:ln>
            <a:noFill/>
          </a:ln>
        </p:spPr>
      </p:sp>
      <p:grpSp>
        <p:nvGrpSpPr>
          <p:cNvPr id="751" name="Google Shape;751;p55"/>
          <p:cNvGrpSpPr/>
          <p:nvPr/>
        </p:nvGrpSpPr>
        <p:grpSpPr>
          <a:xfrm>
            <a:off x="1381028" y="4148538"/>
            <a:ext cx="457200" cy="457200"/>
            <a:chOff x="1020916" y="1442088"/>
            <a:chExt cx="457200" cy="457200"/>
          </a:xfrm>
        </p:grpSpPr>
        <p:pic>
          <p:nvPicPr>
            <p:cNvPr id="752" name="Google Shape;752;p5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53" name="Google Shape;753;p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754" name="Google Shape;754;p55"/>
          <p:cNvGrpSpPr/>
          <p:nvPr/>
        </p:nvGrpSpPr>
        <p:grpSpPr>
          <a:xfrm>
            <a:off x="4331066" y="4148550"/>
            <a:ext cx="457200" cy="457200"/>
            <a:chOff x="1020916" y="1442088"/>
            <a:chExt cx="457200" cy="457200"/>
          </a:xfrm>
        </p:grpSpPr>
        <p:pic>
          <p:nvPicPr>
            <p:cNvPr id="755" name="Google Shape;755;p5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56" name="Google Shape;756;p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757" name="Google Shape;757;p55"/>
          <p:cNvGrpSpPr/>
          <p:nvPr/>
        </p:nvGrpSpPr>
        <p:grpSpPr>
          <a:xfrm>
            <a:off x="7305791" y="4148538"/>
            <a:ext cx="457200" cy="457200"/>
            <a:chOff x="1020916" y="1442088"/>
            <a:chExt cx="457200" cy="457200"/>
          </a:xfrm>
        </p:grpSpPr>
        <p:pic>
          <p:nvPicPr>
            <p:cNvPr id="758" name="Google Shape;758;p5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759" name="Google Shape;759;p5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760" name="Google Shape;760;p55"/>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1" name="Google Shape;761;p55"/>
          <p:cNvSpPr txBox="1"/>
          <p:nvPr>
            <p:ph idx="5" type="title"/>
          </p:nvPr>
        </p:nvSpPr>
        <p:spPr>
          <a:xfrm>
            <a:off x="324000" y="809913"/>
            <a:ext cx="8179200" cy="489600"/>
          </a:xfrm>
          <a:prstGeom prst="rect">
            <a:avLst/>
          </a:prstGeom>
        </p:spPr>
        <p:txBody>
          <a:bodyPr anchorCtr="0" anchor="t" bIns="0" lIns="0" spcFirstLastPara="1" rIns="0" wrap="square" tIns="0">
            <a:sp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2" name="Google Shape;762;p55"/>
          <p:cNvSpPr txBox="1"/>
          <p:nvPr>
            <p:ph idx="1"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763" name="Shape 763"/>
        <p:cNvGrpSpPr/>
        <p:nvPr/>
      </p:nvGrpSpPr>
      <p:grpSpPr>
        <a:xfrm>
          <a:off x="0" y="0"/>
          <a:ext cx="0" cy="0"/>
          <a:chOff x="0" y="0"/>
          <a:chExt cx="0" cy="0"/>
        </a:xfrm>
      </p:grpSpPr>
      <p:pic>
        <p:nvPicPr>
          <p:cNvPr id="764" name="Google Shape;764;p5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65" name="Google Shape;765;p5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66" name="Google Shape;766;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67" name="Google Shape;767;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68" name="Google Shape;768;p56"/>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69" name="Google Shape;769;p56"/>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70" name="Google Shape;770;p56"/>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771" name="Shape 771"/>
        <p:cNvGrpSpPr/>
        <p:nvPr/>
      </p:nvGrpSpPr>
      <p:grpSpPr>
        <a:xfrm>
          <a:off x="0" y="0"/>
          <a:ext cx="0" cy="0"/>
          <a:chOff x="0" y="0"/>
          <a:chExt cx="0" cy="0"/>
        </a:xfrm>
      </p:grpSpPr>
      <p:pic>
        <p:nvPicPr>
          <p:cNvPr id="772" name="Google Shape;772;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73" name="Google Shape;773;p5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74" name="Google Shape;774;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75" name="Google Shape;775;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776" name="Google Shape;776;p57"/>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7" name="Google Shape;777;p5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78" name="Google Shape;778;p57"/>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779" name="Shape 779"/>
        <p:cNvGrpSpPr/>
        <p:nvPr/>
      </p:nvGrpSpPr>
      <p:grpSpPr>
        <a:xfrm>
          <a:off x="0" y="0"/>
          <a:ext cx="0" cy="0"/>
          <a:chOff x="0" y="0"/>
          <a:chExt cx="0" cy="0"/>
        </a:xfrm>
      </p:grpSpPr>
      <p:pic>
        <p:nvPicPr>
          <p:cNvPr id="780" name="Google Shape;780;p5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1" name="Google Shape;781;p5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2" name="Google Shape;782;p5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83" name="Google Shape;783;p5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784" name="Google Shape;784;p58"/>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5" name="Google Shape;785;p58"/>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86" name="Google Shape;786;p58"/>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787" name="Shape 787"/>
        <p:cNvGrpSpPr/>
        <p:nvPr/>
      </p:nvGrpSpPr>
      <p:grpSpPr>
        <a:xfrm>
          <a:off x="0" y="0"/>
          <a:ext cx="0" cy="0"/>
          <a:chOff x="0" y="0"/>
          <a:chExt cx="0" cy="0"/>
        </a:xfrm>
      </p:grpSpPr>
      <p:pic>
        <p:nvPicPr>
          <p:cNvPr id="788" name="Google Shape;788;p5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89" name="Google Shape;789;p5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59"/>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791" name="Google Shape;791;p5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92" name="Google Shape;792;p5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793" name="Google Shape;793;p59"/>
          <p:cNvSpPr txBox="1"/>
          <p:nvPr>
            <p:ph type="title"/>
          </p:nvPr>
        </p:nvSpPr>
        <p:spPr>
          <a:xfrm>
            <a:off x="324000" y="152400"/>
            <a:ext cx="7885200" cy="286200"/>
          </a:xfrm>
          <a:prstGeom prst="rect">
            <a:avLst/>
          </a:prstGeom>
        </p:spPr>
        <p:txBody>
          <a:bodyPr anchorCtr="0" anchor="ctr" bIns="0" lIns="0" spcFirstLastPara="1" rIns="0" wrap="square" tIns="0">
            <a:sp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94" name="Google Shape;794;p59"/>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795" name="Shape 795"/>
        <p:cNvGrpSpPr/>
        <p:nvPr/>
      </p:nvGrpSpPr>
      <p:grpSpPr>
        <a:xfrm>
          <a:off x="0" y="0"/>
          <a:ext cx="0" cy="0"/>
          <a:chOff x="0" y="0"/>
          <a:chExt cx="0" cy="0"/>
        </a:xfrm>
      </p:grpSpPr>
      <p:pic>
        <p:nvPicPr>
          <p:cNvPr id="796" name="Google Shape;796;p6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797" name="Google Shape;797;p6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98" name="Google Shape;798;p6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799" name="Google Shape;799;p6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800" name="Google Shape;800;p6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801" name="Google Shape;801;p60"/>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02" name="Google Shape;802;p60"/>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03" name="Google Shape;803;p60"/>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804" name="Shape 804"/>
        <p:cNvGrpSpPr/>
        <p:nvPr/>
      </p:nvGrpSpPr>
      <p:grpSpPr>
        <a:xfrm>
          <a:off x="0" y="0"/>
          <a:ext cx="0" cy="0"/>
          <a:chOff x="0" y="0"/>
          <a:chExt cx="0" cy="0"/>
        </a:xfrm>
      </p:grpSpPr>
      <p:pic>
        <p:nvPicPr>
          <p:cNvPr id="805" name="Google Shape;805;p6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06" name="Google Shape;806;p6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6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808" name="Google Shape;808;p6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09" name="Google Shape;809;p6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810" name="Google Shape;810;p61"/>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11" name="Google Shape;811;p61"/>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12" name="Google Shape;812;p61"/>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813" name="Shape 813"/>
        <p:cNvGrpSpPr/>
        <p:nvPr/>
      </p:nvGrpSpPr>
      <p:grpSpPr>
        <a:xfrm>
          <a:off x="0" y="0"/>
          <a:ext cx="0" cy="0"/>
          <a:chOff x="0" y="0"/>
          <a:chExt cx="0" cy="0"/>
        </a:xfrm>
      </p:grpSpPr>
      <p:pic>
        <p:nvPicPr>
          <p:cNvPr id="814" name="Google Shape;814;p6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15" name="Google Shape;815;p6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6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817" name="Google Shape;817;p6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18" name="Google Shape;818;p6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819" name="Google Shape;819;p62"/>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20" name="Google Shape;820;p62"/>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21" name="Google Shape;821;p62"/>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822" name="Shape 822"/>
        <p:cNvGrpSpPr/>
        <p:nvPr/>
      </p:nvGrpSpPr>
      <p:grpSpPr>
        <a:xfrm>
          <a:off x="0" y="0"/>
          <a:ext cx="0" cy="0"/>
          <a:chOff x="0" y="0"/>
          <a:chExt cx="0" cy="0"/>
        </a:xfrm>
      </p:grpSpPr>
      <p:pic>
        <p:nvPicPr>
          <p:cNvPr id="823" name="Google Shape;823;p6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24" name="Google Shape;824;p6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6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826" name="Google Shape;826;p6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827" name="Google Shape;827;p6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
        <p:nvSpPr>
          <p:cNvPr id="828" name="Google Shape;828;p63"/>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29" name="Google Shape;829;p63"/>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30" name="Google Shape;830;p63"/>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831" name="Shape 831"/>
        <p:cNvGrpSpPr/>
        <p:nvPr/>
      </p:nvGrpSpPr>
      <p:grpSpPr>
        <a:xfrm>
          <a:off x="0" y="0"/>
          <a:ext cx="0" cy="0"/>
          <a:chOff x="0" y="0"/>
          <a:chExt cx="0" cy="0"/>
        </a:xfrm>
      </p:grpSpPr>
      <p:pic>
        <p:nvPicPr>
          <p:cNvPr id="832" name="Google Shape;832;p6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833" name="Google Shape;833;p6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4" name="Google Shape;834;p6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35" name="Google Shape;835;p6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836" name="Google Shape;836;p6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
        <p:nvSpPr>
          <p:cNvPr id="837" name="Google Shape;837;p64"/>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38" name="Google Shape;838;p64"/>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39" name="Google Shape;839;p64"/>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840" name="Shape 840"/>
        <p:cNvGrpSpPr/>
        <p:nvPr/>
      </p:nvGrpSpPr>
      <p:grpSpPr>
        <a:xfrm>
          <a:off x="0" y="0"/>
          <a:ext cx="0" cy="0"/>
          <a:chOff x="0" y="0"/>
          <a:chExt cx="0" cy="0"/>
        </a:xfrm>
      </p:grpSpPr>
      <p:pic>
        <p:nvPicPr>
          <p:cNvPr id="841" name="Google Shape;841;p6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42" name="Google Shape;842;p6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6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844" name="Google Shape;844;p6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45" name="Google Shape;845;p6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
        <p:nvSpPr>
          <p:cNvPr id="846" name="Google Shape;846;p65"/>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47" name="Google Shape;847;p65"/>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48" name="Google Shape;848;p65"/>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849" name="Shape 849"/>
        <p:cNvGrpSpPr/>
        <p:nvPr/>
      </p:nvGrpSpPr>
      <p:grpSpPr>
        <a:xfrm>
          <a:off x="0" y="0"/>
          <a:ext cx="0" cy="0"/>
          <a:chOff x="0" y="0"/>
          <a:chExt cx="0" cy="0"/>
        </a:xfrm>
      </p:grpSpPr>
      <p:pic>
        <p:nvPicPr>
          <p:cNvPr id="850" name="Google Shape;850;p6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51" name="Google Shape;851;p6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6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853" name="Google Shape;853;p6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54" name="Google Shape;854;p6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
        <p:nvSpPr>
          <p:cNvPr id="855" name="Google Shape;855;p66"/>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56" name="Google Shape;856;p66"/>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57" name="Google Shape;857;p66"/>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858" name="Shape 858"/>
        <p:cNvGrpSpPr/>
        <p:nvPr/>
      </p:nvGrpSpPr>
      <p:grpSpPr>
        <a:xfrm>
          <a:off x="0" y="0"/>
          <a:ext cx="0" cy="0"/>
          <a:chOff x="0" y="0"/>
          <a:chExt cx="0" cy="0"/>
        </a:xfrm>
      </p:grpSpPr>
      <p:pic>
        <p:nvPicPr>
          <p:cNvPr id="859" name="Google Shape;859;p6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860" name="Google Shape;860;p6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6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862" name="Google Shape;862;p6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863" name="Google Shape;863;p6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864" name="Google Shape;864;p67"/>
          <p:cNvSpPr txBox="1"/>
          <p:nvPr>
            <p:ph type="title"/>
          </p:nvPr>
        </p:nvSpPr>
        <p:spPr>
          <a:xfrm>
            <a:off x="1449300" y="146675"/>
            <a:ext cx="5741400" cy="307800"/>
          </a:xfrm>
          <a:prstGeom prst="rect">
            <a:avLst/>
          </a:prstGeom>
        </p:spPr>
        <p:txBody>
          <a:bodyPr anchorCtr="0" anchor="t" bIns="0" lIns="0" spcFirstLastPara="1" rIns="0" wrap="square" tIns="0">
            <a:spAutoFit/>
          </a:bodyPr>
          <a:lstStyle>
            <a:lvl1pPr lvl="0" rtl="0">
              <a:spcBef>
                <a:spcPts val="0"/>
              </a:spcBef>
              <a:spcAft>
                <a:spcPts val="0"/>
              </a:spcAft>
              <a:buClr>
                <a:schemeClr val="lt1"/>
              </a:buClr>
              <a:buSzPts val="1800"/>
              <a:buNone/>
              <a:defRPr b="0"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865" name="Google Shape;865;p67"/>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66" name="Google Shape;866;p67"/>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867" name="Shape 867"/>
        <p:cNvGrpSpPr/>
        <p:nvPr/>
      </p:nvGrpSpPr>
      <p:grpSpPr>
        <a:xfrm>
          <a:off x="0" y="0"/>
          <a:ext cx="0" cy="0"/>
          <a:chOff x="0" y="0"/>
          <a:chExt cx="0" cy="0"/>
        </a:xfrm>
      </p:grpSpPr>
      <p:grpSp>
        <p:nvGrpSpPr>
          <p:cNvPr id="868" name="Google Shape;868;p68"/>
          <p:cNvGrpSpPr/>
          <p:nvPr/>
        </p:nvGrpSpPr>
        <p:grpSpPr>
          <a:xfrm>
            <a:off x="0" y="0"/>
            <a:ext cx="9151202" cy="652534"/>
            <a:chOff x="0" y="0"/>
            <a:chExt cx="9151202" cy="652534"/>
          </a:xfrm>
        </p:grpSpPr>
        <p:sp>
          <p:nvSpPr>
            <p:cNvPr id="869" name="Google Shape;869;p6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0" name="Google Shape;870;p6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grpSp>
      <p:sp>
        <p:nvSpPr>
          <p:cNvPr id="871" name="Google Shape;871;p6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72" name="Google Shape;872;p68"/>
          <p:cNvSpPr txBox="1"/>
          <p:nvPr>
            <p:ph type="title"/>
          </p:nvPr>
        </p:nvSpPr>
        <p:spPr>
          <a:xfrm>
            <a:off x="1684800" y="119125"/>
            <a:ext cx="5741400" cy="307800"/>
          </a:xfrm>
          <a:prstGeom prst="rect">
            <a:avLst/>
          </a:prstGeom>
        </p:spPr>
        <p:txBody>
          <a:bodyPr anchorCtr="0" anchor="t" bIns="0" lIns="0" spcFirstLastPara="1" rIns="0" wrap="square" tIns="0">
            <a:spAutoFit/>
          </a:bodyPr>
          <a:lstStyle>
            <a:lvl1pPr lvl="0">
              <a:spcBef>
                <a:spcPts val="0"/>
              </a:spcBef>
              <a:spcAft>
                <a:spcPts val="0"/>
              </a:spcAft>
              <a:buSzPts val="2000"/>
              <a:buNone/>
              <a:defRPr b="0" sz="2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rtl="0">
              <a:spcBef>
                <a:spcPts val="0"/>
              </a:spcBef>
              <a:spcAft>
                <a:spcPts val="0"/>
              </a:spcAft>
              <a:buSzPts val="2800"/>
              <a:buNone/>
              <a:defRPr/>
            </a:lvl9pPr>
          </a:lstStyle>
          <a:p/>
        </p:txBody>
      </p:sp>
      <p:sp>
        <p:nvSpPr>
          <p:cNvPr id="873" name="Google Shape;873;p68"/>
          <p:cNvSpPr txBox="1"/>
          <p:nvPr>
            <p:ph idx="1" type="body"/>
          </p:nvPr>
        </p:nvSpPr>
        <p:spPr>
          <a:xfrm>
            <a:off x="324000" y="810000"/>
            <a:ext cx="8237700" cy="30207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74" name="Google Shape;874;p68"/>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875" name="Shape 875"/>
        <p:cNvGrpSpPr/>
        <p:nvPr/>
      </p:nvGrpSpPr>
      <p:grpSpPr>
        <a:xfrm>
          <a:off x="0" y="0"/>
          <a:ext cx="0" cy="0"/>
          <a:chOff x="0" y="0"/>
          <a:chExt cx="0" cy="0"/>
        </a:xfrm>
      </p:grpSpPr>
      <p:grpSp>
        <p:nvGrpSpPr>
          <p:cNvPr id="876" name="Google Shape;876;p69"/>
          <p:cNvGrpSpPr/>
          <p:nvPr/>
        </p:nvGrpSpPr>
        <p:grpSpPr>
          <a:xfrm>
            <a:off x="0" y="0"/>
            <a:ext cx="9151202" cy="886259"/>
            <a:chOff x="0" y="0"/>
            <a:chExt cx="9151202" cy="886259"/>
          </a:xfrm>
        </p:grpSpPr>
        <p:sp>
          <p:nvSpPr>
            <p:cNvPr id="877" name="Google Shape;877;p6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78" name="Google Shape;878;p6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grpSp>
      <p:sp>
        <p:nvSpPr>
          <p:cNvPr id="879" name="Google Shape;879;p69"/>
          <p:cNvSpPr txBox="1"/>
          <p:nvPr>
            <p:ph idx="1" type="body"/>
          </p:nvPr>
        </p:nvSpPr>
        <p:spPr>
          <a:xfrm>
            <a:off x="324000" y="1080000"/>
            <a:ext cx="8113800" cy="3740400"/>
          </a:xfrm>
          <a:prstGeom prst="rect">
            <a:avLst/>
          </a:prstGeom>
        </p:spPr>
        <p:txBody>
          <a:bodyPr anchorCtr="0" anchor="t" bIns="0" lIns="0" spcFirstLastPara="1" rIns="0" wrap="square" tIns="0">
            <a:sp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880" name="Google Shape;880;p6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881" name="Google Shape;881;p69"/>
          <p:cNvSpPr txBox="1"/>
          <p:nvPr>
            <p:ph type="title"/>
          </p:nvPr>
        </p:nvSpPr>
        <p:spPr>
          <a:xfrm>
            <a:off x="1684800" y="43825"/>
            <a:ext cx="5741400" cy="382800"/>
          </a:xfrm>
          <a:prstGeom prst="rect">
            <a:avLst/>
          </a:prstGeom>
        </p:spPr>
        <p:txBody>
          <a:bodyPr anchorCtr="0" anchor="b" bIns="0" lIns="0" spcFirstLastPara="1" rIns="0" wrap="square" tIns="0">
            <a:sp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
        <p:nvSpPr>
          <p:cNvPr id="882" name="Google Shape;882;p69"/>
          <p:cNvSpPr txBox="1"/>
          <p:nvPr>
            <p:ph idx="2"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883" name="Shape 883"/>
        <p:cNvGrpSpPr/>
        <p:nvPr/>
      </p:nvGrpSpPr>
      <p:grpSpPr>
        <a:xfrm>
          <a:off x="0" y="0"/>
          <a:ext cx="0" cy="0"/>
          <a:chOff x="0" y="0"/>
          <a:chExt cx="0" cy="0"/>
        </a:xfrm>
      </p:grpSpPr>
      <p:sp>
        <p:nvSpPr>
          <p:cNvPr id="884" name="Google Shape;884;p70"/>
          <p:cNvSpPr/>
          <p:nvPr/>
        </p:nvSpPr>
        <p:spPr>
          <a:xfrm>
            <a:off x="18455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885" name="Google Shape;885;p70"/>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886" name="Google Shape;886;p70"/>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887" name="Google Shape;887;p70"/>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888" name="Google Shape;888;p70"/>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Audio clip</a:t>
            </a:r>
            <a:endParaRPr i="0" sz="1600" u="none" cap="none" strike="noStrike">
              <a:solidFill>
                <a:schemeClr val="dk1"/>
              </a:solidFill>
              <a:latin typeface="Lexend"/>
              <a:ea typeface="Lexend"/>
              <a:cs typeface="Lexend"/>
              <a:sym typeface="Lexend"/>
            </a:endParaRPr>
          </a:p>
        </p:txBody>
      </p:sp>
      <p:sp>
        <p:nvSpPr>
          <p:cNvPr id="889" name="Google Shape;889;p70"/>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Video clip</a:t>
            </a:r>
            <a:endParaRPr i="0" sz="1600" u="none" cap="none" strike="noStrike">
              <a:solidFill>
                <a:schemeClr val="dk1"/>
              </a:solidFill>
              <a:latin typeface="Lexend"/>
              <a:ea typeface="Lexend"/>
              <a:cs typeface="Lexend"/>
              <a:sym typeface="Lexend"/>
            </a:endParaRPr>
          </a:p>
        </p:txBody>
      </p:sp>
      <p:sp>
        <p:nvSpPr>
          <p:cNvPr id="890" name="Google Shape;890;p70"/>
          <p:cNvSpPr/>
          <p:nvPr/>
        </p:nvSpPr>
        <p:spPr>
          <a:xfrm>
            <a:off x="33761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891" name="Google Shape;891;p70"/>
          <p:cNvSpPr/>
          <p:nvPr/>
        </p:nvSpPr>
        <p:spPr>
          <a:xfrm>
            <a:off x="50796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892" name="Shape 892"/>
        <p:cNvGrpSpPr/>
        <p:nvPr/>
      </p:nvGrpSpPr>
      <p:grpSpPr>
        <a:xfrm>
          <a:off x="0" y="0"/>
          <a:ext cx="0" cy="0"/>
          <a:chOff x="0" y="0"/>
          <a:chExt cx="0" cy="0"/>
        </a:xfrm>
      </p:grpSpPr>
      <p:pic>
        <p:nvPicPr>
          <p:cNvPr id="893" name="Google Shape;893;p71"/>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894" name="Google Shape;894;p71"/>
          <p:cNvSpPr txBox="1"/>
          <p:nvPr>
            <p:ph idx="1" type="subTitle"/>
          </p:nvPr>
        </p:nvSpPr>
        <p:spPr>
          <a:xfrm>
            <a:off x="661775" y="1266500"/>
            <a:ext cx="7351200" cy="26271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895" name="Shape 895"/>
        <p:cNvGrpSpPr/>
        <p:nvPr/>
      </p:nvGrpSpPr>
      <p:grpSpPr>
        <a:xfrm>
          <a:off x="0" y="0"/>
          <a:ext cx="0" cy="0"/>
          <a:chOff x="0" y="0"/>
          <a:chExt cx="0" cy="0"/>
        </a:xfrm>
      </p:grpSpPr>
      <p:sp>
        <p:nvSpPr>
          <p:cNvPr id="896" name="Google Shape;896;p72"/>
          <p:cNvSpPr txBox="1"/>
          <p:nvPr>
            <p:ph type="title"/>
          </p:nvPr>
        </p:nvSpPr>
        <p:spPr>
          <a:xfrm>
            <a:off x="459000" y="226200"/>
            <a:ext cx="6600600" cy="814500"/>
          </a:xfrm>
          <a:prstGeom prst="rect">
            <a:avLst/>
          </a:prstGeom>
        </p:spPr>
        <p:txBody>
          <a:bodyPr anchorCtr="0" anchor="t" bIns="0" lIns="0" spcFirstLastPara="1" rIns="0" wrap="square" tIns="0">
            <a:sp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7" name="Google Shape;897;p72"/>
          <p:cNvSpPr txBox="1"/>
          <p:nvPr>
            <p:ph idx="1" type="body"/>
          </p:nvPr>
        </p:nvSpPr>
        <p:spPr>
          <a:xfrm>
            <a:off x="328125" y="4748300"/>
            <a:ext cx="8204700" cy="640200"/>
          </a:xfrm>
          <a:prstGeom prst="rect">
            <a:avLst/>
          </a:prstGeom>
        </p:spPr>
        <p:txBody>
          <a:bodyPr anchorCtr="0" anchor="t" bIns="0" lIns="0" spcFirstLastPara="1" rIns="0" wrap="square" tIns="0">
            <a:spAutoFit/>
          </a:bodyPr>
          <a:lstStyle>
            <a:lvl1pPr indent="-266700" lvl="0" marL="457200">
              <a:spcBef>
                <a:spcPts val="0"/>
              </a:spcBef>
              <a:spcAft>
                <a:spcPts val="0"/>
              </a:spcAft>
              <a:buClr>
                <a:schemeClr val="dk2"/>
              </a:buClr>
              <a:buSzPts val="600"/>
              <a:buChar char="●"/>
              <a:defRPr sz="600">
                <a:solidFill>
                  <a:schemeClr val="dk2"/>
                </a:solidFill>
              </a:defRPr>
            </a:lvl1pPr>
            <a:lvl2pPr indent="-266700" lvl="1" marL="914400">
              <a:spcBef>
                <a:spcPts val="1000"/>
              </a:spcBef>
              <a:spcAft>
                <a:spcPts val="0"/>
              </a:spcAft>
              <a:buClr>
                <a:schemeClr val="dk2"/>
              </a:buClr>
              <a:buSzPts val="600"/>
              <a:buChar char="–"/>
              <a:defRPr sz="600">
                <a:solidFill>
                  <a:schemeClr val="dk2"/>
                </a:solidFill>
              </a:defRPr>
            </a:lvl2pPr>
            <a:lvl3pPr indent="-266700" lvl="2" marL="1371600">
              <a:spcBef>
                <a:spcPts val="1000"/>
              </a:spcBef>
              <a:spcAft>
                <a:spcPts val="0"/>
              </a:spcAft>
              <a:buClr>
                <a:schemeClr val="dk2"/>
              </a:buClr>
              <a:buSzPts val="600"/>
              <a:buChar char="–"/>
              <a:defRPr sz="600">
                <a:solidFill>
                  <a:schemeClr val="dk2"/>
                </a:solidFill>
              </a:defRPr>
            </a:lvl3pPr>
            <a:lvl4pPr indent="-266700" lvl="3" marL="1828800">
              <a:spcBef>
                <a:spcPts val="800"/>
              </a:spcBef>
              <a:spcAft>
                <a:spcPts val="0"/>
              </a:spcAft>
              <a:buClr>
                <a:schemeClr val="dk2"/>
              </a:buClr>
              <a:buSzPts val="600"/>
              <a:buChar char="–"/>
              <a:defRPr sz="600">
                <a:solidFill>
                  <a:schemeClr val="dk2"/>
                </a:solidFill>
              </a:defRPr>
            </a:lvl4pPr>
            <a:lvl5pPr indent="-266700" lvl="4" marL="2286000">
              <a:spcBef>
                <a:spcPts val="800"/>
              </a:spcBef>
              <a:spcAft>
                <a:spcPts val="0"/>
              </a:spcAft>
              <a:buClr>
                <a:schemeClr val="dk2"/>
              </a:buClr>
              <a:buSzPts val="600"/>
              <a:buChar char="–"/>
              <a:defRPr sz="600">
                <a:solidFill>
                  <a:schemeClr val="dk2"/>
                </a:solidFill>
              </a:defRPr>
            </a:lvl5pPr>
            <a:lvl6pPr indent="-266700" lvl="5" marL="2743200">
              <a:spcBef>
                <a:spcPts val="600"/>
              </a:spcBef>
              <a:spcAft>
                <a:spcPts val="0"/>
              </a:spcAft>
              <a:buClr>
                <a:schemeClr val="dk2"/>
              </a:buClr>
              <a:buSzPts val="600"/>
              <a:buChar char="–"/>
              <a:defRPr sz="600">
                <a:solidFill>
                  <a:schemeClr val="dk2"/>
                </a:solidFill>
              </a:defRPr>
            </a:lvl6pPr>
            <a:lvl7pPr indent="-266700" lvl="6" marL="3200400">
              <a:spcBef>
                <a:spcPts val="600"/>
              </a:spcBef>
              <a:spcAft>
                <a:spcPts val="0"/>
              </a:spcAft>
              <a:buClr>
                <a:schemeClr val="dk2"/>
              </a:buClr>
              <a:buSzPts val="600"/>
              <a:buChar char="–"/>
              <a:defRPr sz="600">
                <a:solidFill>
                  <a:schemeClr val="dk2"/>
                </a:solidFill>
              </a:defRPr>
            </a:lvl7pPr>
            <a:lvl8pPr indent="-266700" lvl="7" marL="3657600">
              <a:spcBef>
                <a:spcPts val="400"/>
              </a:spcBef>
              <a:spcAft>
                <a:spcPts val="0"/>
              </a:spcAft>
              <a:buClr>
                <a:schemeClr val="dk2"/>
              </a:buClr>
              <a:buSzPts val="600"/>
              <a:buChar char="–"/>
              <a:defRPr sz="600">
                <a:solidFill>
                  <a:schemeClr val="dk2"/>
                </a:solidFill>
              </a:defRPr>
            </a:lvl8pPr>
            <a:lvl9pPr indent="-266700" lvl="8" marL="4114800">
              <a:spcBef>
                <a:spcPts val="400"/>
              </a:spcBef>
              <a:spcAft>
                <a:spcPts val="200"/>
              </a:spcAft>
              <a:buClr>
                <a:schemeClr val="dk2"/>
              </a:buClr>
              <a:buSzPts val="600"/>
              <a:buChar char="–"/>
              <a:defRPr sz="600">
                <a:solidFill>
                  <a:schemeClr val="dk2"/>
                </a:solidFill>
              </a:defRPr>
            </a:lvl9pPr>
          </a:lstStyle>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Financial education" showMasterSp="0">
  <p:cSld name="Title Slide 2_1_2_1">
    <p:bg>
      <p:bgPr>
        <a:solidFill>
          <a:srgbClr val="BEF2BD"/>
        </a:solidFill>
      </p:bgPr>
    </p:bg>
    <p:spTree>
      <p:nvGrpSpPr>
        <p:cNvPr id="898" name="Shape 898"/>
        <p:cNvGrpSpPr/>
        <p:nvPr/>
      </p:nvGrpSpPr>
      <p:grpSpPr>
        <a:xfrm>
          <a:off x="0" y="0"/>
          <a:ext cx="0" cy="0"/>
          <a:chOff x="0" y="0"/>
          <a:chExt cx="0" cy="0"/>
        </a:xfrm>
      </p:grpSpPr>
      <p:pic>
        <p:nvPicPr>
          <p:cNvPr id="899" name="Google Shape;899;p73"/>
          <p:cNvPicPr preferRelativeResize="0"/>
          <p:nvPr/>
        </p:nvPicPr>
        <p:blipFill rotWithShape="1">
          <a:blip r:embed="rId2">
            <a:alphaModFix/>
          </a:blip>
          <a:srcRect b="0" l="6209" r="6209" t="0"/>
          <a:stretch/>
        </p:blipFill>
        <p:spPr>
          <a:xfrm>
            <a:off x="324000" y="4008600"/>
            <a:ext cx="2311675" cy="128000"/>
          </a:xfrm>
          <a:prstGeom prst="rect">
            <a:avLst/>
          </a:prstGeom>
          <a:noFill/>
          <a:ln>
            <a:noFill/>
          </a:ln>
        </p:spPr>
      </p:pic>
      <p:sp>
        <p:nvSpPr>
          <p:cNvPr id="900" name="Google Shape;900;p73"/>
          <p:cNvSpPr txBox="1"/>
          <p:nvPr/>
        </p:nvSpPr>
        <p:spPr>
          <a:xfrm>
            <a:off x="323850" y="3781525"/>
            <a:ext cx="28842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Financial education</a:t>
            </a:r>
            <a:endParaRPr b="1" sz="1700">
              <a:solidFill>
                <a:schemeClr val="dk1"/>
              </a:solidFill>
              <a:latin typeface="Lexend"/>
              <a:ea typeface="Lexend"/>
              <a:cs typeface="Lexend"/>
              <a:sym typeface="Lexend"/>
            </a:endParaRPr>
          </a:p>
        </p:txBody>
      </p:sp>
      <p:sp>
        <p:nvSpPr>
          <p:cNvPr id="901" name="Google Shape;901;p73"/>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902" name="Google Shape;902;p7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903" name="Google Shape;903;p73"/>
          <p:cNvSpPr txBox="1"/>
          <p:nvPr/>
        </p:nvSpPr>
        <p:spPr>
          <a:xfrm>
            <a:off x="323850" y="4327975"/>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GB" sz="1800">
                <a:solidFill>
                  <a:schemeClr val="dk1"/>
                </a:solidFill>
                <a:latin typeface="Lexend"/>
                <a:ea typeface="Lexend"/>
                <a:cs typeface="Lexend"/>
                <a:sym typeface="Lexend"/>
              </a:rPr>
              <a:t>Unit</a:t>
            </a:r>
            <a:endParaRPr b="1" sz="1800">
              <a:solidFill>
                <a:schemeClr val="dk1"/>
              </a:solidFill>
              <a:latin typeface="Lexend"/>
              <a:ea typeface="Lexend"/>
              <a:cs typeface="Lexend"/>
              <a:sym typeface="Lexend"/>
            </a:endParaRPr>
          </a:p>
        </p:txBody>
      </p:sp>
      <p:sp>
        <p:nvSpPr>
          <p:cNvPr id="904" name="Google Shape;904;p73"/>
          <p:cNvSpPr txBox="1"/>
          <p:nvPr>
            <p:ph idx="1" type="subTitle"/>
          </p:nvPr>
        </p:nvSpPr>
        <p:spPr>
          <a:xfrm>
            <a:off x="966425" y="4327975"/>
            <a:ext cx="59424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grpSp>
        <p:nvGrpSpPr>
          <p:cNvPr id="905" name="Google Shape;905;p73"/>
          <p:cNvGrpSpPr/>
          <p:nvPr/>
        </p:nvGrpSpPr>
        <p:grpSpPr>
          <a:xfrm>
            <a:off x="6156975" y="0"/>
            <a:ext cx="2987025" cy="3854074"/>
            <a:chOff x="6156975" y="0"/>
            <a:chExt cx="2987025" cy="3854074"/>
          </a:xfrm>
        </p:grpSpPr>
        <p:pic>
          <p:nvPicPr>
            <p:cNvPr id="906" name="Google Shape;906;p73"/>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907" name="Google Shape;907;p73"/>
            <p:cNvSpPr/>
            <p:nvPr/>
          </p:nvSpPr>
          <p:spPr>
            <a:xfrm>
              <a:off x="6858000" y="868200"/>
              <a:ext cx="2210100" cy="2196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pic>
        <p:nvPicPr>
          <p:cNvPr id="908" name="Google Shape;908;p73"/>
          <p:cNvPicPr preferRelativeResize="0"/>
          <p:nvPr/>
        </p:nvPicPr>
        <p:blipFill>
          <a:blip r:embed="rId5">
            <a:alphaModFix/>
          </a:blip>
          <a:stretch>
            <a:fillRect/>
          </a:stretch>
        </p:blipFill>
        <p:spPr>
          <a:xfrm rot="-389994">
            <a:off x="6651602" y="805276"/>
            <a:ext cx="2243546" cy="2243525"/>
          </a:xfrm>
          <a:prstGeom prst="rect">
            <a:avLst/>
          </a:prstGeom>
          <a:noFill/>
          <a:ln>
            <a:noFill/>
          </a:ln>
        </p:spPr>
      </p:pic>
    </p:spTree>
  </p:cSld>
  <p:clrMapOvr>
    <a:masterClrMapping/>
  </p:clrMapOvr>
  <p:extLst>
    <p:ext uri="{DCECCB84-F9BA-43D5-87BE-67443E8EF086}">
      <p15:sldGuideLst>
        <p15:guide id="1" orient="horz" pos="2867">
          <p15:clr>
            <a:srgbClr val="E46962"/>
          </p15:clr>
        </p15:guide>
      </p15:sldGuideLst>
    </p:ext>
  </p:extLst>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13" name="Shape 913"/>
        <p:cNvGrpSpPr/>
        <p:nvPr/>
      </p:nvGrpSpPr>
      <p:grpSpPr>
        <a:xfrm>
          <a:off x="0" y="0"/>
          <a:ext cx="0" cy="0"/>
          <a:chOff x="0" y="0"/>
          <a:chExt cx="0" cy="0"/>
        </a:xfrm>
      </p:grpSpPr>
      <p:pic>
        <p:nvPicPr>
          <p:cNvPr id="914" name="Google Shape;914;p7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915" name="Google Shape;915;p7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916" name="Google Shape;916;p75"/>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7" name="Google Shape;917;p75"/>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918" name="Google Shape;918;p7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919" name="Google Shape;919;p75"/>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920" name="Google Shape;920;p7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921" name="Shape 921"/>
        <p:cNvGrpSpPr/>
        <p:nvPr/>
      </p:nvGrpSpPr>
      <p:grpSpPr>
        <a:xfrm>
          <a:off x="0" y="0"/>
          <a:ext cx="0" cy="0"/>
          <a:chOff x="0" y="0"/>
          <a:chExt cx="0" cy="0"/>
        </a:xfrm>
      </p:grpSpPr>
      <p:pic>
        <p:nvPicPr>
          <p:cNvPr id="922" name="Google Shape;922;p7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923" name="Google Shape;923;p7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24" name="Google Shape;924;p7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925" name="Google Shape;925;p76"/>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926" name="Google Shape;926;p7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927" name="Google Shape;927;p7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928" name="Google Shape;928;p76"/>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929" name="Shape 929"/>
        <p:cNvGrpSpPr/>
        <p:nvPr/>
      </p:nvGrpSpPr>
      <p:grpSpPr>
        <a:xfrm>
          <a:off x="0" y="0"/>
          <a:ext cx="0" cy="0"/>
          <a:chOff x="0" y="0"/>
          <a:chExt cx="0" cy="0"/>
        </a:xfrm>
      </p:grpSpPr>
      <p:pic>
        <p:nvPicPr>
          <p:cNvPr id="930" name="Google Shape;930;p77"/>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931" name="Google Shape;931;p77"/>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32" name="Google Shape;932;p7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33" name="Google Shape;933;p7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934" name="Google Shape;934;p77"/>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935" name="Google Shape;935;p77"/>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36" name="Google Shape;936;p7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937" name="Shape 937"/>
        <p:cNvGrpSpPr/>
        <p:nvPr/>
      </p:nvGrpSpPr>
      <p:grpSpPr>
        <a:xfrm>
          <a:off x="0" y="0"/>
          <a:ext cx="0" cy="0"/>
          <a:chOff x="0" y="0"/>
          <a:chExt cx="0" cy="0"/>
        </a:xfrm>
      </p:grpSpPr>
      <p:pic>
        <p:nvPicPr>
          <p:cNvPr id="938" name="Google Shape;938;p7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939" name="Google Shape;939;p7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40" name="Google Shape;940;p7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941" name="Google Shape;941;p78"/>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942" name="Google Shape;942;p78"/>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943" name="Google Shape;943;p7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944" name="Google Shape;944;p78"/>
          <p:cNvGrpSpPr/>
          <p:nvPr/>
        </p:nvGrpSpPr>
        <p:grpSpPr>
          <a:xfrm>
            <a:off x="6156975" y="0"/>
            <a:ext cx="2987025" cy="3854074"/>
            <a:chOff x="6156975" y="0"/>
            <a:chExt cx="2987025" cy="3854074"/>
          </a:xfrm>
        </p:grpSpPr>
        <p:pic>
          <p:nvPicPr>
            <p:cNvPr id="945" name="Google Shape;945;p78"/>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946" name="Google Shape;946;p78"/>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47" name="Google Shape;947;p78"/>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948" name="Shape 948"/>
        <p:cNvGrpSpPr/>
        <p:nvPr/>
      </p:nvGrpSpPr>
      <p:grpSpPr>
        <a:xfrm>
          <a:off x="0" y="0"/>
          <a:ext cx="0" cy="0"/>
          <a:chOff x="0" y="0"/>
          <a:chExt cx="0" cy="0"/>
        </a:xfrm>
      </p:grpSpPr>
      <p:pic>
        <p:nvPicPr>
          <p:cNvPr id="949" name="Google Shape;949;p79"/>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950" name="Google Shape;950;p7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1" name="Google Shape;951;p7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952" name="Google Shape;952;p79"/>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953" name="Google Shape;953;p7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954" name="Google Shape;954;p7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955" name="Google Shape;955;p79"/>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956" name="Shape 956"/>
        <p:cNvGrpSpPr/>
        <p:nvPr/>
      </p:nvGrpSpPr>
      <p:grpSpPr>
        <a:xfrm>
          <a:off x="0" y="0"/>
          <a:ext cx="0" cy="0"/>
          <a:chOff x="0" y="0"/>
          <a:chExt cx="0" cy="0"/>
        </a:xfrm>
      </p:grpSpPr>
      <p:sp>
        <p:nvSpPr>
          <p:cNvPr id="957" name="Google Shape;957;p8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8" name="Google Shape;958;p8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959" name="Google Shape;959;p80"/>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960" name="Google Shape;960;p80"/>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961" name="Google Shape;961;p8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962" name="Google Shape;962;p80"/>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963" name="Google Shape;963;p80"/>
          <p:cNvGrpSpPr/>
          <p:nvPr/>
        </p:nvGrpSpPr>
        <p:grpSpPr>
          <a:xfrm>
            <a:off x="6156975" y="0"/>
            <a:ext cx="2987025" cy="3854074"/>
            <a:chOff x="6156975" y="0"/>
            <a:chExt cx="2987025" cy="3854074"/>
          </a:xfrm>
        </p:grpSpPr>
        <p:pic>
          <p:nvPicPr>
            <p:cNvPr id="964" name="Google Shape;964;p80"/>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965" name="Google Shape;965;p80"/>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66" name="Google Shape;966;p80"/>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967" name="Shape 967"/>
        <p:cNvGrpSpPr/>
        <p:nvPr/>
      </p:nvGrpSpPr>
      <p:grpSpPr>
        <a:xfrm>
          <a:off x="0" y="0"/>
          <a:ext cx="0" cy="0"/>
          <a:chOff x="0" y="0"/>
          <a:chExt cx="0" cy="0"/>
        </a:xfrm>
      </p:grpSpPr>
      <p:pic>
        <p:nvPicPr>
          <p:cNvPr id="968" name="Google Shape;968;p81"/>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969" name="Google Shape;969;p81"/>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70" name="Google Shape;970;p81"/>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1" name="Google Shape;971;p81"/>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972" name="Google Shape;972;p81"/>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973" name="Google Shape;973;p81"/>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74" name="Google Shape;974;p81"/>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975" name="Shape 975"/>
        <p:cNvGrpSpPr/>
        <p:nvPr/>
      </p:nvGrpSpPr>
      <p:grpSpPr>
        <a:xfrm>
          <a:off x="0" y="0"/>
          <a:ext cx="0" cy="0"/>
          <a:chOff x="0" y="0"/>
          <a:chExt cx="0" cy="0"/>
        </a:xfrm>
      </p:grpSpPr>
      <p:pic>
        <p:nvPicPr>
          <p:cNvPr id="976" name="Google Shape;976;p8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977" name="Google Shape;977;p82"/>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78" name="Google Shape;978;p8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979" name="Google Shape;979;p82"/>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980" name="Google Shape;980;p8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981" name="Google Shape;981;p8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982" name="Google Shape;982;p82"/>
          <p:cNvGrpSpPr/>
          <p:nvPr/>
        </p:nvGrpSpPr>
        <p:grpSpPr>
          <a:xfrm>
            <a:off x="6156975" y="0"/>
            <a:ext cx="2987025" cy="3854074"/>
            <a:chOff x="6156975" y="0"/>
            <a:chExt cx="2987025" cy="3854074"/>
          </a:xfrm>
        </p:grpSpPr>
        <p:pic>
          <p:nvPicPr>
            <p:cNvPr id="983" name="Google Shape;983;p82"/>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984" name="Google Shape;984;p82"/>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85" name="Google Shape;985;p82"/>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986" name="Shape 986"/>
        <p:cNvGrpSpPr/>
        <p:nvPr/>
      </p:nvGrpSpPr>
      <p:grpSpPr>
        <a:xfrm>
          <a:off x="0" y="0"/>
          <a:ext cx="0" cy="0"/>
          <a:chOff x="0" y="0"/>
          <a:chExt cx="0" cy="0"/>
        </a:xfrm>
      </p:grpSpPr>
      <p:pic>
        <p:nvPicPr>
          <p:cNvPr id="987" name="Google Shape;987;p83"/>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988" name="Google Shape;988;p83"/>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989" name="Google Shape;989;p8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90" name="Google Shape;990;p8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991" name="Google Shape;991;p83"/>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algn="ctr">
              <a:lnSpc>
                <a:spcPct val="100000"/>
              </a:lnSpc>
              <a:spcBef>
                <a:spcPts val="0"/>
              </a:spcBef>
              <a:spcAft>
                <a:spcPts val="0"/>
              </a:spcAft>
              <a:buSzPts val="1500"/>
              <a:buNone/>
              <a:defRPr sz="1500"/>
            </a:lvl2pPr>
            <a:lvl3pPr lvl="2" algn="ctr">
              <a:lnSpc>
                <a:spcPct val="100000"/>
              </a:lnSpc>
              <a:spcBef>
                <a:spcPts val="400"/>
              </a:spcBef>
              <a:spcAft>
                <a:spcPts val="0"/>
              </a:spcAft>
              <a:buSzPts val="1400"/>
              <a:buNone/>
              <a:defRPr sz="1400"/>
            </a:lvl3pPr>
            <a:lvl4pPr lvl="3" algn="ctr">
              <a:lnSpc>
                <a:spcPct val="100000"/>
              </a:lnSpc>
              <a:spcBef>
                <a:spcPts val="400"/>
              </a:spcBef>
              <a:spcAft>
                <a:spcPts val="0"/>
              </a:spcAft>
              <a:buSzPts val="1200"/>
              <a:buNone/>
              <a:defRPr sz="1200"/>
            </a:lvl4pPr>
            <a:lvl5pPr lvl="4" algn="ctr">
              <a:lnSpc>
                <a:spcPct val="100000"/>
              </a:lnSpc>
              <a:spcBef>
                <a:spcPts val="400"/>
              </a:spcBef>
              <a:spcAft>
                <a:spcPts val="0"/>
              </a:spcAft>
              <a:buSzPts val="1200"/>
              <a:buNone/>
              <a:defRPr sz="1200"/>
            </a:lvl5pPr>
            <a:lvl6pPr lvl="5" algn="ctr">
              <a:lnSpc>
                <a:spcPct val="90000"/>
              </a:lnSpc>
              <a:spcBef>
                <a:spcPts val="400"/>
              </a:spcBef>
              <a:spcAft>
                <a:spcPts val="0"/>
              </a:spcAft>
              <a:buSzPts val="1200"/>
              <a:buNone/>
              <a:defRPr sz="1200"/>
            </a:lvl6pPr>
            <a:lvl7pPr lvl="6" algn="ctr">
              <a:lnSpc>
                <a:spcPct val="90000"/>
              </a:lnSpc>
              <a:spcBef>
                <a:spcPts val="600"/>
              </a:spcBef>
              <a:spcAft>
                <a:spcPts val="0"/>
              </a:spcAft>
              <a:buSzPts val="1200"/>
              <a:buNone/>
              <a:defRPr sz="1200"/>
            </a:lvl7pPr>
            <a:lvl8pPr lvl="7" algn="ctr">
              <a:lnSpc>
                <a:spcPct val="90000"/>
              </a:lnSpc>
              <a:spcBef>
                <a:spcPts val="400"/>
              </a:spcBef>
              <a:spcAft>
                <a:spcPts val="0"/>
              </a:spcAft>
              <a:buSzPts val="1200"/>
              <a:buNone/>
              <a:defRPr sz="1200"/>
            </a:lvl8pPr>
            <a:lvl9pPr lvl="8" algn="ctr">
              <a:lnSpc>
                <a:spcPct val="90000"/>
              </a:lnSpc>
              <a:spcBef>
                <a:spcPts val="400"/>
              </a:spcBef>
              <a:spcAft>
                <a:spcPts val="200"/>
              </a:spcAft>
              <a:buSzPts val="1200"/>
              <a:buNone/>
              <a:defRPr sz="1200"/>
            </a:lvl9pPr>
          </a:lstStyle>
          <a:p/>
        </p:txBody>
      </p:sp>
      <p:pic>
        <p:nvPicPr>
          <p:cNvPr id="992" name="Google Shape;992;p83"/>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993" name="Google Shape;993;p8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94" name="Shape 994"/>
        <p:cNvGrpSpPr/>
        <p:nvPr/>
      </p:nvGrpSpPr>
      <p:grpSpPr>
        <a:xfrm>
          <a:off x="0" y="0"/>
          <a:ext cx="0" cy="0"/>
          <a:chOff x="0" y="0"/>
          <a:chExt cx="0" cy="0"/>
        </a:xfrm>
      </p:grpSpPr>
      <p:pic>
        <p:nvPicPr>
          <p:cNvPr id="995" name="Google Shape;995;p84"/>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96" name="Google Shape;996;p84"/>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97" name="Google Shape;997;p84"/>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98" name="Shape 998"/>
        <p:cNvGrpSpPr/>
        <p:nvPr/>
      </p:nvGrpSpPr>
      <p:grpSpPr>
        <a:xfrm>
          <a:off x="0" y="0"/>
          <a:ext cx="0" cy="0"/>
          <a:chOff x="0" y="0"/>
          <a:chExt cx="0" cy="0"/>
        </a:xfrm>
      </p:grpSpPr>
      <p:sp>
        <p:nvSpPr>
          <p:cNvPr id="999" name="Google Shape;999;p85"/>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1000" name="Google Shape;1000;p85"/>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1001" name="Google Shape;1001;p85"/>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1002" name="Google Shape;1002;p85"/>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1003" name="Google Shape;1003;p85"/>
          <p:cNvSpPr txBox="1"/>
          <p:nvPr/>
        </p:nvSpPr>
        <p:spPr>
          <a:xfrm>
            <a:off x="4901925" y="9534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4" name="Google Shape;1004;p85"/>
          <p:cNvGrpSpPr/>
          <p:nvPr/>
        </p:nvGrpSpPr>
        <p:grpSpPr>
          <a:xfrm>
            <a:off x="2650916" y="1644417"/>
            <a:ext cx="1745270" cy="1430724"/>
            <a:chOff x="2642961" y="1644312"/>
            <a:chExt cx="1454634" cy="1195657"/>
          </a:xfrm>
        </p:grpSpPr>
        <p:pic>
          <p:nvPicPr>
            <p:cNvPr id="1005" name="Google Shape;1005;p85"/>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06" name="Google Shape;1006;p85"/>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07" name="Google Shape;1007;p85"/>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08" name="Google Shape;1008;p85"/>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09" name="Google Shape;1009;p85"/>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10" name="Google Shape;1010;p85"/>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11" name="Google Shape;1011;p8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12" name="Shape 1012"/>
        <p:cNvGrpSpPr/>
        <p:nvPr/>
      </p:nvGrpSpPr>
      <p:grpSpPr>
        <a:xfrm>
          <a:off x="0" y="0"/>
          <a:ext cx="0" cy="0"/>
          <a:chOff x="0" y="0"/>
          <a:chExt cx="0" cy="0"/>
        </a:xfrm>
      </p:grpSpPr>
      <p:sp>
        <p:nvSpPr>
          <p:cNvPr id="1013" name="Google Shape;1013;p8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14" name="Google Shape;1014;p8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015" name="Google Shape;1015;p8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016" name="Google Shape;1016;p8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17" name="Google Shape;1017;p8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18" name="Google Shape;1018;p86"/>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19" name="Google Shape;1019;p86"/>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20" name="Google Shape;1020;p86"/>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21" name="Google Shape;1021;p86"/>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022" name="Shape 1022"/>
        <p:cNvGrpSpPr/>
        <p:nvPr/>
      </p:nvGrpSpPr>
      <p:grpSpPr>
        <a:xfrm>
          <a:off x="0" y="0"/>
          <a:ext cx="0" cy="0"/>
          <a:chOff x="0" y="0"/>
          <a:chExt cx="0" cy="0"/>
        </a:xfrm>
      </p:grpSpPr>
      <p:sp>
        <p:nvSpPr>
          <p:cNvPr id="1023" name="Google Shape;1023;p8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24" name="Google Shape;1024;p8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025" name="Google Shape;1025;p8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026" name="Google Shape;1026;p87"/>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27" name="Google Shape;1027;p87"/>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28" name="Google Shape;1028;p87"/>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29" name="Google Shape;1029;p87"/>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30" name="Google Shape;1030;p87"/>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31" name="Google Shape;1031;p87"/>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32" name="Google Shape;1032;p87"/>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33" name="Google Shape;1033;p87"/>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034" name="Shape 1034"/>
        <p:cNvGrpSpPr/>
        <p:nvPr/>
      </p:nvGrpSpPr>
      <p:grpSpPr>
        <a:xfrm>
          <a:off x="0" y="0"/>
          <a:ext cx="0" cy="0"/>
          <a:chOff x="0" y="0"/>
          <a:chExt cx="0" cy="0"/>
        </a:xfrm>
      </p:grpSpPr>
      <p:sp>
        <p:nvSpPr>
          <p:cNvPr id="1035" name="Google Shape;1035;p8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36" name="Google Shape;1036;p8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037" name="Google Shape;1037;p8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038" name="Google Shape;1038;p88"/>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39" name="Google Shape;1039;p88"/>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40" name="Google Shape;1040;p88"/>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41" name="Google Shape;1041;p88"/>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42" name="Google Shape;1042;p88"/>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43" name="Google Shape;1043;p88"/>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44" name="Google Shape;1044;p88"/>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45" name="Google Shape;1045;p88"/>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46" name="Google Shape;1046;p88"/>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47" name="Google Shape;1047;p88"/>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048" name="Shape 1048"/>
        <p:cNvGrpSpPr/>
        <p:nvPr/>
      </p:nvGrpSpPr>
      <p:grpSpPr>
        <a:xfrm>
          <a:off x="0" y="0"/>
          <a:ext cx="0" cy="0"/>
          <a:chOff x="0" y="0"/>
          <a:chExt cx="0" cy="0"/>
        </a:xfrm>
      </p:grpSpPr>
      <p:sp>
        <p:nvSpPr>
          <p:cNvPr id="1049" name="Google Shape;1049;p89"/>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0" name="Google Shape;1050;p89"/>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051" name="Google Shape;1051;p89"/>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052" name="Google Shape;1052;p89"/>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53" name="Google Shape;1053;p89"/>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054" name="Google Shape;1054;p89"/>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055" name="Google Shape;1055;p89"/>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a:lnSpc>
                <a:spcPct val="115000"/>
              </a:lnSpc>
              <a:spcBef>
                <a:spcPts val="0"/>
              </a:spcBef>
              <a:spcAft>
                <a:spcPts val="0"/>
              </a:spcAft>
              <a:buClr>
                <a:srgbClr val="282828"/>
              </a:buClr>
              <a:buSzPts val="1800"/>
              <a:buNone/>
              <a:defRPr sz="1800">
                <a:solidFill>
                  <a:srgbClr val="282828"/>
                </a:solidFill>
              </a:defRPr>
            </a:lvl1pPr>
            <a:lvl2pPr lvl="1">
              <a:spcBef>
                <a:spcPts val="1000"/>
              </a:spcBef>
              <a:spcAft>
                <a:spcPts val="0"/>
              </a:spcAft>
              <a:buClr>
                <a:srgbClr val="282828"/>
              </a:buClr>
              <a:buSzPts val="1800"/>
              <a:buNone/>
              <a:defRPr sz="1800">
                <a:solidFill>
                  <a:srgbClr val="282828"/>
                </a:solidFill>
              </a:defRPr>
            </a:lvl2pPr>
            <a:lvl3pPr lvl="2">
              <a:spcBef>
                <a:spcPts val="1000"/>
              </a:spcBef>
              <a:spcAft>
                <a:spcPts val="0"/>
              </a:spcAft>
              <a:buClr>
                <a:srgbClr val="282828"/>
              </a:buClr>
              <a:buSzPts val="1800"/>
              <a:buNone/>
              <a:defRPr sz="1800">
                <a:solidFill>
                  <a:srgbClr val="282828"/>
                </a:solidFill>
              </a:defRPr>
            </a:lvl3pPr>
            <a:lvl4pPr lvl="3">
              <a:spcBef>
                <a:spcPts val="800"/>
              </a:spcBef>
              <a:spcAft>
                <a:spcPts val="0"/>
              </a:spcAft>
              <a:buClr>
                <a:srgbClr val="282828"/>
              </a:buClr>
              <a:buSzPts val="1800"/>
              <a:buNone/>
              <a:defRPr sz="1800">
                <a:solidFill>
                  <a:srgbClr val="282828"/>
                </a:solidFill>
              </a:defRPr>
            </a:lvl4pPr>
            <a:lvl5pPr lvl="4">
              <a:spcBef>
                <a:spcPts val="800"/>
              </a:spcBef>
              <a:spcAft>
                <a:spcPts val="0"/>
              </a:spcAft>
              <a:buClr>
                <a:srgbClr val="282828"/>
              </a:buClr>
              <a:buSzPts val="1800"/>
              <a:buNone/>
              <a:defRPr>
                <a:solidFill>
                  <a:srgbClr val="282828"/>
                </a:solidFill>
              </a:defRPr>
            </a:lvl5pPr>
            <a:lvl6pPr lvl="5">
              <a:spcBef>
                <a:spcPts val="600"/>
              </a:spcBef>
              <a:spcAft>
                <a:spcPts val="0"/>
              </a:spcAft>
              <a:buClr>
                <a:srgbClr val="282828"/>
              </a:buClr>
              <a:buSzPts val="1800"/>
              <a:buNone/>
              <a:defRPr>
                <a:solidFill>
                  <a:srgbClr val="282828"/>
                </a:solidFill>
              </a:defRPr>
            </a:lvl6pPr>
            <a:lvl7pPr lvl="6">
              <a:spcBef>
                <a:spcPts val="600"/>
              </a:spcBef>
              <a:spcAft>
                <a:spcPts val="0"/>
              </a:spcAft>
              <a:buClr>
                <a:srgbClr val="282828"/>
              </a:buClr>
              <a:buSzPts val="1800"/>
              <a:buNone/>
              <a:defRPr>
                <a:solidFill>
                  <a:srgbClr val="282828"/>
                </a:solidFill>
              </a:defRPr>
            </a:lvl7pPr>
            <a:lvl8pPr lvl="7">
              <a:spcBef>
                <a:spcPts val="400"/>
              </a:spcBef>
              <a:spcAft>
                <a:spcPts val="0"/>
              </a:spcAft>
              <a:buClr>
                <a:srgbClr val="282828"/>
              </a:buClr>
              <a:buSzPts val="1800"/>
              <a:buNone/>
              <a:defRPr>
                <a:solidFill>
                  <a:srgbClr val="282828"/>
                </a:solidFill>
              </a:defRPr>
            </a:lvl8pPr>
            <a:lvl9pPr lvl="8">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056" name="Shape 1056"/>
        <p:cNvGrpSpPr/>
        <p:nvPr/>
      </p:nvGrpSpPr>
      <p:grpSpPr>
        <a:xfrm>
          <a:off x="0" y="0"/>
          <a:ext cx="0" cy="0"/>
          <a:chOff x="0" y="0"/>
          <a:chExt cx="0" cy="0"/>
        </a:xfrm>
      </p:grpSpPr>
      <p:sp>
        <p:nvSpPr>
          <p:cNvPr id="1057" name="Google Shape;1057;p9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8" name="Google Shape;1058;p90"/>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059" name="Google Shape;1059;p90"/>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060" name="Google Shape;1060;p90"/>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061" name="Google Shape;1061;p90"/>
          <p:cNvCxnSpPr>
            <a:endCxn id="1062"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063" name="Google Shape;1063;p90"/>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064" name="Google Shape;1064;p90"/>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65" name="Google Shape;1065;p9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062" name="Google Shape;1062;p90"/>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066" name="Google Shape;1066;p90"/>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067" name="Google Shape;1067;p9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068" name="Google Shape;1068;p9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a:spcBef>
                <a:spcPts val="0"/>
              </a:spcBef>
              <a:spcAft>
                <a:spcPts val="0"/>
              </a:spcAft>
              <a:buSzPts val="1800"/>
              <a:buFont typeface="Lexend"/>
              <a:buNone/>
              <a:defRPr b="0" sz="1800">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069" name="Shape 1069"/>
        <p:cNvGrpSpPr/>
        <p:nvPr/>
      </p:nvGrpSpPr>
      <p:grpSpPr>
        <a:xfrm>
          <a:off x="0" y="0"/>
          <a:ext cx="0" cy="0"/>
          <a:chOff x="0" y="0"/>
          <a:chExt cx="0" cy="0"/>
        </a:xfrm>
      </p:grpSpPr>
      <p:pic>
        <p:nvPicPr>
          <p:cNvPr id="1070" name="Google Shape;1070;p91"/>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071" name="Google Shape;1071;p91"/>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072" name="Google Shape;1072;p91"/>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073" name="Google Shape;1073;p91"/>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074" name="Google Shape;1074;p91"/>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075" name="Google Shape;1075;p91"/>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076" name="Google Shape;1076;p91"/>
          <p:cNvCxnSpPr>
            <a:endCxn id="1077"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077" name="Google Shape;1077;p91"/>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078" name="Google Shape;1078;p91"/>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079" name="Google Shape;1079;p91"/>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80" name="Google Shape;1080;p91"/>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081" name="Google Shape;1081;p91"/>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082" name="Google Shape;1082;p91"/>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083" name="Google Shape;1083;p9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4" name="Google Shape;1084;p91"/>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085" name="Google Shape;1085;p9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086" name="Google Shape;1086;p91"/>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a:spcBef>
                <a:spcPts val="0"/>
              </a:spcBef>
              <a:spcAft>
                <a:spcPts val="0"/>
              </a:spcAft>
              <a:buSzPts val="1800"/>
              <a:buFont typeface="Lexend"/>
              <a:buNone/>
              <a:defRPr b="0" sz="1800">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087" name="Shape 1087"/>
        <p:cNvGrpSpPr/>
        <p:nvPr/>
      </p:nvGrpSpPr>
      <p:grpSpPr>
        <a:xfrm>
          <a:off x="0" y="0"/>
          <a:ext cx="0" cy="0"/>
          <a:chOff x="0" y="0"/>
          <a:chExt cx="0" cy="0"/>
        </a:xfrm>
      </p:grpSpPr>
      <p:pic>
        <p:nvPicPr>
          <p:cNvPr id="1088" name="Google Shape;1088;p92"/>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089" name="Google Shape;1089;p92"/>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090" name="Google Shape;1090;p92"/>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091" name="Google Shape;1091;p92"/>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092" name="Google Shape;1092;p92"/>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093" name="Google Shape;1093;p92"/>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094" name="Google Shape;1094;p92"/>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095" name="Google Shape;1095;p92"/>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096" name="Google Shape;1096;p92"/>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097" name="Google Shape;1097;p92"/>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098" name="Google Shape;1098;p92"/>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099" name="Google Shape;1099;p92"/>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100" name="Google Shape;1100;p92"/>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01" name="Google Shape;1101;p92"/>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02" name="Google Shape;1102;p92"/>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103" name="Google Shape;1103;p92"/>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pic>
        <p:nvPicPr>
          <p:cNvPr id="1104" name="Google Shape;1104;p92"/>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1105" name="Google Shape;1105;p92"/>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06" name="Google Shape;1106;p92"/>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1107" name="Google Shape;1107;p92"/>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108" name="Google Shape;1108;p92"/>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a:spcBef>
                <a:spcPts val="0"/>
              </a:spcBef>
              <a:spcAft>
                <a:spcPts val="0"/>
              </a:spcAft>
              <a:buSzPts val="1800"/>
              <a:buFont typeface="Lexend"/>
              <a:buNone/>
              <a:defRPr b="0" sz="1800">
                <a:latin typeface="Lexend"/>
                <a:ea typeface="Lexend"/>
                <a:cs typeface="Lexend"/>
                <a:sym typeface="Lexend"/>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1109" name="Shape 1109"/>
        <p:cNvGrpSpPr/>
        <p:nvPr/>
      </p:nvGrpSpPr>
      <p:grpSpPr>
        <a:xfrm>
          <a:off x="0" y="0"/>
          <a:ext cx="0" cy="0"/>
          <a:chOff x="0" y="0"/>
          <a:chExt cx="0" cy="0"/>
        </a:xfrm>
      </p:grpSpPr>
      <p:pic>
        <p:nvPicPr>
          <p:cNvPr id="1110" name="Google Shape;1110;p93"/>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1111" name="Google Shape;1111;p93"/>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9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113" name="Google Shape;1113;p9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114" name="Google Shape;1114;p9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1115" name="Google Shape;1115;p9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1116" name="Shape 1116"/>
        <p:cNvGrpSpPr/>
        <p:nvPr/>
      </p:nvGrpSpPr>
      <p:grpSpPr>
        <a:xfrm>
          <a:off x="0" y="0"/>
          <a:ext cx="0" cy="0"/>
          <a:chOff x="0" y="0"/>
          <a:chExt cx="0" cy="0"/>
        </a:xfrm>
      </p:grpSpPr>
      <p:pic>
        <p:nvPicPr>
          <p:cNvPr id="1117" name="Google Shape;1117;p9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18" name="Google Shape;1118;p9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9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120" name="Google Shape;1120;p9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1121" name="Google Shape;1121;p9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122" name="Google Shape;1122;p9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1123" name="Shape 1123"/>
        <p:cNvGrpSpPr/>
        <p:nvPr/>
      </p:nvGrpSpPr>
      <p:grpSpPr>
        <a:xfrm>
          <a:off x="0" y="0"/>
          <a:ext cx="0" cy="0"/>
          <a:chOff x="0" y="0"/>
          <a:chExt cx="0" cy="0"/>
        </a:xfrm>
      </p:grpSpPr>
      <p:pic>
        <p:nvPicPr>
          <p:cNvPr id="1124" name="Google Shape;1124;p9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25" name="Google Shape;1125;p9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9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127" name="Google Shape;1127;p9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1128" name="Google Shape;1128;p9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129" name="Google Shape;1129;p9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1130" name="Shape 1130"/>
        <p:cNvGrpSpPr/>
        <p:nvPr/>
      </p:nvGrpSpPr>
      <p:grpSpPr>
        <a:xfrm>
          <a:off x="0" y="0"/>
          <a:ext cx="0" cy="0"/>
          <a:chOff x="0" y="0"/>
          <a:chExt cx="0" cy="0"/>
        </a:xfrm>
      </p:grpSpPr>
      <p:pic>
        <p:nvPicPr>
          <p:cNvPr id="1131" name="Google Shape;1131;p9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32" name="Google Shape;1132;p9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9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134" name="Google Shape;1134;p96"/>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1135" name="Google Shape;1135;p9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136" name="Google Shape;1136;p96"/>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1137" name="Shape 1137"/>
        <p:cNvGrpSpPr/>
        <p:nvPr/>
      </p:nvGrpSpPr>
      <p:grpSpPr>
        <a:xfrm>
          <a:off x="0" y="0"/>
          <a:ext cx="0" cy="0"/>
          <a:chOff x="0" y="0"/>
          <a:chExt cx="0" cy="0"/>
        </a:xfrm>
      </p:grpSpPr>
      <p:sp>
        <p:nvSpPr>
          <p:cNvPr id="1138" name="Google Shape;1138;p9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9" name="Google Shape;1139;p97"/>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1140" name="Google Shape;1140;p9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9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42" name="Google Shape;1142;p9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43" name="Google Shape;1143;p97"/>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144" name="Google Shape;1144;p97"/>
          <p:cNvGrpSpPr/>
          <p:nvPr/>
        </p:nvGrpSpPr>
        <p:grpSpPr>
          <a:xfrm>
            <a:off x="7834231" y="1285"/>
            <a:ext cx="828900" cy="576065"/>
            <a:chOff x="7801496" y="1285"/>
            <a:chExt cx="828900" cy="576065"/>
          </a:xfrm>
        </p:grpSpPr>
        <p:pic>
          <p:nvPicPr>
            <p:cNvPr id="1145" name="Google Shape;1145;p9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146" name="Google Shape;1146;p9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1147" name="Google Shape;1147;p97"/>
          <p:cNvGrpSpPr/>
          <p:nvPr/>
        </p:nvGrpSpPr>
        <p:grpSpPr>
          <a:xfrm>
            <a:off x="8635663" y="1285"/>
            <a:ext cx="499700" cy="576065"/>
            <a:chOff x="8635663" y="1285"/>
            <a:chExt cx="499700" cy="576065"/>
          </a:xfrm>
        </p:grpSpPr>
        <p:pic>
          <p:nvPicPr>
            <p:cNvPr id="1148" name="Google Shape;1148;p9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149" name="Google Shape;1149;p9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1150" name="Shape 1150"/>
        <p:cNvGrpSpPr/>
        <p:nvPr/>
      </p:nvGrpSpPr>
      <p:grpSpPr>
        <a:xfrm>
          <a:off x="0" y="0"/>
          <a:ext cx="0" cy="0"/>
          <a:chOff x="0" y="0"/>
          <a:chExt cx="0" cy="0"/>
        </a:xfrm>
      </p:grpSpPr>
      <p:sp>
        <p:nvSpPr>
          <p:cNvPr id="1151" name="Google Shape;1151;p98"/>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52" name="Google Shape;1152;p9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53" name="Google Shape;1153;p9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9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55" name="Google Shape;1155;p9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56" name="Google Shape;1156;p9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157" name="Google Shape;1157;p98"/>
          <p:cNvGrpSpPr/>
          <p:nvPr/>
        </p:nvGrpSpPr>
        <p:grpSpPr>
          <a:xfrm>
            <a:off x="7834231" y="1285"/>
            <a:ext cx="828900" cy="576065"/>
            <a:chOff x="7801496" y="1285"/>
            <a:chExt cx="828900" cy="576065"/>
          </a:xfrm>
        </p:grpSpPr>
        <p:pic>
          <p:nvPicPr>
            <p:cNvPr id="1158" name="Google Shape;1158;p9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159" name="Google Shape;1159;p9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1160" name="Google Shape;1160;p98"/>
          <p:cNvGrpSpPr/>
          <p:nvPr/>
        </p:nvGrpSpPr>
        <p:grpSpPr>
          <a:xfrm>
            <a:off x="8635663" y="1285"/>
            <a:ext cx="499700" cy="576065"/>
            <a:chOff x="8635663" y="1285"/>
            <a:chExt cx="499700" cy="576065"/>
          </a:xfrm>
        </p:grpSpPr>
        <p:pic>
          <p:nvPicPr>
            <p:cNvPr id="1161" name="Google Shape;1161;p9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162" name="Google Shape;1162;p9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1163" name="Shape 1163"/>
        <p:cNvGrpSpPr/>
        <p:nvPr/>
      </p:nvGrpSpPr>
      <p:grpSpPr>
        <a:xfrm>
          <a:off x="0" y="0"/>
          <a:ext cx="0" cy="0"/>
          <a:chOff x="0" y="0"/>
          <a:chExt cx="0" cy="0"/>
        </a:xfrm>
      </p:grpSpPr>
      <p:sp>
        <p:nvSpPr>
          <p:cNvPr id="1164" name="Google Shape;1164;p99"/>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5" name="Google Shape;1165;p9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66" name="Google Shape;1166;p9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9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68" name="Google Shape;1168;p9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69" name="Google Shape;1169;p9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170" name="Google Shape;1170;p99"/>
          <p:cNvGrpSpPr/>
          <p:nvPr/>
        </p:nvGrpSpPr>
        <p:grpSpPr>
          <a:xfrm>
            <a:off x="7834231" y="1285"/>
            <a:ext cx="828900" cy="576065"/>
            <a:chOff x="7801496" y="1285"/>
            <a:chExt cx="828900" cy="576065"/>
          </a:xfrm>
        </p:grpSpPr>
        <p:pic>
          <p:nvPicPr>
            <p:cNvPr id="1171" name="Google Shape;1171;p9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172" name="Google Shape;1172;p9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1173" name="Google Shape;1173;p99"/>
          <p:cNvGrpSpPr/>
          <p:nvPr/>
        </p:nvGrpSpPr>
        <p:grpSpPr>
          <a:xfrm>
            <a:off x="8635663" y="1285"/>
            <a:ext cx="499700" cy="576065"/>
            <a:chOff x="8635663" y="1285"/>
            <a:chExt cx="499700" cy="576065"/>
          </a:xfrm>
        </p:grpSpPr>
        <p:pic>
          <p:nvPicPr>
            <p:cNvPr id="1174" name="Google Shape;1174;p9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175" name="Google Shape;1175;p9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1176" name="Shape 1176"/>
        <p:cNvGrpSpPr/>
        <p:nvPr/>
      </p:nvGrpSpPr>
      <p:grpSpPr>
        <a:xfrm>
          <a:off x="0" y="0"/>
          <a:ext cx="0" cy="0"/>
          <a:chOff x="0" y="0"/>
          <a:chExt cx="0" cy="0"/>
        </a:xfrm>
      </p:grpSpPr>
      <p:sp>
        <p:nvSpPr>
          <p:cNvPr id="1177" name="Google Shape;1177;p100"/>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78" name="Google Shape;1178;p10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179" name="Google Shape;1179;p10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100"/>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81" name="Google Shape;1181;p100"/>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a:spcBef>
                <a:spcPts val="0"/>
              </a:spcBef>
              <a:spcAft>
                <a:spcPts val="0"/>
              </a:spcAft>
              <a:buSzPts val="1800"/>
              <a:buNone/>
              <a:defRPr sz="18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82" name="Google Shape;1182;p10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183" name="Google Shape;1183;p100"/>
          <p:cNvGrpSpPr/>
          <p:nvPr/>
        </p:nvGrpSpPr>
        <p:grpSpPr>
          <a:xfrm>
            <a:off x="7834231" y="1285"/>
            <a:ext cx="828900" cy="576065"/>
            <a:chOff x="7801496" y="1285"/>
            <a:chExt cx="828900" cy="576065"/>
          </a:xfrm>
        </p:grpSpPr>
        <p:pic>
          <p:nvPicPr>
            <p:cNvPr id="1184" name="Google Shape;1184;p100"/>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1185" name="Google Shape;1185;p100"/>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1186" name="Google Shape;1186;p100"/>
          <p:cNvGrpSpPr/>
          <p:nvPr/>
        </p:nvGrpSpPr>
        <p:grpSpPr>
          <a:xfrm>
            <a:off x="8635663" y="1285"/>
            <a:ext cx="499700" cy="576065"/>
            <a:chOff x="8635663" y="1285"/>
            <a:chExt cx="499700" cy="576065"/>
          </a:xfrm>
        </p:grpSpPr>
        <p:pic>
          <p:nvPicPr>
            <p:cNvPr id="1187" name="Google Shape;1187;p100"/>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1188" name="Google Shape;1188;p100"/>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1189" name="Shape 1189"/>
        <p:cNvGrpSpPr/>
        <p:nvPr/>
      </p:nvGrpSpPr>
      <p:grpSpPr>
        <a:xfrm>
          <a:off x="0" y="0"/>
          <a:ext cx="0" cy="0"/>
          <a:chOff x="0" y="0"/>
          <a:chExt cx="0" cy="0"/>
        </a:xfrm>
      </p:grpSpPr>
      <p:pic>
        <p:nvPicPr>
          <p:cNvPr id="1190" name="Google Shape;1190;p101"/>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1191" name="Google Shape;1191;p101"/>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1192" name="Google Shape;1192;p101"/>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1193" name="Google Shape;1193;p10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10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195" name="Google Shape;1195;p10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196" name="Google Shape;1196;p10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197" name="Google Shape;1197;p101"/>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98" name="Google Shape;1198;p101"/>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199" name="Google Shape;1199;p10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1200" name="Google Shape;1200;p10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201" name="Google Shape;1201;p10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202" name="Google Shape;1202;p10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1203" name="Google Shape;1203;p101"/>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1204" name="Google Shape;1204;p10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1205" name="Google Shape;1205;p10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grpSp>
        <p:nvGrpSpPr>
          <p:cNvPr id="1206" name="Google Shape;1206;p101"/>
          <p:cNvGrpSpPr/>
          <p:nvPr/>
        </p:nvGrpSpPr>
        <p:grpSpPr>
          <a:xfrm>
            <a:off x="324128" y="3139463"/>
            <a:ext cx="457200" cy="457200"/>
            <a:chOff x="1020916" y="1442088"/>
            <a:chExt cx="457200" cy="457200"/>
          </a:xfrm>
        </p:grpSpPr>
        <p:pic>
          <p:nvPicPr>
            <p:cNvPr id="1207" name="Google Shape;1207;p101"/>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208" name="Google Shape;1208;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09" name="Google Shape;1209;p101"/>
          <p:cNvGrpSpPr/>
          <p:nvPr/>
        </p:nvGrpSpPr>
        <p:grpSpPr>
          <a:xfrm>
            <a:off x="324128" y="3987825"/>
            <a:ext cx="457200" cy="457200"/>
            <a:chOff x="1020916" y="1442088"/>
            <a:chExt cx="457200" cy="457200"/>
          </a:xfrm>
        </p:grpSpPr>
        <p:pic>
          <p:nvPicPr>
            <p:cNvPr id="1210" name="Google Shape;1210;p101"/>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1211" name="Google Shape;1211;p10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1212" name="Shape 1212"/>
        <p:cNvGrpSpPr/>
        <p:nvPr/>
      </p:nvGrpSpPr>
      <p:grpSpPr>
        <a:xfrm>
          <a:off x="0" y="0"/>
          <a:ext cx="0" cy="0"/>
          <a:chOff x="0" y="0"/>
          <a:chExt cx="0" cy="0"/>
        </a:xfrm>
      </p:grpSpPr>
      <p:pic>
        <p:nvPicPr>
          <p:cNvPr id="1213" name="Google Shape;1213;p10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14" name="Google Shape;1214;p10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10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216" name="Google Shape;1216;p10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217" name="Google Shape;1217;p10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218" name="Google Shape;1218;p10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219" name="Google Shape;1219;p10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220" name="Google Shape;1220;p10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21" name="Google Shape;1221;p10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222" name="Google Shape;1222;p10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3" name="Google Shape;1223;p10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224" name="Google Shape;1224;p10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225" name="Google Shape;1225;p102"/>
          <p:cNvGrpSpPr/>
          <p:nvPr/>
        </p:nvGrpSpPr>
        <p:grpSpPr>
          <a:xfrm>
            <a:off x="324128" y="3139463"/>
            <a:ext cx="457200" cy="457200"/>
            <a:chOff x="1020916" y="1442088"/>
            <a:chExt cx="457200" cy="457200"/>
          </a:xfrm>
        </p:grpSpPr>
        <p:pic>
          <p:nvPicPr>
            <p:cNvPr id="1226" name="Google Shape;1226;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27" name="Google Shape;1227;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28" name="Google Shape;1228;p102"/>
          <p:cNvGrpSpPr/>
          <p:nvPr/>
        </p:nvGrpSpPr>
        <p:grpSpPr>
          <a:xfrm>
            <a:off x="324128" y="3987825"/>
            <a:ext cx="457200" cy="457200"/>
            <a:chOff x="1020916" y="1442088"/>
            <a:chExt cx="457200" cy="457200"/>
          </a:xfrm>
        </p:grpSpPr>
        <p:pic>
          <p:nvPicPr>
            <p:cNvPr id="1229" name="Google Shape;1229;p10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30" name="Google Shape;1230;p10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231" name="Google Shape;1231;p10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232" name="Google Shape;1232;p10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233" name="Google Shape;1233;p10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234" name="Google Shape;1234;p10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1235" name="Shape 1235"/>
        <p:cNvGrpSpPr/>
        <p:nvPr/>
      </p:nvGrpSpPr>
      <p:grpSpPr>
        <a:xfrm>
          <a:off x="0" y="0"/>
          <a:ext cx="0" cy="0"/>
          <a:chOff x="0" y="0"/>
          <a:chExt cx="0" cy="0"/>
        </a:xfrm>
      </p:grpSpPr>
      <p:pic>
        <p:nvPicPr>
          <p:cNvPr id="1236" name="Google Shape;1236;p10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37" name="Google Shape;1237;p10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10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239" name="Google Shape;1239;p10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240" name="Google Shape;1240;p10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241" name="Google Shape;1241;p10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242" name="Google Shape;1242;p10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243" name="Google Shape;1243;p10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44" name="Google Shape;1244;p10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245" name="Google Shape;1245;p10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46" name="Google Shape;1246;p10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247" name="Google Shape;1247;p10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248" name="Google Shape;1248;p103"/>
          <p:cNvGrpSpPr/>
          <p:nvPr/>
        </p:nvGrpSpPr>
        <p:grpSpPr>
          <a:xfrm>
            <a:off x="324128" y="3139463"/>
            <a:ext cx="457200" cy="457200"/>
            <a:chOff x="1020916" y="1442088"/>
            <a:chExt cx="457200" cy="457200"/>
          </a:xfrm>
        </p:grpSpPr>
        <p:pic>
          <p:nvPicPr>
            <p:cNvPr id="1249" name="Google Shape;1249;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50" name="Google Shape;1250;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51" name="Google Shape;1251;p103"/>
          <p:cNvGrpSpPr/>
          <p:nvPr/>
        </p:nvGrpSpPr>
        <p:grpSpPr>
          <a:xfrm>
            <a:off x="324128" y="3987825"/>
            <a:ext cx="457200" cy="457200"/>
            <a:chOff x="1020916" y="1442088"/>
            <a:chExt cx="457200" cy="457200"/>
          </a:xfrm>
        </p:grpSpPr>
        <p:pic>
          <p:nvPicPr>
            <p:cNvPr id="1252" name="Google Shape;1252;p10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53" name="Google Shape;1253;p10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254" name="Google Shape;1254;p10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255" name="Google Shape;1255;p10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256" name="Google Shape;1256;p10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257" name="Google Shape;1257;p10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1258" name="Shape 1258"/>
        <p:cNvGrpSpPr/>
        <p:nvPr/>
      </p:nvGrpSpPr>
      <p:grpSpPr>
        <a:xfrm>
          <a:off x="0" y="0"/>
          <a:ext cx="0" cy="0"/>
          <a:chOff x="0" y="0"/>
          <a:chExt cx="0" cy="0"/>
        </a:xfrm>
      </p:grpSpPr>
      <p:pic>
        <p:nvPicPr>
          <p:cNvPr id="1259" name="Google Shape;1259;p10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260" name="Google Shape;1260;p10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04"/>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1262" name="Google Shape;1262;p104"/>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1263" name="Google Shape;1263;p104"/>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1264" name="Google Shape;1264;p104"/>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265" name="Google Shape;1265;p104"/>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1266" name="Google Shape;1266;p10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67" name="Google Shape;1267;p10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268" name="Google Shape;1268;p10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69" name="Google Shape;1269;p104"/>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270" name="Google Shape;1270;p104"/>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271" name="Google Shape;1271;p104"/>
          <p:cNvGrpSpPr/>
          <p:nvPr/>
        </p:nvGrpSpPr>
        <p:grpSpPr>
          <a:xfrm>
            <a:off x="324128" y="3139463"/>
            <a:ext cx="457200" cy="457200"/>
            <a:chOff x="1020916" y="1442088"/>
            <a:chExt cx="457200" cy="457200"/>
          </a:xfrm>
        </p:grpSpPr>
        <p:pic>
          <p:nvPicPr>
            <p:cNvPr id="1272" name="Google Shape;1272;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3" name="Google Shape;1273;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74" name="Google Shape;1274;p104"/>
          <p:cNvGrpSpPr/>
          <p:nvPr/>
        </p:nvGrpSpPr>
        <p:grpSpPr>
          <a:xfrm>
            <a:off x="324128" y="3987825"/>
            <a:ext cx="457200" cy="457200"/>
            <a:chOff x="1020916" y="1442088"/>
            <a:chExt cx="457200" cy="457200"/>
          </a:xfrm>
        </p:grpSpPr>
        <p:pic>
          <p:nvPicPr>
            <p:cNvPr id="1275" name="Google Shape;1275;p10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76" name="Google Shape;1276;p10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1277" name="Google Shape;1277;p104"/>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1278" name="Google Shape;1278;p104"/>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1279" name="Google Shape;1279;p104"/>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1280" name="Google Shape;1280;p104"/>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1281" name="Shape 1281"/>
        <p:cNvGrpSpPr/>
        <p:nvPr/>
      </p:nvGrpSpPr>
      <p:grpSpPr>
        <a:xfrm>
          <a:off x="0" y="0"/>
          <a:ext cx="0" cy="0"/>
          <a:chOff x="0" y="0"/>
          <a:chExt cx="0" cy="0"/>
        </a:xfrm>
      </p:grpSpPr>
      <p:pic>
        <p:nvPicPr>
          <p:cNvPr id="1282" name="Google Shape;1282;p10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283" name="Google Shape;1283;p10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10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285" name="Google Shape;1285;p10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286" name="Google Shape;1286;p10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287" name="Google Shape;1287;p10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88" name="Google Shape;1288;p10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289" name="Google Shape;1289;p10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290" name="Google Shape;1290;p10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291" name="Google Shape;1291;p105"/>
          <p:cNvGrpSpPr/>
          <p:nvPr/>
        </p:nvGrpSpPr>
        <p:grpSpPr>
          <a:xfrm>
            <a:off x="323653" y="1804438"/>
            <a:ext cx="457200" cy="457200"/>
            <a:chOff x="1020916" y="1442088"/>
            <a:chExt cx="457200" cy="457200"/>
          </a:xfrm>
        </p:grpSpPr>
        <p:pic>
          <p:nvPicPr>
            <p:cNvPr id="1292" name="Google Shape;1292;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3" name="Google Shape;1293;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294" name="Google Shape;1294;p105"/>
          <p:cNvGrpSpPr/>
          <p:nvPr/>
        </p:nvGrpSpPr>
        <p:grpSpPr>
          <a:xfrm>
            <a:off x="323653" y="2766575"/>
            <a:ext cx="457200" cy="457200"/>
            <a:chOff x="1020916" y="1442088"/>
            <a:chExt cx="457200" cy="457200"/>
          </a:xfrm>
        </p:grpSpPr>
        <p:pic>
          <p:nvPicPr>
            <p:cNvPr id="1295" name="Google Shape;1295;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6" name="Google Shape;1296;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297" name="Google Shape;1297;p105"/>
          <p:cNvGrpSpPr/>
          <p:nvPr/>
        </p:nvGrpSpPr>
        <p:grpSpPr>
          <a:xfrm>
            <a:off x="323641" y="3729038"/>
            <a:ext cx="457200" cy="457200"/>
            <a:chOff x="1020916" y="1442088"/>
            <a:chExt cx="457200" cy="457200"/>
          </a:xfrm>
        </p:grpSpPr>
        <p:pic>
          <p:nvPicPr>
            <p:cNvPr id="1298" name="Google Shape;1298;p10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299" name="Google Shape;1299;p10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1300" name="Shape 1300"/>
        <p:cNvGrpSpPr/>
        <p:nvPr/>
      </p:nvGrpSpPr>
      <p:grpSpPr>
        <a:xfrm>
          <a:off x="0" y="0"/>
          <a:ext cx="0" cy="0"/>
          <a:chOff x="0" y="0"/>
          <a:chExt cx="0" cy="0"/>
        </a:xfrm>
      </p:grpSpPr>
      <p:pic>
        <p:nvPicPr>
          <p:cNvPr id="1301" name="Google Shape;1301;p10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02" name="Google Shape;1302;p10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10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304" name="Google Shape;1304;p10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05" name="Google Shape;1305;p10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306" name="Google Shape;1306;p10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07" name="Google Shape;1307;p10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08" name="Google Shape;1308;p10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09" name="Google Shape;1309;p10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310" name="Google Shape;1310;p106"/>
          <p:cNvGrpSpPr/>
          <p:nvPr/>
        </p:nvGrpSpPr>
        <p:grpSpPr>
          <a:xfrm>
            <a:off x="323653" y="1804438"/>
            <a:ext cx="457200" cy="457200"/>
            <a:chOff x="1020916" y="1442088"/>
            <a:chExt cx="457200" cy="457200"/>
          </a:xfrm>
        </p:grpSpPr>
        <p:pic>
          <p:nvPicPr>
            <p:cNvPr id="1311" name="Google Shape;1311;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12" name="Google Shape;1312;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13" name="Google Shape;1313;p106"/>
          <p:cNvGrpSpPr/>
          <p:nvPr/>
        </p:nvGrpSpPr>
        <p:grpSpPr>
          <a:xfrm>
            <a:off x="323653" y="2766575"/>
            <a:ext cx="457200" cy="457200"/>
            <a:chOff x="1020916" y="1442088"/>
            <a:chExt cx="457200" cy="457200"/>
          </a:xfrm>
        </p:grpSpPr>
        <p:pic>
          <p:nvPicPr>
            <p:cNvPr id="1314" name="Google Shape;1314;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15" name="Google Shape;1315;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16" name="Google Shape;1316;p106"/>
          <p:cNvGrpSpPr/>
          <p:nvPr/>
        </p:nvGrpSpPr>
        <p:grpSpPr>
          <a:xfrm>
            <a:off x="323641" y="3729038"/>
            <a:ext cx="457200" cy="457200"/>
            <a:chOff x="1020916" y="1442088"/>
            <a:chExt cx="457200" cy="457200"/>
          </a:xfrm>
        </p:grpSpPr>
        <p:pic>
          <p:nvPicPr>
            <p:cNvPr id="1317" name="Google Shape;1317;p10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18" name="Google Shape;1318;p10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1319" name="Shape 1319"/>
        <p:cNvGrpSpPr/>
        <p:nvPr/>
      </p:nvGrpSpPr>
      <p:grpSpPr>
        <a:xfrm>
          <a:off x="0" y="0"/>
          <a:ext cx="0" cy="0"/>
          <a:chOff x="0" y="0"/>
          <a:chExt cx="0" cy="0"/>
        </a:xfrm>
      </p:grpSpPr>
      <p:pic>
        <p:nvPicPr>
          <p:cNvPr id="1320" name="Google Shape;1320;p10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21" name="Google Shape;1321;p10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10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323" name="Google Shape;1323;p10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24" name="Google Shape;1324;p10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25" name="Google Shape;1325;p10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6" name="Google Shape;1326;p10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27" name="Google Shape;1327;p10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28" name="Google Shape;1328;p10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329" name="Google Shape;1329;p107"/>
          <p:cNvGrpSpPr/>
          <p:nvPr/>
        </p:nvGrpSpPr>
        <p:grpSpPr>
          <a:xfrm>
            <a:off x="323653" y="1804438"/>
            <a:ext cx="457200" cy="457200"/>
            <a:chOff x="1020916" y="1442088"/>
            <a:chExt cx="457200" cy="457200"/>
          </a:xfrm>
        </p:grpSpPr>
        <p:pic>
          <p:nvPicPr>
            <p:cNvPr id="1330" name="Google Shape;1330;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31" name="Google Shape;1331;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32" name="Google Shape;1332;p107"/>
          <p:cNvGrpSpPr/>
          <p:nvPr/>
        </p:nvGrpSpPr>
        <p:grpSpPr>
          <a:xfrm>
            <a:off x="323653" y="2766575"/>
            <a:ext cx="457200" cy="457200"/>
            <a:chOff x="1020916" y="1442088"/>
            <a:chExt cx="457200" cy="457200"/>
          </a:xfrm>
        </p:grpSpPr>
        <p:pic>
          <p:nvPicPr>
            <p:cNvPr id="1333" name="Google Shape;1333;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34" name="Google Shape;1334;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35" name="Google Shape;1335;p107"/>
          <p:cNvGrpSpPr/>
          <p:nvPr/>
        </p:nvGrpSpPr>
        <p:grpSpPr>
          <a:xfrm>
            <a:off x="323641" y="3729038"/>
            <a:ext cx="457200" cy="457200"/>
            <a:chOff x="1020916" y="1442088"/>
            <a:chExt cx="457200" cy="457200"/>
          </a:xfrm>
        </p:grpSpPr>
        <p:pic>
          <p:nvPicPr>
            <p:cNvPr id="1336" name="Google Shape;1336;p10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37" name="Google Shape;1337;p10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1338" name="Shape 1338"/>
        <p:cNvGrpSpPr/>
        <p:nvPr/>
      </p:nvGrpSpPr>
      <p:grpSpPr>
        <a:xfrm>
          <a:off x="0" y="0"/>
          <a:ext cx="0" cy="0"/>
          <a:chOff x="0" y="0"/>
          <a:chExt cx="0" cy="0"/>
        </a:xfrm>
      </p:grpSpPr>
      <p:pic>
        <p:nvPicPr>
          <p:cNvPr id="1339" name="Google Shape;1339;p10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40" name="Google Shape;1340;p10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08"/>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342" name="Google Shape;1342;p10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43" name="Google Shape;1343;p10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344" name="Google Shape;1344;p10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45" name="Google Shape;1345;p108"/>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46" name="Google Shape;1346;p108"/>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47" name="Google Shape;1347;p108"/>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348" name="Google Shape;1348;p108"/>
          <p:cNvGrpSpPr/>
          <p:nvPr/>
        </p:nvGrpSpPr>
        <p:grpSpPr>
          <a:xfrm>
            <a:off x="323653" y="1804438"/>
            <a:ext cx="457200" cy="457200"/>
            <a:chOff x="1020916" y="1442088"/>
            <a:chExt cx="457200" cy="457200"/>
          </a:xfrm>
        </p:grpSpPr>
        <p:pic>
          <p:nvPicPr>
            <p:cNvPr id="1349" name="Google Shape;1349;p10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50" name="Google Shape;1350;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51" name="Google Shape;1351;p108"/>
          <p:cNvGrpSpPr/>
          <p:nvPr/>
        </p:nvGrpSpPr>
        <p:grpSpPr>
          <a:xfrm>
            <a:off x="323653" y="2766575"/>
            <a:ext cx="457200" cy="457200"/>
            <a:chOff x="1020916" y="1442088"/>
            <a:chExt cx="457200" cy="457200"/>
          </a:xfrm>
        </p:grpSpPr>
        <p:pic>
          <p:nvPicPr>
            <p:cNvPr id="1352" name="Google Shape;1352;p10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53" name="Google Shape;1353;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54" name="Google Shape;1354;p108"/>
          <p:cNvGrpSpPr/>
          <p:nvPr/>
        </p:nvGrpSpPr>
        <p:grpSpPr>
          <a:xfrm>
            <a:off x="323641" y="3729038"/>
            <a:ext cx="457200" cy="457200"/>
            <a:chOff x="1020916" y="1442088"/>
            <a:chExt cx="457200" cy="457200"/>
          </a:xfrm>
        </p:grpSpPr>
        <p:pic>
          <p:nvPicPr>
            <p:cNvPr id="1355" name="Google Shape;1355;p10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56" name="Google Shape;1356;p10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1357" name="Shape 1357"/>
        <p:cNvGrpSpPr/>
        <p:nvPr/>
      </p:nvGrpSpPr>
      <p:grpSpPr>
        <a:xfrm>
          <a:off x="0" y="0"/>
          <a:ext cx="0" cy="0"/>
          <a:chOff x="0" y="0"/>
          <a:chExt cx="0" cy="0"/>
        </a:xfrm>
      </p:grpSpPr>
      <p:pic>
        <p:nvPicPr>
          <p:cNvPr id="1358" name="Google Shape;1358;p109"/>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359" name="Google Shape;1359;p109"/>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10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361" name="Google Shape;1361;p10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62" name="Google Shape;1362;p10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363" name="Google Shape;1363;p10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64" name="Google Shape;1364;p10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65" name="Google Shape;1365;p10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66" name="Google Shape;1366;p10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67" name="Google Shape;1367;p10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368" name="Google Shape;1368;p109"/>
          <p:cNvGrpSpPr/>
          <p:nvPr/>
        </p:nvGrpSpPr>
        <p:grpSpPr>
          <a:xfrm>
            <a:off x="323653" y="1652038"/>
            <a:ext cx="457200" cy="457200"/>
            <a:chOff x="1020916" y="1442088"/>
            <a:chExt cx="457200" cy="457200"/>
          </a:xfrm>
        </p:grpSpPr>
        <p:pic>
          <p:nvPicPr>
            <p:cNvPr id="1369" name="Google Shape;1369;p10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70" name="Google Shape;1370;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71" name="Google Shape;1371;p109"/>
          <p:cNvGrpSpPr/>
          <p:nvPr/>
        </p:nvGrpSpPr>
        <p:grpSpPr>
          <a:xfrm>
            <a:off x="323653" y="2461775"/>
            <a:ext cx="457200" cy="457200"/>
            <a:chOff x="1020916" y="1442088"/>
            <a:chExt cx="457200" cy="457200"/>
          </a:xfrm>
        </p:grpSpPr>
        <p:pic>
          <p:nvPicPr>
            <p:cNvPr id="1372" name="Google Shape;1372;p10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73" name="Google Shape;1373;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74" name="Google Shape;1374;p109"/>
          <p:cNvGrpSpPr/>
          <p:nvPr/>
        </p:nvGrpSpPr>
        <p:grpSpPr>
          <a:xfrm>
            <a:off x="323641" y="3271838"/>
            <a:ext cx="457200" cy="457200"/>
            <a:chOff x="1020916" y="1442088"/>
            <a:chExt cx="457200" cy="457200"/>
          </a:xfrm>
        </p:grpSpPr>
        <p:pic>
          <p:nvPicPr>
            <p:cNvPr id="1375" name="Google Shape;1375;p10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76" name="Google Shape;1376;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377" name="Google Shape;1377;p109"/>
          <p:cNvGrpSpPr/>
          <p:nvPr/>
        </p:nvGrpSpPr>
        <p:grpSpPr>
          <a:xfrm>
            <a:off x="323641" y="4081763"/>
            <a:ext cx="457200" cy="457200"/>
            <a:chOff x="1020916" y="1442088"/>
            <a:chExt cx="457200" cy="457200"/>
          </a:xfrm>
        </p:grpSpPr>
        <p:pic>
          <p:nvPicPr>
            <p:cNvPr id="1378" name="Google Shape;1378;p10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79" name="Google Shape;1379;p10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1380" name="Shape 1380"/>
        <p:cNvGrpSpPr/>
        <p:nvPr/>
      </p:nvGrpSpPr>
      <p:grpSpPr>
        <a:xfrm>
          <a:off x="0" y="0"/>
          <a:ext cx="0" cy="0"/>
          <a:chOff x="0" y="0"/>
          <a:chExt cx="0" cy="0"/>
        </a:xfrm>
      </p:grpSpPr>
      <p:pic>
        <p:nvPicPr>
          <p:cNvPr id="1381" name="Google Shape;1381;p11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382" name="Google Shape;1382;p110"/>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11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384" name="Google Shape;1384;p11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385" name="Google Shape;1385;p11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386" name="Google Shape;1386;p11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7" name="Google Shape;1387;p11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88" name="Google Shape;1388;p11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89" name="Google Shape;1389;p11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390" name="Google Shape;1390;p11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391" name="Google Shape;1391;p110"/>
          <p:cNvGrpSpPr/>
          <p:nvPr/>
        </p:nvGrpSpPr>
        <p:grpSpPr>
          <a:xfrm>
            <a:off x="323653" y="1652038"/>
            <a:ext cx="457200" cy="457200"/>
            <a:chOff x="1020916" y="1442088"/>
            <a:chExt cx="457200" cy="457200"/>
          </a:xfrm>
        </p:grpSpPr>
        <p:pic>
          <p:nvPicPr>
            <p:cNvPr id="1392" name="Google Shape;1392;p11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93" name="Google Shape;1393;p11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394" name="Google Shape;1394;p110"/>
          <p:cNvGrpSpPr/>
          <p:nvPr/>
        </p:nvGrpSpPr>
        <p:grpSpPr>
          <a:xfrm>
            <a:off x="323653" y="2461775"/>
            <a:ext cx="457200" cy="457200"/>
            <a:chOff x="1020916" y="1442088"/>
            <a:chExt cx="457200" cy="457200"/>
          </a:xfrm>
        </p:grpSpPr>
        <p:pic>
          <p:nvPicPr>
            <p:cNvPr id="1395" name="Google Shape;1395;p11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96" name="Google Shape;1396;p11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397" name="Google Shape;1397;p110"/>
          <p:cNvGrpSpPr/>
          <p:nvPr/>
        </p:nvGrpSpPr>
        <p:grpSpPr>
          <a:xfrm>
            <a:off x="323641" y="3271838"/>
            <a:ext cx="457200" cy="457200"/>
            <a:chOff x="1020916" y="1442088"/>
            <a:chExt cx="457200" cy="457200"/>
          </a:xfrm>
        </p:grpSpPr>
        <p:pic>
          <p:nvPicPr>
            <p:cNvPr id="1398" name="Google Shape;1398;p11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399" name="Google Shape;1399;p11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400" name="Google Shape;1400;p110"/>
          <p:cNvGrpSpPr/>
          <p:nvPr/>
        </p:nvGrpSpPr>
        <p:grpSpPr>
          <a:xfrm>
            <a:off x="323641" y="4081763"/>
            <a:ext cx="457200" cy="457200"/>
            <a:chOff x="1020916" y="1442088"/>
            <a:chExt cx="457200" cy="457200"/>
          </a:xfrm>
        </p:grpSpPr>
        <p:pic>
          <p:nvPicPr>
            <p:cNvPr id="1401" name="Google Shape;1401;p11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02" name="Google Shape;1402;p11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1403" name="Shape 1403"/>
        <p:cNvGrpSpPr/>
        <p:nvPr/>
      </p:nvGrpSpPr>
      <p:grpSpPr>
        <a:xfrm>
          <a:off x="0" y="0"/>
          <a:ext cx="0" cy="0"/>
          <a:chOff x="0" y="0"/>
          <a:chExt cx="0" cy="0"/>
        </a:xfrm>
      </p:grpSpPr>
      <p:pic>
        <p:nvPicPr>
          <p:cNvPr id="1404" name="Google Shape;1404;p11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05" name="Google Shape;1405;p111"/>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11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407" name="Google Shape;1407;p11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08" name="Google Shape;1408;p11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409" name="Google Shape;1409;p11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10" name="Google Shape;1410;p11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411" name="Google Shape;1411;p11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412" name="Google Shape;1412;p11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413" name="Google Shape;1413;p11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414" name="Google Shape;1414;p111"/>
          <p:cNvGrpSpPr/>
          <p:nvPr/>
        </p:nvGrpSpPr>
        <p:grpSpPr>
          <a:xfrm>
            <a:off x="323653" y="1652038"/>
            <a:ext cx="457200" cy="457200"/>
            <a:chOff x="1020916" y="1442088"/>
            <a:chExt cx="457200" cy="457200"/>
          </a:xfrm>
        </p:grpSpPr>
        <p:pic>
          <p:nvPicPr>
            <p:cNvPr id="1415" name="Google Shape;1415;p11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16" name="Google Shape;1416;p11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17" name="Google Shape;1417;p111"/>
          <p:cNvGrpSpPr/>
          <p:nvPr/>
        </p:nvGrpSpPr>
        <p:grpSpPr>
          <a:xfrm>
            <a:off x="323653" y="2461775"/>
            <a:ext cx="457200" cy="457200"/>
            <a:chOff x="1020916" y="1442088"/>
            <a:chExt cx="457200" cy="457200"/>
          </a:xfrm>
        </p:grpSpPr>
        <p:pic>
          <p:nvPicPr>
            <p:cNvPr id="1418" name="Google Shape;1418;p11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19" name="Google Shape;1419;p11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20" name="Google Shape;1420;p111"/>
          <p:cNvGrpSpPr/>
          <p:nvPr/>
        </p:nvGrpSpPr>
        <p:grpSpPr>
          <a:xfrm>
            <a:off x="323641" y="3271838"/>
            <a:ext cx="457200" cy="457200"/>
            <a:chOff x="1020916" y="1442088"/>
            <a:chExt cx="457200" cy="457200"/>
          </a:xfrm>
        </p:grpSpPr>
        <p:pic>
          <p:nvPicPr>
            <p:cNvPr id="1421" name="Google Shape;1421;p11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22" name="Google Shape;1422;p11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423" name="Google Shape;1423;p111"/>
          <p:cNvGrpSpPr/>
          <p:nvPr/>
        </p:nvGrpSpPr>
        <p:grpSpPr>
          <a:xfrm>
            <a:off x="323641" y="4081763"/>
            <a:ext cx="457200" cy="457200"/>
            <a:chOff x="1020916" y="1442088"/>
            <a:chExt cx="457200" cy="457200"/>
          </a:xfrm>
        </p:grpSpPr>
        <p:pic>
          <p:nvPicPr>
            <p:cNvPr id="1424" name="Google Shape;1424;p11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25" name="Google Shape;1425;p11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1426" name="Shape 1426"/>
        <p:cNvGrpSpPr/>
        <p:nvPr/>
      </p:nvGrpSpPr>
      <p:grpSpPr>
        <a:xfrm>
          <a:off x="0" y="0"/>
          <a:ext cx="0" cy="0"/>
          <a:chOff x="0" y="0"/>
          <a:chExt cx="0" cy="0"/>
        </a:xfrm>
      </p:grpSpPr>
      <p:pic>
        <p:nvPicPr>
          <p:cNvPr id="1427" name="Google Shape;1427;p11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28" name="Google Shape;1428;p112"/>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112"/>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430" name="Google Shape;1430;p11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31" name="Google Shape;1431;p11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432" name="Google Shape;1432;p11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33" name="Google Shape;1433;p112"/>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434" name="Google Shape;1434;p112"/>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435" name="Google Shape;1435;p112"/>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
        <p:nvSpPr>
          <p:cNvPr id="1436" name="Google Shape;1436;p112"/>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sz="2200">
                <a:latin typeface="Lexend"/>
                <a:ea typeface="Lexend"/>
                <a:cs typeface="Lexend"/>
                <a:sym typeface="Lexend"/>
              </a:defRPr>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grpSp>
        <p:nvGrpSpPr>
          <p:cNvPr id="1437" name="Google Shape;1437;p112"/>
          <p:cNvGrpSpPr/>
          <p:nvPr/>
        </p:nvGrpSpPr>
        <p:grpSpPr>
          <a:xfrm>
            <a:off x="323653" y="1652038"/>
            <a:ext cx="457200" cy="457200"/>
            <a:chOff x="1020916" y="1442088"/>
            <a:chExt cx="457200" cy="457200"/>
          </a:xfrm>
        </p:grpSpPr>
        <p:pic>
          <p:nvPicPr>
            <p:cNvPr id="1438" name="Google Shape;1438;p11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39" name="Google Shape;1439;p11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40" name="Google Shape;1440;p112"/>
          <p:cNvGrpSpPr/>
          <p:nvPr/>
        </p:nvGrpSpPr>
        <p:grpSpPr>
          <a:xfrm>
            <a:off x="323653" y="2461775"/>
            <a:ext cx="457200" cy="457200"/>
            <a:chOff x="1020916" y="1442088"/>
            <a:chExt cx="457200" cy="457200"/>
          </a:xfrm>
        </p:grpSpPr>
        <p:pic>
          <p:nvPicPr>
            <p:cNvPr id="1441" name="Google Shape;1441;p11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42" name="Google Shape;1442;p11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43" name="Google Shape;1443;p112"/>
          <p:cNvGrpSpPr/>
          <p:nvPr/>
        </p:nvGrpSpPr>
        <p:grpSpPr>
          <a:xfrm>
            <a:off x="323641" y="3271838"/>
            <a:ext cx="457200" cy="457200"/>
            <a:chOff x="1020916" y="1442088"/>
            <a:chExt cx="457200" cy="457200"/>
          </a:xfrm>
        </p:grpSpPr>
        <p:pic>
          <p:nvPicPr>
            <p:cNvPr id="1444" name="Google Shape;1444;p11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45" name="Google Shape;1445;p11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1446" name="Google Shape;1446;p112"/>
          <p:cNvGrpSpPr/>
          <p:nvPr/>
        </p:nvGrpSpPr>
        <p:grpSpPr>
          <a:xfrm>
            <a:off x="323641" y="4081763"/>
            <a:ext cx="457200" cy="457200"/>
            <a:chOff x="1020916" y="1442088"/>
            <a:chExt cx="457200" cy="457200"/>
          </a:xfrm>
        </p:grpSpPr>
        <p:pic>
          <p:nvPicPr>
            <p:cNvPr id="1447" name="Google Shape;1447;p11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48" name="Google Shape;1448;p11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1449" name="Shape 1449"/>
        <p:cNvGrpSpPr/>
        <p:nvPr/>
      </p:nvGrpSpPr>
      <p:grpSpPr>
        <a:xfrm>
          <a:off x="0" y="0"/>
          <a:ext cx="0" cy="0"/>
          <a:chOff x="0" y="0"/>
          <a:chExt cx="0" cy="0"/>
        </a:xfrm>
      </p:grpSpPr>
      <p:pic>
        <p:nvPicPr>
          <p:cNvPr id="1450" name="Google Shape;1450;p113"/>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451" name="Google Shape;1451;p113"/>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11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453" name="Google Shape;1453;p11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54" name="Google Shape;1454;p11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455" name="Google Shape;1455;p11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56" name="Google Shape;1456;p113"/>
          <p:cNvSpPr/>
          <p:nvPr>
            <p:ph idx="3" type="pic"/>
          </p:nvPr>
        </p:nvSpPr>
        <p:spPr>
          <a:xfrm>
            <a:off x="324000" y="1893950"/>
            <a:ext cx="2555400" cy="1939500"/>
          </a:xfrm>
          <a:prstGeom prst="rect">
            <a:avLst/>
          </a:prstGeom>
          <a:noFill/>
          <a:ln>
            <a:noFill/>
          </a:ln>
        </p:spPr>
      </p:sp>
      <p:sp>
        <p:nvSpPr>
          <p:cNvPr id="1457" name="Google Shape;1457;p113"/>
          <p:cNvSpPr/>
          <p:nvPr>
            <p:ph idx="4" type="pic"/>
          </p:nvPr>
        </p:nvSpPr>
        <p:spPr>
          <a:xfrm>
            <a:off x="6256800" y="1893950"/>
            <a:ext cx="2555400" cy="1939500"/>
          </a:xfrm>
          <a:prstGeom prst="rect">
            <a:avLst/>
          </a:prstGeom>
          <a:noFill/>
          <a:ln>
            <a:noFill/>
          </a:ln>
        </p:spPr>
      </p:sp>
      <p:sp>
        <p:nvSpPr>
          <p:cNvPr id="1458" name="Google Shape;1458;p113"/>
          <p:cNvSpPr/>
          <p:nvPr>
            <p:ph idx="5" type="pic"/>
          </p:nvPr>
        </p:nvSpPr>
        <p:spPr>
          <a:xfrm>
            <a:off x="3294300" y="1893950"/>
            <a:ext cx="2555400" cy="1939500"/>
          </a:xfrm>
          <a:prstGeom prst="rect">
            <a:avLst/>
          </a:prstGeom>
          <a:noFill/>
          <a:ln>
            <a:noFill/>
          </a:ln>
        </p:spPr>
      </p:sp>
      <p:grpSp>
        <p:nvGrpSpPr>
          <p:cNvPr id="1459" name="Google Shape;1459;p113"/>
          <p:cNvGrpSpPr/>
          <p:nvPr/>
        </p:nvGrpSpPr>
        <p:grpSpPr>
          <a:xfrm>
            <a:off x="1381028" y="4148538"/>
            <a:ext cx="457200" cy="457200"/>
            <a:chOff x="1020916" y="1442088"/>
            <a:chExt cx="457200" cy="457200"/>
          </a:xfrm>
        </p:grpSpPr>
        <p:pic>
          <p:nvPicPr>
            <p:cNvPr id="1460" name="Google Shape;1460;p11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61" name="Google Shape;1461;p11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62" name="Google Shape;1462;p113"/>
          <p:cNvGrpSpPr/>
          <p:nvPr/>
        </p:nvGrpSpPr>
        <p:grpSpPr>
          <a:xfrm>
            <a:off x="4331066" y="4148550"/>
            <a:ext cx="457200" cy="457200"/>
            <a:chOff x="1020916" y="1442088"/>
            <a:chExt cx="457200" cy="457200"/>
          </a:xfrm>
        </p:grpSpPr>
        <p:pic>
          <p:nvPicPr>
            <p:cNvPr id="1463" name="Google Shape;1463;p11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64" name="Google Shape;1464;p11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65" name="Google Shape;1465;p113"/>
          <p:cNvGrpSpPr/>
          <p:nvPr/>
        </p:nvGrpSpPr>
        <p:grpSpPr>
          <a:xfrm>
            <a:off x="7305791" y="4148538"/>
            <a:ext cx="457200" cy="457200"/>
            <a:chOff x="1020916" y="1442088"/>
            <a:chExt cx="457200" cy="457200"/>
          </a:xfrm>
        </p:grpSpPr>
        <p:pic>
          <p:nvPicPr>
            <p:cNvPr id="1466" name="Google Shape;1466;p11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67" name="Google Shape;1467;p11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1468" name="Shape 1468"/>
        <p:cNvGrpSpPr/>
        <p:nvPr/>
      </p:nvGrpSpPr>
      <p:grpSpPr>
        <a:xfrm>
          <a:off x="0" y="0"/>
          <a:ext cx="0" cy="0"/>
          <a:chOff x="0" y="0"/>
          <a:chExt cx="0" cy="0"/>
        </a:xfrm>
      </p:grpSpPr>
      <p:pic>
        <p:nvPicPr>
          <p:cNvPr id="1469" name="Google Shape;1469;p11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70" name="Google Shape;1470;p114"/>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11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472" name="Google Shape;1472;p11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73" name="Google Shape;1473;p11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474" name="Google Shape;1474;p11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75" name="Google Shape;1475;p114"/>
          <p:cNvSpPr/>
          <p:nvPr>
            <p:ph idx="3" type="pic"/>
          </p:nvPr>
        </p:nvSpPr>
        <p:spPr>
          <a:xfrm>
            <a:off x="324000" y="1893950"/>
            <a:ext cx="2555400" cy="1939500"/>
          </a:xfrm>
          <a:prstGeom prst="rect">
            <a:avLst/>
          </a:prstGeom>
          <a:noFill/>
          <a:ln>
            <a:noFill/>
          </a:ln>
        </p:spPr>
      </p:sp>
      <p:sp>
        <p:nvSpPr>
          <p:cNvPr id="1476" name="Google Shape;1476;p114"/>
          <p:cNvSpPr/>
          <p:nvPr>
            <p:ph idx="4" type="pic"/>
          </p:nvPr>
        </p:nvSpPr>
        <p:spPr>
          <a:xfrm>
            <a:off x="6256800" y="1893950"/>
            <a:ext cx="2555400" cy="1939500"/>
          </a:xfrm>
          <a:prstGeom prst="rect">
            <a:avLst/>
          </a:prstGeom>
          <a:noFill/>
          <a:ln>
            <a:noFill/>
          </a:ln>
        </p:spPr>
      </p:sp>
      <p:sp>
        <p:nvSpPr>
          <p:cNvPr id="1477" name="Google Shape;1477;p114"/>
          <p:cNvSpPr/>
          <p:nvPr>
            <p:ph idx="5" type="pic"/>
          </p:nvPr>
        </p:nvSpPr>
        <p:spPr>
          <a:xfrm>
            <a:off x="3294300" y="1893950"/>
            <a:ext cx="2555400" cy="1939500"/>
          </a:xfrm>
          <a:prstGeom prst="rect">
            <a:avLst/>
          </a:prstGeom>
          <a:noFill/>
          <a:ln>
            <a:noFill/>
          </a:ln>
        </p:spPr>
      </p:sp>
      <p:grpSp>
        <p:nvGrpSpPr>
          <p:cNvPr id="1478" name="Google Shape;1478;p114"/>
          <p:cNvGrpSpPr/>
          <p:nvPr/>
        </p:nvGrpSpPr>
        <p:grpSpPr>
          <a:xfrm>
            <a:off x="1381028" y="4148538"/>
            <a:ext cx="457200" cy="457200"/>
            <a:chOff x="1020916" y="1442088"/>
            <a:chExt cx="457200" cy="457200"/>
          </a:xfrm>
        </p:grpSpPr>
        <p:pic>
          <p:nvPicPr>
            <p:cNvPr id="1479" name="Google Shape;1479;p11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80" name="Google Shape;1480;p11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481" name="Google Shape;1481;p114"/>
          <p:cNvGrpSpPr/>
          <p:nvPr/>
        </p:nvGrpSpPr>
        <p:grpSpPr>
          <a:xfrm>
            <a:off x="4331066" y="4148550"/>
            <a:ext cx="457200" cy="457200"/>
            <a:chOff x="1020916" y="1442088"/>
            <a:chExt cx="457200" cy="457200"/>
          </a:xfrm>
        </p:grpSpPr>
        <p:pic>
          <p:nvPicPr>
            <p:cNvPr id="1482" name="Google Shape;1482;p11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83" name="Google Shape;1483;p11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484" name="Google Shape;1484;p114"/>
          <p:cNvGrpSpPr/>
          <p:nvPr/>
        </p:nvGrpSpPr>
        <p:grpSpPr>
          <a:xfrm>
            <a:off x="7305791" y="4148538"/>
            <a:ext cx="457200" cy="457200"/>
            <a:chOff x="1020916" y="1442088"/>
            <a:chExt cx="457200" cy="457200"/>
          </a:xfrm>
        </p:grpSpPr>
        <p:pic>
          <p:nvPicPr>
            <p:cNvPr id="1485" name="Google Shape;1485;p11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86" name="Google Shape;1486;p11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1487" name="Shape 1487"/>
        <p:cNvGrpSpPr/>
        <p:nvPr/>
      </p:nvGrpSpPr>
      <p:grpSpPr>
        <a:xfrm>
          <a:off x="0" y="0"/>
          <a:ext cx="0" cy="0"/>
          <a:chOff x="0" y="0"/>
          <a:chExt cx="0" cy="0"/>
        </a:xfrm>
      </p:grpSpPr>
      <p:pic>
        <p:nvPicPr>
          <p:cNvPr id="1488" name="Google Shape;1488;p11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489" name="Google Shape;1489;p115"/>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11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491" name="Google Shape;1491;p11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492" name="Google Shape;1492;p11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493" name="Google Shape;1493;p11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94" name="Google Shape;1494;p115"/>
          <p:cNvSpPr/>
          <p:nvPr>
            <p:ph idx="3" type="pic"/>
          </p:nvPr>
        </p:nvSpPr>
        <p:spPr>
          <a:xfrm>
            <a:off x="324000" y="1893950"/>
            <a:ext cx="2555400" cy="1939500"/>
          </a:xfrm>
          <a:prstGeom prst="rect">
            <a:avLst/>
          </a:prstGeom>
          <a:noFill/>
          <a:ln>
            <a:noFill/>
          </a:ln>
        </p:spPr>
      </p:sp>
      <p:sp>
        <p:nvSpPr>
          <p:cNvPr id="1495" name="Google Shape;1495;p115"/>
          <p:cNvSpPr/>
          <p:nvPr>
            <p:ph idx="4" type="pic"/>
          </p:nvPr>
        </p:nvSpPr>
        <p:spPr>
          <a:xfrm>
            <a:off x="6256800" y="1893950"/>
            <a:ext cx="2555400" cy="1939500"/>
          </a:xfrm>
          <a:prstGeom prst="rect">
            <a:avLst/>
          </a:prstGeom>
          <a:noFill/>
          <a:ln>
            <a:noFill/>
          </a:ln>
        </p:spPr>
      </p:sp>
      <p:sp>
        <p:nvSpPr>
          <p:cNvPr id="1496" name="Google Shape;1496;p115"/>
          <p:cNvSpPr/>
          <p:nvPr>
            <p:ph idx="5" type="pic"/>
          </p:nvPr>
        </p:nvSpPr>
        <p:spPr>
          <a:xfrm>
            <a:off x="3294300" y="1893950"/>
            <a:ext cx="2555400" cy="1939500"/>
          </a:xfrm>
          <a:prstGeom prst="rect">
            <a:avLst/>
          </a:prstGeom>
          <a:noFill/>
          <a:ln>
            <a:noFill/>
          </a:ln>
        </p:spPr>
      </p:sp>
      <p:grpSp>
        <p:nvGrpSpPr>
          <p:cNvPr id="1497" name="Google Shape;1497;p115"/>
          <p:cNvGrpSpPr/>
          <p:nvPr/>
        </p:nvGrpSpPr>
        <p:grpSpPr>
          <a:xfrm>
            <a:off x="1381028" y="4148538"/>
            <a:ext cx="457200" cy="457200"/>
            <a:chOff x="1020916" y="1442088"/>
            <a:chExt cx="457200" cy="457200"/>
          </a:xfrm>
        </p:grpSpPr>
        <p:pic>
          <p:nvPicPr>
            <p:cNvPr id="1498" name="Google Shape;1498;p11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499" name="Google Shape;1499;p1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500" name="Google Shape;1500;p115"/>
          <p:cNvGrpSpPr/>
          <p:nvPr/>
        </p:nvGrpSpPr>
        <p:grpSpPr>
          <a:xfrm>
            <a:off x="4331066" y="4148550"/>
            <a:ext cx="457200" cy="457200"/>
            <a:chOff x="1020916" y="1442088"/>
            <a:chExt cx="457200" cy="457200"/>
          </a:xfrm>
        </p:grpSpPr>
        <p:pic>
          <p:nvPicPr>
            <p:cNvPr id="1501" name="Google Shape;1501;p11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502" name="Google Shape;1502;p1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503" name="Google Shape;1503;p115"/>
          <p:cNvGrpSpPr/>
          <p:nvPr/>
        </p:nvGrpSpPr>
        <p:grpSpPr>
          <a:xfrm>
            <a:off x="7305791" y="4148538"/>
            <a:ext cx="457200" cy="457200"/>
            <a:chOff x="1020916" y="1442088"/>
            <a:chExt cx="457200" cy="457200"/>
          </a:xfrm>
        </p:grpSpPr>
        <p:pic>
          <p:nvPicPr>
            <p:cNvPr id="1504" name="Google Shape;1504;p11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505" name="Google Shape;1505;p11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1506" name="Shape 1506"/>
        <p:cNvGrpSpPr/>
        <p:nvPr/>
      </p:nvGrpSpPr>
      <p:grpSpPr>
        <a:xfrm>
          <a:off x="0" y="0"/>
          <a:ext cx="0" cy="0"/>
          <a:chOff x="0" y="0"/>
          <a:chExt cx="0" cy="0"/>
        </a:xfrm>
      </p:grpSpPr>
      <p:pic>
        <p:nvPicPr>
          <p:cNvPr id="1507" name="Google Shape;1507;p11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508" name="Google Shape;1508;p116"/>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11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a:spcBef>
                <a:spcPts val="0"/>
              </a:spcBef>
              <a:spcAft>
                <a:spcPts val="0"/>
              </a:spcAft>
              <a:buSzPts val="2200"/>
              <a:buFont typeface="Lexend"/>
              <a:buNone/>
              <a:defRPr b="0" sz="2200">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1510" name="Google Shape;1510;p11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11" name="Google Shape;1511;p11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512" name="Google Shape;1512;p11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13" name="Google Shape;1513;p116"/>
          <p:cNvSpPr/>
          <p:nvPr>
            <p:ph idx="3" type="pic"/>
          </p:nvPr>
        </p:nvSpPr>
        <p:spPr>
          <a:xfrm>
            <a:off x="324000" y="1893950"/>
            <a:ext cx="2555400" cy="1939500"/>
          </a:xfrm>
          <a:prstGeom prst="rect">
            <a:avLst/>
          </a:prstGeom>
          <a:noFill/>
          <a:ln>
            <a:noFill/>
          </a:ln>
        </p:spPr>
      </p:sp>
      <p:sp>
        <p:nvSpPr>
          <p:cNvPr id="1514" name="Google Shape;1514;p116"/>
          <p:cNvSpPr/>
          <p:nvPr>
            <p:ph idx="4" type="pic"/>
          </p:nvPr>
        </p:nvSpPr>
        <p:spPr>
          <a:xfrm>
            <a:off x="6256800" y="1893950"/>
            <a:ext cx="2555400" cy="1939500"/>
          </a:xfrm>
          <a:prstGeom prst="rect">
            <a:avLst/>
          </a:prstGeom>
          <a:noFill/>
          <a:ln>
            <a:noFill/>
          </a:ln>
        </p:spPr>
      </p:sp>
      <p:sp>
        <p:nvSpPr>
          <p:cNvPr id="1515" name="Google Shape;1515;p116"/>
          <p:cNvSpPr/>
          <p:nvPr>
            <p:ph idx="5" type="pic"/>
          </p:nvPr>
        </p:nvSpPr>
        <p:spPr>
          <a:xfrm>
            <a:off x="3294300" y="1893950"/>
            <a:ext cx="2555400" cy="1939500"/>
          </a:xfrm>
          <a:prstGeom prst="rect">
            <a:avLst/>
          </a:prstGeom>
          <a:noFill/>
          <a:ln>
            <a:noFill/>
          </a:ln>
        </p:spPr>
      </p:sp>
      <p:grpSp>
        <p:nvGrpSpPr>
          <p:cNvPr id="1516" name="Google Shape;1516;p116"/>
          <p:cNvGrpSpPr/>
          <p:nvPr/>
        </p:nvGrpSpPr>
        <p:grpSpPr>
          <a:xfrm>
            <a:off x="1381028" y="4148538"/>
            <a:ext cx="457200" cy="457200"/>
            <a:chOff x="1020916" y="1442088"/>
            <a:chExt cx="457200" cy="457200"/>
          </a:xfrm>
        </p:grpSpPr>
        <p:pic>
          <p:nvPicPr>
            <p:cNvPr id="1517" name="Google Shape;1517;p11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518" name="Google Shape;1518;p11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1519" name="Google Shape;1519;p116"/>
          <p:cNvGrpSpPr/>
          <p:nvPr/>
        </p:nvGrpSpPr>
        <p:grpSpPr>
          <a:xfrm>
            <a:off x="4331066" y="4148550"/>
            <a:ext cx="457200" cy="457200"/>
            <a:chOff x="1020916" y="1442088"/>
            <a:chExt cx="457200" cy="457200"/>
          </a:xfrm>
        </p:grpSpPr>
        <p:pic>
          <p:nvPicPr>
            <p:cNvPr id="1520" name="Google Shape;1520;p11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521" name="Google Shape;1521;p11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1522" name="Google Shape;1522;p116"/>
          <p:cNvGrpSpPr/>
          <p:nvPr/>
        </p:nvGrpSpPr>
        <p:grpSpPr>
          <a:xfrm>
            <a:off x="7305791" y="4148538"/>
            <a:ext cx="457200" cy="457200"/>
            <a:chOff x="1020916" y="1442088"/>
            <a:chExt cx="457200" cy="457200"/>
          </a:xfrm>
        </p:grpSpPr>
        <p:pic>
          <p:nvPicPr>
            <p:cNvPr id="1523" name="Google Shape;1523;p11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1524" name="Google Shape;1524;p11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1525" name="Shape 1525"/>
        <p:cNvGrpSpPr/>
        <p:nvPr/>
      </p:nvGrpSpPr>
      <p:grpSpPr>
        <a:xfrm>
          <a:off x="0" y="0"/>
          <a:ext cx="0" cy="0"/>
          <a:chOff x="0" y="0"/>
          <a:chExt cx="0" cy="0"/>
        </a:xfrm>
      </p:grpSpPr>
      <p:pic>
        <p:nvPicPr>
          <p:cNvPr id="1526" name="Google Shape;1526;p117"/>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527" name="Google Shape;1527;p117"/>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11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1529" name="Google Shape;1529;p11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30" name="Google Shape;1530;p11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531" name="Google Shape;1531;p11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1532" name="Shape 1532"/>
        <p:cNvGrpSpPr/>
        <p:nvPr/>
      </p:nvGrpSpPr>
      <p:grpSpPr>
        <a:xfrm>
          <a:off x="0" y="0"/>
          <a:ext cx="0" cy="0"/>
          <a:chOff x="0" y="0"/>
          <a:chExt cx="0" cy="0"/>
        </a:xfrm>
      </p:grpSpPr>
      <p:pic>
        <p:nvPicPr>
          <p:cNvPr id="1533" name="Google Shape;1533;p11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534" name="Google Shape;1534;p118"/>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11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1536" name="Google Shape;1536;p11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37" name="Google Shape;1537;p11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1538" name="Google Shape;1538;p11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1539" name="Shape 1539"/>
        <p:cNvGrpSpPr/>
        <p:nvPr/>
      </p:nvGrpSpPr>
      <p:grpSpPr>
        <a:xfrm>
          <a:off x="0" y="0"/>
          <a:ext cx="0" cy="0"/>
          <a:chOff x="0" y="0"/>
          <a:chExt cx="0" cy="0"/>
        </a:xfrm>
      </p:grpSpPr>
      <p:pic>
        <p:nvPicPr>
          <p:cNvPr id="1540" name="Google Shape;1540;p11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541" name="Google Shape;1541;p119"/>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11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1543" name="Google Shape;1543;p11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44" name="Google Shape;1544;p11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1545" name="Google Shape;1545;p11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1546" name="Shape 1546"/>
        <p:cNvGrpSpPr/>
        <p:nvPr/>
      </p:nvGrpSpPr>
      <p:grpSpPr>
        <a:xfrm>
          <a:off x="0" y="0"/>
          <a:ext cx="0" cy="0"/>
          <a:chOff x="0" y="0"/>
          <a:chExt cx="0" cy="0"/>
        </a:xfrm>
      </p:grpSpPr>
      <p:pic>
        <p:nvPicPr>
          <p:cNvPr id="1547" name="Google Shape;1547;p12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548" name="Google Shape;1548;p120"/>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1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1550" name="Google Shape;1550;p12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51" name="Google Shape;1551;p12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1552" name="Google Shape;1552;p1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1553" name="Shape 1553"/>
        <p:cNvGrpSpPr/>
        <p:nvPr/>
      </p:nvGrpSpPr>
      <p:grpSpPr>
        <a:xfrm>
          <a:off x="0" y="0"/>
          <a:ext cx="0" cy="0"/>
          <a:chOff x="0" y="0"/>
          <a:chExt cx="0" cy="0"/>
        </a:xfrm>
      </p:grpSpPr>
      <p:pic>
        <p:nvPicPr>
          <p:cNvPr id="1554" name="Google Shape;1554;p121"/>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555" name="Google Shape;1555;p121"/>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1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1557" name="Google Shape;1557;p12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558" name="Google Shape;1558;p12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1559" name="Google Shape;1559;p12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60" name="Google Shape;1560;p12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1561" name="Shape 1561"/>
        <p:cNvGrpSpPr/>
        <p:nvPr/>
      </p:nvGrpSpPr>
      <p:grpSpPr>
        <a:xfrm>
          <a:off x="0" y="0"/>
          <a:ext cx="0" cy="0"/>
          <a:chOff x="0" y="0"/>
          <a:chExt cx="0" cy="0"/>
        </a:xfrm>
      </p:grpSpPr>
      <p:pic>
        <p:nvPicPr>
          <p:cNvPr id="1562" name="Google Shape;1562;p1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563" name="Google Shape;1563;p122"/>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1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565" name="Google Shape;1565;p12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1566" name="Google Shape;1566;p12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567" name="Google Shape;1567;p12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68" name="Google Shape;1568;p12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1569" name="Shape 1569"/>
        <p:cNvGrpSpPr/>
        <p:nvPr/>
      </p:nvGrpSpPr>
      <p:grpSpPr>
        <a:xfrm>
          <a:off x="0" y="0"/>
          <a:ext cx="0" cy="0"/>
          <a:chOff x="0" y="0"/>
          <a:chExt cx="0" cy="0"/>
        </a:xfrm>
      </p:grpSpPr>
      <p:pic>
        <p:nvPicPr>
          <p:cNvPr id="1570" name="Google Shape;1570;p1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571" name="Google Shape;1571;p123"/>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1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573" name="Google Shape;1573;p12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1574" name="Google Shape;1574;p12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575" name="Google Shape;1575;p12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76" name="Google Shape;1576;p12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1577" name="Shape 1577"/>
        <p:cNvGrpSpPr/>
        <p:nvPr/>
      </p:nvGrpSpPr>
      <p:grpSpPr>
        <a:xfrm>
          <a:off x="0" y="0"/>
          <a:ext cx="0" cy="0"/>
          <a:chOff x="0" y="0"/>
          <a:chExt cx="0" cy="0"/>
        </a:xfrm>
      </p:grpSpPr>
      <p:pic>
        <p:nvPicPr>
          <p:cNvPr id="1578" name="Google Shape;1578;p1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579" name="Google Shape;1579;p124"/>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1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581" name="Google Shape;1581;p12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1582" name="Google Shape;1582;p124"/>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1583" name="Google Shape;1583;p12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84" name="Google Shape;1584;p12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1585" name="Shape 1585"/>
        <p:cNvGrpSpPr/>
        <p:nvPr/>
      </p:nvGrpSpPr>
      <p:grpSpPr>
        <a:xfrm>
          <a:off x="0" y="0"/>
          <a:ext cx="0" cy="0"/>
          <a:chOff x="0" y="0"/>
          <a:chExt cx="0" cy="0"/>
        </a:xfrm>
      </p:grpSpPr>
      <p:pic>
        <p:nvPicPr>
          <p:cNvPr id="1586" name="Google Shape;1586;p125"/>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1587" name="Google Shape;1587;p125"/>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1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pic>
        <p:nvPicPr>
          <p:cNvPr id="1589" name="Google Shape;1589;p12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90" name="Google Shape;1590;p12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1591" name="Google Shape;1591;p12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92" name="Google Shape;1592;p12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1593" name="Shape 1593"/>
        <p:cNvGrpSpPr/>
        <p:nvPr/>
      </p:nvGrpSpPr>
      <p:grpSpPr>
        <a:xfrm>
          <a:off x="0" y="0"/>
          <a:ext cx="0" cy="0"/>
          <a:chOff x="0" y="0"/>
          <a:chExt cx="0" cy="0"/>
        </a:xfrm>
      </p:grpSpPr>
      <p:pic>
        <p:nvPicPr>
          <p:cNvPr id="1594" name="Google Shape;1594;p1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595" name="Google Shape;1595;p126"/>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12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597" name="Google Shape;1597;p12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598" name="Google Shape;1598;p12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599" name="Google Shape;1599;p126"/>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600" name="Google Shape;1600;p12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1601" name="Shape 1601"/>
        <p:cNvGrpSpPr/>
        <p:nvPr/>
      </p:nvGrpSpPr>
      <p:grpSpPr>
        <a:xfrm>
          <a:off x="0" y="0"/>
          <a:ext cx="0" cy="0"/>
          <a:chOff x="0" y="0"/>
          <a:chExt cx="0" cy="0"/>
        </a:xfrm>
      </p:grpSpPr>
      <p:pic>
        <p:nvPicPr>
          <p:cNvPr id="1602" name="Google Shape;1602;p1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603" name="Google Shape;1603;p127"/>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12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605" name="Google Shape;1605;p12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1606" name="Google Shape;1606;p12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607" name="Google Shape;1607;p127"/>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608" name="Google Shape;1608;p12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1609" name="Shape 1609"/>
        <p:cNvGrpSpPr/>
        <p:nvPr/>
      </p:nvGrpSpPr>
      <p:grpSpPr>
        <a:xfrm>
          <a:off x="0" y="0"/>
          <a:ext cx="0" cy="0"/>
          <a:chOff x="0" y="0"/>
          <a:chExt cx="0" cy="0"/>
        </a:xfrm>
      </p:grpSpPr>
      <p:pic>
        <p:nvPicPr>
          <p:cNvPr id="1610" name="Google Shape;1610;p1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1611" name="Google Shape;1611;p128"/>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12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613" name="Google Shape;1613;p1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1614" name="Google Shape;1614;p12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1615" name="Google Shape;1615;p12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1616" name="Google Shape;1616;p12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Clr>
                <a:schemeClr val="lt1"/>
              </a:buClr>
              <a:buSzPts val="1800"/>
              <a:buNone/>
              <a:defRPr b="0" sz="1800">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1617" name="Shape 1617"/>
        <p:cNvGrpSpPr/>
        <p:nvPr/>
      </p:nvGrpSpPr>
      <p:grpSpPr>
        <a:xfrm>
          <a:off x="0" y="0"/>
          <a:ext cx="0" cy="0"/>
          <a:chOff x="0" y="0"/>
          <a:chExt cx="0" cy="0"/>
        </a:xfrm>
      </p:grpSpPr>
      <p:sp>
        <p:nvSpPr>
          <p:cNvPr id="1618" name="Google Shape;1618;p129"/>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19" name="Google Shape;1619;p129"/>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1620" name="Google Shape;1620;p12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621" name="Google Shape;1621;p12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622" name="Google Shape;1622;p129"/>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2000"/>
              <a:buFont typeface="Lexend"/>
              <a:buNone/>
              <a:defRPr b="0" sz="2000">
                <a:latin typeface="Lexend"/>
                <a:ea typeface="Lexend"/>
                <a:cs typeface="Lexend"/>
                <a:sym typeface="Lexend"/>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1623" name="Shape 1623"/>
        <p:cNvGrpSpPr/>
        <p:nvPr/>
      </p:nvGrpSpPr>
      <p:grpSpPr>
        <a:xfrm>
          <a:off x="0" y="0"/>
          <a:ext cx="0" cy="0"/>
          <a:chOff x="0" y="0"/>
          <a:chExt cx="0" cy="0"/>
        </a:xfrm>
      </p:grpSpPr>
      <p:sp>
        <p:nvSpPr>
          <p:cNvPr id="1624" name="Google Shape;1624;p130"/>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5" name="Google Shape;1625;p130"/>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1626" name="Google Shape;1626;p130"/>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a:spcBef>
                <a:spcPts val="1000"/>
              </a:spcBef>
              <a:spcAft>
                <a:spcPts val="0"/>
              </a:spcAft>
              <a:buSzPts val="2200"/>
              <a:buFont typeface="Lexend"/>
              <a:buChar char="–"/>
              <a:defRPr sz="2200">
                <a:latin typeface="Lexend"/>
                <a:ea typeface="Lexend"/>
                <a:cs typeface="Lexend"/>
                <a:sym typeface="Lexend"/>
              </a:defRPr>
            </a:lvl2pPr>
            <a:lvl3pPr indent="-355600" lvl="2" marL="1371600">
              <a:spcBef>
                <a:spcPts val="1000"/>
              </a:spcBef>
              <a:spcAft>
                <a:spcPts val="0"/>
              </a:spcAft>
              <a:buSzPts val="2000"/>
              <a:buFont typeface="Lexend"/>
              <a:buChar char="–"/>
              <a:defRPr>
                <a:latin typeface="Lexend"/>
                <a:ea typeface="Lexend"/>
                <a:cs typeface="Lexend"/>
                <a:sym typeface="Lexend"/>
              </a:defRPr>
            </a:lvl3pPr>
            <a:lvl4pPr indent="-368300" lvl="3" marL="1828800">
              <a:spcBef>
                <a:spcPts val="800"/>
              </a:spcBef>
              <a:spcAft>
                <a:spcPts val="0"/>
              </a:spcAft>
              <a:buSzPts val="2200"/>
              <a:buFont typeface="Lexend"/>
              <a:buChar char="–"/>
              <a:defRPr sz="2200">
                <a:latin typeface="Lexend"/>
                <a:ea typeface="Lexend"/>
                <a:cs typeface="Lexend"/>
                <a:sym typeface="Lexend"/>
              </a:defRPr>
            </a:lvl4pPr>
            <a:lvl5pPr indent="-342900" lvl="4" marL="2286000">
              <a:spcBef>
                <a:spcPts val="800"/>
              </a:spcBef>
              <a:spcAft>
                <a:spcPts val="0"/>
              </a:spcAft>
              <a:buSzPts val="1800"/>
              <a:buFont typeface="Lexend"/>
              <a:buChar char="–"/>
              <a:defRPr>
                <a:latin typeface="Lexend"/>
                <a:ea typeface="Lexend"/>
                <a:cs typeface="Lexend"/>
                <a:sym typeface="Lexend"/>
              </a:defRPr>
            </a:lvl5pPr>
            <a:lvl6pPr indent="-342900" lvl="5" marL="2743200">
              <a:spcBef>
                <a:spcPts val="600"/>
              </a:spcBef>
              <a:spcAft>
                <a:spcPts val="0"/>
              </a:spcAft>
              <a:buSzPts val="1800"/>
              <a:buFont typeface="Lexend"/>
              <a:buChar char="–"/>
              <a:defRPr sz="1800">
                <a:latin typeface="Lexend"/>
                <a:ea typeface="Lexend"/>
                <a:cs typeface="Lexend"/>
                <a:sym typeface="Lexend"/>
              </a:defRPr>
            </a:lvl6pPr>
            <a:lvl7pPr indent="-342900" lvl="6" marL="3200400">
              <a:spcBef>
                <a:spcPts val="600"/>
              </a:spcBef>
              <a:spcAft>
                <a:spcPts val="0"/>
              </a:spcAft>
              <a:buSzPts val="1800"/>
              <a:buFont typeface="Lexend"/>
              <a:buChar char="–"/>
              <a:defRPr>
                <a:latin typeface="Lexend"/>
                <a:ea typeface="Lexend"/>
                <a:cs typeface="Lexend"/>
                <a:sym typeface="Lexend"/>
              </a:defRPr>
            </a:lvl7pPr>
            <a:lvl8pPr indent="-342900" lvl="7" marL="3657600">
              <a:spcBef>
                <a:spcPts val="400"/>
              </a:spcBef>
              <a:spcAft>
                <a:spcPts val="0"/>
              </a:spcAft>
              <a:buSzPts val="1800"/>
              <a:buFont typeface="Lexend"/>
              <a:buChar char="–"/>
              <a:defRPr>
                <a:latin typeface="Lexend"/>
                <a:ea typeface="Lexend"/>
                <a:cs typeface="Lexend"/>
                <a:sym typeface="Lexend"/>
              </a:defRPr>
            </a:lvl8pPr>
            <a:lvl9pPr indent="-342900" lvl="8" marL="4114800">
              <a:spcBef>
                <a:spcPts val="400"/>
              </a:spcBef>
              <a:spcAft>
                <a:spcPts val="200"/>
              </a:spcAft>
              <a:buSzPts val="1800"/>
              <a:buFont typeface="Lexend"/>
              <a:buChar char="–"/>
              <a:defRPr>
                <a:latin typeface="Lexend"/>
                <a:ea typeface="Lexend"/>
                <a:cs typeface="Lexend"/>
                <a:sym typeface="Lexend"/>
              </a:defRPr>
            </a:lvl9pPr>
          </a:lstStyle>
          <a:p/>
        </p:txBody>
      </p:sp>
      <p:sp>
        <p:nvSpPr>
          <p:cNvPr id="1627" name="Google Shape;1627;p13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1628" name="Google Shape;1628;p130"/>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a:lnSpc>
                <a:spcPct val="100000"/>
              </a:lnSpc>
              <a:spcBef>
                <a:spcPts val="0"/>
              </a:spcBef>
              <a:spcAft>
                <a:spcPts val="0"/>
              </a:spcAft>
              <a:buSzPts val="2000"/>
              <a:buFont typeface="Lexend"/>
              <a:buNone/>
              <a:defRPr b="0" sz="2000">
                <a:latin typeface="Lexend"/>
                <a:ea typeface="Lexend"/>
                <a:cs typeface="Lexend"/>
                <a:sym typeface="Lexend"/>
              </a:defRPr>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1629" name="Shape 1629"/>
        <p:cNvGrpSpPr/>
        <p:nvPr/>
      </p:nvGrpSpPr>
      <p:grpSpPr>
        <a:xfrm>
          <a:off x="0" y="0"/>
          <a:ext cx="0" cy="0"/>
          <a:chOff x="0" y="0"/>
          <a:chExt cx="0" cy="0"/>
        </a:xfrm>
      </p:grpSpPr>
      <p:pic>
        <p:nvPicPr>
          <p:cNvPr id="1630" name="Google Shape;1630;p131"/>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1631" name="Google Shape;1631;p131"/>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1632" name="Shape 1632"/>
        <p:cNvGrpSpPr/>
        <p:nvPr/>
      </p:nvGrpSpPr>
      <p:grpSpPr>
        <a:xfrm>
          <a:off x="0" y="0"/>
          <a:ext cx="0" cy="0"/>
          <a:chOff x="0" y="0"/>
          <a:chExt cx="0" cy="0"/>
        </a:xfrm>
      </p:grpSpPr>
      <p:sp>
        <p:nvSpPr>
          <p:cNvPr id="1633" name="Google Shape;1633;p132"/>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1634" name="Google Shape;1634;p132"/>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1635" name="Google Shape;1635;p132"/>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1636" name="Google Shape;1636;p132"/>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1637" name="Google Shape;1637;p132"/>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1638" name="Google Shape;1638;p132"/>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1639" name="Google Shape;1639;p132"/>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1640" name="Google Shape;1640;p132"/>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1641" name="Google Shape;1641;p132"/>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1642" name="Shape 1642"/>
        <p:cNvGrpSpPr/>
        <p:nvPr/>
      </p:nvGrpSpPr>
      <p:grpSpPr>
        <a:xfrm>
          <a:off x="0" y="0"/>
          <a:ext cx="0" cy="0"/>
          <a:chOff x="0" y="0"/>
          <a:chExt cx="0" cy="0"/>
        </a:xfrm>
      </p:grpSpPr>
      <p:pic>
        <p:nvPicPr>
          <p:cNvPr id="1643" name="Google Shape;1643;p133"/>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1644" name="Google Shape;1644;p133"/>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1800"/>
              <a:buNone/>
              <a:defRPr sz="1800"/>
            </a:lvl1pPr>
            <a:lvl2pPr lvl="1">
              <a:spcBef>
                <a:spcPts val="1000"/>
              </a:spcBef>
              <a:spcAft>
                <a:spcPts val="0"/>
              </a:spcAft>
              <a:buSzPts val="1800"/>
              <a:buNone/>
              <a:defRPr sz="1800"/>
            </a:lvl2pPr>
            <a:lvl3pPr lvl="2">
              <a:spcBef>
                <a:spcPts val="1000"/>
              </a:spcBef>
              <a:spcAft>
                <a:spcPts val="0"/>
              </a:spcAft>
              <a:buSzPts val="1800"/>
              <a:buNone/>
              <a:defRPr sz="1800"/>
            </a:lvl3pPr>
            <a:lvl4pPr lvl="3">
              <a:spcBef>
                <a:spcPts val="800"/>
              </a:spcBef>
              <a:spcAft>
                <a:spcPts val="0"/>
              </a:spcAft>
              <a:buSzPts val="1800"/>
              <a:buNone/>
              <a:defRPr sz="1800"/>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1645" name="Shape 1645"/>
        <p:cNvGrpSpPr/>
        <p:nvPr/>
      </p:nvGrpSpPr>
      <p:grpSpPr>
        <a:xfrm>
          <a:off x="0" y="0"/>
          <a:ext cx="0" cy="0"/>
          <a:chOff x="0" y="0"/>
          <a:chExt cx="0" cy="0"/>
        </a:xfrm>
      </p:grpSpPr>
      <p:sp>
        <p:nvSpPr>
          <p:cNvPr id="1646" name="Google Shape;1646;p134"/>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6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73" Type="http://schemas.openxmlformats.org/officeDocument/2006/relationships/slideLayout" Target="../slideLayouts/slideLayout72.xml"/><Relationship Id="rId72" Type="http://schemas.openxmlformats.org/officeDocument/2006/relationships/slideLayout" Target="../slideLayouts/slideLayout71.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74" Type="http://schemas.openxmlformats.org/officeDocument/2006/relationships/theme" Target="../theme/theme1.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71" Type="http://schemas.openxmlformats.org/officeDocument/2006/relationships/slideLayout" Target="../slideLayouts/slideLayout70.xml"/><Relationship Id="rId70" Type="http://schemas.openxmlformats.org/officeDocument/2006/relationships/slideLayout" Target="../slideLayouts/slideLayout69.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slideLayout" Target="../slideLayouts/slideLayout63.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66" Type="http://schemas.openxmlformats.org/officeDocument/2006/relationships/slideLayout" Target="../slideLayouts/slideLayout65.xml"/><Relationship Id="rId21" Type="http://schemas.openxmlformats.org/officeDocument/2006/relationships/slideLayout" Target="../slideLayouts/slideLayout20.xml"/><Relationship Id="rId65" Type="http://schemas.openxmlformats.org/officeDocument/2006/relationships/slideLayout" Target="../slideLayouts/slideLayout64.xml"/><Relationship Id="rId24" Type="http://schemas.openxmlformats.org/officeDocument/2006/relationships/slideLayout" Target="../slideLayouts/slideLayout23.xml"/><Relationship Id="rId68" Type="http://schemas.openxmlformats.org/officeDocument/2006/relationships/slideLayout" Target="../slideLayouts/slideLayout67.xml"/><Relationship Id="rId23" Type="http://schemas.openxmlformats.org/officeDocument/2006/relationships/slideLayout" Target="../slideLayouts/slideLayout22.xml"/><Relationship Id="rId67" Type="http://schemas.openxmlformats.org/officeDocument/2006/relationships/slideLayout" Target="../slideLayouts/slideLayout66.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69" Type="http://schemas.openxmlformats.org/officeDocument/2006/relationships/slideLayout" Target="../slideLayouts/slideLayout68.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111.xml"/><Relationship Id="rId42" Type="http://schemas.openxmlformats.org/officeDocument/2006/relationships/slideLayout" Target="../slideLayouts/slideLayout113.xml"/><Relationship Id="rId41" Type="http://schemas.openxmlformats.org/officeDocument/2006/relationships/slideLayout" Target="../slideLayouts/slideLayout112.xml"/><Relationship Id="rId44" Type="http://schemas.openxmlformats.org/officeDocument/2006/relationships/slideLayout" Target="../slideLayouts/slideLayout115.xml"/><Relationship Id="rId43" Type="http://schemas.openxmlformats.org/officeDocument/2006/relationships/slideLayout" Target="../slideLayouts/slideLayout114.xml"/><Relationship Id="rId46" Type="http://schemas.openxmlformats.org/officeDocument/2006/relationships/slideLayout" Target="../slideLayouts/slideLayout117.xml"/><Relationship Id="rId45" Type="http://schemas.openxmlformats.org/officeDocument/2006/relationships/slideLayout" Target="../slideLayouts/slideLayout116.xml"/><Relationship Id="rId1" Type="http://schemas.openxmlformats.org/officeDocument/2006/relationships/image" Target="../media/image65.png"/><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9" Type="http://schemas.openxmlformats.org/officeDocument/2006/relationships/slideLayout" Target="../slideLayouts/slideLayout80.xml"/><Relationship Id="rId48" Type="http://schemas.openxmlformats.org/officeDocument/2006/relationships/slideLayout" Target="../slideLayouts/slideLayout119.xml"/><Relationship Id="rId47" Type="http://schemas.openxmlformats.org/officeDocument/2006/relationships/slideLayout" Target="../slideLayouts/slideLayout118.xml"/><Relationship Id="rId49" Type="http://schemas.openxmlformats.org/officeDocument/2006/relationships/slideLayout" Target="../slideLayouts/slideLayout120.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31" Type="http://schemas.openxmlformats.org/officeDocument/2006/relationships/slideLayout" Target="../slideLayouts/slideLayout102.xml"/><Relationship Id="rId30" Type="http://schemas.openxmlformats.org/officeDocument/2006/relationships/slideLayout" Target="../slideLayouts/slideLayout101.xml"/><Relationship Id="rId33" Type="http://schemas.openxmlformats.org/officeDocument/2006/relationships/slideLayout" Target="../slideLayouts/slideLayout104.xml"/><Relationship Id="rId32" Type="http://schemas.openxmlformats.org/officeDocument/2006/relationships/slideLayout" Target="../slideLayouts/slideLayout103.xml"/><Relationship Id="rId35" Type="http://schemas.openxmlformats.org/officeDocument/2006/relationships/slideLayout" Target="../slideLayouts/slideLayout106.xml"/><Relationship Id="rId34" Type="http://schemas.openxmlformats.org/officeDocument/2006/relationships/slideLayout" Target="../slideLayouts/slideLayout105.xml"/><Relationship Id="rId37" Type="http://schemas.openxmlformats.org/officeDocument/2006/relationships/slideLayout" Target="../slideLayouts/slideLayout108.xml"/><Relationship Id="rId36" Type="http://schemas.openxmlformats.org/officeDocument/2006/relationships/slideLayout" Target="../slideLayouts/slideLayout107.xml"/><Relationship Id="rId39" Type="http://schemas.openxmlformats.org/officeDocument/2006/relationships/slideLayout" Target="../slideLayouts/slideLayout110.xml"/><Relationship Id="rId38" Type="http://schemas.openxmlformats.org/officeDocument/2006/relationships/slideLayout" Target="../slideLayouts/slideLayout109.xml"/><Relationship Id="rId62" Type="http://schemas.openxmlformats.org/officeDocument/2006/relationships/theme" Target="../theme/theme2.xml"/><Relationship Id="rId61" Type="http://schemas.openxmlformats.org/officeDocument/2006/relationships/slideLayout" Target="../slideLayouts/slideLayout132.xml"/><Relationship Id="rId20" Type="http://schemas.openxmlformats.org/officeDocument/2006/relationships/slideLayout" Target="../slideLayouts/slideLayout91.xml"/><Relationship Id="rId22" Type="http://schemas.openxmlformats.org/officeDocument/2006/relationships/slideLayout" Target="../slideLayouts/slideLayout93.xml"/><Relationship Id="rId21" Type="http://schemas.openxmlformats.org/officeDocument/2006/relationships/slideLayout" Target="../slideLayouts/slideLayout92.xml"/><Relationship Id="rId24" Type="http://schemas.openxmlformats.org/officeDocument/2006/relationships/slideLayout" Target="../slideLayouts/slideLayout95.xml"/><Relationship Id="rId23" Type="http://schemas.openxmlformats.org/officeDocument/2006/relationships/slideLayout" Target="../slideLayouts/slideLayout94.xml"/><Relationship Id="rId60" Type="http://schemas.openxmlformats.org/officeDocument/2006/relationships/slideLayout" Target="../slideLayouts/slideLayout131.xml"/><Relationship Id="rId26" Type="http://schemas.openxmlformats.org/officeDocument/2006/relationships/slideLayout" Target="../slideLayouts/slideLayout97.xml"/><Relationship Id="rId25" Type="http://schemas.openxmlformats.org/officeDocument/2006/relationships/slideLayout" Target="../slideLayouts/slideLayout96.xml"/><Relationship Id="rId28" Type="http://schemas.openxmlformats.org/officeDocument/2006/relationships/slideLayout" Target="../slideLayouts/slideLayout99.xml"/><Relationship Id="rId27" Type="http://schemas.openxmlformats.org/officeDocument/2006/relationships/slideLayout" Target="../slideLayouts/slideLayout98.xml"/><Relationship Id="rId29" Type="http://schemas.openxmlformats.org/officeDocument/2006/relationships/slideLayout" Target="../slideLayouts/slideLayout100.xml"/><Relationship Id="rId51" Type="http://schemas.openxmlformats.org/officeDocument/2006/relationships/slideLayout" Target="../slideLayouts/slideLayout122.xml"/><Relationship Id="rId50" Type="http://schemas.openxmlformats.org/officeDocument/2006/relationships/slideLayout" Target="../slideLayouts/slideLayout121.xml"/><Relationship Id="rId53" Type="http://schemas.openxmlformats.org/officeDocument/2006/relationships/slideLayout" Target="../slideLayouts/slideLayout124.xml"/><Relationship Id="rId52" Type="http://schemas.openxmlformats.org/officeDocument/2006/relationships/slideLayout" Target="../slideLayouts/slideLayout123.xml"/><Relationship Id="rId11" Type="http://schemas.openxmlformats.org/officeDocument/2006/relationships/slideLayout" Target="../slideLayouts/slideLayout82.xml"/><Relationship Id="rId55" Type="http://schemas.openxmlformats.org/officeDocument/2006/relationships/slideLayout" Target="../slideLayouts/slideLayout126.xml"/><Relationship Id="rId10" Type="http://schemas.openxmlformats.org/officeDocument/2006/relationships/slideLayout" Target="../slideLayouts/slideLayout81.xml"/><Relationship Id="rId54" Type="http://schemas.openxmlformats.org/officeDocument/2006/relationships/slideLayout" Target="../slideLayouts/slideLayout125.xml"/><Relationship Id="rId13" Type="http://schemas.openxmlformats.org/officeDocument/2006/relationships/slideLayout" Target="../slideLayouts/slideLayout84.xml"/><Relationship Id="rId57" Type="http://schemas.openxmlformats.org/officeDocument/2006/relationships/slideLayout" Target="../slideLayouts/slideLayout128.xml"/><Relationship Id="rId12" Type="http://schemas.openxmlformats.org/officeDocument/2006/relationships/slideLayout" Target="../slideLayouts/slideLayout83.xml"/><Relationship Id="rId56" Type="http://schemas.openxmlformats.org/officeDocument/2006/relationships/slideLayout" Target="../slideLayouts/slideLayout127.xml"/><Relationship Id="rId15" Type="http://schemas.openxmlformats.org/officeDocument/2006/relationships/slideLayout" Target="../slideLayouts/slideLayout86.xml"/><Relationship Id="rId59" Type="http://schemas.openxmlformats.org/officeDocument/2006/relationships/slideLayout" Target="../slideLayouts/slideLayout130.xml"/><Relationship Id="rId14" Type="http://schemas.openxmlformats.org/officeDocument/2006/relationships/slideLayout" Target="../slideLayouts/slideLayout85.xml"/><Relationship Id="rId58" Type="http://schemas.openxmlformats.org/officeDocument/2006/relationships/slideLayout" Target="../slideLayouts/slideLayout129.xml"/><Relationship Id="rId17" Type="http://schemas.openxmlformats.org/officeDocument/2006/relationships/slideLayout" Target="../slideLayouts/slideLayout88.xml"/><Relationship Id="rId16" Type="http://schemas.openxmlformats.org/officeDocument/2006/relationships/slideLayout" Target="../slideLayouts/slideLayout87.xml"/><Relationship Id="rId19" Type="http://schemas.openxmlformats.org/officeDocument/2006/relationships/slideLayout" Target="../slideLayouts/slideLayout90.xml"/><Relationship Id="rId18" Type="http://schemas.openxmlformats.org/officeDocument/2006/relationships/slideLayout" Target="../slideLayouts/slideLayout8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24000" y="167475"/>
            <a:ext cx="6981900" cy="372600"/>
          </a:xfrm>
          <a:prstGeom prst="rect">
            <a:avLst/>
          </a:prstGeom>
          <a:noFill/>
          <a:ln>
            <a:noFill/>
          </a:ln>
        </p:spPr>
        <p:txBody>
          <a:bodyPr anchorCtr="0" anchor="t" bIns="0" lIns="0" spcFirstLastPara="1" rIns="0" wrap="square" tIns="0">
            <a:sp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324000" y="810000"/>
            <a:ext cx="8226000" cy="3159900"/>
          </a:xfrm>
          <a:prstGeom prst="rect">
            <a:avLst/>
          </a:prstGeom>
          <a:noFill/>
          <a:ln>
            <a:noFill/>
          </a:ln>
        </p:spPr>
        <p:txBody>
          <a:bodyPr anchorCtr="0" anchor="t" bIns="0" lIns="0" spcFirstLastPara="1" rIns="0" wrap="square" tIns="0">
            <a:sp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 id="2147483710" r:id="rId64"/>
    <p:sldLayoutId id="2147483711" r:id="rId65"/>
    <p:sldLayoutId id="2147483712" r:id="rId66"/>
    <p:sldLayoutId id="2147483713" r:id="rId67"/>
    <p:sldLayoutId id="2147483714" r:id="rId68"/>
    <p:sldLayoutId id="2147483715" r:id="rId69"/>
    <p:sldLayoutId id="2147483716" r:id="rId70"/>
    <p:sldLayoutId id="2147483717" r:id="rId71"/>
    <p:sldLayoutId id="2147483718" r:id="rId72"/>
    <p:sldLayoutId id="2147483719" r:id="rId7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2991">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guide id="23" pos="420">
          <p15:clr>
            <a:srgbClr val="6D9EEB"/>
          </p15:clr>
        </p15:guide>
        <p15:guide id="24" pos="363">
          <p15:clr>
            <a:srgbClr val="FF9900"/>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09" name="Shape 909"/>
        <p:cNvGrpSpPr/>
        <p:nvPr/>
      </p:nvGrpSpPr>
      <p:grpSpPr>
        <a:xfrm>
          <a:off x="0" y="0"/>
          <a:ext cx="0" cy="0"/>
          <a:chOff x="0" y="0"/>
          <a:chExt cx="0" cy="0"/>
        </a:xfrm>
      </p:grpSpPr>
      <p:sp>
        <p:nvSpPr>
          <p:cNvPr id="910" name="Google Shape;910;p74"/>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911" name="Google Shape;911;p74"/>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912" name="Google Shape;912;p74"/>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 id="2147483744" r:id="rId26"/>
    <p:sldLayoutId id="2147483745" r:id="rId27"/>
    <p:sldLayoutId id="2147483746" r:id="rId28"/>
    <p:sldLayoutId id="2147483747" r:id="rId29"/>
    <p:sldLayoutId id="2147483748" r:id="rId30"/>
    <p:sldLayoutId id="2147483749" r:id="rId31"/>
    <p:sldLayoutId id="2147483750" r:id="rId32"/>
    <p:sldLayoutId id="2147483751" r:id="rId33"/>
    <p:sldLayoutId id="2147483752" r:id="rId34"/>
    <p:sldLayoutId id="2147483753" r:id="rId35"/>
    <p:sldLayoutId id="2147483754" r:id="rId36"/>
    <p:sldLayoutId id="2147483755" r:id="rId37"/>
    <p:sldLayoutId id="2147483756" r:id="rId38"/>
    <p:sldLayoutId id="2147483757" r:id="rId39"/>
    <p:sldLayoutId id="2147483758" r:id="rId40"/>
    <p:sldLayoutId id="2147483759" r:id="rId41"/>
    <p:sldLayoutId id="2147483760" r:id="rId42"/>
    <p:sldLayoutId id="2147483761" r:id="rId43"/>
    <p:sldLayoutId id="2147483762" r:id="rId44"/>
    <p:sldLayoutId id="2147483763" r:id="rId45"/>
    <p:sldLayoutId id="2147483764" r:id="rId46"/>
    <p:sldLayoutId id="2147483765" r:id="rId47"/>
    <p:sldLayoutId id="2147483766" r:id="rId48"/>
    <p:sldLayoutId id="2147483767" r:id="rId49"/>
    <p:sldLayoutId id="2147483768" r:id="rId50"/>
    <p:sldLayoutId id="2147483769" r:id="rId51"/>
    <p:sldLayoutId id="2147483770" r:id="rId52"/>
    <p:sldLayoutId id="2147483771" r:id="rId53"/>
    <p:sldLayoutId id="2147483772" r:id="rId54"/>
    <p:sldLayoutId id="2147483773" r:id="rId55"/>
    <p:sldLayoutId id="2147483774" r:id="rId56"/>
    <p:sldLayoutId id="2147483775" r:id="rId57"/>
    <p:sldLayoutId id="2147483776" r:id="rId58"/>
    <p:sldLayoutId id="2147483777" r:id="rId59"/>
    <p:sldLayoutId id="2147483778" r:id="rId60"/>
    <p:sldLayoutId id="2147483779"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3.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5.xml"/><Relationship Id="rId3" Type="http://schemas.openxmlformats.org/officeDocument/2006/relationships/image" Target="../media/image1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notesSlide" Target="../notesSlides/notesSlide6.xml"/><Relationship Id="rId3" Type="http://schemas.openxmlformats.org/officeDocument/2006/relationships/image" Target="../media/image119.png"/><Relationship Id="rId4" Type="http://schemas.openxmlformats.org/officeDocument/2006/relationships/image" Target="../media/image121.png"/><Relationship Id="rId5" Type="http://schemas.openxmlformats.org/officeDocument/2006/relationships/image" Target="../media/image1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notesSlide" Target="../notesSlides/notesSlide7.xml"/><Relationship Id="rId3" Type="http://schemas.openxmlformats.org/officeDocument/2006/relationships/image" Target="../media/image121.png"/><Relationship Id="rId4" Type="http://schemas.openxmlformats.org/officeDocument/2006/relationships/image" Target="../media/image120.png"/><Relationship Id="rId5" Type="http://schemas.openxmlformats.org/officeDocument/2006/relationships/image" Target="../media/image119.png"/><Relationship Id="rId6" Type="http://schemas.openxmlformats.org/officeDocument/2006/relationships/image" Target="../media/image12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1.xml"/><Relationship Id="rId2" Type="http://schemas.openxmlformats.org/officeDocument/2006/relationships/notesSlide" Target="../notesSlides/notesSlide8.xml"/><Relationship Id="rId3" Type="http://schemas.openxmlformats.org/officeDocument/2006/relationships/image" Target="../media/image121.png"/><Relationship Id="rId4" Type="http://schemas.openxmlformats.org/officeDocument/2006/relationships/image" Target="../media/image119.png"/><Relationship Id="rId5" Type="http://schemas.openxmlformats.org/officeDocument/2006/relationships/image" Target="../media/image122.png"/><Relationship Id="rId6" Type="http://schemas.openxmlformats.org/officeDocument/2006/relationships/image" Target="../media/image123.png"/><Relationship Id="rId7" Type="http://schemas.openxmlformats.org/officeDocument/2006/relationships/image" Target="../media/image1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9.xml"/><Relationship Id="rId3" Type="http://schemas.openxmlformats.org/officeDocument/2006/relationships/image" Target="../media/image1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10.xml"/><Relationship Id="rId3" Type="http://schemas.openxmlformats.org/officeDocument/2006/relationships/image" Target="../media/image1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11.xml"/><Relationship Id="rId3" Type="http://schemas.openxmlformats.org/officeDocument/2006/relationships/image" Target="../media/image125.png"/><Relationship Id="rId4" Type="http://schemas.openxmlformats.org/officeDocument/2006/relationships/image" Target="../media/image1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5.xml"/><Relationship Id="rId2" Type="http://schemas.openxmlformats.org/officeDocument/2006/relationships/notesSlide" Target="../notesSlides/notesSlide12.xml"/><Relationship Id="rId3" Type="http://schemas.openxmlformats.org/officeDocument/2006/relationships/image" Target="../media/image1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13.xml"/><Relationship Id="rId3" Type="http://schemas.openxmlformats.org/officeDocument/2006/relationships/image" Target="../media/image1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14.xml"/><Relationship Id="rId3" Type="http://schemas.openxmlformats.org/officeDocument/2006/relationships/image" Target="../media/image1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notesSlide" Target="../notesSlides/notesSlide15.xml"/><Relationship Id="rId3" Type="http://schemas.openxmlformats.org/officeDocument/2006/relationships/image" Target="../media/image1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6.xml"/><Relationship Id="rId3" Type="http://schemas.openxmlformats.org/officeDocument/2006/relationships/image" Target="../media/image12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7.xml"/><Relationship Id="rId3" Type="http://schemas.openxmlformats.org/officeDocument/2006/relationships/image" Target="../media/image1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notesSlide" Target="../notesSlides/notesSlide18.xml"/><Relationship Id="rId3" Type="http://schemas.openxmlformats.org/officeDocument/2006/relationships/image" Target="../media/image1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8.xml"/><Relationship Id="rId2" Type="http://schemas.openxmlformats.org/officeDocument/2006/relationships/notesSlide" Target="../notesSlides/notesSlide19.xml"/><Relationship Id="rId3" Type="http://schemas.openxmlformats.org/officeDocument/2006/relationships/image" Target="../media/image1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0.xml"/><Relationship Id="rId3" Type="http://schemas.openxmlformats.org/officeDocument/2006/relationships/image" Target="../media/image133.png"/><Relationship Id="rId4" Type="http://schemas.openxmlformats.org/officeDocument/2006/relationships/image" Target="../media/image119.png"/><Relationship Id="rId5" Type="http://schemas.openxmlformats.org/officeDocument/2006/relationships/image" Target="../media/image1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1.xml"/><Relationship Id="rId3" Type="http://schemas.openxmlformats.org/officeDocument/2006/relationships/image" Target="../media/image133.png"/><Relationship Id="rId4" Type="http://schemas.openxmlformats.org/officeDocument/2006/relationships/image" Target="../media/image119.png"/><Relationship Id="rId5" Type="http://schemas.openxmlformats.org/officeDocument/2006/relationships/image" Target="../media/image1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2.xml"/><Relationship Id="rId3" Type="http://schemas.openxmlformats.org/officeDocument/2006/relationships/image" Target="../media/image133.png"/><Relationship Id="rId4" Type="http://schemas.openxmlformats.org/officeDocument/2006/relationships/image" Target="../media/image119.png"/><Relationship Id="rId5" Type="http://schemas.openxmlformats.org/officeDocument/2006/relationships/image" Target="../media/image132.png"/><Relationship Id="rId6" Type="http://schemas.openxmlformats.org/officeDocument/2006/relationships/image" Target="../media/image1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3.xml"/><Relationship Id="rId3" Type="http://schemas.openxmlformats.org/officeDocument/2006/relationships/image" Target="../media/image133.png"/><Relationship Id="rId4" Type="http://schemas.openxmlformats.org/officeDocument/2006/relationships/image" Target="../media/image119.png"/><Relationship Id="rId5" Type="http://schemas.openxmlformats.org/officeDocument/2006/relationships/image" Target="../media/image1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4.xml"/><Relationship Id="rId3" Type="http://schemas.openxmlformats.org/officeDocument/2006/relationships/image" Target="../media/image119.png"/><Relationship Id="rId4" Type="http://schemas.openxmlformats.org/officeDocument/2006/relationships/image" Target="../media/image131.png"/><Relationship Id="rId5" Type="http://schemas.openxmlformats.org/officeDocument/2006/relationships/image" Target="../media/image13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5.xml"/><Relationship Id="rId3" Type="http://schemas.openxmlformats.org/officeDocument/2006/relationships/image" Target="../media/image119.png"/><Relationship Id="rId4" Type="http://schemas.openxmlformats.org/officeDocument/2006/relationships/image" Target="../media/image132.png"/><Relationship Id="rId5" Type="http://schemas.openxmlformats.org/officeDocument/2006/relationships/image" Target="../media/image1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6.xml"/><Relationship Id="rId3" Type="http://schemas.openxmlformats.org/officeDocument/2006/relationships/image" Target="../media/image133.png"/><Relationship Id="rId4" Type="http://schemas.openxmlformats.org/officeDocument/2006/relationships/image" Target="../media/image119.png"/><Relationship Id="rId5" Type="http://schemas.openxmlformats.org/officeDocument/2006/relationships/image" Target="../media/image132.png"/><Relationship Id="rId6" Type="http://schemas.openxmlformats.org/officeDocument/2006/relationships/image" Target="../media/image1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2.xml"/><Relationship Id="rId2" Type="http://schemas.openxmlformats.org/officeDocument/2006/relationships/notesSlide" Target="../notesSlides/notesSlide27.xml"/><Relationship Id="rId3" Type="http://schemas.openxmlformats.org/officeDocument/2006/relationships/image" Target="../media/image13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28.xml"/><Relationship Id="rId3" Type="http://schemas.openxmlformats.org/officeDocument/2006/relationships/image" Target="../media/image57.png"/><Relationship Id="rId4" Type="http://schemas.openxmlformats.org/officeDocument/2006/relationships/image" Target="../media/image1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6.xml"/><Relationship Id="rId2" Type="http://schemas.openxmlformats.org/officeDocument/2006/relationships/notesSlide" Target="../notesSlides/notesSlide29.xml"/><Relationship Id="rId3" Type="http://schemas.openxmlformats.org/officeDocument/2006/relationships/image" Target="../media/image57.png"/><Relationship Id="rId4" Type="http://schemas.openxmlformats.org/officeDocument/2006/relationships/image" Target="../media/image1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30.xml"/><Relationship Id="rId3" Type="http://schemas.openxmlformats.org/officeDocument/2006/relationships/image" Target="../media/image139.png"/><Relationship Id="rId4" Type="http://schemas.openxmlformats.org/officeDocument/2006/relationships/image" Target="../media/image5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31.xml"/><Relationship Id="rId3" Type="http://schemas.openxmlformats.org/officeDocument/2006/relationships/image" Target="../media/image140.png"/><Relationship Id="rId4" Type="http://schemas.openxmlformats.org/officeDocument/2006/relationships/image" Target="../media/image5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0.xml"/><Relationship Id="rId2" Type="http://schemas.openxmlformats.org/officeDocument/2006/relationships/notesSlide" Target="../notesSlides/notesSlide32.xml"/><Relationship Id="rId3" Type="http://schemas.openxmlformats.org/officeDocument/2006/relationships/image" Target="../media/image1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33.xml"/><Relationship Id="rId3" Type="http://schemas.openxmlformats.org/officeDocument/2006/relationships/image" Target="../media/image139.png"/><Relationship Id="rId4" Type="http://schemas.openxmlformats.org/officeDocument/2006/relationships/image" Target="../media/image138.png"/><Relationship Id="rId5" Type="http://schemas.openxmlformats.org/officeDocument/2006/relationships/image" Target="../media/image5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34.xml"/><Relationship Id="rId3" Type="http://schemas.openxmlformats.org/officeDocument/2006/relationships/image" Target="../media/image140.png"/><Relationship Id="rId4" Type="http://schemas.openxmlformats.org/officeDocument/2006/relationships/image" Target="../media/image57.png"/><Relationship Id="rId5" Type="http://schemas.openxmlformats.org/officeDocument/2006/relationships/image" Target="../media/image13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notesSlide" Target="../notesSlides/notesSlide35.xml"/><Relationship Id="rId3" Type="http://schemas.openxmlformats.org/officeDocument/2006/relationships/image" Target="../media/image1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1.xml"/><Relationship Id="rId2" Type="http://schemas.openxmlformats.org/officeDocument/2006/relationships/notesSlide" Target="../notesSlides/notesSlide37.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1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0" name="Shape 1650"/>
        <p:cNvGrpSpPr/>
        <p:nvPr/>
      </p:nvGrpSpPr>
      <p:grpSpPr>
        <a:xfrm>
          <a:off x="0" y="0"/>
          <a:ext cx="0" cy="0"/>
          <a:chOff x="0" y="0"/>
          <a:chExt cx="0" cy="0"/>
        </a:xfrm>
      </p:grpSpPr>
      <p:sp>
        <p:nvSpPr>
          <p:cNvPr id="1651" name="Google Shape;1651;p135"/>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Further demonstrating of Pythagoras’ theorem</a:t>
            </a:r>
            <a:endParaRPr/>
          </a:p>
        </p:txBody>
      </p:sp>
      <p:sp>
        <p:nvSpPr>
          <p:cNvPr id="1652" name="Google Shape;1652;p135"/>
          <p:cNvSpPr txBox="1"/>
          <p:nvPr>
            <p:ph idx="1" type="subTitle"/>
          </p:nvPr>
        </p:nvSpPr>
        <p:spPr>
          <a:xfrm>
            <a:off x="966425" y="4327975"/>
            <a:ext cx="59424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Geometrical properties: similarity and Pythagoras’ theorem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6" name="Shape 1656"/>
        <p:cNvGrpSpPr/>
        <p:nvPr/>
      </p:nvGrpSpPr>
      <p:grpSpPr>
        <a:xfrm>
          <a:off x="0" y="0"/>
          <a:ext cx="0" cy="0"/>
          <a:chOff x="0" y="0"/>
          <a:chExt cx="0" cy="0"/>
        </a:xfrm>
      </p:grpSpPr>
      <p:sp>
        <p:nvSpPr>
          <p:cNvPr id="1657" name="Google Shape;1657;p136"/>
          <p:cNvSpPr txBox="1"/>
          <p:nvPr/>
        </p:nvSpPr>
        <p:spPr>
          <a:xfrm>
            <a:off x="5655175" y="9530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1" name="Shape 1661"/>
        <p:cNvGrpSpPr/>
        <p:nvPr/>
      </p:nvGrpSpPr>
      <p:grpSpPr>
        <a:xfrm>
          <a:off x="0" y="0"/>
          <a:ext cx="0" cy="0"/>
          <a:chOff x="0" y="0"/>
          <a:chExt cx="0" cy="0"/>
        </a:xfrm>
      </p:grpSpPr>
      <p:sp>
        <p:nvSpPr>
          <p:cNvPr id="1662" name="Google Shape;1662;p137"/>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appreciate there is a relationship between the lengths of the sides of a right-angled triangle.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6" name="Shape 1666"/>
        <p:cNvGrpSpPr/>
        <p:nvPr/>
      </p:nvGrpSpPr>
      <p:grpSpPr>
        <a:xfrm>
          <a:off x="0" y="0"/>
          <a:ext cx="0" cy="0"/>
          <a:chOff x="0" y="0"/>
          <a:chExt cx="0" cy="0"/>
        </a:xfrm>
      </p:grpSpPr>
      <p:sp>
        <p:nvSpPr>
          <p:cNvPr id="1667" name="Google Shape;1667;p138"/>
          <p:cNvSpPr txBox="1"/>
          <p:nvPr>
            <p:ph idx="6" type="subTitle"/>
          </p:nvPr>
        </p:nvSpPr>
        <p:spPr>
          <a:xfrm>
            <a:off x="324000" y="939825"/>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b="1" lang="en-GB"/>
              <a:t>Pythagoras’ theorem</a:t>
            </a:r>
            <a:r>
              <a:rPr lang="en-GB"/>
              <a:t> shows that the sum of the squares of the two shorter sides of a right-angled triangle is equal to the square of its longest side (the hypotenuse).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13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Further demonstrating Pythagoras’ theorem</a:t>
            </a:r>
            <a:endParaRPr/>
          </a:p>
        </p:txBody>
      </p:sp>
      <p:pic>
        <p:nvPicPr>
          <p:cNvPr id="1673" name="Google Shape;1673;p139"/>
          <p:cNvPicPr preferRelativeResize="0"/>
          <p:nvPr/>
        </p:nvPicPr>
        <p:blipFill>
          <a:blip r:embed="rId3">
            <a:alphaModFix/>
          </a:blip>
          <a:stretch>
            <a:fillRect/>
          </a:stretch>
        </p:blipFill>
        <p:spPr>
          <a:xfrm>
            <a:off x="413150" y="2058262"/>
            <a:ext cx="450575" cy="446750"/>
          </a:xfrm>
          <a:prstGeom prst="rect">
            <a:avLst/>
          </a:prstGeom>
          <a:noFill/>
          <a:ln>
            <a:noFill/>
          </a:ln>
        </p:spPr>
      </p:pic>
      <p:sp>
        <p:nvSpPr>
          <p:cNvPr id="1674" name="Google Shape;1674;p139"/>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sp>
        <p:nvSpPr>
          <p:cNvPr id="1675" name="Google Shape;1675;p13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9" name="Shape 1679"/>
        <p:cNvGrpSpPr/>
        <p:nvPr/>
      </p:nvGrpSpPr>
      <p:grpSpPr>
        <a:xfrm>
          <a:off x="0" y="0"/>
          <a:ext cx="0" cy="0"/>
          <a:chOff x="0" y="0"/>
          <a:chExt cx="0" cy="0"/>
        </a:xfrm>
      </p:grpSpPr>
      <p:pic>
        <p:nvPicPr>
          <p:cNvPr id="1680" name="Google Shape;1680;p140"/>
          <p:cNvPicPr preferRelativeResize="0"/>
          <p:nvPr/>
        </p:nvPicPr>
        <p:blipFill rotWithShape="1">
          <a:blip r:embed="rId3">
            <a:alphaModFix/>
          </a:blip>
          <a:srcRect b="4760" l="40550" r="0" t="13015"/>
          <a:stretch/>
        </p:blipFill>
        <p:spPr>
          <a:xfrm>
            <a:off x="856325" y="613488"/>
            <a:ext cx="3837798" cy="1865138"/>
          </a:xfrm>
          <a:prstGeom prst="rect">
            <a:avLst/>
          </a:prstGeom>
          <a:noFill/>
          <a:ln>
            <a:noFill/>
          </a:ln>
        </p:spPr>
      </p:pic>
      <p:sp>
        <p:nvSpPr>
          <p:cNvPr id="1681" name="Google Shape;1681;p140"/>
          <p:cNvSpPr/>
          <p:nvPr/>
        </p:nvSpPr>
        <p:spPr>
          <a:xfrm>
            <a:off x="6391125" y="2754812"/>
            <a:ext cx="295800" cy="2958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2" name="Google Shape;1682;p140"/>
          <p:cNvSpPr txBox="1"/>
          <p:nvPr/>
        </p:nvSpPr>
        <p:spPr>
          <a:xfrm>
            <a:off x="1151483" y="730353"/>
            <a:ext cx="3507000" cy="138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So, if I know the areas of any two squares, I instantly know the size of the third square that I need to create a right-angled triangle?</a:t>
            </a:r>
            <a:endParaRPr sz="1800">
              <a:latin typeface="Lexend"/>
              <a:ea typeface="Lexend"/>
              <a:cs typeface="Lexend"/>
              <a:sym typeface="Lexend"/>
            </a:endParaRPr>
          </a:p>
        </p:txBody>
      </p:sp>
      <p:sp>
        <p:nvSpPr>
          <p:cNvPr id="1683" name="Google Shape;1683;p14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sp>
        <p:nvSpPr>
          <p:cNvPr id="1684" name="Google Shape;1684;p140"/>
          <p:cNvSpPr txBox="1"/>
          <p:nvPr/>
        </p:nvSpPr>
        <p:spPr>
          <a:xfrm>
            <a:off x="324001" y="2758850"/>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pic>
        <p:nvPicPr>
          <p:cNvPr id="1685" name="Google Shape;1685;p140"/>
          <p:cNvPicPr preferRelativeResize="0"/>
          <p:nvPr/>
        </p:nvPicPr>
        <p:blipFill>
          <a:blip r:embed="rId4">
            <a:alphaModFix/>
          </a:blip>
          <a:stretch>
            <a:fillRect/>
          </a:stretch>
        </p:blipFill>
        <p:spPr>
          <a:xfrm>
            <a:off x="416476" y="1995657"/>
            <a:ext cx="629124" cy="823977"/>
          </a:xfrm>
          <a:prstGeom prst="rect">
            <a:avLst/>
          </a:prstGeom>
          <a:noFill/>
          <a:ln>
            <a:noFill/>
          </a:ln>
        </p:spPr>
      </p:pic>
      <p:pic>
        <p:nvPicPr>
          <p:cNvPr id="1686" name="Google Shape;1686;p140"/>
          <p:cNvPicPr preferRelativeResize="0"/>
          <p:nvPr/>
        </p:nvPicPr>
        <p:blipFill rotWithShape="1">
          <a:blip r:embed="rId5">
            <a:alphaModFix/>
          </a:blip>
          <a:srcRect b="0" l="67307" r="240" t="0"/>
          <a:stretch/>
        </p:blipFill>
        <p:spPr>
          <a:xfrm rot="2352001">
            <a:off x="6662753" y="1091273"/>
            <a:ext cx="1672372" cy="1687101"/>
          </a:xfrm>
          <a:prstGeom prst="rect">
            <a:avLst/>
          </a:prstGeom>
          <a:noFill/>
          <a:ln>
            <a:noFill/>
          </a:ln>
        </p:spPr>
      </p:pic>
      <p:grpSp>
        <p:nvGrpSpPr>
          <p:cNvPr id="1687" name="Google Shape;1687;p140"/>
          <p:cNvGrpSpPr/>
          <p:nvPr/>
        </p:nvGrpSpPr>
        <p:grpSpPr>
          <a:xfrm>
            <a:off x="5353631" y="2007076"/>
            <a:ext cx="1082475" cy="1092000"/>
            <a:chOff x="5353631" y="2007076"/>
            <a:chExt cx="1082475" cy="1092000"/>
          </a:xfrm>
        </p:grpSpPr>
        <p:pic>
          <p:nvPicPr>
            <p:cNvPr id="1688" name="Google Shape;1688;p140"/>
            <p:cNvPicPr preferRelativeResize="0"/>
            <p:nvPr/>
          </p:nvPicPr>
          <p:blipFill rotWithShape="1">
            <a:blip r:embed="rId5">
              <a:alphaModFix/>
            </a:blip>
            <a:srcRect b="0" l="0" r="78994" t="35275"/>
            <a:stretch/>
          </p:blipFill>
          <p:spPr>
            <a:xfrm>
              <a:off x="5353631" y="2007076"/>
              <a:ext cx="1082475" cy="1092000"/>
            </a:xfrm>
            <a:prstGeom prst="rect">
              <a:avLst/>
            </a:prstGeom>
            <a:noFill/>
            <a:ln>
              <a:noFill/>
            </a:ln>
          </p:spPr>
        </p:pic>
        <p:sp>
          <p:nvSpPr>
            <p:cNvPr id="1689" name="Google Shape;1689;p140"/>
            <p:cNvSpPr txBox="1"/>
            <p:nvPr/>
          </p:nvSpPr>
          <p:spPr>
            <a:xfrm>
              <a:off x="5369555" y="2232904"/>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grpSp>
        <p:nvGrpSpPr>
          <p:cNvPr id="1690" name="Google Shape;1690;p140"/>
          <p:cNvGrpSpPr/>
          <p:nvPr/>
        </p:nvGrpSpPr>
        <p:grpSpPr>
          <a:xfrm>
            <a:off x="6331235" y="3009779"/>
            <a:ext cx="1300150" cy="1311590"/>
            <a:chOff x="6331235" y="3009779"/>
            <a:chExt cx="1300150" cy="1311590"/>
          </a:xfrm>
        </p:grpSpPr>
        <p:pic>
          <p:nvPicPr>
            <p:cNvPr id="1691" name="Google Shape;1691;p140"/>
            <p:cNvPicPr preferRelativeResize="0"/>
            <p:nvPr/>
          </p:nvPicPr>
          <p:blipFill rotWithShape="1">
            <a:blip r:embed="rId5">
              <a:alphaModFix/>
            </a:blip>
            <a:srcRect b="0" l="33444" r="41326" t="22257"/>
            <a:stretch/>
          </p:blipFill>
          <p:spPr>
            <a:xfrm>
              <a:off x="6331235" y="3009779"/>
              <a:ext cx="1300150" cy="1311590"/>
            </a:xfrm>
            <a:prstGeom prst="rect">
              <a:avLst/>
            </a:prstGeom>
            <a:noFill/>
            <a:ln>
              <a:noFill/>
            </a:ln>
          </p:spPr>
        </p:pic>
        <p:sp>
          <p:nvSpPr>
            <p:cNvPr id="1692" name="Google Shape;1692;p140"/>
            <p:cNvSpPr txBox="1"/>
            <p:nvPr/>
          </p:nvSpPr>
          <p:spPr>
            <a:xfrm>
              <a:off x="6456005" y="3326729"/>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grpSp>
        <p:nvGrpSpPr>
          <p:cNvPr id="1693" name="Google Shape;1693;p140"/>
          <p:cNvGrpSpPr/>
          <p:nvPr/>
        </p:nvGrpSpPr>
        <p:grpSpPr>
          <a:xfrm>
            <a:off x="1070024" y="2672477"/>
            <a:ext cx="3223598" cy="1948412"/>
            <a:chOff x="841415" y="2596303"/>
            <a:chExt cx="3223598" cy="1566625"/>
          </a:xfrm>
        </p:grpSpPr>
        <p:sp>
          <p:nvSpPr>
            <p:cNvPr id="1694" name="Google Shape;1694;p140"/>
            <p:cNvSpPr txBox="1"/>
            <p:nvPr/>
          </p:nvSpPr>
          <p:spPr>
            <a:xfrm>
              <a:off x="1113900" y="2948700"/>
              <a:ext cx="2889000" cy="89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areas of the two smaller squares must add together to make the area of the larger square.</a:t>
              </a:r>
              <a:endParaRPr sz="1800">
                <a:latin typeface="Lexend"/>
                <a:ea typeface="Lexend"/>
                <a:cs typeface="Lexend"/>
                <a:sym typeface="Lexend"/>
              </a:endParaRPr>
            </a:p>
          </p:txBody>
        </p:sp>
        <p:pic>
          <p:nvPicPr>
            <p:cNvPr id="1695" name="Google Shape;1695;p140"/>
            <p:cNvPicPr preferRelativeResize="0"/>
            <p:nvPr/>
          </p:nvPicPr>
          <p:blipFill rotWithShape="1">
            <a:blip r:embed="rId3">
              <a:alphaModFix/>
            </a:blip>
            <a:srcRect b="4760" l="40550" r="0" t="13015"/>
            <a:stretch/>
          </p:blipFill>
          <p:spPr>
            <a:xfrm flipH="1" rot="10800000">
              <a:off x="841415" y="2596303"/>
              <a:ext cx="3223598" cy="1566625"/>
            </a:xfrm>
            <a:prstGeom prst="rect">
              <a:avLst/>
            </a:prstGeom>
            <a:noFill/>
            <a:ln>
              <a:noFill/>
            </a:ln>
          </p:spPr>
        </p:pic>
      </p:grpSp>
      <p:sp>
        <p:nvSpPr>
          <p:cNvPr id="1696" name="Google Shape;1696;p140"/>
          <p:cNvSpPr txBox="1"/>
          <p:nvPr/>
        </p:nvSpPr>
        <p:spPr>
          <a:xfrm>
            <a:off x="6989211" y="1644372"/>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 + 24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697" name="Google Shape;1697;p140"/>
          <p:cNvSpPr txBox="1"/>
          <p:nvPr/>
        </p:nvSpPr>
        <p:spPr>
          <a:xfrm>
            <a:off x="6951333" y="1620020"/>
            <a:ext cx="1125900" cy="726300"/>
          </a:xfrm>
          <a:prstGeom prst="rect">
            <a:avLst/>
          </a:prstGeom>
          <a:solidFill>
            <a:srgbClr val="D4C5F2"/>
          </a:solid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1" name="Shape 1701"/>
        <p:cNvGrpSpPr/>
        <p:nvPr/>
      </p:nvGrpSpPr>
      <p:grpSpPr>
        <a:xfrm>
          <a:off x="0" y="0"/>
          <a:ext cx="0" cy="0"/>
          <a:chOff x="0" y="0"/>
          <a:chExt cx="0" cy="0"/>
        </a:xfrm>
      </p:grpSpPr>
      <p:sp>
        <p:nvSpPr>
          <p:cNvPr id="1702" name="Google Shape;1702;p141"/>
          <p:cNvSpPr/>
          <p:nvPr/>
        </p:nvSpPr>
        <p:spPr>
          <a:xfrm>
            <a:off x="6391125" y="2754812"/>
            <a:ext cx="295800" cy="2958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03" name="Google Shape;1703;p14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grpSp>
        <p:nvGrpSpPr>
          <p:cNvPr id="1704" name="Google Shape;1704;p141"/>
          <p:cNvGrpSpPr/>
          <p:nvPr/>
        </p:nvGrpSpPr>
        <p:grpSpPr>
          <a:xfrm>
            <a:off x="324001" y="1995657"/>
            <a:ext cx="814200" cy="1040393"/>
            <a:chOff x="324001" y="1995657"/>
            <a:chExt cx="814200" cy="1040393"/>
          </a:xfrm>
        </p:grpSpPr>
        <p:sp>
          <p:nvSpPr>
            <p:cNvPr id="1705" name="Google Shape;1705;p141"/>
            <p:cNvSpPr txBox="1"/>
            <p:nvPr/>
          </p:nvSpPr>
          <p:spPr>
            <a:xfrm>
              <a:off x="324001" y="2758850"/>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pic>
          <p:nvPicPr>
            <p:cNvPr id="1706" name="Google Shape;1706;p141"/>
            <p:cNvPicPr preferRelativeResize="0"/>
            <p:nvPr/>
          </p:nvPicPr>
          <p:blipFill>
            <a:blip r:embed="rId3">
              <a:alphaModFix/>
            </a:blip>
            <a:stretch>
              <a:fillRect/>
            </a:stretch>
          </p:blipFill>
          <p:spPr>
            <a:xfrm>
              <a:off x="416476" y="1995657"/>
              <a:ext cx="629124" cy="823977"/>
            </a:xfrm>
            <a:prstGeom prst="rect">
              <a:avLst/>
            </a:prstGeom>
            <a:noFill/>
            <a:ln>
              <a:noFill/>
            </a:ln>
          </p:spPr>
        </p:pic>
      </p:grpSp>
      <p:pic>
        <p:nvPicPr>
          <p:cNvPr id="1707" name="Google Shape;1707;p141"/>
          <p:cNvPicPr preferRelativeResize="0"/>
          <p:nvPr/>
        </p:nvPicPr>
        <p:blipFill rotWithShape="1">
          <a:blip r:embed="rId4">
            <a:alphaModFix/>
          </a:blip>
          <a:srcRect b="0" l="67307" r="240" t="0"/>
          <a:stretch/>
        </p:blipFill>
        <p:spPr>
          <a:xfrm rot="2352001">
            <a:off x="6662753" y="1091273"/>
            <a:ext cx="1672372" cy="1687101"/>
          </a:xfrm>
          <a:prstGeom prst="rect">
            <a:avLst/>
          </a:prstGeom>
          <a:noFill/>
          <a:ln>
            <a:noFill/>
          </a:ln>
        </p:spPr>
      </p:pic>
      <p:grpSp>
        <p:nvGrpSpPr>
          <p:cNvPr id="1708" name="Google Shape;1708;p141"/>
          <p:cNvGrpSpPr/>
          <p:nvPr/>
        </p:nvGrpSpPr>
        <p:grpSpPr>
          <a:xfrm>
            <a:off x="5353631" y="2007076"/>
            <a:ext cx="1082475" cy="1092000"/>
            <a:chOff x="5353631" y="2007076"/>
            <a:chExt cx="1082475" cy="1092000"/>
          </a:xfrm>
        </p:grpSpPr>
        <p:pic>
          <p:nvPicPr>
            <p:cNvPr id="1709" name="Google Shape;1709;p141"/>
            <p:cNvPicPr preferRelativeResize="0"/>
            <p:nvPr/>
          </p:nvPicPr>
          <p:blipFill rotWithShape="1">
            <a:blip r:embed="rId4">
              <a:alphaModFix/>
            </a:blip>
            <a:srcRect b="0" l="0" r="78994" t="35275"/>
            <a:stretch/>
          </p:blipFill>
          <p:spPr>
            <a:xfrm>
              <a:off x="5353631" y="2007076"/>
              <a:ext cx="1082475" cy="1092000"/>
            </a:xfrm>
            <a:prstGeom prst="rect">
              <a:avLst/>
            </a:prstGeom>
            <a:noFill/>
            <a:ln>
              <a:noFill/>
            </a:ln>
          </p:spPr>
        </p:pic>
        <p:sp>
          <p:nvSpPr>
            <p:cNvPr id="1710" name="Google Shape;1710;p141"/>
            <p:cNvSpPr txBox="1"/>
            <p:nvPr/>
          </p:nvSpPr>
          <p:spPr>
            <a:xfrm>
              <a:off x="5369555" y="2232904"/>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grpSp>
        <p:nvGrpSpPr>
          <p:cNvPr id="1711" name="Google Shape;1711;p141"/>
          <p:cNvGrpSpPr/>
          <p:nvPr/>
        </p:nvGrpSpPr>
        <p:grpSpPr>
          <a:xfrm>
            <a:off x="6331235" y="3009779"/>
            <a:ext cx="1300150" cy="1311590"/>
            <a:chOff x="6331235" y="3009779"/>
            <a:chExt cx="1300150" cy="1311590"/>
          </a:xfrm>
        </p:grpSpPr>
        <p:pic>
          <p:nvPicPr>
            <p:cNvPr id="1712" name="Google Shape;1712;p141"/>
            <p:cNvPicPr preferRelativeResize="0"/>
            <p:nvPr/>
          </p:nvPicPr>
          <p:blipFill rotWithShape="1">
            <a:blip r:embed="rId4">
              <a:alphaModFix/>
            </a:blip>
            <a:srcRect b="0" l="33444" r="41326" t="22257"/>
            <a:stretch/>
          </p:blipFill>
          <p:spPr>
            <a:xfrm>
              <a:off x="6331235" y="3009779"/>
              <a:ext cx="1300150" cy="1311590"/>
            </a:xfrm>
            <a:prstGeom prst="rect">
              <a:avLst/>
            </a:prstGeom>
            <a:noFill/>
            <a:ln>
              <a:noFill/>
            </a:ln>
          </p:spPr>
        </p:pic>
        <p:sp>
          <p:nvSpPr>
            <p:cNvPr id="1713" name="Google Shape;1713;p141"/>
            <p:cNvSpPr txBox="1"/>
            <p:nvPr/>
          </p:nvSpPr>
          <p:spPr>
            <a:xfrm>
              <a:off x="6456005" y="3326729"/>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sp>
        <p:nvSpPr>
          <p:cNvPr id="1714" name="Google Shape;1714;p141"/>
          <p:cNvSpPr txBox="1"/>
          <p:nvPr/>
        </p:nvSpPr>
        <p:spPr>
          <a:xfrm>
            <a:off x="6989211" y="1644372"/>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 + 24</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715" name="Google Shape;1715;p141"/>
          <p:cNvSpPr txBox="1"/>
          <p:nvPr/>
        </p:nvSpPr>
        <p:spPr>
          <a:xfrm>
            <a:off x="6951333" y="1620020"/>
            <a:ext cx="1125900" cy="726300"/>
          </a:xfrm>
          <a:prstGeom prst="rect">
            <a:avLst/>
          </a:prstGeom>
          <a:solidFill>
            <a:srgbClr val="D4C5F2"/>
          </a:solid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1716" name="Google Shape;1716;p141"/>
          <p:cNvGrpSpPr/>
          <p:nvPr/>
        </p:nvGrpSpPr>
        <p:grpSpPr>
          <a:xfrm>
            <a:off x="1022143" y="3114197"/>
            <a:ext cx="2579709" cy="1233205"/>
            <a:chOff x="3962154" y="3649844"/>
            <a:chExt cx="1949599" cy="1108200"/>
          </a:xfrm>
        </p:grpSpPr>
        <p:pic>
          <p:nvPicPr>
            <p:cNvPr id="1717" name="Google Shape;1717;p141"/>
            <p:cNvPicPr preferRelativeResize="0"/>
            <p:nvPr/>
          </p:nvPicPr>
          <p:blipFill rotWithShape="1">
            <a:blip r:embed="rId5">
              <a:alphaModFix/>
            </a:blip>
            <a:srcRect b="4760" l="40550" r="0" t="13015"/>
            <a:stretch/>
          </p:blipFill>
          <p:spPr>
            <a:xfrm>
              <a:off x="3962154" y="3649844"/>
              <a:ext cx="1949599" cy="1108200"/>
            </a:xfrm>
            <a:prstGeom prst="rect">
              <a:avLst/>
            </a:prstGeom>
            <a:noFill/>
            <a:ln>
              <a:noFill/>
            </a:ln>
          </p:spPr>
        </p:pic>
        <p:sp>
          <p:nvSpPr>
            <p:cNvPr id="1718" name="Google Shape;1718;p141"/>
            <p:cNvSpPr txBox="1"/>
            <p:nvPr/>
          </p:nvSpPr>
          <p:spPr>
            <a:xfrm>
              <a:off x="4132577" y="3736520"/>
              <a:ext cx="1731000" cy="747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But what if you don’t know the area of the squares?</a:t>
              </a:r>
              <a:endParaRPr sz="1800">
                <a:latin typeface="Lexend"/>
                <a:ea typeface="Lexend"/>
                <a:cs typeface="Lexend"/>
                <a:sym typeface="Lexend"/>
              </a:endParaRPr>
            </a:p>
          </p:txBody>
        </p:sp>
      </p:grpSp>
      <p:sp>
        <p:nvSpPr>
          <p:cNvPr id="1719" name="Google Shape;1719;p141"/>
          <p:cNvSpPr txBox="1"/>
          <p:nvPr/>
        </p:nvSpPr>
        <p:spPr>
          <a:xfrm>
            <a:off x="355488" y="4426488"/>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1720" name="Google Shape;1720;p141"/>
          <p:cNvPicPr preferRelativeResize="0"/>
          <p:nvPr/>
        </p:nvPicPr>
        <p:blipFill>
          <a:blip r:embed="rId6">
            <a:alphaModFix/>
          </a:blip>
          <a:stretch>
            <a:fillRect/>
          </a:stretch>
        </p:blipFill>
        <p:spPr>
          <a:xfrm flipH="1">
            <a:off x="448026" y="3731112"/>
            <a:ext cx="629125" cy="725538"/>
          </a:xfrm>
          <a:prstGeom prst="rect">
            <a:avLst/>
          </a:prstGeom>
          <a:noFill/>
          <a:ln>
            <a:noFill/>
          </a:ln>
        </p:spPr>
      </p:pic>
      <p:grpSp>
        <p:nvGrpSpPr>
          <p:cNvPr id="1721" name="Google Shape;1721;p141"/>
          <p:cNvGrpSpPr/>
          <p:nvPr/>
        </p:nvGrpSpPr>
        <p:grpSpPr>
          <a:xfrm>
            <a:off x="856323" y="970999"/>
            <a:ext cx="3138644" cy="1507123"/>
            <a:chOff x="856325" y="1007975"/>
            <a:chExt cx="3026074" cy="1470651"/>
          </a:xfrm>
        </p:grpSpPr>
        <p:pic>
          <p:nvPicPr>
            <p:cNvPr id="1722" name="Google Shape;1722;p141"/>
            <p:cNvPicPr preferRelativeResize="0"/>
            <p:nvPr/>
          </p:nvPicPr>
          <p:blipFill rotWithShape="1">
            <a:blip r:embed="rId5">
              <a:alphaModFix/>
            </a:blip>
            <a:srcRect b="4760" l="40550" r="0" t="13015"/>
            <a:stretch/>
          </p:blipFill>
          <p:spPr>
            <a:xfrm>
              <a:off x="856325" y="1007975"/>
              <a:ext cx="3026074" cy="1470651"/>
            </a:xfrm>
            <a:prstGeom prst="rect">
              <a:avLst/>
            </a:prstGeom>
            <a:noFill/>
            <a:ln>
              <a:noFill/>
            </a:ln>
          </p:spPr>
        </p:pic>
        <p:sp>
          <p:nvSpPr>
            <p:cNvPr id="1723" name="Google Shape;1723;p141"/>
            <p:cNvSpPr txBox="1"/>
            <p:nvPr/>
          </p:nvSpPr>
          <p:spPr>
            <a:xfrm>
              <a:off x="1089055" y="1100123"/>
              <a:ext cx="2765100" cy="108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Then just measure the length of one of its sides, then square that length to find its area that way.</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7" name="Shape 1727"/>
        <p:cNvGrpSpPr/>
        <p:nvPr/>
      </p:nvGrpSpPr>
      <p:grpSpPr>
        <a:xfrm>
          <a:off x="0" y="0"/>
          <a:ext cx="0" cy="0"/>
          <a:chOff x="0" y="0"/>
          <a:chExt cx="0" cy="0"/>
        </a:xfrm>
      </p:grpSpPr>
      <p:sp>
        <p:nvSpPr>
          <p:cNvPr id="1728" name="Google Shape;1728;p142"/>
          <p:cNvSpPr/>
          <p:nvPr/>
        </p:nvSpPr>
        <p:spPr>
          <a:xfrm>
            <a:off x="6353075" y="2883762"/>
            <a:ext cx="295800" cy="2958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9" name="Google Shape;1729;p14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sp>
        <p:nvSpPr>
          <p:cNvPr id="1730" name="Google Shape;1730;p142"/>
          <p:cNvSpPr txBox="1"/>
          <p:nvPr/>
        </p:nvSpPr>
        <p:spPr>
          <a:xfrm>
            <a:off x="324001" y="2758850"/>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pic>
        <p:nvPicPr>
          <p:cNvPr id="1731" name="Google Shape;1731;p142"/>
          <p:cNvPicPr preferRelativeResize="0"/>
          <p:nvPr/>
        </p:nvPicPr>
        <p:blipFill>
          <a:blip r:embed="rId3">
            <a:alphaModFix/>
          </a:blip>
          <a:stretch>
            <a:fillRect/>
          </a:stretch>
        </p:blipFill>
        <p:spPr>
          <a:xfrm>
            <a:off x="416476" y="1995657"/>
            <a:ext cx="629124" cy="823977"/>
          </a:xfrm>
          <a:prstGeom prst="rect">
            <a:avLst/>
          </a:prstGeom>
          <a:noFill/>
          <a:ln>
            <a:noFill/>
          </a:ln>
        </p:spPr>
      </p:pic>
      <p:grpSp>
        <p:nvGrpSpPr>
          <p:cNvPr id="1732" name="Google Shape;1732;p142"/>
          <p:cNvGrpSpPr/>
          <p:nvPr/>
        </p:nvGrpSpPr>
        <p:grpSpPr>
          <a:xfrm>
            <a:off x="1022143" y="3114197"/>
            <a:ext cx="2579709" cy="1233205"/>
            <a:chOff x="3962154" y="3649844"/>
            <a:chExt cx="1949599" cy="1108200"/>
          </a:xfrm>
        </p:grpSpPr>
        <p:pic>
          <p:nvPicPr>
            <p:cNvPr id="1733" name="Google Shape;1733;p142"/>
            <p:cNvPicPr preferRelativeResize="0"/>
            <p:nvPr/>
          </p:nvPicPr>
          <p:blipFill rotWithShape="1">
            <a:blip r:embed="rId4">
              <a:alphaModFix/>
            </a:blip>
            <a:srcRect b="4760" l="40550" r="0" t="13015"/>
            <a:stretch/>
          </p:blipFill>
          <p:spPr>
            <a:xfrm>
              <a:off x="3962154" y="3649844"/>
              <a:ext cx="1949599" cy="1108200"/>
            </a:xfrm>
            <a:prstGeom prst="rect">
              <a:avLst/>
            </a:prstGeom>
            <a:noFill/>
            <a:ln>
              <a:noFill/>
            </a:ln>
          </p:spPr>
        </p:pic>
        <p:sp>
          <p:nvSpPr>
            <p:cNvPr id="1734" name="Google Shape;1734;p142"/>
            <p:cNvSpPr txBox="1"/>
            <p:nvPr/>
          </p:nvSpPr>
          <p:spPr>
            <a:xfrm>
              <a:off x="4132577" y="3736520"/>
              <a:ext cx="1731000" cy="747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But what if you don’t know the area of the squares?</a:t>
              </a:r>
              <a:endParaRPr sz="1800">
                <a:latin typeface="Lexend"/>
                <a:ea typeface="Lexend"/>
                <a:cs typeface="Lexend"/>
                <a:sym typeface="Lexend"/>
              </a:endParaRPr>
            </a:p>
          </p:txBody>
        </p:sp>
      </p:grpSp>
      <p:sp>
        <p:nvSpPr>
          <p:cNvPr id="1735" name="Google Shape;1735;p142"/>
          <p:cNvSpPr txBox="1"/>
          <p:nvPr/>
        </p:nvSpPr>
        <p:spPr>
          <a:xfrm>
            <a:off x="355488" y="4426488"/>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1736" name="Google Shape;1736;p142"/>
          <p:cNvPicPr preferRelativeResize="0"/>
          <p:nvPr/>
        </p:nvPicPr>
        <p:blipFill>
          <a:blip r:embed="rId5">
            <a:alphaModFix/>
          </a:blip>
          <a:stretch>
            <a:fillRect/>
          </a:stretch>
        </p:blipFill>
        <p:spPr>
          <a:xfrm flipH="1">
            <a:off x="448026" y="3731112"/>
            <a:ext cx="629125" cy="725538"/>
          </a:xfrm>
          <a:prstGeom prst="rect">
            <a:avLst/>
          </a:prstGeom>
          <a:noFill/>
          <a:ln>
            <a:noFill/>
          </a:ln>
        </p:spPr>
      </p:pic>
      <p:pic>
        <p:nvPicPr>
          <p:cNvPr id="1737" name="Google Shape;1737;p142"/>
          <p:cNvPicPr preferRelativeResize="0"/>
          <p:nvPr/>
        </p:nvPicPr>
        <p:blipFill rotWithShape="1">
          <a:blip r:embed="rId6">
            <a:alphaModFix/>
          </a:blip>
          <a:srcRect b="0" l="61508" r="0" t="0"/>
          <a:stretch/>
        </p:blipFill>
        <p:spPr>
          <a:xfrm rot="2855998">
            <a:off x="6645441" y="993022"/>
            <a:ext cx="1907951" cy="1875251"/>
          </a:xfrm>
          <a:prstGeom prst="rect">
            <a:avLst/>
          </a:prstGeom>
          <a:noFill/>
          <a:ln>
            <a:noFill/>
          </a:ln>
        </p:spPr>
      </p:pic>
      <p:grpSp>
        <p:nvGrpSpPr>
          <p:cNvPr id="1738" name="Google Shape;1738;p142"/>
          <p:cNvGrpSpPr/>
          <p:nvPr/>
        </p:nvGrpSpPr>
        <p:grpSpPr>
          <a:xfrm>
            <a:off x="4978025" y="1819480"/>
            <a:ext cx="2610728" cy="2591730"/>
            <a:chOff x="4978025" y="1944138"/>
            <a:chExt cx="2610728" cy="2591730"/>
          </a:xfrm>
        </p:grpSpPr>
        <p:grpSp>
          <p:nvGrpSpPr>
            <p:cNvPr id="1739" name="Google Shape;1739;p142"/>
            <p:cNvGrpSpPr/>
            <p:nvPr/>
          </p:nvGrpSpPr>
          <p:grpSpPr>
            <a:xfrm>
              <a:off x="4978025" y="1944138"/>
              <a:ext cx="2610728" cy="2591730"/>
              <a:chOff x="4978025" y="2192825"/>
              <a:chExt cx="2610728" cy="2591730"/>
            </a:xfrm>
          </p:grpSpPr>
          <p:pic>
            <p:nvPicPr>
              <p:cNvPr id="1740" name="Google Shape;1740;p142"/>
              <p:cNvPicPr preferRelativeResize="0"/>
              <p:nvPr/>
            </p:nvPicPr>
            <p:blipFill rotWithShape="1">
              <a:blip r:embed="rId6">
                <a:alphaModFix/>
              </a:blip>
              <a:srcRect b="0" l="28097" r="42925" t="24851"/>
              <a:stretch/>
            </p:blipFill>
            <p:spPr>
              <a:xfrm>
                <a:off x="4978025" y="2192825"/>
                <a:ext cx="1436375" cy="1409249"/>
              </a:xfrm>
              <a:prstGeom prst="rect">
                <a:avLst/>
              </a:prstGeom>
              <a:noFill/>
              <a:ln>
                <a:noFill/>
              </a:ln>
            </p:spPr>
          </p:pic>
          <p:pic>
            <p:nvPicPr>
              <p:cNvPr id="1741" name="Google Shape;1741;p142"/>
              <p:cNvPicPr preferRelativeResize="0"/>
              <p:nvPr/>
            </p:nvPicPr>
            <p:blipFill rotWithShape="1">
              <a:blip r:embed="rId6">
                <a:alphaModFix/>
              </a:blip>
              <a:srcRect b="0" l="-122" r="74019" t="31238"/>
              <a:stretch/>
            </p:blipFill>
            <p:spPr>
              <a:xfrm>
                <a:off x="6294879" y="3495055"/>
                <a:ext cx="1293874" cy="1289500"/>
              </a:xfrm>
              <a:prstGeom prst="rect">
                <a:avLst/>
              </a:prstGeom>
              <a:noFill/>
              <a:ln>
                <a:noFill/>
              </a:ln>
            </p:spPr>
          </p:pic>
        </p:grpSp>
        <p:sp>
          <p:nvSpPr>
            <p:cNvPr id="1742" name="Google Shape;1742;p142"/>
            <p:cNvSpPr txBox="1"/>
            <p:nvPr/>
          </p:nvSpPr>
          <p:spPr>
            <a:xfrm>
              <a:off x="5176732" y="2354201"/>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grpSp>
        <p:nvGrpSpPr>
          <p:cNvPr id="1743" name="Google Shape;1743;p142"/>
          <p:cNvGrpSpPr/>
          <p:nvPr/>
        </p:nvGrpSpPr>
        <p:grpSpPr>
          <a:xfrm>
            <a:off x="856323" y="970999"/>
            <a:ext cx="3138644" cy="1507123"/>
            <a:chOff x="856325" y="1007975"/>
            <a:chExt cx="3026074" cy="1470651"/>
          </a:xfrm>
        </p:grpSpPr>
        <p:pic>
          <p:nvPicPr>
            <p:cNvPr id="1744" name="Google Shape;1744;p142"/>
            <p:cNvPicPr preferRelativeResize="0"/>
            <p:nvPr/>
          </p:nvPicPr>
          <p:blipFill rotWithShape="1">
            <a:blip r:embed="rId4">
              <a:alphaModFix/>
            </a:blip>
            <a:srcRect b="4760" l="40550" r="0" t="13015"/>
            <a:stretch/>
          </p:blipFill>
          <p:spPr>
            <a:xfrm>
              <a:off x="856325" y="1007975"/>
              <a:ext cx="3026074" cy="1470651"/>
            </a:xfrm>
            <a:prstGeom prst="rect">
              <a:avLst/>
            </a:prstGeom>
            <a:noFill/>
            <a:ln>
              <a:noFill/>
            </a:ln>
          </p:spPr>
        </p:pic>
        <p:sp>
          <p:nvSpPr>
            <p:cNvPr id="1745" name="Google Shape;1745;p142"/>
            <p:cNvSpPr txBox="1"/>
            <p:nvPr/>
          </p:nvSpPr>
          <p:spPr>
            <a:xfrm>
              <a:off x="1089055" y="1100123"/>
              <a:ext cx="2765100" cy="108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Then just measure the length of one of its sides, then square that length to find its area that way.</a:t>
              </a:r>
              <a:endParaRPr sz="1800">
                <a:latin typeface="Lexend"/>
                <a:ea typeface="Lexend"/>
                <a:cs typeface="Lexend"/>
                <a:sym typeface="Lexend"/>
              </a:endParaRPr>
            </a:p>
          </p:txBody>
        </p:sp>
      </p:grpSp>
      <p:grpSp>
        <p:nvGrpSpPr>
          <p:cNvPr id="1746" name="Google Shape;1746;p142"/>
          <p:cNvGrpSpPr/>
          <p:nvPr/>
        </p:nvGrpSpPr>
        <p:grpSpPr>
          <a:xfrm>
            <a:off x="6353075" y="4484391"/>
            <a:ext cx="1174500" cy="466200"/>
            <a:chOff x="6353075" y="4484391"/>
            <a:chExt cx="1174500" cy="466200"/>
          </a:xfrm>
        </p:grpSpPr>
        <p:cxnSp>
          <p:nvCxnSpPr>
            <p:cNvPr id="1747" name="Google Shape;1747;p142"/>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748" name="Google Shape;1748;p142"/>
            <p:cNvSpPr txBox="1"/>
            <p:nvPr/>
          </p:nvSpPr>
          <p:spPr>
            <a:xfrm>
              <a:off x="6415025" y="4484391"/>
              <a:ext cx="1050600" cy="4662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5 units</a:t>
              </a:r>
              <a:endParaRPr sz="1800">
                <a:latin typeface="Lexend"/>
                <a:ea typeface="Lexend"/>
                <a:cs typeface="Lexend"/>
                <a:sym typeface="Lexend"/>
              </a:endParaRPr>
            </a:p>
          </p:txBody>
        </p:sp>
      </p:grpSp>
      <p:sp>
        <p:nvSpPr>
          <p:cNvPr id="1749" name="Google Shape;1749;p142"/>
          <p:cNvSpPr txBox="1"/>
          <p:nvPr/>
        </p:nvSpPr>
        <p:spPr>
          <a:xfrm>
            <a:off x="6415032" y="3428934"/>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5²</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750" name="Google Shape;1750;p142"/>
          <p:cNvSpPr txBox="1"/>
          <p:nvPr/>
        </p:nvSpPr>
        <p:spPr>
          <a:xfrm>
            <a:off x="6415032" y="3428934"/>
            <a:ext cx="1050600" cy="677700"/>
          </a:xfrm>
          <a:prstGeom prst="rect">
            <a:avLst/>
          </a:prstGeom>
          <a:solidFill>
            <a:srgbClr val="D4C5F2"/>
          </a:solid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751" name="Google Shape;1751;p142"/>
          <p:cNvSpPr txBox="1"/>
          <p:nvPr/>
        </p:nvSpPr>
        <p:spPr>
          <a:xfrm>
            <a:off x="7046377" y="1665777"/>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30 + 25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752" name="Google Shape;1752;p142"/>
          <p:cNvSpPr txBox="1"/>
          <p:nvPr/>
        </p:nvSpPr>
        <p:spPr>
          <a:xfrm>
            <a:off x="7046372" y="1665777"/>
            <a:ext cx="1050600" cy="677700"/>
          </a:xfrm>
          <a:prstGeom prst="rect">
            <a:avLst/>
          </a:prstGeom>
          <a:solidFill>
            <a:srgbClr val="D4C5F2"/>
          </a:solid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55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pic>
        <p:nvPicPr>
          <p:cNvPr id="1753" name="Google Shape;1753;p142"/>
          <p:cNvPicPr preferRelativeResize="0"/>
          <p:nvPr/>
        </p:nvPicPr>
        <p:blipFill rotWithShape="1">
          <a:blip r:embed="rId7">
            <a:alphaModFix/>
          </a:blip>
          <a:srcRect b="0" l="0" r="73530" t="0"/>
          <a:stretch/>
        </p:blipFill>
        <p:spPr>
          <a:xfrm>
            <a:off x="5973895" y="3635650"/>
            <a:ext cx="2095698" cy="9394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7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74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1758" name="Google Shape;1758;p143"/>
          <p:cNvSpPr txBox="1"/>
          <p:nvPr/>
        </p:nvSpPr>
        <p:spPr>
          <a:xfrm>
            <a:off x="4824000" y="827025"/>
            <a:ext cx="3700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What is the area of square B, in units²?</a:t>
            </a:r>
            <a:endParaRPr sz="1800">
              <a:latin typeface="Lexend"/>
              <a:ea typeface="Lexend"/>
              <a:cs typeface="Lexend"/>
              <a:sym typeface="Lexend"/>
            </a:endParaRPr>
          </a:p>
        </p:txBody>
      </p:sp>
      <p:sp>
        <p:nvSpPr>
          <p:cNvPr id="1759" name="Google Shape;1759;p143"/>
          <p:cNvSpPr/>
          <p:nvPr/>
        </p:nvSpPr>
        <p:spPr>
          <a:xfrm>
            <a:off x="1820600" y="2854159"/>
            <a:ext cx="295800" cy="2958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0" name="Google Shape;1760;p14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pic>
        <p:nvPicPr>
          <p:cNvPr id="1761" name="Google Shape;1761;p143"/>
          <p:cNvPicPr preferRelativeResize="0"/>
          <p:nvPr/>
        </p:nvPicPr>
        <p:blipFill rotWithShape="1">
          <a:blip r:embed="rId3">
            <a:alphaModFix/>
          </a:blip>
          <a:srcRect b="0" l="0" r="48261" t="0"/>
          <a:stretch/>
        </p:blipFill>
        <p:spPr>
          <a:xfrm>
            <a:off x="324000" y="613500"/>
            <a:ext cx="4079773" cy="3945275"/>
          </a:xfrm>
          <a:prstGeom prst="rect">
            <a:avLst/>
          </a:prstGeom>
          <a:noFill/>
          <a:ln>
            <a:noFill/>
          </a:ln>
        </p:spPr>
      </p:pic>
      <p:sp>
        <p:nvSpPr>
          <p:cNvPr id="1762" name="Google Shape;1762;p143"/>
          <p:cNvSpPr txBox="1"/>
          <p:nvPr/>
        </p:nvSpPr>
        <p:spPr>
          <a:xfrm>
            <a:off x="648023" y="2208752"/>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1763" name="Google Shape;1763;p143"/>
          <p:cNvGrpSpPr/>
          <p:nvPr/>
        </p:nvGrpSpPr>
        <p:grpSpPr>
          <a:xfrm>
            <a:off x="1831429" y="4439586"/>
            <a:ext cx="1174500" cy="408600"/>
            <a:chOff x="6353075" y="4484389"/>
            <a:chExt cx="1174500" cy="408600"/>
          </a:xfrm>
        </p:grpSpPr>
        <p:cxnSp>
          <p:nvCxnSpPr>
            <p:cNvPr id="1764" name="Google Shape;1764;p143"/>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765" name="Google Shape;1765;p143"/>
            <p:cNvSpPr txBox="1"/>
            <p:nvPr/>
          </p:nvSpPr>
          <p:spPr>
            <a:xfrm>
              <a:off x="6415021" y="4484389"/>
              <a:ext cx="10506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 units</a:t>
              </a:r>
              <a:endParaRPr sz="1800">
                <a:latin typeface="Lexend"/>
                <a:ea typeface="Lexend"/>
                <a:cs typeface="Lexend"/>
                <a:sym typeface="Lexend"/>
              </a:endParaRPr>
            </a:p>
          </p:txBody>
        </p:sp>
      </p:grpSp>
      <p:sp>
        <p:nvSpPr>
          <p:cNvPr id="1766" name="Google Shape;1766;p143"/>
          <p:cNvSpPr txBox="1"/>
          <p:nvPr/>
        </p:nvSpPr>
        <p:spPr>
          <a:xfrm>
            <a:off x="1893373" y="3404777"/>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B</a:t>
            </a:r>
            <a:endParaRPr sz="1800">
              <a:latin typeface="Lexend"/>
              <a:ea typeface="Lexend"/>
              <a:cs typeface="Lexend"/>
              <a:sym typeface="Lexend"/>
            </a:endParaRPr>
          </a:p>
        </p:txBody>
      </p:sp>
      <p:sp>
        <p:nvSpPr>
          <p:cNvPr id="1767" name="Google Shape;1767;p143"/>
          <p:cNvSpPr txBox="1"/>
          <p:nvPr/>
        </p:nvSpPr>
        <p:spPr>
          <a:xfrm>
            <a:off x="4824000" y="2742025"/>
            <a:ext cx="37002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Hence, what is the area of square C, </a:t>
            </a:r>
            <a:r>
              <a:rPr lang="en-GB" sz="1800">
                <a:solidFill>
                  <a:schemeClr val="dk1"/>
                </a:solidFill>
                <a:latin typeface="Lexend"/>
                <a:ea typeface="Lexend"/>
                <a:cs typeface="Lexend"/>
                <a:sym typeface="Lexend"/>
              </a:rPr>
              <a:t>in units²?</a:t>
            </a:r>
            <a:endParaRPr sz="1800">
              <a:solidFill>
                <a:schemeClr val="dk1"/>
              </a:solidFill>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p:txBody>
      </p:sp>
      <p:sp>
        <p:nvSpPr>
          <p:cNvPr id="1768" name="Google Shape;1768;p143"/>
          <p:cNvSpPr txBox="1"/>
          <p:nvPr/>
        </p:nvSpPr>
        <p:spPr>
          <a:xfrm>
            <a:off x="2515575" y="1593490"/>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C</a:t>
            </a:r>
            <a:endParaRPr sz="1800">
              <a:latin typeface="Lexend"/>
              <a:ea typeface="Lexend"/>
              <a:cs typeface="Lexend"/>
              <a:sym typeface="Lexend"/>
            </a:endParaRPr>
          </a:p>
        </p:txBody>
      </p:sp>
      <p:sp>
        <p:nvSpPr>
          <p:cNvPr id="1769" name="Google Shape;1769;p143"/>
          <p:cNvSpPr txBox="1"/>
          <p:nvPr/>
        </p:nvSpPr>
        <p:spPr>
          <a:xfrm>
            <a:off x="1893373" y="3435175"/>
            <a:ext cx="1050600" cy="677700"/>
          </a:xfrm>
          <a:prstGeom prst="rect">
            <a:avLst/>
          </a:prstGeom>
          <a:solidFill>
            <a:srgbClr val="C5B7F1"/>
          </a:solid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16</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770" name="Google Shape;1770;p143"/>
          <p:cNvSpPr txBox="1"/>
          <p:nvPr/>
        </p:nvSpPr>
        <p:spPr>
          <a:xfrm>
            <a:off x="5857373" y="1381125"/>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16 units²</a:t>
            </a:r>
            <a:endParaRPr sz="2000">
              <a:latin typeface="Kalam"/>
              <a:ea typeface="Kalam"/>
              <a:cs typeface="Kalam"/>
              <a:sym typeface="Kalam"/>
            </a:endParaRPr>
          </a:p>
        </p:txBody>
      </p:sp>
      <p:sp>
        <p:nvSpPr>
          <p:cNvPr id="1771" name="Google Shape;1771;p143"/>
          <p:cNvSpPr txBox="1"/>
          <p:nvPr/>
        </p:nvSpPr>
        <p:spPr>
          <a:xfrm>
            <a:off x="2515573" y="1561675"/>
            <a:ext cx="1050600" cy="677700"/>
          </a:xfrm>
          <a:prstGeom prst="rect">
            <a:avLst/>
          </a:prstGeom>
          <a:solidFill>
            <a:srgbClr val="C5B7F1"/>
          </a:solid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34</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772" name="Google Shape;1772;p143"/>
          <p:cNvSpPr txBox="1"/>
          <p:nvPr/>
        </p:nvSpPr>
        <p:spPr>
          <a:xfrm>
            <a:off x="5857373" y="3441150"/>
            <a:ext cx="10506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34 units²</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144"/>
          <p:cNvSpPr/>
          <p:nvPr/>
        </p:nvSpPr>
        <p:spPr>
          <a:xfrm>
            <a:off x="2516650" y="2623334"/>
            <a:ext cx="295800" cy="2958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78" name="Google Shape;1778;p14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pic>
        <p:nvPicPr>
          <p:cNvPr id="1779" name="Google Shape;1779;p144"/>
          <p:cNvPicPr preferRelativeResize="0"/>
          <p:nvPr/>
        </p:nvPicPr>
        <p:blipFill rotWithShape="1">
          <a:blip r:embed="rId3">
            <a:alphaModFix/>
          </a:blip>
          <a:srcRect b="9150" l="55422" r="0" t="9150"/>
          <a:stretch/>
        </p:blipFill>
        <p:spPr>
          <a:xfrm>
            <a:off x="1154740" y="701238"/>
            <a:ext cx="3581051" cy="3283826"/>
          </a:xfrm>
          <a:prstGeom prst="rect">
            <a:avLst/>
          </a:prstGeom>
          <a:noFill/>
          <a:ln>
            <a:noFill/>
          </a:ln>
        </p:spPr>
      </p:pic>
      <p:sp>
        <p:nvSpPr>
          <p:cNvPr id="1780" name="Google Shape;1780;p144"/>
          <p:cNvSpPr txBox="1"/>
          <p:nvPr/>
        </p:nvSpPr>
        <p:spPr>
          <a:xfrm>
            <a:off x="2516875" y="3057889"/>
            <a:ext cx="9087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B</a:t>
            </a:r>
            <a:endParaRPr sz="1800">
              <a:latin typeface="Lexend"/>
              <a:ea typeface="Lexend"/>
              <a:cs typeface="Lexend"/>
              <a:sym typeface="Lexend"/>
            </a:endParaRPr>
          </a:p>
        </p:txBody>
      </p:sp>
      <p:grpSp>
        <p:nvGrpSpPr>
          <p:cNvPr id="1781" name="Google Shape;1781;p144"/>
          <p:cNvGrpSpPr/>
          <p:nvPr/>
        </p:nvGrpSpPr>
        <p:grpSpPr>
          <a:xfrm>
            <a:off x="2516873" y="4023248"/>
            <a:ext cx="908828" cy="408600"/>
            <a:chOff x="6353075" y="4537262"/>
            <a:chExt cx="1174500" cy="408600"/>
          </a:xfrm>
        </p:grpSpPr>
        <p:cxnSp>
          <p:nvCxnSpPr>
            <p:cNvPr id="1782" name="Google Shape;1782;p144"/>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783" name="Google Shape;1783;p144"/>
            <p:cNvSpPr txBox="1"/>
            <p:nvPr/>
          </p:nvSpPr>
          <p:spPr>
            <a:xfrm>
              <a:off x="6415021" y="4537262"/>
              <a:ext cx="10506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 units</a:t>
              </a:r>
              <a:endParaRPr sz="1800">
                <a:latin typeface="Lexend"/>
                <a:ea typeface="Lexend"/>
                <a:cs typeface="Lexend"/>
                <a:sym typeface="Lexend"/>
              </a:endParaRPr>
            </a:p>
          </p:txBody>
        </p:sp>
      </p:grpSp>
      <p:grpSp>
        <p:nvGrpSpPr>
          <p:cNvPr id="1784" name="Google Shape;1784;p144"/>
          <p:cNvGrpSpPr/>
          <p:nvPr/>
        </p:nvGrpSpPr>
        <p:grpSpPr>
          <a:xfrm rot="5400000">
            <a:off x="125156" y="1892398"/>
            <a:ext cx="1184131" cy="842398"/>
            <a:chOff x="6353075" y="4549793"/>
            <a:chExt cx="1174500" cy="842398"/>
          </a:xfrm>
        </p:grpSpPr>
        <p:cxnSp>
          <p:nvCxnSpPr>
            <p:cNvPr id="1785" name="Google Shape;1785;p144"/>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786" name="Google Shape;1786;p144"/>
            <p:cNvSpPr txBox="1"/>
            <p:nvPr/>
          </p:nvSpPr>
          <p:spPr>
            <a:xfrm rot="-5400000">
              <a:off x="6533799" y="4721691"/>
              <a:ext cx="813000" cy="5280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 units</a:t>
              </a:r>
              <a:endParaRPr sz="1800">
                <a:latin typeface="Lexend"/>
                <a:ea typeface="Lexend"/>
                <a:cs typeface="Lexend"/>
                <a:sym typeface="Lexend"/>
              </a:endParaRPr>
            </a:p>
          </p:txBody>
        </p:sp>
      </p:grpSp>
      <p:sp>
        <p:nvSpPr>
          <p:cNvPr id="1787" name="Google Shape;1787;p144"/>
          <p:cNvSpPr txBox="1"/>
          <p:nvPr/>
        </p:nvSpPr>
        <p:spPr>
          <a:xfrm>
            <a:off x="1294150" y="1984925"/>
            <a:ext cx="12225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A</a:t>
            </a:r>
            <a:endParaRPr sz="1800">
              <a:latin typeface="Lexend"/>
              <a:ea typeface="Lexend"/>
              <a:cs typeface="Lexend"/>
              <a:sym typeface="Lexend"/>
            </a:endParaRPr>
          </a:p>
        </p:txBody>
      </p:sp>
      <p:sp>
        <p:nvSpPr>
          <p:cNvPr id="1788" name="Google Shape;1788;p144"/>
          <p:cNvSpPr txBox="1"/>
          <p:nvPr/>
        </p:nvSpPr>
        <p:spPr>
          <a:xfrm>
            <a:off x="2985200" y="1529375"/>
            <a:ext cx="12225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C</a:t>
            </a:r>
            <a:endParaRPr sz="1800">
              <a:latin typeface="Lexend"/>
              <a:ea typeface="Lexend"/>
              <a:cs typeface="Lexend"/>
              <a:sym typeface="Lexend"/>
            </a:endParaRPr>
          </a:p>
        </p:txBody>
      </p:sp>
      <p:sp>
        <p:nvSpPr>
          <p:cNvPr id="1789" name="Google Shape;1789;p144"/>
          <p:cNvSpPr txBox="1"/>
          <p:nvPr/>
        </p:nvSpPr>
        <p:spPr>
          <a:xfrm>
            <a:off x="4824000" y="827025"/>
            <a:ext cx="3700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Complete the following sentences:</a:t>
            </a:r>
            <a:endParaRPr sz="1800">
              <a:latin typeface="Lexend"/>
              <a:ea typeface="Lexend"/>
              <a:cs typeface="Lexend"/>
              <a:sym typeface="Lexend"/>
            </a:endParaRPr>
          </a:p>
        </p:txBody>
      </p:sp>
      <p:grpSp>
        <p:nvGrpSpPr>
          <p:cNvPr id="1790" name="Google Shape;1790;p144"/>
          <p:cNvGrpSpPr/>
          <p:nvPr/>
        </p:nvGrpSpPr>
        <p:grpSpPr>
          <a:xfrm>
            <a:off x="7755450" y="1574975"/>
            <a:ext cx="1033200" cy="1621350"/>
            <a:chOff x="7755450" y="1574975"/>
            <a:chExt cx="1033200" cy="1621350"/>
          </a:xfrm>
        </p:grpSpPr>
        <p:sp>
          <p:nvSpPr>
            <p:cNvPr id="1791" name="Google Shape;1791;p144"/>
            <p:cNvSpPr txBox="1"/>
            <p:nvPr/>
          </p:nvSpPr>
          <p:spPr>
            <a:xfrm>
              <a:off x="7755450" y="2888525"/>
              <a:ext cx="10332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16 + 9</a:t>
              </a:r>
              <a:endParaRPr sz="2000">
                <a:latin typeface="Kalam"/>
                <a:ea typeface="Kalam"/>
                <a:cs typeface="Kalam"/>
                <a:sym typeface="Kalam"/>
              </a:endParaRPr>
            </a:p>
          </p:txBody>
        </p:sp>
        <p:sp>
          <p:nvSpPr>
            <p:cNvPr id="1792" name="Google Shape;1792;p144"/>
            <p:cNvSpPr txBox="1"/>
            <p:nvPr/>
          </p:nvSpPr>
          <p:spPr>
            <a:xfrm>
              <a:off x="7755450" y="1574975"/>
              <a:ext cx="10332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16 units²</a:t>
              </a:r>
              <a:endParaRPr sz="2000">
                <a:latin typeface="Kalam"/>
                <a:ea typeface="Kalam"/>
                <a:cs typeface="Kalam"/>
                <a:sym typeface="Kalam"/>
              </a:endParaRPr>
            </a:p>
          </p:txBody>
        </p:sp>
        <p:sp>
          <p:nvSpPr>
            <p:cNvPr id="1793" name="Google Shape;1793;p144"/>
            <p:cNvSpPr txBox="1"/>
            <p:nvPr/>
          </p:nvSpPr>
          <p:spPr>
            <a:xfrm>
              <a:off x="7755450" y="2231750"/>
              <a:ext cx="10332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9 units²</a:t>
              </a:r>
              <a:endParaRPr sz="2000">
                <a:latin typeface="Kalam"/>
                <a:ea typeface="Kalam"/>
                <a:cs typeface="Kalam"/>
                <a:sym typeface="Kalam"/>
              </a:endParaRPr>
            </a:p>
          </p:txBody>
        </p:sp>
      </p:grpSp>
      <p:sp>
        <p:nvSpPr>
          <p:cNvPr id="1794" name="Google Shape;1794;p144"/>
          <p:cNvSpPr txBox="1"/>
          <p:nvPr/>
        </p:nvSpPr>
        <p:spPr>
          <a:xfrm>
            <a:off x="7755450" y="2874850"/>
            <a:ext cx="1033200" cy="307800"/>
          </a:xfrm>
          <a:prstGeom prst="rect">
            <a:avLst/>
          </a:prstGeom>
          <a:solidFill>
            <a:srgbClr val="EBEDFE"/>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25 units²</a:t>
            </a:r>
            <a:endParaRPr sz="2000">
              <a:latin typeface="Kalam"/>
              <a:ea typeface="Kalam"/>
              <a:cs typeface="Kalam"/>
              <a:sym typeface="Kalam"/>
            </a:endParaRPr>
          </a:p>
        </p:txBody>
      </p:sp>
      <p:sp>
        <p:nvSpPr>
          <p:cNvPr id="1795" name="Google Shape;1795;p144"/>
          <p:cNvSpPr txBox="1"/>
          <p:nvPr/>
        </p:nvSpPr>
        <p:spPr>
          <a:xfrm>
            <a:off x="5143500" y="1605575"/>
            <a:ext cx="3676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area of square A is </a:t>
            </a:r>
            <a:r>
              <a:rPr lang="en-GB" sz="1800">
                <a:latin typeface="Times New Roman"/>
                <a:ea typeface="Times New Roman"/>
                <a:cs typeface="Times New Roman"/>
                <a:sym typeface="Times New Roman"/>
              </a:rPr>
              <a:t>_________</a:t>
            </a:r>
            <a:endParaRPr sz="1800">
              <a:latin typeface="Times New Roman"/>
              <a:ea typeface="Times New Roman"/>
              <a:cs typeface="Times New Roman"/>
              <a:sym typeface="Times New Roman"/>
            </a:endParaRPr>
          </a:p>
        </p:txBody>
      </p:sp>
      <p:sp>
        <p:nvSpPr>
          <p:cNvPr id="1796" name="Google Shape;1796;p144"/>
          <p:cNvSpPr txBox="1"/>
          <p:nvPr/>
        </p:nvSpPr>
        <p:spPr>
          <a:xfrm>
            <a:off x="5143500" y="2262350"/>
            <a:ext cx="3676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area of square B is </a:t>
            </a:r>
            <a:r>
              <a:rPr lang="en-GB" sz="1800">
                <a:latin typeface="Times New Roman"/>
                <a:ea typeface="Times New Roman"/>
                <a:cs typeface="Times New Roman"/>
                <a:sym typeface="Times New Roman"/>
              </a:rPr>
              <a:t>_________</a:t>
            </a:r>
            <a:endParaRPr sz="1800">
              <a:latin typeface="Times New Roman"/>
              <a:ea typeface="Times New Roman"/>
              <a:cs typeface="Times New Roman"/>
              <a:sym typeface="Times New Roman"/>
            </a:endParaRPr>
          </a:p>
        </p:txBody>
      </p:sp>
      <p:sp>
        <p:nvSpPr>
          <p:cNvPr id="1797" name="Google Shape;1797;p144"/>
          <p:cNvSpPr txBox="1"/>
          <p:nvPr/>
        </p:nvSpPr>
        <p:spPr>
          <a:xfrm>
            <a:off x="5143500" y="2919125"/>
            <a:ext cx="3676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area of square C is </a:t>
            </a:r>
            <a:r>
              <a:rPr lang="en-GB" sz="1800">
                <a:latin typeface="Times New Roman"/>
                <a:ea typeface="Times New Roman"/>
                <a:cs typeface="Times New Roman"/>
                <a:sym typeface="Times New Roman"/>
              </a:rPr>
              <a:t>_________</a:t>
            </a:r>
            <a:endParaRPr sz="1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145"/>
          <p:cNvSpPr/>
          <p:nvPr/>
        </p:nvSpPr>
        <p:spPr>
          <a:xfrm>
            <a:off x="2516650" y="2623334"/>
            <a:ext cx="295800" cy="2958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3" name="Google Shape;1803;p14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pic>
        <p:nvPicPr>
          <p:cNvPr id="1804" name="Google Shape;1804;p145"/>
          <p:cNvPicPr preferRelativeResize="0"/>
          <p:nvPr/>
        </p:nvPicPr>
        <p:blipFill rotWithShape="1">
          <a:blip r:embed="rId3">
            <a:alphaModFix/>
          </a:blip>
          <a:srcRect b="9150" l="55422" r="0" t="9150"/>
          <a:stretch/>
        </p:blipFill>
        <p:spPr>
          <a:xfrm>
            <a:off x="1154740" y="701238"/>
            <a:ext cx="3581051" cy="3283826"/>
          </a:xfrm>
          <a:prstGeom prst="rect">
            <a:avLst/>
          </a:prstGeom>
          <a:noFill/>
          <a:ln>
            <a:noFill/>
          </a:ln>
        </p:spPr>
      </p:pic>
      <p:sp>
        <p:nvSpPr>
          <p:cNvPr id="1805" name="Google Shape;1805;p145"/>
          <p:cNvSpPr txBox="1"/>
          <p:nvPr/>
        </p:nvSpPr>
        <p:spPr>
          <a:xfrm>
            <a:off x="2516875" y="3057889"/>
            <a:ext cx="908700" cy="677700"/>
          </a:xfrm>
          <a:prstGeom prst="rect">
            <a:avLst/>
          </a:prstGeom>
          <a:noFill/>
          <a:ln>
            <a:noFill/>
          </a:ln>
        </p:spPr>
        <p:txBody>
          <a:bodyPr anchorCtr="0" anchor="ctr" bIns="0" lIns="0" spcFirstLastPara="1" rIns="0" wrap="square" tIns="0">
            <a:noAutofit/>
          </a:bodyPr>
          <a:lstStyle/>
          <a:p>
            <a:pPr indent="0" lvl="0" marL="0" rtl="0" algn="ctr">
              <a:lnSpc>
                <a:spcPct val="75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9 units²</a:t>
            </a:r>
            <a:endParaRPr sz="1800">
              <a:latin typeface="Lexend"/>
              <a:ea typeface="Lexend"/>
              <a:cs typeface="Lexend"/>
              <a:sym typeface="Lexend"/>
            </a:endParaRPr>
          </a:p>
        </p:txBody>
      </p:sp>
      <p:grpSp>
        <p:nvGrpSpPr>
          <p:cNvPr id="1806" name="Google Shape;1806;p145"/>
          <p:cNvGrpSpPr/>
          <p:nvPr/>
        </p:nvGrpSpPr>
        <p:grpSpPr>
          <a:xfrm>
            <a:off x="2516873" y="4023248"/>
            <a:ext cx="908828" cy="408600"/>
            <a:chOff x="6353075" y="4537262"/>
            <a:chExt cx="1174500" cy="408600"/>
          </a:xfrm>
        </p:grpSpPr>
        <p:cxnSp>
          <p:nvCxnSpPr>
            <p:cNvPr id="1807" name="Google Shape;1807;p145"/>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808" name="Google Shape;1808;p145"/>
            <p:cNvSpPr txBox="1"/>
            <p:nvPr/>
          </p:nvSpPr>
          <p:spPr>
            <a:xfrm>
              <a:off x="6415021" y="4537262"/>
              <a:ext cx="10506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 units</a:t>
              </a:r>
              <a:endParaRPr sz="1800">
                <a:latin typeface="Lexend"/>
                <a:ea typeface="Lexend"/>
                <a:cs typeface="Lexend"/>
                <a:sym typeface="Lexend"/>
              </a:endParaRPr>
            </a:p>
          </p:txBody>
        </p:sp>
      </p:grpSp>
      <p:grpSp>
        <p:nvGrpSpPr>
          <p:cNvPr id="1809" name="Google Shape;1809;p145"/>
          <p:cNvGrpSpPr/>
          <p:nvPr/>
        </p:nvGrpSpPr>
        <p:grpSpPr>
          <a:xfrm rot="5400000">
            <a:off x="125156" y="1892398"/>
            <a:ext cx="1184131" cy="842398"/>
            <a:chOff x="6353075" y="4549793"/>
            <a:chExt cx="1174500" cy="842398"/>
          </a:xfrm>
        </p:grpSpPr>
        <p:cxnSp>
          <p:nvCxnSpPr>
            <p:cNvPr id="1810" name="Google Shape;1810;p145"/>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811" name="Google Shape;1811;p145"/>
            <p:cNvSpPr txBox="1"/>
            <p:nvPr/>
          </p:nvSpPr>
          <p:spPr>
            <a:xfrm rot="-5400000">
              <a:off x="6533799" y="4721691"/>
              <a:ext cx="813000" cy="5280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 units</a:t>
              </a:r>
              <a:endParaRPr sz="1800">
                <a:latin typeface="Lexend"/>
                <a:ea typeface="Lexend"/>
                <a:cs typeface="Lexend"/>
                <a:sym typeface="Lexend"/>
              </a:endParaRPr>
            </a:p>
          </p:txBody>
        </p:sp>
      </p:grpSp>
      <p:sp>
        <p:nvSpPr>
          <p:cNvPr id="1812" name="Google Shape;1812;p145"/>
          <p:cNvSpPr txBox="1"/>
          <p:nvPr/>
        </p:nvSpPr>
        <p:spPr>
          <a:xfrm>
            <a:off x="1294150" y="1984925"/>
            <a:ext cx="12225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 units²</a:t>
            </a:r>
            <a:endParaRPr sz="1800">
              <a:latin typeface="Lexend"/>
              <a:ea typeface="Lexend"/>
              <a:cs typeface="Lexend"/>
              <a:sym typeface="Lexend"/>
            </a:endParaRPr>
          </a:p>
        </p:txBody>
      </p:sp>
      <p:sp>
        <p:nvSpPr>
          <p:cNvPr id="1813" name="Google Shape;1813;p145"/>
          <p:cNvSpPr txBox="1"/>
          <p:nvPr/>
        </p:nvSpPr>
        <p:spPr>
          <a:xfrm>
            <a:off x="5378550" y="827025"/>
            <a:ext cx="3145500" cy="61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What is the value of </a:t>
            </a:r>
            <a:r>
              <a:rPr i="1" lang="en-GB" sz="2200">
                <a:latin typeface="Times New Roman"/>
                <a:ea typeface="Times New Roman"/>
                <a:cs typeface="Times New Roman"/>
                <a:sym typeface="Times New Roman"/>
              </a:rPr>
              <a:t>x</a:t>
            </a:r>
            <a:r>
              <a:rPr lang="en-GB" sz="1800">
                <a:latin typeface="Lexend"/>
                <a:ea typeface="Lexend"/>
                <a:cs typeface="Lexend"/>
                <a:sym typeface="Lexend"/>
              </a:rPr>
              <a:t>, the side length of square C?</a:t>
            </a:r>
            <a:endParaRPr sz="1800">
              <a:latin typeface="Lexend"/>
              <a:ea typeface="Lexend"/>
              <a:cs typeface="Lexend"/>
              <a:sym typeface="Lexend"/>
            </a:endParaRPr>
          </a:p>
        </p:txBody>
      </p:sp>
      <p:sp>
        <p:nvSpPr>
          <p:cNvPr id="1814" name="Google Shape;1814;p145"/>
          <p:cNvSpPr txBox="1"/>
          <p:nvPr/>
        </p:nvSpPr>
        <p:spPr>
          <a:xfrm>
            <a:off x="2985200" y="1529375"/>
            <a:ext cx="1222500" cy="677700"/>
          </a:xfrm>
          <a:prstGeom prst="rect">
            <a:avLst/>
          </a:prstGeom>
          <a:noFill/>
          <a:ln>
            <a:noFill/>
          </a:ln>
        </p:spPr>
        <p:txBody>
          <a:bodyPr anchorCtr="0" anchor="ctr" bIns="0" lIns="0" spcFirstLastPara="1" rIns="0" wrap="square" tIns="0">
            <a:noAutofit/>
          </a:bodyPr>
          <a:lstStyle/>
          <a:p>
            <a:pPr indent="0" lvl="0" marL="0" rtl="0" algn="ctr">
              <a:lnSpc>
                <a:spcPct val="75000"/>
              </a:lnSpc>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25 units²</a:t>
            </a:r>
            <a:endParaRPr sz="1800">
              <a:latin typeface="Lexend"/>
              <a:ea typeface="Lexend"/>
              <a:cs typeface="Lexend"/>
              <a:sym typeface="Lexend"/>
            </a:endParaRPr>
          </a:p>
        </p:txBody>
      </p:sp>
      <p:grpSp>
        <p:nvGrpSpPr>
          <p:cNvPr id="1815" name="Google Shape;1815;p145"/>
          <p:cNvGrpSpPr/>
          <p:nvPr/>
        </p:nvGrpSpPr>
        <p:grpSpPr>
          <a:xfrm rot="-2206303">
            <a:off x="3509540" y="2462686"/>
            <a:ext cx="1494248" cy="408609"/>
            <a:chOff x="6353075" y="4537262"/>
            <a:chExt cx="1174500" cy="408600"/>
          </a:xfrm>
        </p:grpSpPr>
        <p:cxnSp>
          <p:nvCxnSpPr>
            <p:cNvPr id="1816" name="Google Shape;1816;p145"/>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817" name="Google Shape;1817;p145"/>
            <p:cNvSpPr txBox="1"/>
            <p:nvPr/>
          </p:nvSpPr>
          <p:spPr>
            <a:xfrm>
              <a:off x="6415021" y="4537262"/>
              <a:ext cx="10506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x</a:t>
              </a:r>
              <a:r>
                <a:rPr lang="en-GB" sz="1800">
                  <a:latin typeface="Lexend"/>
                  <a:ea typeface="Lexend"/>
                  <a:cs typeface="Lexend"/>
                  <a:sym typeface="Lexend"/>
                </a:rPr>
                <a:t> units</a:t>
              </a:r>
              <a:endParaRPr sz="1800">
                <a:latin typeface="Lexend"/>
                <a:ea typeface="Lexend"/>
                <a:cs typeface="Lexend"/>
                <a:sym typeface="Lexend"/>
              </a:endParaRPr>
            </a:p>
          </p:txBody>
        </p:sp>
      </p:grpSp>
      <p:sp>
        <p:nvSpPr>
          <p:cNvPr descr="&lt;math xmlns=&quot;http://www.w3.org/1998/Math/MathML&quot; display=&quot;block&quot; data-is-equatio=&quot;1&quot; data-latex=&quot;\sqrt{\ \ \ \ }&quot;&gt;&lt;msqrt&gt;&lt;mtext&gt;&lt;/mtext&gt;&lt;mtext&gt;&lt;/mtext&gt;&lt;mtext&gt;&lt;/mtext&gt;&lt;mtext&gt;&lt;/mtext&gt;&lt;/msqrt&gt;&lt;/math&gt;" id="1818" name="Google Shape;1818;p145" title="the square root of"/>
          <p:cNvSpPr txBox="1"/>
          <p:nvPr/>
        </p:nvSpPr>
        <p:spPr>
          <a:xfrm>
            <a:off x="5897050" y="1748300"/>
            <a:ext cx="3210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25</a:t>
            </a:r>
            <a:endParaRPr sz="2000">
              <a:latin typeface="Kalam"/>
              <a:ea typeface="Kalam"/>
              <a:cs typeface="Kalam"/>
              <a:sym typeface="Kalam"/>
            </a:endParaRPr>
          </a:p>
        </p:txBody>
      </p:sp>
      <p:pic>
        <p:nvPicPr>
          <p:cNvPr id="1819" name="Google Shape;1819;p145"/>
          <p:cNvPicPr preferRelativeResize="0"/>
          <p:nvPr/>
        </p:nvPicPr>
        <p:blipFill>
          <a:blip r:embed="rId4">
            <a:alphaModFix/>
          </a:blip>
          <a:stretch>
            <a:fillRect/>
          </a:stretch>
        </p:blipFill>
        <p:spPr>
          <a:xfrm>
            <a:off x="5699597" y="1683364"/>
            <a:ext cx="518325" cy="351125"/>
          </a:xfrm>
          <a:prstGeom prst="rect">
            <a:avLst/>
          </a:prstGeom>
          <a:noFill/>
          <a:ln>
            <a:noFill/>
          </a:ln>
        </p:spPr>
      </p:pic>
      <p:sp>
        <p:nvSpPr>
          <p:cNvPr descr="&lt;math xmlns=&quot;http://www.w3.org/1998/Math/MathML&quot; display=&quot;block&quot; data-is-equatio=&quot;1&quot; data-latex=&quot;\sqrt{\ \ \ \ }&quot;&gt;&lt;msqrt&gt;&lt;mtext&gt;&lt;/mtext&gt;&lt;mtext&gt;&lt;/mtext&gt;&lt;mtext&gt;&lt;/mtext&gt;&lt;mtext&gt;&lt;/mtext&gt;&lt;/msqrt&gt;&lt;/math&gt;" id="1820" name="Google Shape;1820;p145" title="the square root of"/>
          <p:cNvSpPr txBox="1"/>
          <p:nvPr/>
        </p:nvSpPr>
        <p:spPr>
          <a:xfrm>
            <a:off x="6256800" y="1748300"/>
            <a:ext cx="6117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 5</a:t>
            </a:r>
            <a:endParaRPr sz="2000">
              <a:latin typeface="Kalam"/>
              <a:ea typeface="Kalam"/>
              <a:cs typeface="Kalam"/>
              <a:sym typeface="Kalam"/>
            </a:endParaRPr>
          </a:p>
        </p:txBody>
      </p:sp>
      <p:sp>
        <p:nvSpPr>
          <p:cNvPr descr="&lt;math xmlns=&quot;http://www.w3.org/1998/Math/MathML&quot; display=&quot;block&quot; data-is-equatio=&quot;1&quot; data-latex=&quot;\sqrt{\ \ \ \ }&quot;&gt;&lt;msqrt&gt;&lt;mtext&gt;&lt;/mtext&gt;&lt;mtext&gt;&lt;/mtext&gt;&lt;mtext&gt;&lt;/mtext&gt;&lt;mtext&gt;&lt;/mtext&gt;&lt;/msqrt&gt;&lt;/math&gt;" id="1821" name="Google Shape;1821;p145" title="the square root of"/>
          <p:cNvSpPr txBox="1"/>
          <p:nvPr/>
        </p:nvSpPr>
        <p:spPr>
          <a:xfrm>
            <a:off x="5751700" y="2189275"/>
            <a:ext cx="2710500" cy="615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The side length of square C is 5 units.</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5" name="Shape 1825"/>
        <p:cNvGrpSpPr/>
        <p:nvPr/>
      </p:nvGrpSpPr>
      <p:grpSpPr>
        <a:xfrm>
          <a:off x="0" y="0"/>
          <a:ext cx="0" cy="0"/>
          <a:chOff x="0" y="0"/>
          <a:chExt cx="0" cy="0"/>
        </a:xfrm>
      </p:grpSpPr>
      <p:sp>
        <p:nvSpPr>
          <p:cNvPr id="1826" name="Google Shape;1826;p146"/>
          <p:cNvSpPr/>
          <p:nvPr/>
        </p:nvSpPr>
        <p:spPr>
          <a:xfrm>
            <a:off x="1698150" y="2622003"/>
            <a:ext cx="192300" cy="1923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7" name="Google Shape;1827;p14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pic>
        <p:nvPicPr>
          <p:cNvPr id="1828" name="Google Shape;1828;p146"/>
          <p:cNvPicPr preferRelativeResize="0"/>
          <p:nvPr/>
        </p:nvPicPr>
        <p:blipFill>
          <a:blip r:embed="rId3">
            <a:alphaModFix/>
          </a:blip>
          <a:stretch>
            <a:fillRect/>
          </a:stretch>
        </p:blipFill>
        <p:spPr>
          <a:xfrm>
            <a:off x="997074" y="738988"/>
            <a:ext cx="2815650" cy="3665525"/>
          </a:xfrm>
          <a:prstGeom prst="rect">
            <a:avLst/>
          </a:prstGeom>
          <a:noFill/>
          <a:ln>
            <a:noFill/>
          </a:ln>
        </p:spPr>
      </p:pic>
      <p:grpSp>
        <p:nvGrpSpPr>
          <p:cNvPr id="1829" name="Google Shape;1829;p146"/>
          <p:cNvGrpSpPr/>
          <p:nvPr/>
        </p:nvGrpSpPr>
        <p:grpSpPr>
          <a:xfrm>
            <a:off x="898730" y="2911225"/>
            <a:ext cx="785852" cy="408600"/>
            <a:chOff x="5893446" y="4537262"/>
            <a:chExt cx="1634129" cy="408600"/>
          </a:xfrm>
        </p:grpSpPr>
        <p:cxnSp>
          <p:nvCxnSpPr>
            <p:cNvPr id="1830" name="Google Shape;1830;p146"/>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831" name="Google Shape;1831;p146"/>
            <p:cNvSpPr txBox="1"/>
            <p:nvPr/>
          </p:nvSpPr>
          <p:spPr>
            <a:xfrm>
              <a:off x="5893446" y="4537262"/>
              <a:ext cx="15723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 units</a:t>
              </a:r>
              <a:endParaRPr sz="1800">
                <a:latin typeface="Lexend"/>
                <a:ea typeface="Lexend"/>
                <a:cs typeface="Lexend"/>
                <a:sym typeface="Lexend"/>
              </a:endParaRPr>
            </a:p>
          </p:txBody>
        </p:sp>
      </p:grpSp>
      <p:grpSp>
        <p:nvGrpSpPr>
          <p:cNvPr id="1832" name="Google Shape;1832;p146"/>
          <p:cNvGrpSpPr/>
          <p:nvPr/>
        </p:nvGrpSpPr>
        <p:grpSpPr>
          <a:xfrm rot="-4062638">
            <a:off x="2917910" y="2035540"/>
            <a:ext cx="1487927" cy="408625"/>
            <a:chOff x="6353075" y="4537262"/>
            <a:chExt cx="1174500" cy="408600"/>
          </a:xfrm>
        </p:grpSpPr>
        <p:cxnSp>
          <p:nvCxnSpPr>
            <p:cNvPr id="1833" name="Google Shape;1833;p146"/>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834" name="Google Shape;1834;p146"/>
            <p:cNvSpPr txBox="1"/>
            <p:nvPr/>
          </p:nvSpPr>
          <p:spPr>
            <a:xfrm>
              <a:off x="6415021" y="4537262"/>
              <a:ext cx="10506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7 units</a:t>
              </a:r>
              <a:endParaRPr sz="1800">
                <a:latin typeface="Lexend"/>
                <a:ea typeface="Lexend"/>
                <a:cs typeface="Lexend"/>
                <a:sym typeface="Lexend"/>
              </a:endParaRPr>
            </a:p>
          </p:txBody>
        </p:sp>
      </p:grpSp>
      <p:sp>
        <p:nvSpPr>
          <p:cNvPr id="1835" name="Google Shape;1835;p146"/>
          <p:cNvSpPr txBox="1"/>
          <p:nvPr/>
        </p:nvSpPr>
        <p:spPr>
          <a:xfrm>
            <a:off x="521100" y="1620000"/>
            <a:ext cx="12225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A</a:t>
            </a:r>
            <a:endParaRPr sz="1800">
              <a:latin typeface="Lexend"/>
              <a:ea typeface="Lexend"/>
              <a:cs typeface="Lexend"/>
              <a:sym typeface="Lexend"/>
            </a:endParaRPr>
          </a:p>
        </p:txBody>
      </p:sp>
      <p:sp>
        <p:nvSpPr>
          <p:cNvPr id="1836" name="Google Shape;1836;p146"/>
          <p:cNvSpPr txBox="1"/>
          <p:nvPr/>
        </p:nvSpPr>
        <p:spPr>
          <a:xfrm>
            <a:off x="1748200" y="3195925"/>
            <a:ext cx="13134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B</a:t>
            </a:r>
            <a:endParaRPr sz="1800">
              <a:latin typeface="Lexend"/>
              <a:ea typeface="Lexend"/>
              <a:cs typeface="Lexend"/>
              <a:sym typeface="Lexend"/>
            </a:endParaRPr>
          </a:p>
        </p:txBody>
      </p:sp>
      <p:sp>
        <p:nvSpPr>
          <p:cNvPr id="1837" name="Google Shape;1837;p146"/>
          <p:cNvSpPr txBox="1"/>
          <p:nvPr/>
        </p:nvSpPr>
        <p:spPr>
          <a:xfrm>
            <a:off x="2147100" y="1543175"/>
            <a:ext cx="12225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C</a:t>
            </a:r>
            <a:endParaRPr sz="1800">
              <a:latin typeface="Lexend"/>
              <a:ea typeface="Lexend"/>
              <a:cs typeface="Lexend"/>
              <a:sym typeface="Lexend"/>
            </a:endParaRPr>
          </a:p>
        </p:txBody>
      </p:sp>
      <p:cxnSp>
        <p:nvCxnSpPr>
          <p:cNvPr id="1838" name="Google Shape;1838;p146"/>
          <p:cNvCxnSpPr/>
          <p:nvPr/>
        </p:nvCxnSpPr>
        <p:spPr>
          <a:xfrm>
            <a:off x="1345925" y="2070650"/>
            <a:ext cx="69000" cy="469500"/>
          </a:xfrm>
          <a:prstGeom prst="straightConnector1">
            <a:avLst/>
          </a:prstGeom>
          <a:noFill/>
          <a:ln cap="flat" cmpd="sng" w="38100">
            <a:solidFill>
              <a:schemeClr val="accent2"/>
            </a:solidFill>
            <a:prstDash val="solid"/>
            <a:round/>
            <a:headEnd len="med" w="med" type="none"/>
            <a:tailEnd len="med" w="med" type="none"/>
          </a:ln>
        </p:spPr>
      </p:cxnSp>
      <p:sp>
        <p:nvSpPr>
          <p:cNvPr id="1839" name="Google Shape;1839;p146"/>
          <p:cNvSpPr txBox="1"/>
          <p:nvPr/>
        </p:nvSpPr>
        <p:spPr>
          <a:xfrm>
            <a:off x="4824000" y="827025"/>
            <a:ext cx="37002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Complete the following sentences:</a:t>
            </a:r>
            <a:endParaRPr sz="1800">
              <a:latin typeface="Lexend"/>
              <a:ea typeface="Lexend"/>
              <a:cs typeface="Lexend"/>
              <a:sym typeface="Lexend"/>
            </a:endParaRPr>
          </a:p>
        </p:txBody>
      </p:sp>
      <p:sp>
        <p:nvSpPr>
          <p:cNvPr id="1840" name="Google Shape;1840;p146"/>
          <p:cNvSpPr txBox="1"/>
          <p:nvPr/>
        </p:nvSpPr>
        <p:spPr>
          <a:xfrm>
            <a:off x="7755450" y="2224913"/>
            <a:ext cx="10332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49 - 9</a:t>
            </a:r>
            <a:endParaRPr sz="2000">
              <a:latin typeface="Kalam"/>
              <a:ea typeface="Kalam"/>
              <a:cs typeface="Kalam"/>
              <a:sym typeface="Kalam"/>
            </a:endParaRPr>
          </a:p>
        </p:txBody>
      </p:sp>
      <p:sp>
        <p:nvSpPr>
          <p:cNvPr id="1841" name="Google Shape;1841;p146"/>
          <p:cNvSpPr txBox="1"/>
          <p:nvPr/>
        </p:nvSpPr>
        <p:spPr>
          <a:xfrm>
            <a:off x="7755450" y="1574975"/>
            <a:ext cx="1033200" cy="3078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9 units²</a:t>
            </a:r>
            <a:endParaRPr sz="2000">
              <a:latin typeface="Kalam"/>
              <a:ea typeface="Kalam"/>
              <a:cs typeface="Kalam"/>
              <a:sym typeface="Kalam"/>
            </a:endParaRPr>
          </a:p>
        </p:txBody>
      </p:sp>
      <p:sp>
        <p:nvSpPr>
          <p:cNvPr id="1842" name="Google Shape;1842;p146"/>
          <p:cNvSpPr txBox="1"/>
          <p:nvPr/>
        </p:nvSpPr>
        <p:spPr>
          <a:xfrm>
            <a:off x="7755450" y="2874850"/>
            <a:ext cx="1033200" cy="307800"/>
          </a:xfrm>
          <a:prstGeom prst="rect">
            <a:avLst/>
          </a:prstGeom>
          <a:solidFill>
            <a:srgbClr val="EBEDFE"/>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49 units²</a:t>
            </a:r>
            <a:endParaRPr sz="2000">
              <a:latin typeface="Kalam"/>
              <a:ea typeface="Kalam"/>
              <a:cs typeface="Kalam"/>
              <a:sym typeface="Kalam"/>
            </a:endParaRPr>
          </a:p>
        </p:txBody>
      </p:sp>
      <p:sp>
        <p:nvSpPr>
          <p:cNvPr id="1843" name="Google Shape;1843;p146"/>
          <p:cNvSpPr txBox="1"/>
          <p:nvPr/>
        </p:nvSpPr>
        <p:spPr>
          <a:xfrm>
            <a:off x="7755450" y="2231750"/>
            <a:ext cx="1033200" cy="307800"/>
          </a:xfrm>
          <a:prstGeom prst="rect">
            <a:avLst/>
          </a:prstGeom>
          <a:solidFill>
            <a:srgbClr val="EBEDFE"/>
          </a:solid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40 units²</a:t>
            </a:r>
            <a:endParaRPr sz="2000">
              <a:latin typeface="Kalam"/>
              <a:ea typeface="Kalam"/>
              <a:cs typeface="Kalam"/>
              <a:sym typeface="Kalam"/>
            </a:endParaRPr>
          </a:p>
        </p:txBody>
      </p:sp>
      <p:sp>
        <p:nvSpPr>
          <p:cNvPr id="1844" name="Google Shape;1844;p146"/>
          <p:cNvSpPr txBox="1"/>
          <p:nvPr/>
        </p:nvSpPr>
        <p:spPr>
          <a:xfrm>
            <a:off x="5143500" y="1605575"/>
            <a:ext cx="3676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area of square A is </a:t>
            </a:r>
            <a:r>
              <a:rPr lang="en-GB" sz="1800">
                <a:latin typeface="Times New Roman"/>
                <a:ea typeface="Times New Roman"/>
                <a:cs typeface="Times New Roman"/>
                <a:sym typeface="Times New Roman"/>
              </a:rPr>
              <a:t>_________</a:t>
            </a:r>
            <a:endParaRPr sz="1800">
              <a:latin typeface="Times New Roman"/>
              <a:ea typeface="Times New Roman"/>
              <a:cs typeface="Times New Roman"/>
              <a:sym typeface="Times New Roman"/>
            </a:endParaRPr>
          </a:p>
        </p:txBody>
      </p:sp>
      <p:sp>
        <p:nvSpPr>
          <p:cNvPr id="1845" name="Google Shape;1845;p146"/>
          <p:cNvSpPr txBox="1"/>
          <p:nvPr/>
        </p:nvSpPr>
        <p:spPr>
          <a:xfrm>
            <a:off x="5143500" y="2262350"/>
            <a:ext cx="3676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area of square B is </a:t>
            </a:r>
            <a:r>
              <a:rPr lang="en-GB" sz="1800">
                <a:latin typeface="Times New Roman"/>
                <a:ea typeface="Times New Roman"/>
                <a:cs typeface="Times New Roman"/>
                <a:sym typeface="Times New Roman"/>
              </a:rPr>
              <a:t>_________</a:t>
            </a:r>
            <a:endParaRPr sz="1800">
              <a:latin typeface="Times New Roman"/>
              <a:ea typeface="Times New Roman"/>
              <a:cs typeface="Times New Roman"/>
              <a:sym typeface="Times New Roman"/>
            </a:endParaRPr>
          </a:p>
        </p:txBody>
      </p:sp>
      <p:sp>
        <p:nvSpPr>
          <p:cNvPr id="1846" name="Google Shape;1846;p146"/>
          <p:cNvSpPr txBox="1"/>
          <p:nvPr/>
        </p:nvSpPr>
        <p:spPr>
          <a:xfrm>
            <a:off x="5143500" y="2919125"/>
            <a:ext cx="3676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area of square C is </a:t>
            </a:r>
            <a:r>
              <a:rPr lang="en-GB" sz="1800">
                <a:latin typeface="Times New Roman"/>
                <a:ea typeface="Times New Roman"/>
                <a:cs typeface="Times New Roman"/>
                <a:sym typeface="Times New Roman"/>
              </a:rPr>
              <a:t>_________</a:t>
            </a:r>
            <a:endParaRPr sz="1800">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0" name="Shape 1850"/>
        <p:cNvGrpSpPr/>
        <p:nvPr/>
      </p:nvGrpSpPr>
      <p:grpSpPr>
        <a:xfrm>
          <a:off x="0" y="0"/>
          <a:ext cx="0" cy="0"/>
          <a:chOff x="0" y="0"/>
          <a:chExt cx="0" cy="0"/>
        </a:xfrm>
      </p:grpSpPr>
      <p:sp>
        <p:nvSpPr>
          <p:cNvPr id="1851" name="Google Shape;1851;p147"/>
          <p:cNvSpPr txBox="1"/>
          <p:nvPr/>
        </p:nvSpPr>
        <p:spPr>
          <a:xfrm>
            <a:off x="324000" y="690715"/>
            <a:ext cx="8496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 For each of these right-angled triangles, find the area of each unlabelled square.</a:t>
            </a:r>
            <a:endParaRPr sz="1800">
              <a:latin typeface="Lexend"/>
              <a:ea typeface="Lexend"/>
              <a:cs typeface="Lexend"/>
              <a:sym typeface="Lexend"/>
            </a:endParaRPr>
          </a:p>
        </p:txBody>
      </p:sp>
      <p:sp>
        <p:nvSpPr>
          <p:cNvPr id="1852" name="Google Shape;1852;p14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grpSp>
        <p:nvGrpSpPr>
          <p:cNvPr id="1853" name="Google Shape;1853;p147"/>
          <p:cNvGrpSpPr/>
          <p:nvPr/>
        </p:nvGrpSpPr>
        <p:grpSpPr>
          <a:xfrm>
            <a:off x="335766" y="1101799"/>
            <a:ext cx="2673424" cy="3155485"/>
            <a:chOff x="2408850" y="675250"/>
            <a:chExt cx="1974026" cy="2329975"/>
          </a:xfrm>
        </p:grpSpPr>
        <p:sp>
          <p:nvSpPr>
            <p:cNvPr id="1854" name="Google Shape;1854;p147"/>
            <p:cNvSpPr/>
            <p:nvPr/>
          </p:nvSpPr>
          <p:spPr>
            <a:xfrm>
              <a:off x="3124414" y="1919760"/>
              <a:ext cx="179700" cy="1797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855" name="Google Shape;1855;p147"/>
            <p:cNvPicPr preferRelativeResize="0"/>
            <p:nvPr/>
          </p:nvPicPr>
          <p:blipFill rotWithShape="1">
            <a:blip r:embed="rId3">
              <a:alphaModFix/>
            </a:blip>
            <a:srcRect b="0" l="0" r="69209" t="0"/>
            <a:stretch/>
          </p:blipFill>
          <p:spPr>
            <a:xfrm>
              <a:off x="2408850" y="675250"/>
              <a:ext cx="1974026" cy="2329975"/>
            </a:xfrm>
            <a:prstGeom prst="rect">
              <a:avLst/>
            </a:prstGeom>
            <a:noFill/>
            <a:ln>
              <a:noFill/>
            </a:ln>
          </p:spPr>
        </p:pic>
      </p:grpSp>
      <p:grpSp>
        <p:nvGrpSpPr>
          <p:cNvPr id="1856" name="Google Shape;1856;p147"/>
          <p:cNvGrpSpPr/>
          <p:nvPr/>
        </p:nvGrpSpPr>
        <p:grpSpPr>
          <a:xfrm rot="10800000">
            <a:off x="3059562" y="1101867"/>
            <a:ext cx="2916488" cy="3020867"/>
            <a:chOff x="4652050" y="675250"/>
            <a:chExt cx="2153502" cy="2230574"/>
          </a:xfrm>
        </p:grpSpPr>
        <p:sp>
          <p:nvSpPr>
            <p:cNvPr id="1857" name="Google Shape;1857;p147"/>
            <p:cNvSpPr/>
            <p:nvPr/>
          </p:nvSpPr>
          <p:spPr>
            <a:xfrm>
              <a:off x="5371064" y="1919760"/>
              <a:ext cx="179700" cy="1797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858" name="Google Shape;1858;p147"/>
            <p:cNvPicPr preferRelativeResize="0"/>
            <p:nvPr/>
          </p:nvPicPr>
          <p:blipFill rotWithShape="1">
            <a:blip r:embed="rId3">
              <a:alphaModFix/>
            </a:blip>
            <a:srcRect b="4269" l="30647" r="35762" t="0"/>
            <a:stretch/>
          </p:blipFill>
          <p:spPr>
            <a:xfrm>
              <a:off x="4652050" y="675250"/>
              <a:ext cx="2153502" cy="2230574"/>
            </a:xfrm>
            <a:prstGeom prst="rect">
              <a:avLst/>
            </a:prstGeom>
            <a:noFill/>
            <a:ln>
              <a:noFill/>
            </a:ln>
          </p:spPr>
        </p:pic>
      </p:grpSp>
      <p:grpSp>
        <p:nvGrpSpPr>
          <p:cNvPr id="1859" name="Google Shape;1859;p147"/>
          <p:cNvGrpSpPr/>
          <p:nvPr/>
        </p:nvGrpSpPr>
        <p:grpSpPr>
          <a:xfrm rot="7200311">
            <a:off x="6131232" y="1100752"/>
            <a:ext cx="2916246" cy="3020506"/>
            <a:chOff x="6764125" y="675250"/>
            <a:chExt cx="2153502" cy="2230574"/>
          </a:xfrm>
        </p:grpSpPr>
        <p:sp>
          <p:nvSpPr>
            <p:cNvPr id="1860" name="Google Shape;1860;p147"/>
            <p:cNvSpPr/>
            <p:nvPr/>
          </p:nvSpPr>
          <p:spPr>
            <a:xfrm>
              <a:off x="7515814" y="1919760"/>
              <a:ext cx="179700" cy="1797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861" name="Google Shape;1861;p147"/>
            <p:cNvPicPr preferRelativeResize="0"/>
            <p:nvPr/>
          </p:nvPicPr>
          <p:blipFill rotWithShape="1">
            <a:blip r:embed="rId3">
              <a:alphaModFix/>
            </a:blip>
            <a:srcRect b="4269" l="66500" r="-90" t="0"/>
            <a:stretch/>
          </p:blipFill>
          <p:spPr>
            <a:xfrm>
              <a:off x="6764125" y="675250"/>
              <a:ext cx="2153502" cy="2230574"/>
            </a:xfrm>
            <a:prstGeom prst="rect">
              <a:avLst/>
            </a:prstGeom>
            <a:noFill/>
            <a:ln>
              <a:noFill/>
            </a:ln>
          </p:spPr>
        </p:pic>
      </p:grpSp>
      <p:sp>
        <p:nvSpPr>
          <p:cNvPr id="1862" name="Google Shape;1862;p147"/>
          <p:cNvSpPr txBox="1"/>
          <p:nvPr/>
        </p:nvSpPr>
        <p:spPr>
          <a:xfrm>
            <a:off x="1296025" y="3083925"/>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863" name="Google Shape;1863;p147"/>
          <p:cNvSpPr txBox="1"/>
          <p:nvPr/>
        </p:nvSpPr>
        <p:spPr>
          <a:xfrm>
            <a:off x="496478" y="227345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12</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864" name="Google Shape;1864;p147"/>
          <p:cNvSpPr txBox="1"/>
          <p:nvPr/>
        </p:nvSpPr>
        <p:spPr>
          <a:xfrm>
            <a:off x="5057350" y="227345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13</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865" name="Google Shape;1865;p147"/>
          <p:cNvSpPr txBox="1"/>
          <p:nvPr/>
        </p:nvSpPr>
        <p:spPr>
          <a:xfrm>
            <a:off x="4113025" y="134180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17</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866" name="Google Shape;1866;p147"/>
          <p:cNvSpPr txBox="1"/>
          <p:nvPr/>
        </p:nvSpPr>
        <p:spPr>
          <a:xfrm>
            <a:off x="7387678" y="295115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867" name="Google Shape;1867;p147"/>
          <p:cNvSpPr txBox="1"/>
          <p:nvPr/>
        </p:nvSpPr>
        <p:spPr>
          <a:xfrm>
            <a:off x="6463003" y="1852334"/>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13</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868" name="Google Shape;1868;p147"/>
          <p:cNvSpPr txBox="1"/>
          <p:nvPr/>
        </p:nvSpPr>
        <p:spPr>
          <a:xfrm>
            <a:off x="1053125" y="18333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869" name="Google Shape;1869;p147"/>
          <p:cNvSpPr txBox="1"/>
          <p:nvPr/>
        </p:nvSpPr>
        <p:spPr>
          <a:xfrm>
            <a:off x="3607025" y="117205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870" name="Google Shape;1870;p147"/>
          <p:cNvSpPr txBox="1"/>
          <p:nvPr/>
        </p:nvSpPr>
        <p:spPr>
          <a:xfrm>
            <a:off x="7228000" y="15482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4" name="Shape 1874"/>
        <p:cNvGrpSpPr/>
        <p:nvPr/>
      </p:nvGrpSpPr>
      <p:grpSpPr>
        <a:xfrm>
          <a:off x="0" y="0"/>
          <a:ext cx="0" cy="0"/>
          <a:chOff x="0" y="0"/>
          <a:chExt cx="0" cy="0"/>
        </a:xfrm>
      </p:grpSpPr>
      <p:sp>
        <p:nvSpPr>
          <p:cNvPr id="1875" name="Google Shape;1875;p148"/>
          <p:cNvSpPr txBox="1"/>
          <p:nvPr/>
        </p:nvSpPr>
        <p:spPr>
          <a:xfrm>
            <a:off x="324000" y="690715"/>
            <a:ext cx="849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 For each of these right-angled triangles, find the area of all squares.</a:t>
            </a:r>
            <a:endParaRPr sz="1800">
              <a:latin typeface="Lexend"/>
              <a:ea typeface="Lexend"/>
              <a:cs typeface="Lexend"/>
              <a:sym typeface="Lexend"/>
            </a:endParaRPr>
          </a:p>
        </p:txBody>
      </p:sp>
      <p:sp>
        <p:nvSpPr>
          <p:cNvPr id="1876" name="Google Shape;1876;p14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pic>
        <p:nvPicPr>
          <p:cNvPr id="1877" name="Google Shape;1877;p148"/>
          <p:cNvPicPr preferRelativeResize="0"/>
          <p:nvPr/>
        </p:nvPicPr>
        <p:blipFill rotWithShape="1">
          <a:blip r:embed="rId3">
            <a:alphaModFix/>
          </a:blip>
          <a:srcRect b="0" l="0" r="69361" t="0"/>
          <a:stretch/>
        </p:blipFill>
        <p:spPr>
          <a:xfrm>
            <a:off x="324000" y="1397225"/>
            <a:ext cx="2603026" cy="3000450"/>
          </a:xfrm>
          <a:prstGeom prst="rect">
            <a:avLst/>
          </a:prstGeom>
          <a:noFill/>
          <a:ln>
            <a:noFill/>
          </a:ln>
        </p:spPr>
      </p:pic>
      <p:pic>
        <p:nvPicPr>
          <p:cNvPr id="1878" name="Google Shape;1878;p148"/>
          <p:cNvPicPr preferRelativeResize="0"/>
          <p:nvPr/>
        </p:nvPicPr>
        <p:blipFill rotWithShape="1">
          <a:blip r:embed="rId3">
            <a:alphaModFix/>
          </a:blip>
          <a:srcRect b="0" l="31591" r="37770" t="0"/>
          <a:stretch/>
        </p:blipFill>
        <p:spPr>
          <a:xfrm rot="-3599997">
            <a:off x="3213164" y="1397226"/>
            <a:ext cx="2603026" cy="3000451"/>
          </a:xfrm>
          <a:prstGeom prst="rect">
            <a:avLst/>
          </a:prstGeom>
          <a:noFill/>
          <a:ln>
            <a:noFill/>
          </a:ln>
        </p:spPr>
      </p:pic>
      <p:pic>
        <p:nvPicPr>
          <p:cNvPr id="1879" name="Google Shape;1879;p148"/>
          <p:cNvPicPr preferRelativeResize="0"/>
          <p:nvPr/>
        </p:nvPicPr>
        <p:blipFill rotWithShape="1">
          <a:blip r:embed="rId3">
            <a:alphaModFix/>
          </a:blip>
          <a:srcRect b="0" l="66619" r="-13" t="0"/>
          <a:stretch/>
        </p:blipFill>
        <p:spPr>
          <a:xfrm rot="8100000">
            <a:off x="5982875" y="1103676"/>
            <a:ext cx="2837127" cy="3000450"/>
          </a:xfrm>
          <a:prstGeom prst="rect">
            <a:avLst/>
          </a:prstGeom>
          <a:noFill/>
          <a:ln>
            <a:noFill/>
          </a:ln>
        </p:spPr>
      </p:pic>
      <p:sp>
        <p:nvSpPr>
          <p:cNvPr id="1880" name="Google Shape;1880;p148"/>
          <p:cNvSpPr txBox="1"/>
          <p:nvPr/>
        </p:nvSpPr>
        <p:spPr>
          <a:xfrm>
            <a:off x="482578" y="2495944"/>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1881" name="Google Shape;1881;p148"/>
          <p:cNvGrpSpPr/>
          <p:nvPr/>
        </p:nvGrpSpPr>
        <p:grpSpPr>
          <a:xfrm>
            <a:off x="1232675" y="3989075"/>
            <a:ext cx="781607" cy="408600"/>
            <a:chOff x="6273403" y="4537262"/>
            <a:chExt cx="1333800" cy="408600"/>
          </a:xfrm>
        </p:grpSpPr>
        <p:cxnSp>
          <p:nvCxnSpPr>
            <p:cNvPr id="1882" name="Google Shape;1882;p148"/>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883" name="Google Shape;1883;p148"/>
            <p:cNvSpPr txBox="1"/>
            <p:nvPr/>
          </p:nvSpPr>
          <p:spPr>
            <a:xfrm>
              <a:off x="6273403" y="4537262"/>
              <a:ext cx="13338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 units</a:t>
              </a:r>
              <a:endParaRPr sz="1800">
                <a:latin typeface="Lexend"/>
                <a:ea typeface="Lexend"/>
                <a:cs typeface="Lexend"/>
                <a:sym typeface="Lexend"/>
              </a:endParaRPr>
            </a:p>
          </p:txBody>
        </p:sp>
      </p:grpSp>
      <p:grpSp>
        <p:nvGrpSpPr>
          <p:cNvPr id="1884" name="Google Shape;1884;p148"/>
          <p:cNvGrpSpPr/>
          <p:nvPr/>
        </p:nvGrpSpPr>
        <p:grpSpPr>
          <a:xfrm rot="-3599751">
            <a:off x="5411825" y="3497964"/>
            <a:ext cx="961549" cy="408591"/>
            <a:chOff x="6273403" y="4537262"/>
            <a:chExt cx="1333800" cy="408600"/>
          </a:xfrm>
        </p:grpSpPr>
        <p:cxnSp>
          <p:nvCxnSpPr>
            <p:cNvPr id="1885" name="Google Shape;1885;p148"/>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886" name="Google Shape;1886;p148"/>
            <p:cNvSpPr txBox="1"/>
            <p:nvPr/>
          </p:nvSpPr>
          <p:spPr>
            <a:xfrm>
              <a:off x="6273403" y="4537262"/>
              <a:ext cx="13338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 units</a:t>
              </a:r>
              <a:endParaRPr sz="1800">
                <a:latin typeface="Lexend"/>
                <a:ea typeface="Lexend"/>
                <a:cs typeface="Lexend"/>
                <a:sym typeface="Lexend"/>
              </a:endParaRPr>
            </a:p>
          </p:txBody>
        </p:sp>
      </p:grpSp>
      <p:sp>
        <p:nvSpPr>
          <p:cNvPr id="1887" name="Google Shape;1887;p148"/>
          <p:cNvSpPr txBox="1"/>
          <p:nvPr/>
        </p:nvSpPr>
        <p:spPr>
          <a:xfrm>
            <a:off x="3708075" y="3290512"/>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1888" name="Google Shape;1888;p148"/>
          <p:cNvGrpSpPr/>
          <p:nvPr/>
        </p:nvGrpSpPr>
        <p:grpSpPr>
          <a:xfrm>
            <a:off x="6801762" y="4023838"/>
            <a:ext cx="1291118" cy="408600"/>
            <a:chOff x="6273403" y="4537262"/>
            <a:chExt cx="1333800" cy="408600"/>
          </a:xfrm>
        </p:grpSpPr>
        <p:cxnSp>
          <p:nvCxnSpPr>
            <p:cNvPr id="1889" name="Google Shape;1889;p148"/>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890" name="Google Shape;1890;p148"/>
            <p:cNvSpPr txBox="1"/>
            <p:nvPr/>
          </p:nvSpPr>
          <p:spPr>
            <a:xfrm>
              <a:off x="6273403" y="4537262"/>
              <a:ext cx="13338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 units</a:t>
              </a:r>
              <a:endParaRPr sz="1800">
                <a:latin typeface="Lexend"/>
                <a:ea typeface="Lexend"/>
                <a:cs typeface="Lexend"/>
                <a:sym typeface="Lexend"/>
              </a:endParaRPr>
            </a:p>
          </p:txBody>
        </p:sp>
      </p:grpSp>
      <p:sp>
        <p:nvSpPr>
          <p:cNvPr id="1891" name="Google Shape;1891;p148"/>
          <p:cNvSpPr txBox="1"/>
          <p:nvPr/>
        </p:nvSpPr>
        <p:spPr>
          <a:xfrm>
            <a:off x="6427003" y="1710294"/>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892" name="Google Shape;1892;p148"/>
          <p:cNvSpPr txBox="1"/>
          <p:nvPr/>
        </p:nvSpPr>
        <p:spPr>
          <a:xfrm>
            <a:off x="424975" y="20550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893" name="Google Shape;1893;p148"/>
          <p:cNvSpPr txBox="1"/>
          <p:nvPr/>
        </p:nvSpPr>
        <p:spPr>
          <a:xfrm>
            <a:off x="3369600" y="17103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894" name="Google Shape;1894;p148"/>
          <p:cNvSpPr txBox="1"/>
          <p:nvPr/>
        </p:nvSpPr>
        <p:spPr>
          <a:xfrm>
            <a:off x="6427000" y="12362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8" name="Shape 1898"/>
        <p:cNvGrpSpPr/>
        <p:nvPr/>
      </p:nvGrpSpPr>
      <p:grpSpPr>
        <a:xfrm>
          <a:off x="0" y="0"/>
          <a:ext cx="0" cy="0"/>
          <a:chOff x="0" y="0"/>
          <a:chExt cx="0" cy="0"/>
        </a:xfrm>
      </p:grpSpPr>
      <p:sp>
        <p:nvSpPr>
          <p:cNvPr id="1899" name="Google Shape;1899;p149"/>
          <p:cNvSpPr txBox="1"/>
          <p:nvPr/>
        </p:nvSpPr>
        <p:spPr>
          <a:xfrm>
            <a:off x="324000" y="690715"/>
            <a:ext cx="8496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For each of these right-angled triangles, fill in the area of all squares and find the missing length of each square that is labelled with a letter.</a:t>
            </a:r>
            <a:endParaRPr sz="1800">
              <a:latin typeface="Lexend"/>
              <a:ea typeface="Lexend"/>
              <a:cs typeface="Lexend"/>
              <a:sym typeface="Lexend"/>
            </a:endParaRPr>
          </a:p>
        </p:txBody>
      </p:sp>
      <p:sp>
        <p:nvSpPr>
          <p:cNvPr id="1900" name="Google Shape;1900;p14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pic>
        <p:nvPicPr>
          <p:cNvPr id="1901" name="Google Shape;1901;p149"/>
          <p:cNvPicPr preferRelativeResize="0"/>
          <p:nvPr/>
        </p:nvPicPr>
        <p:blipFill>
          <a:blip r:embed="rId3">
            <a:alphaModFix/>
          </a:blip>
          <a:stretch>
            <a:fillRect/>
          </a:stretch>
        </p:blipFill>
        <p:spPr>
          <a:xfrm>
            <a:off x="324000" y="1172897"/>
            <a:ext cx="8496001" cy="3480942"/>
          </a:xfrm>
          <a:prstGeom prst="rect">
            <a:avLst/>
          </a:prstGeom>
          <a:noFill/>
          <a:ln>
            <a:noFill/>
          </a:ln>
        </p:spPr>
      </p:pic>
      <p:grpSp>
        <p:nvGrpSpPr>
          <p:cNvPr id="1902" name="Google Shape;1902;p149"/>
          <p:cNvGrpSpPr/>
          <p:nvPr/>
        </p:nvGrpSpPr>
        <p:grpSpPr>
          <a:xfrm>
            <a:off x="948815" y="4246500"/>
            <a:ext cx="1245440" cy="408600"/>
            <a:chOff x="6353075" y="4537262"/>
            <a:chExt cx="1174500" cy="408600"/>
          </a:xfrm>
        </p:grpSpPr>
        <p:cxnSp>
          <p:nvCxnSpPr>
            <p:cNvPr id="1903" name="Google Shape;1903;p14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04" name="Google Shape;1904;p149"/>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6 units</a:t>
              </a:r>
              <a:endParaRPr sz="1800">
                <a:latin typeface="Lexend"/>
                <a:ea typeface="Lexend"/>
                <a:cs typeface="Lexend"/>
                <a:sym typeface="Lexend"/>
              </a:endParaRPr>
            </a:p>
          </p:txBody>
        </p:sp>
      </p:grpSp>
      <p:sp>
        <p:nvSpPr>
          <p:cNvPr id="1905" name="Google Shape;1905;p149"/>
          <p:cNvSpPr txBox="1"/>
          <p:nvPr/>
        </p:nvSpPr>
        <p:spPr>
          <a:xfrm>
            <a:off x="252256" y="2131601"/>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13</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cxnSp>
        <p:nvCxnSpPr>
          <p:cNvPr id="1906" name="Google Shape;1906;p149"/>
          <p:cNvCxnSpPr/>
          <p:nvPr/>
        </p:nvCxnSpPr>
        <p:spPr>
          <a:xfrm>
            <a:off x="671425" y="2693997"/>
            <a:ext cx="15600" cy="366900"/>
          </a:xfrm>
          <a:prstGeom prst="straightConnector1">
            <a:avLst/>
          </a:prstGeom>
          <a:noFill/>
          <a:ln cap="flat" cmpd="sng" w="28575">
            <a:solidFill>
              <a:schemeClr val="accent2"/>
            </a:solidFill>
            <a:prstDash val="solid"/>
            <a:round/>
            <a:headEnd len="med" w="med" type="none"/>
            <a:tailEnd len="med" w="med" type="none"/>
          </a:ln>
        </p:spPr>
      </p:cxnSp>
      <p:grpSp>
        <p:nvGrpSpPr>
          <p:cNvPr id="1907" name="Google Shape;1907;p149"/>
          <p:cNvGrpSpPr/>
          <p:nvPr/>
        </p:nvGrpSpPr>
        <p:grpSpPr>
          <a:xfrm rot="1386619">
            <a:off x="1216986" y="2062459"/>
            <a:ext cx="1301367" cy="408618"/>
            <a:chOff x="6353075" y="4537262"/>
            <a:chExt cx="1174500" cy="408600"/>
          </a:xfrm>
        </p:grpSpPr>
        <p:cxnSp>
          <p:nvCxnSpPr>
            <p:cNvPr id="1908" name="Google Shape;1908;p14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09" name="Google Shape;1909;p149"/>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1910" name="Google Shape;1910;p149"/>
          <p:cNvGrpSpPr/>
          <p:nvPr/>
        </p:nvGrpSpPr>
        <p:grpSpPr>
          <a:xfrm>
            <a:off x="4153173" y="4170307"/>
            <a:ext cx="1018023" cy="408600"/>
            <a:chOff x="6203399" y="4537262"/>
            <a:chExt cx="1473900" cy="408600"/>
          </a:xfrm>
        </p:grpSpPr>
        <p:cxnSp>
          <p:nvCxnSpPr>
            <p:cNvPr id="1911" name="Google Shape;1911;p14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12" name="Google Shape;1912;p149"/>
            <p:cNvSpPr txBox="1"/>
            <p:nvPr/>
          </p:nvSpPr>
          <p:spPr>
            <a:xfrm>
              <a:off x="6203399" y="4537262"/>
              <a:ext cx="14739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b</a:t>
              </a:r>
              <a:r>
                <a:rPr lang="en-GB" sz="1800">
                  <a:latin typeface="Lexend"/>
                  <a:ea typeface="Lexend"/>
                  <a:cs typeface="Lexend"/>
                  <a:sym typeface="Lexend"/>
                </a:rPr>
                <a:t> units</a:t>
              </a:r>
              <a:endParaRPr sz="1800">
                <a:latin typeface="Lexend"/>
                <a:ea typeface="Lexend"/>
                <a:cs typeface="Lexend"/>
                <a:sym typeface="Lexend"/>
              </a:endParaRPr>
            </a:p>
          </p:txBody>
        </p:sp>
      </p:grpSp>
      <p:sp>
        <p:nvSpPr>
          <p:cNvPr id="1913" name="Google Shape;1913;p149"/>
          <p:cNvSpPr txBox="1"/>
          <p:nvPr/>
        </p:nvSpPr>
        <p:spPr>
          <a:xfrm>
            <a:off x="4279694" y="3348326"/>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914" name="Google Shape;1914;p149"/>
          <p:cNvSpPr txBox="1"/>
          <p:nvPr/>
        </p:nvSpPr>
        <p:spPr>
          <a:xfrm>
            <a:off x="3242695" y="2363451"/>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39</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1915" name="Google Shape;1915;p149"/>
          <p:cNvGrpSpPr/>
          <p:nvPr/>
        </p:nvGrpSpPr>
        <p:grpSpPr>
          <a:xfrm rot="-1890990">
            <a:off x="4435161" y="1857127"/>
            <a:ext cx="1453229" cy="408616"/>
            <a:chOff x="6353075" y="4537262"/>
            <a:chExt cx="1174500" cy="408600"/>
          </a:xfrm>
        </p:grpSpPr>
        <p:cxnSp>
          <p:nvCxnSpPr>
            <p:cNvPr id="1916" name="Google Shape;1916;p14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17" name="Google Shape;1917;p149"/>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1918" name="Google Shape;1918;p149"/>
          <p:cNvGrpSpPr/>
          <p:nvPr/>
        </p:nvGrpSpPr>
        <p:grpSpPr>
          <a:xfrm>
            <a:off x="6947882" y="4566197"/>
            <a:ext cx="1181782" cy="408600"/>
            <a:chOff x="6353075" y="4537262"/>
            <a:chExt cx="1174500" cy="408600"/>
          </a:xfrm>
        </p:grpSpPr>
        <p:cxnSp>
          <p:nvCxnSpPr>
            <p:cNvPr id="1919" name="Google Shape;1919;p14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20" name="Google Shape;1920;p149"/>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12 units</a:t>
              </a:r>
              <a:endParaRPr sz="1800">
                <a:latin typeface="Lexend"/>
                <a:ea typeface="Lexend"/>
                <a:cs typeface="Lexend"/>
                <a:sym typeface="Lexend"/>
              </a:endParaRPr>
            </a:p>
          </p:txBody>
        </p:sp>
      </p:grpSp>
      <p:grpSp>
        <p:nvGrpSpPr>
          <p:cNvPr id="1921" name="Google Shape;1921;p149"/>
          <p:cNvGrpSpPr/>
          <p:nvPr/>
        </p:nvGrpSpPr>
        <p:grpSpPr>
          <a:xfrm rot="7162359">
            <a:off x="6418282" y="1738419"/>
            <a:ext cx="1181713" cy="408585"/>
            <a:chOff x="6353075" y="4537325"/>
            <a:chExt cx="1174500" cy="408600"/>
          </a:xfrm>
        </p:grpSpPr>
        <p:cxnSp>
          <p:nvCxnSpPr>
            <p:cNvPr id="1922" name="Google Shape;1922;p14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23" name="Google Shape;1923;p149"/>
            <p:cNvSpPr txBox="1"/>
            <p:nvPr/>
          </p:nvSpPr>
          <p:spPr>
            <a:xfrm rot="10800000">
              <a:off x="6427691" y="4537325"/>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d</a:t>
              </a:r>
              <a:r>
                <a:rPr lang="en-GB" sz="1800">
                  <a:latin typeface="Lexend"/>
                  <a:ea typeface="Lexend"/>
                  <a:cs typeface="Lexend"/>
                  <a:sym typeface="Lexend"/>
                </a:rPr>
                <a:t> units</a:t>
              </a:r>
              <a:endParaRPr sz="1800">
                <a:latin typeface="Lexend"/>
                <a:ea typeface="Lexend"/>
                <a:cs typeface="Lexend"/>
                <a:sym typeface="Lexend"/>
              </a:endParaRPr>
            </a:p>
          </p:txBody>
        </p:sp>
      </p:grpSp>
      <p:sp>
        <p:nvSpPr>
          <p:cNvPr id="1924" name="Google Shape;1924;p149"/>
          <p:cNvSpPr txBox="1"/>
          <p:nvPr/>
        </p:nvSpPr>
        <p:spPr>
          <a:xfrm>
            <a:off x="7463065" y="2060186"/>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169</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1925" name="Google Shape;1925;p149"/>
          <p:cNvGrpSpPr/>
          <p:nvPr/>
        </p:nvGrpSpPr>
        <p:grpSpPr>
          <a:xfrm>
            <a:off x="6229398" y="3412104"/>
            <a:ext cx="796201" cy="444738"/>
            <a:chOff x="6203399" y="4549793"/>
            <a:chExt cx="1473900" cy="444738"/>
          </a:xfrm>
        </p:grpSpPr>
        <p:cxnSp>
          <p:nvCxnSpPr>
            <p:cNvPr id="1926" name="Google Shape;1926;p14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27" name="Google Shape;1927;p149"/>
            <p:cNvSpPr txBox="1"/>
            <p:nvPr/>
          </p:nvSpPr>
          <p:spPr>
            <a:xfrm>
              <a:off x="6203399" y="4585930"/>
              <a:ext cx="14739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e</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a:t>
              </a:r>
              <a:endParaRPr sz="1800">
                <a:latin typeface="Lexend"/>
                <a:ea typeface="Lexend"/>
                <a:cs typeface="Lexend"/>
                <a:sym typeface="Lexend"/>
              </a:endParaRPr>
            </a:p>
          </p:txBody>
        </p:sp>
      </p:grpSp>
      <p:sp>
        <p:nvSpPr>
          <p:cNvPr id="1928" name="Google Shape;1928;p149"/>
          <p:cNvSpPr txBox="1"/>
          <p:nvPr/>
        </p:nvSpPr>
        <p:spPr>
          <a:xfrm>
            <a:off x="348775" y="32742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929" name="Google Shape;1929;p149"/>
          <p:cNvSpPr txBox="1"/>
          <p:nvPr/>
        </p:nvSpPr>
        <p:spPr>
          <a:xfrm>
            <a:off x="2975625" y="3348325"/>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930" name="Google Shape;1930;p149"/>
          <p:cNvSpPr txBox="1"/>
          <p:nvPr/>
        </p:nvSpPr>
        <p:spPr>
          <a:xfrm>
            <a:off x="8334600" y="16200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4" name="Shape 1934"/>
        <p:cNvGrpSpPr/>
        <p:nvPr/>
      </p:nvGrpSpPr>
      <p:grpSpPr>
        <a:xfrm>
          <a:off x="0" y="0"/>
          <a:ext cx="0" cy="0"/>
          <a:chOff x="0" y="0"/>
          <a:chExt cx="0" cy="0"/>
        </a:xfrm>
      </p:grpSpPr>
      <p:sp>
        <p:nvSpPr>
          <p:cNvPr id="1935" name="Google Shape;1935;p150"/>
          <p:cNvSpPr txBox="1"/>
          <p:nvPr/>
        </p:nvSpPr>
        <p:spPr>
          <a:xfrm>
            <a:off x="324000" y="690715"/>
            <a:ext cx="8496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 For each of these right-angled triangles, find the area of each unlabelled square.</a:t>
            </a:r>
            <a:endParaRPr sz="1800">
              <a:latin typeface="Lexend"/>
              <a:ea typeface="Lexend"/>
              <a:cs typeface="Lexend"/>
              <a:sym typeface="Lexend"/>
            </a:endParaRPr>
          </a:p>
        </p:txBody>
      </p:sp>
      <p:sp>
        <p:nvSpPr>
          <p:cNvPr id="1936" name="Google Shape;1936;p150"/>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grpSp>
        <p:nvGrpSpPr>
          <p:cNvPr id="1937" name="Google Shape;1937;p150"/>
          <p:cNvGrpSpPr/>
          <p:nvPr/>
        </p:nvGrpSpPr>
        <p:grpSpPr>
          <a:xfrm>
            <a:off x="335766" y="1101799"/>
            <a:ext cx="2673424" cy="3155485"/>
            <a:chOff x="2408850" y="675250"/>
            <a:chExt cx="1974026" cy="2329975"/>
          </a:xfrm>
        </p:grpSpPr>
        <p:sp>
          <p:nvSpPr>
            <p:cNvPr id="1938" name="Google Shape;1938;p150"/>
            <p:cNvSpPr/>
            <p:nvPr/>
          </p:nvSpPr>
          <p:spPr>
            <a:xfrm>
              <a:off x="3124414" y="1919760"/>
              <a:ext cx="179700" cy="1797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939" name="Google Shape;1939;p150"/>
            <p:cNvPicPr preferRelativeResize="0"/>
            <p:nvPr/>
          </p:nvPicPr>
          <p:blipFill rotWithShape="1">
            <a:blip r:embed="rId3">
              <a:alphaModFix/>
            </a:blip>
            <a:srcRect b="0" l="0" r="69209" t="0"/>
            <a:stretch/>
          </p:blipFill>
          <p:spPr>
            <a:xfrm>
              <a:off x="2408850" y="675250"/>
              <a:ext cx="1974026" cy="2329975"/>
            </a:xfrm>
            <a:prstGeom prst="rect">
              <a:avLst/>
            </a:prstGeom>
            <a:noFill/>
            <a:ln>
              <a:noFill/>
            </a:ln>
          </p:spPr>
        </p:pic>
      </p:grpSp>
      <p:grpSp>
        <p:nvGrpSpPr>
          <p:cNvPr id="1940" name="Google Shape;1940;p150"/>
          <p:cNvGrpSpPr/>
          <p:nvPr/>
        </p:nvGrpSpPr>
        <p:grpSpPr>
          <a:xfrm rot="10800000">
            <a:off x="3059562" y="1101867"/>
            <a:ext cx="2916488" cy="3020867"/>
            <a:chOff x="4652050" y="675250"/>
            <a:chExt cx="2153502" cy="2230574"/>
          </a:xfrm>
        </p:grpSpPr>
        <p:sp>
          <p:nvSpPr>
            <p:cNvPr id="1941" name="Google Shape;1941;p150"/>
            <p:cNvSpPr/>
            <p:nvPr/>
          </p:nvSpPr>
          <p:spPr>
            <a:xfrm>
              <a:off x="5371064" y="1919760"/>
              <a:ext cx="179700" cy="1797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942" name="Google Shape;1942;p150"/>
            <p:cNvPicPr preferRelativeResize="0"/>
            <p:nvPr/>
          </p:nvPicPr>
          <p:blipFill rotWithShape="1">
            <a:blip r:embed="rId3">
              <a:alphaModFix/>
            </a:blip>
            <a:srcRect b="4269" l="30647" r="35762" t="0"/>
            <a:stretch/>
          </p:blipFill>
          <p:spPr>
            <a:xfrm>
              <a:off x="4652050" y="675250"/>
              <a:ext cx="2153502" cy="2230574"/>
            </a:xfrm>
            <a:prstGeom prst="rect">
              <a:avLst/>
            </a:prstGeom>
            <a:noFill/>
            <a:ln>
              <a:noFill/>
            </a:ln>
          </p:spPr>
        </p:pic>
      </p:grpSp>
      <p:grpSp>
        <p:nvGrpSpPr>
          <p:cNvPr id="1943" name="Google Shape;1943;p150"/>
          <p:cNvGrpSpPr/>
          <p:nvPr/>
        </p:nvGrpSpPr>
        <p:grpSpPr>
          <a:xfrm rot="7200311">
            <a:off x="6131232" y="1100752"/>
            <a:ext cx="2916246" cy="3020506"/>
            <a:chOff x="6764125" y="675250"/>
            <a:chExt cx="2153502" cy="2230574"/>
          </a:xfrm>
        </p:grpSpPr>
        <p:sp>
          <p:nvSpPr>
            <p:cNvPr id="1944" name="Google Shape;1944;p150"/>
            <p:cNvSpPr/>
            <p:nvPr/>
          </p:nvSpPr>
          <p:spPr>
            <a:xfrm>
              <a:off x="7515814" y="1919760"/>
              <a:ext cx="179700" cy="179700"/>
            </a:xfrm>
            <a:prstGeom prst="rect">
              <a:avLst/>
            </a:prstGeom>
            <a:solidFill>
              <a:srgbClr val="EBEDFE"/>
            </a:solidFill>
            <a:ln cap="flat" cmpd="sng" w="19050">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1945" name="Google Shape;1945;p150"/>
            <p:cNvPicPr preferRelativeResize="0"/>
            <p:nvPr/>
          </p:nvPicPr>
          <p:blipFill rotWithShape="1">
            <a:blip r:embed="rId3">
              <a:alphaModFix/>
            </a:blip>
            <a:srcRect b="4269" l="66500" r="-90" t="0"/>
            <a:stretch/>
          </p:blipFill>
          <p:spPr>
            <a:xfrm>
              <a:off x="6764125" y="675250"/>
              <a:ext cx="2153502" cy="2230574"/>
            </a:xfrm>
            <a:prstGeom prst="rect">
              <a:avLst/>
            </a:prstGeom>
            <a:noFill/>
            <a:ln>
              <a:noFill/>
            </a:ln>
          </p:spPr>
        </p:pic>
      </p:grpSp>
      <p:sp>
        <p:nvSpPr>
          <p:cNvPr id="1946" name="Google Shape;1946;p150"/>
          <p:cNvSpPr txBox="1"/>
          <p:nvPr/>
        </p:nvSpPr>
        <p:spPr>
          <a:xfrm>
            <a:off x="1296025" y="3083925"/>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10</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947" name="Google Shape;1947;p150"/>
          <p:cNvSpPr txBox="1"/>
          <p:nvPr/>
        </p:nvSpPr>
        <p:spPr>
          <a:xfrm>
            <a:off x="496478" y="227345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12</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948" name="Google Shape;1948;p150"/>
          <p:cNvSpPr txBox="1"/>
          <p:nvPr/>
        </p:nvSpPr>
        <p:spPr>
          <a:xfrm>
            <a:off x="5057350" y="227345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13</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949" name="Google Shape;1949;p150"/>
          <p:cNvSpPr txBox="1"/>
          <p:nvPr/>
        </p:nvSpPr>
        <p:spPr>
          <a:xfrm>
            <a:off x="4113025" y="134180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17</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950" name="Google Shape;1950;p150"/>
          <p:cNvSpPr txBox="1"/>
          <p:nvPr/>
        </p:nvSpPr>
        <p:spPr>
          <a:xfrm>
            <a:off x="7387678" y="295115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951" name="Google Shape;1951;p150"/>
          <p:cNvSpPr txBox="1"/>
          <p:nvPr/>
        </p:nvSpPr>
        <p:spPr>
          <a:xfrm>
            <a:off x="6463003" y="1852334"/>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13</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952" name="Google Shape;1952;p150"/>
          <p:cNvSpPr txBox="1"/>
          <p:nvPr/>
        </p:nvSpPr>
        <p:spPr>
          <a:xfrm>
            <a:off x="1763053" y="189405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22</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953" name="Google Shape;1953;p150"/>
          <p:cNvSpPr txBox="1"/>
          <p:nvPr/>
        </p:nvSpPr>
        <p:spPr>
          <a:xfrm>
            <a:off x="3692257" y="2799705"/>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30</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954" name="Google Shape;1954;p150"/>
          <p:cNvSpPr txBox="1"/>
          <p:nvPr/>
        </p:nvSpPr>
        <p:spPr>
          <a:xfrm>
            <a:off x="7681229" y="1520013"/>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15</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955" name="Google Shape;1955;p150"/>
          <p:cNvSpPr txBox="1"/>
          <p:nvPr/>
        </p:nvSpPr>
        <p:spPr>
          <a:xfrm>
            <a:off x="1053125" y="18333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956" name="Google Shape;1956;p150"/>
          <p:cNvSpPr txBox="1"/>
          <p:nvPr/>
        </p:nvSpPr>
        <p:spPr>
          <a:xfrm>
            <a:off x="3607025" y="117205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957" name="Google Shape;1957;p150"/>
          <p:cNvSpPr txBox="1"/>
          <p:nvPr/>
        </p:nvSpPr>
        <p:spPr>
          <a:xfrm>
            <a:off x="7228000" y="15482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1" name="Shape 1961"/>
        <p:cNvGrpSpPr/>
        <p:nvPr/>
      </p:nvGrpSpPr>
      <p:grpSpPr>
        <a:xfrm>
          <a:off x="0" y="0"/>
          <a:ext cx="0" cy="0"/>
          <a:chOff x="0" y="0"/>
          <a:chExt cx="0" cy="0"/>
        </a:xfrm>
      </p:grpSpPr>
      <p:sp>
        <p:nvSpPr>
          <p:cNvPr id="1962" name="Google Shape;1962;p151"/>
          <p:cNvSpPr txBox="1"/>
          <p:nvPr/>
        </p:nvSpPr>
        <p:spPr>
          <a:xfrm>
            <a:off x="324000" y="690715"/>
            <a:ext cx="8496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 For each of these right-angled triangles, find the area of all squares.</a:t>
            </a:r>
            <a:endParaRPr sz="1800">
              <a:latin typeface="Lexend"/>
              <a:ea typeface="Lexend"/>
              <a:cs typeface="Lexend"/>
              <a:sym typeface="Lexend"/>
            </a:endParaRPr>
          </a:p>
        </p:txBody>
      </p:sp>
      <p:sp>
        <p:nvSpPr>
          <p:cNvPr id="1963" name="Google Shape;1963;p151"/>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pic>
        <p:nvPicPr>
          <p:cNvPr id="1964" name="Google Shape;1964;p151"/>
          <p:cNvPicPr preferRelativeResize="0"/>
          <p:nvPr/>
        </p:nvPicPr>
        <p:blipFill rotWithShape="1">
          <a:blip r:embed="rId3">
            <a:alphaModFix/>
          </a:blip>
          <a:srcRect b="0" l="0" r="69361" t="0"/>
          <a:stretch/>
        </p:blipFill>
        <p:spPr>
          <a:xfrm>
            <a:off x="324000" y="1397225"/>
            <a:ext cx="2603026" cy="3000450"/>
          </a:xfrm>
          <a:prstGeom prst="rect">
            <a:avLst/>
          </a:prstGeom>
          <a:noFill/>
          <a:ln>
            <a:noFill/>
          </a:ln>
        </p:spPr>
      </p:pic>
      <p:pic>
        <p:nvPicPr>
          <p:cNvPr id="1965" name="Google Shape;1965;p151"/>
          <p:cNvPicPr preferRelativeResize="0"/>
          <p:nvPr/>
        </p:nvPicPr>
        <p:blipFill rotWithShape="1">
          <a:blip r:embed="rId3">
            <a:alphaModFix/>
          </a:blip>
          <a:srcRect b="0" l="31591" r="37770" t="0"/>
          <a:stretch/>
        </p:blipFill>
        <p:spPr>
          <a:xfrm rot="-3599997">
            <a:off x="3213164" y="1397226"/>
            <a:ext cx="2603026" cy="3000451"/>
          </a:xfrm>
          <a:prstGeom prst="rect">
            <a:avLst/>
          </a:prstGeom>
          <a:noFill/>
          <a:ln>
            <a:noFill/>
          </a:ln>
        </p:spPr>
      </p:pic>
      <p:pic>
        <p:nvPicPr>
          <p:cNvPr id="1966" name="Google Shape;1966;p151"/>
          <p:cNvPicPr preferRelativeResize="0"/>
          <p:nvPr/>
        </p:nvPicPr>
        <p:blipFill rotWithShape="1">
          <a:blip r:embed="rId3">
            <a:alphaModFix/>
          </a:blip>
          <a:srcRect b="0" l="66619" r="-13" t="0"/>
          <a:stretch/>
        </p:blipFill>
        <p:spPr>
          <a:xfrm rot="8100000">
            <a:off x="5982875" y="1103676"/>
            <a:ext cx="2837127" cy="3000450"/>
          </a:xfrm>
          <a:prstGeom prst="rect">
            <a:avLst/>
          </a:prstGeom>
          <a:noFill/>
          <a:ln>
            <a:noFill/>
          </a:ln>
        </p:spPr>
      </p:pic>
      <p:sp>
        <p:nvSpPr>
          <p:cNvPr id="1967" name="Google Shape;1967;p151"/>
          <p:cNvSpPr txBox="1"/>
          <p:nvPr/>
        </p:nvSpPr>
        <p:spPr>
          <a:xfrm>
            <a:off x="482578" y="2495944"/>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1968" name="Google Shape;1968;p151"/>
          <p:cNvGrpSpPr/>
          <p:nvPr/>
        </p:nvGrpSpPr>
        <p:grpSpPr>
          <a:xfrm>
            <a:off x="1232675" y="3989075"/>
            <a:ext cx="781607" cy="408600"/>
            <a:chOff x="6273403" y="4537262"/>
            <a:chExt cx="1333800" cy="408600"/>
          </a:xfrm>
        </p:grpSpPr>
        <p:cxnSp>
          <p:nvCxnSpPr>
            <p:cNvPr id="1969" name="Google Shape;1969;p151"/>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70" name="Google Shape;1970;p151"/>
            <p:cNvSpPr txBox="1"/>
            <p:nvPr/>
          </p:nvSpPr>
          <p:spPr>
            <a:xfrm>
              <a:off x="6273403" y="4537262"/>
              <a:ext cx="13338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 units</a:t>
              </a:r>
              <a:endParaRPr sz="1800">
                <a:latin typeface="Lexend"/>
                <a:ea typeface="Lexend"/>
                <a:cs typeface="Lexend"/>
                <a:sym typeface="Lexend"/>
              </a:endParaRPr>
            </a:p>
          </p:txBody>
        </p:sp>
      </p:grpSp>
      <p:grpSp>
        <p:nvGrpSpPr>
          <p:cNvPr id="1971" name="Google Shape;1971;p151"/>
          <p:cNvGrpSpPr/>
          <p:nvPr/>
        </p:nvGrpSpPr>
        <p:grpSpPr>
          <a:xfrm rot="-3599751">
            <a:off x="5411825" y="3497964"/>
            <a:ext cx="961549" cy="408591"/>
            <a:chOff x="6273403" y="4537262"/>
            <a:chExt cx="1333800" cy="408600"/>
          </a:xfrm>
        </p:grpSpPr>
        <p:cxnSp>
          <p:nvCxnSpPr>
            <p:cNvPr id="1972" name="Google Shape;1972;p151"/>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73" name="Google Shape;1973;p151"/>
            <p:cNvSpPr txBox="1"/>
            <p:nvPr/>
          </p:nvSpPr>
          <p:spPr>
            <a:xfrm>
              <a:off x="6273403" y="4537262"/>
              <a:ext cx="13338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 units</a:t>
              </a:r>
              <a:endParaRPr sz="1800">
                <a:latin typeface="Lexend"/>
                <a:ea typeface="Lexend"/>
                <a:cs typeface="Lexend"/>
                <a:sym typeface="Lexend"/>
              </a:endParaRPr>
            </a:p>
          </p:txBody>
        </p:sp>
      </p:grpSp>
      <p:sp>
        <p:nvSpPr>
          <p:cNvPr id="1974" name="Google Shape;1974;p151"/>
          <p:cNvSpPr txBox="1"/>
          <p:nvPr/>
        </p:nvSpPr>
        <p:spPr>
          <a:xfrm>
            <a:off x="3708075" y="3290512"/>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1975" name="Google Shape;1975;p151"/>
          <p:cNvGrpSpPr/>
          <p:nvPr/>
        </p:nvGrpSpPr>
        <p:grpSpPr>
          <a:xfrm>
            <a:off x="6801762" y="4023838"/>
            <a:ext cx="1291118" cy="408600"/>
            <a:chOff x="6273403" y="4537262"/>
            <a:chExt cx="1333800" cy="408600"/>
          </a:xfrm>
        </p:grpSpPr>
        <p:cxnSp>
          <p:nvCxnSpPr>
            <p:cNvPr id="1976" name="Google Shape;1976;p151"/>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77" name="Google Shape;1977;p151"/>
            <p:cNvSpPr txBox="1"/>
            <p:nvPr/>
          </p:nvSpPr>
          <p:spPr>
            <a:xfrm>
              <a:off x="6273403" y="4537262"/>
              <a:ext cx="13338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4 units</a:t>
              </a:r>
              <a:endParaRPr sz="1800">
                <a:latin typeface="Lexend"/>
                <a:ea typeface="Lexend"/>
                <a:cs typeface="Lexend"/>
                <a:sym typeface="Lexend"/>
              </a:endParaRPr>
            </a:p>
          </p:txBody>
        </p:sp>
      </p:grpSp>
      <p:sp>
        <p:nvSpPr>
          <p:cNvPr id="1978" name="Google Shape;1978;p151"/>
          <p:cNvSpPr txBox="1"/>
          <p:nvPr/>
        </p:nvSpPr>
        <p:spPr>
          <a:xfrm>
            <a:off x="6427003" y="1710294"/>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1979" name="Google Shape;1979;p151"/>
          <p:cNvSpPr txBox="1"/>
          <p:nvPr/>
        </p:nvSpPr>
        <p:spPr>
          <a:xfrm>
            <a:off x="1240982" y="3242517"/>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4</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1800">
                <a:latin typeface="Kalam"/>
                <a:ea typeface="Kalam"/>
                <a:cs typeface="Kalam"/>
                <a:sym typeface="Kalam"/>
              </a:rPr>
              <a:t>units²</a:t>
            </a:r>
            <a:endParaRPr sz="1800">
              <a:latin typeface="Kalam"/>
              <a:ea typeface="Kalam"/>
              <a:cs typeface="Kalam"/>
              <a:sym typeface="Kalam"/>
            </a:endParaRPr>
          </a:p>
        </p:txBody>
      </p:sp>
      <p:sp>
        <p:nvSpPr>
          <p:cNvPr id="1980" name="Google Shape;1980;p151"/>
          <p:cNvSpPr txBox="1"/>
          <p:nvPr/>
        </p:nvSpPr>
        <p:spPr>
          <a:xfrm>
            <a:off x="1712461" y="2184728"/>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12</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981" name="Google Shape;1981;p151"/>
          <p:cNvSpPr txBox="1"/>
          <p:nvPr/>
        </p:nvSpPr>
        <p:spPr>
          <a:xfrm>
            <a:off x="4830354" y="2993598"/>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9</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982" name="Google Shape;1982;p151"/>
          <p:cNvSpPr txBox="1"/>
          <p:nvPr/>
        </p:nvSpPr>
        <p:spPr>
          <a:xfrm>
            <a:off x="3903966" y="2060303"/>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14</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983" name="Google Shape;1983;p151"/>
          <p:cNvSpPr txBox="1"/>
          <p:nvPr/>
        </p:nvSpPr>
        <p:spPr>
          <a:xfrm>
            <a:off x="7076691" y="2993603"/>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16</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984" name="Google Shape;1984;p151"/>
          <p:cNvSpPr txBox="1"/>
          <p:nvPr/>
        </p:nvSpPr>
        <p:spPr>
          <a:xfrm>
            <a:off x="7698891" y="1710303"/>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8</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1985" name="Google Shape;1985;p151"/>
          <p:cNvSpPr txBox="1"/>
          <p:nvPr/>
        </p:nvSpPr>
        <p:spPr>
          <a:xfrm>
            <a:off x="424975" y="20550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1986" name="Google Shape;1986;p151"/>
          <p:cNvSpPr txBox="1"/>
          <p:nvPr/>
        </p:nvSpPr>
        <p:spPr>
          <a:xfrm>
            <a:off x="3369600" y="17103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1987" name="Google Shape;1987;p151"/>
          <p:cNvSpPr txBox="1"/>
          <p:nvPr/>
        </p:nvSpPr>
        <p:spPr>
          <a:xfrm>
            <a:off x="6427000" y="12362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1" name="Shape 1991"/>
        <p:cNvGrpSpPr/>
        <p:nvPr/>
      </p:nvGrpSpPr>
      <p:grpSpPr>
        <a:xfrm>
          <a:off x="0" y="0"/>
          <a:ext cx="0" cy="0"/>
          <a:chOff x="0" y="0"/>
          <a:chExt cx="0" cy="0"/>
        </a:xfrm>
      </p:grpSpPr>
      <p:sp>
        <p:nvSpPr>
          <p:cNvPr id="1992" name="Google Shape;1992;p152"/>
          <p:cNvSpPr txBox="1"/>
          <p:nvPr/>
        </p:nvSpPr>
        <p:spPr>
          <a:xfrm>
            <a:off x="324000" y="690715"/>
            <a:ext cx="8496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For each of these right-angled triangles, fill in the area of each square and find the missing length of each square that is labelled with a letter.</a:t>
            </a:r>
            <a:endParaRPr sz="1800">
              <a:latin typeface="Lexend"/>
              <a:ea typeface="Lexend"/>
              <a:cs typeface="Lexend"/>
              <a:sym typeface="Lexend"/>
            </a:endParaRPr>
          </a:p>
        </p:txBody>
      </p:sp>
      <p:sp>
        <p:nvSpPr>
          <p:cNvPr id="1993" name="Google Shape;1993;p15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pic>
        <p:nvPicPr>
          <p:cNvPr id="1994" name="Google Shape;1994;p152"/>
          <p:cNvPicPr preferRelativeResize="0"/>
          <p:nvPr/>
        </p:nvPicPr>
        <p:blipFill>
          <a:blip r:embed="rId3">
            <a:alphaModFix/>
          </a:blip>
          <a:stretch>
            <a:fillRect/>
          </a:stretch>
        </p:blipFill>
        <p:spPr>
          <a:xfrm>
            <a:off x="324000" y="1172897"/>
            <a:ext cx="8496001" cy="3480942"/>
          </a:xfrm>
          <a:prstGeom prst="rect">
            <a:avLst/>
          </a:prstGeom>
          <a:noFill/>
          <a:ln>
            <a:noFill/>
          </a:ln>
        </p:spPr>
      </p:pic>
      <p:grpSp>
        <p:nvGrpSpPr>
          <p:cNvPr id="1995" name="Google Shape;1995;p152"/>
          <p:cNvGrpSpPr/>
          <p:nvPr/>
        </p:nvGrpSpPr>
        <p:grpSpPr>
          <a:xfrm>
            <a:off x="948815" y="4246500"/>
            <a:ext cx="1245440" cy="408600"/>
            <a:chOff x="6353075" y="4537262"/>
            <a:chExt cx="1174500" cy="408600"/>
          </a:xfrm>
        </p:grpSpPr>
        <p:cxnSp>
          <p:nvCxnSpPr>
            <p:cNvPr id="1996" name="Google Shape;1996;p152"/>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1997" name="Google Shape;1997;p152"/>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6 units</a:t>
              </a:r>
              <a:endParaRPr sz="1800">
                <a:latin typeface="Lexend"/>
                <a:ea typeface="Lexend"/>
                <a:cs typeface="Lexend"/>
                <a:sym typeface="Lexend"/>
              </a:endParaRPr>
            </a:p>
          </p:txBody>
        </p:sp>
      </p:grpSp>
      <p:sp>
        <p:nvSpPr>
          <p:cNvPr id="1998" name="Google Shape;1998;p152"/>
          <p:cNvSpPr txBox="1"/>
          <p:nvPr/>
        </p:nvSpPr>
        <p:spPr>
          <a:xfrm>
            <a:off x="252256" y="2131601"/>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13</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cxnSp>
        <p:nvCxnSpPr>
          <p:cNvPr id="1999" name="Google Shape;1999;p152"/>
          <p:cNvCxnSpPr/>
          <p:nvPr/>
        </p:nvCxnSpPr>
        <p:spPr>
          <a:xfrm>
            <a:off x="671425" y="2693997"/>
            <a:ext cx="15600" cy="366900"/>
          </a:xfrm>
          <a:prstGeom prst="straightConnector1">
            <a:avLst/>
          </a:prstGeom>
          <a:noFill/>
          <a:ln cap="flat" cmpd="sng" w="28575">
            <a:solidFill>
              <a:schemeClr val="accent2"/>
            </a:solidFill>
            <a:prstDash val="solid"/>
            <a:round/>
            <a:headEnd len="med" w="med" type="none"/>
            <a:tailEnd len="med" w="med" type="none"/>
          </a:ln>
        </p:spPr>
      </p:cxnSp>
      <p:grpSp>
        <p:nvGrpSpPr>
          <p:cNvPr id="2000" name="Google Shape;2000;p152"/>
          <p:cNvGrpSpPr/>
          <p:nvPr/>
        </p:nvGrpSpPr>
        <p:grpSpPr>
          <a:xfrm rot="1386619">
            <a:off x="1216986" y="2062459"/>
            <a:ext cx="1301367" cy="408618"/>
            <a:chOff x="6353075" y="4537262"/>
            <a:chExt cx="1174500" cy="408600"/>
          </a:xfrm>
        </p:grpSpPr>
        <p:cxnSp>
          <p:nvCxnSpPr>
            <p:cNvPr id="2001" name="Google Shape;2001;p152"/>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002" name="Google Shape;2002;p152"/>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003" name="Google Shape;2003;p152"/>
          <p:cNvGrpSpPr/>
          <p:nvPr/>
        </p:nvGrpSpPr>
        <p:grpSpPr>
          <a:xfrm>
            <a:off x="4153173" y="4170307"/>
            <a:ext cx="1018023" cy="408600"/>
            <a:chOff x="6203399" y="4537262"/>
            <a:chExt cx="1473900" cy="408600"/>
          </a:xfrm>
        </p:grpSpPr>
        <p:cxnSp>
          <p:nvCxnSpPr>
            <p:cNvPr id="2004" name="Google Shape;2004;p152"/>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005" name="Google Shape;2005;p152"/>
            <p:cNvSpPr txBox="1"/>
            <p:nvPr/>
          </p:nvSpPr>
          <p:spPr>
            <a:xfrm>
              <a:off x="6203399" y="4537262"/>
              <a:ext cx="14739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b</a:t>
              </a:r>
              <a:r>
                <a:rPr lang="en-GB" sz="1800">
                  <a:latin typeface="Lexend"/>
                  <a:ea typeface="Lexend"/>
                  <a:cs typeface="Lexend"/>
                  <a:sym typeface="Lexend"/>
                </a:rPr>
                <a:t> units</a:t>
              </a:r>
              <a:endParaRPr sz="1800">
                <a:latin typeface="Lexend"/>
                <a:ea typeface="Lexend"/>
                <a:cs typeface="Lexend"/>
                <a:sym typeface="Lexend"/>
              </a:endParaRPr>
            </a:p>
          </p:txBody>
        </p:sp>
      </p:grpSp>
      <p:sp>
        <p:nvSpPr>
          <p:cNvPr id="2006" name="Google Shape;2006;p152"/>
          <p:cNvSpPr txBox="1"/>
          <p:nvPr/>
        </p:nvSpPr>
        <p:spPr>
          <a:xfrm>
            <a:off x="4279694" y="3348326"/>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25</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sp>
        <p:nvSpPr>
          <p:cNvPr id="2007" name="Google Shape;2007;p152"/>
          <p:cNvSpPr txBox="1"/>
          <p:nvPr/>
        </p:nvSpPr>
        <p:spPr>
          <a:xfrm>
            <a:off x="3242695" y="2363451"/>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39</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2008" name="Google Shape;2008;p152"/>
          <p:cNvGrpSpPr/>
          <p:nvPr/>
        </p:nvGrpSpPr>
        <p:grpSpPr>
          <a:xfrm rot="-1890990">
            <a:off x="4435161" y="1857127"/>
            <a:ext cx="1453229" cy="408616"/>
            <a:chOff x="6353075" y="4537262"/>
            <a:chExt cx="1174500" cy="408600"/>
          </a:xfrm>
        </p:grpSpPr>
        <p:cxnSp>
          <p:nvCxnSpPr>
            <p:cNvPr id="2009" name="Google Shape;2009;p152"/>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010" name="Google Shape;2010;p152"/>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011" name="Google Shape;2011;p152"/>
          <p:cNvGrpSpPr/>
          <p:nvPr/>
        </p:nvGrpSpPr>
        <p:grpSpPr>
          <a:xfrm>
            <a:off x="6947882" y="4566197"/>
            <a:ext cx="1181782" cy="408600"/>
            <a:chOff x="6353075" y="4537262"/>
            <a:chExt cx="1174500" cy="408600"/>
          </a:xfrm>
        </p:grpSpPr>
        <p:cxnSp>
          <p:nvCxnSpPr>
            <p:cNvPr id="2012" name="Google Shape;2012;p152"/>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013" name="Google Shape;2013;p152"/>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12 units</a:t>
              </a:r>
              <a:endParaRPr sz="1800">
                <a:latin typeface="Lexend"/>
                <a:ea typeface="Lexend"/>
                <a:cs typeface="Lexend"/>
                <a:sym typeface="Lexend"/>
              </a:endParaRPr>
            </a:p>
          </p:txBody>
        </p:sp>
      </p:grpSp>
      <p:grpSp>
        <p:nvGrpSpPr>
          <p:cNvPr id="2014" name="Google Shape;2014;p152"/>
          <p:cNvGrpSpPr/>
          <p:nvPr/>
        </p:nvGrpSpPr>
        <p:grpSpPr>
          <a:xfrm rot="7162359">
            <a:off x="6418282" y="1738419"/>
            <a:ext cx="1181713" cy="408585"/>
            <a:chOff x="6353075" y="4537325"/>
            <a:chExt cx="1174500" cy="408600"/>
          </a:xfrm>
        </p:grpSpPr>
        <p:cxnSp>
          <p:nvCxnSpPr>
            <p:cNvPr id="2015" name="Google Shape;2015;p152"/>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016" name="Google Shape;2016;p152"/>
            <p:cNvSpPr txBox="1"/>
            <p:nvPr/>
          </p:nvSpPr>
          <p:spPr>
            <a:xfrm rot="10800000">
              <a:off x="6427691" y="4537325"/>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d</a:t>
              </a:r>
              <a:r>
                <a:rPr lang="en-GB" sz="1800">
                  <a:latin typeface="Lexend"/>
                  <a:ea typeface="Lexend"/>
                  <a:cs typeface="Lexend"/>
                  <a:sym typeface="Lexend"/>
                </a:rPr>
                <a:t> units</a:t>
              </a:r>
              <a:endParaRPr sz="1800">
                <a:latin typeface="Lexend"/>
                <a:ea typeface="Lexend"/>
                <a:cs typeface="Lexend"/>
                <a:sym typeface="Lexend"/>
              </a:endParaRPr>
            </a:p>
          </p:txBody>
        </p:sp>
      </p:grpSp>
      <p:sp>
        <p:nvSpPr>
          <p:cNvPr id="2017" name="Google Shape;2017;p152"/>
          <p:cNvSpPr txBox="1"/>
          <p:nvPr/>
        </p:nvSpPr>
        <p:spPr>
          <a:xfrm>
            <a:off x="7463065" y="2060186"/>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169</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sz="1800">
              <a:latin typeface="Lexend"/>
              <a:ea typeface="Lexend"/>
              <a:cs typeface="Lexend"/>
              <a:sym typeface="Lexend"/>
            </a:endParaRPr>
          </a:p>
        </p:txBody>
      </p:sp>
      <p:grpSp>
        <p:nvGrpSpPr>
          <p:cNvPr id="2018" name="Google Shape;2018;p152"/>
          <p:cNvGrpSpPr/>
          <p:nvPr/>
        </p:nvGrpSpPr>
        <p:grpSpPr>
          <a:xfrm>
            <a:off x="6229398" y="3412104"/>
            <a:ext cx="796201" cy="444738"/>
            <a:chOff x="6203399" y="4549793"/>
            <a:chExt cx="1473900" cy="444738"/>
          </a:xfrm>
        </p:grpSpPr>
        <p:cxnSp>
          <p:nvCxnSpPr>
            <p:cNvPr id="2019" name="Google Shape;2019;p152"/>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020" name="Google Shape;2020;p152"/>
            <p:cNvSpPr txBox="1"/>
            <p:nvPr/>
          </p:nvSpPr>
          <p:spPr>
            <a:xfrm>
              <a:off x="6203399" y="4585930"/>
              <a:ext cx="14739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e</a:t>
              </a:r>
              <a:endParaRPr sz="1800">
                <a:latin typeface="Lexend"/>
                <a:ea typeface="Lexend"/>
                <a:cs typeface="Lexend"/>
                <a:sym typeface="Lexend"/>
              </a:endParaRPr>
            </a:p>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units</a:t>
              </a:r>
              <a:endParaRPr sz="1800">
                <a:latin typeface="Lexend"/>
                <a:ea typeface="Lexend"/>
                <a:cs typeface="Lexend"/>
                <a:sym typeface="Lexend"/>
              </a:endParaRPr>
            </a:p>
          </p:txBody>
        </p:sp>
      </p:grpSp>
      <p:sp>
        <p:nvSpPr>
          <p:cNvPr id="2021" name="Google Shape;2021;p152"/>
          <p:cNvSpPr txBox="1"/>
          <p:nvPr/>
        </p:nvSpPr>
        <p:spPr>
          <a:xfrm>
            <a:off x="1189045" y="3441155"/>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36</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2022" name="Google Shape;2022;p152"/>
          <p:cNvSpPr txBox="1"/>
          <p:nvPr/>
        </p:nvSpPr>
        <p:spPr>
          <a:xfrm>
            <a:off x="1894176" y="1371025"/>
            <a:ext cx="765000" cy="3828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a = 7</a:t>
            </a:r>
            <a:endParaRPr sz="2000">
              <a:latin typeface="Kalam"/>
              <a:ea typeface="Kalam"/>
              <a:cs typeface="Kalam"/>
              <a:sym typeface="Kalam"/>
            </a:endParaRPr>
          </a:p>
        </p:txBody>
      </p:sp>
      <p:sp>
        <p:nvSpPr>
          <p:cNvPr id="2023" name="Google Shape;2023;p152"/>
          <p:cNvSpPr txBox="1"/>
          <p:nvPr/>
        </p:nvSpPr>
        <p:spPr>
          <a:xfrm>
            <a:off x="1378341" y="2358424"/>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49</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2024" name="Google Shape;2024;p152"/>
          <p:cNvSpPr txBox="1"/>
          <p:nvPr/>
        </p:nvSpPr>
        <p:spPr>
          <a:xfrm>
            <a:off x="4059001" y="4465253"/>
            <a:ext cx="765000" cy="3828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b = 5</a:t>
            </a:r>
            <a:endParaRPr sz="2000">
              <a:latin typeface="Kalam"/>
              <a:ea typeface="Kalam"/>
              <a:cs typeface="Kalam"/>
              <a:sym typeface="Kalam"/>
            </a:endParaRPr>
          </a:p>
        </p:txBody>
      </p:sp>
      <p:sp>
        <p:nvSpPr>
          <p:cNvPr id="2025" name="Google Shape;2025;p152"/>
          <p:cNvSpPr txBox="1"/>
          <p:nvPr/>
        </p:nvSpPr>
        <p:spPr>
          <a:xfrm>
            <a:off x="4823995" y="2431805"/>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64</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2026" name="Google Shape;2026;p152"/>
          <p:cNvSpPr txBox="1"/>
          <p:nvPr/>
        </p:nvSpPr>
        <p:spPr>
          <a:xfrm>
            <a:off x="4059001" y="1327603"/>
            <a:ext cx="765000" cy="3828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c = 8</a:t>
            </a:r>
            <a:endParaRPr sz="2000">
              <a:latin typeface="Kalam"/>
              <a:ea typeface="Kalam"/>
              <a:cs typeface="Kalam"/>
              <a:sym typeface="Kalam"/>
            </a:endParaRPr>
          </a:p>
        </p:txBody>
      </p:sp>
      <p:sp>
        <p:nvSpPr>
          <p:cNvPr id="2027" name="Google Shape;2027;p152"/>
          <p:cNvSpPr txBox="1"/>
          <p:nvPr/>
        </p:nvSpPr>
        <p:spPr>
          <a:xfrm>
            <a:off x="7156270" y="3553230"/>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144</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2028" name="Google Shape;2028;p152"/>
          <p:cNvSpPr txBox="1"/>
          <p:nvPr/>
        </p:nvSpPr>
        <p:spPr>
          <a:xfrm>
            <a:off x="6063876" y="3898378"/>
            <a:ext cx="765000" cy="3828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e = 5</a:t>
            </a:r>
            <a:endParaRPr sz="2000">
              <a:latin typeface="Kalam"/>
              <a:ea typeface="Kalam"/>
              <a:cs typeface="Kalam"/>
              <a:sym typeface="Kalam"/>
            </a:endParaRPr>
          </a:p>
        </p:txBody>
      </p:sp>
      <p:sp>
        <p:nvSpPr>
          <p:cNvPr id="2029" name="Google Shape;2029;p152"/>
          <p:cNvSpPr txBox="1"/>
          <p:nvPr/>
        </p:nvSpPr>
        <p:spPr>
          <a:xfrm>
            <a:off x="6253885" y="2646117"/>
            <a:ext cx="765000" cy="6777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25</a:t>
            </a:r>
            <a:endParaRPr sz="2000">
              <a:latin typeface="Kalam"/>
              <a:ea typeface="Kalam"/>
              <a:cs typeface="Kalam"/>
              <a:sym typeface="Kalam"/>
            </a:endParaRPr>
          </a:p>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units²</a:t>
            </a:r>
            <a:endParaRPr sz="2000">
              <a:latin typeface="Kalam"/>
              <a:ea typeface="Kalam"/>
              <a:cs typeface="Kalam"/>
              <a:sym typeface="Kalam"/>
            </a:endParaRPr>
          </a:p>
        </p:txBody>
      </p:sp>
      <p:sp>
        <p:nvSpPr>
          <p:cNvPr id="2030" name="Google Shape;2030;p152"/>
          <p:cNvSpPr txBox="1"/>
          <p:nvPr/>
        </p:nvSpPr>
        <p:spPr>
          <a:xfrm>
            <a:off x="6391276" y="1342891"/>
            <a:ext cx="765000" cy="3828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2000">
                <a:latin typeface="Kalam"/>
                <a:ea typeface="Kalam"/>
                <a:cs typeface="Kalam"/>
                <a:sym typeface="Kalam"/>
              </a:rPr>
              <a:t>d = 13</a:t>
            </a:r>
            <a:endParaRPr sz="2000">
              <a:latin typeface="Kalam"/>
              <a:ea typeface="Kalam"/>
              <a:cs typeface="Kalam"/>
              <a:sym typeface="Kalam"/>
            </a:endParaRPr>
          </a:p>
        </p:txBody>
      </p:sp>
      <p:sp>
        <p:nvSpPr>
          <p:cNvPr id="2031" name="Google Shape;2031;p152"/>
          <p:cNvSpPr txBox="1"/>
          <p:nvPr/>
        </p:nvSpPr>
        <p:spPr>
          <a:xfrm>
            <a:off x="348775" y="32742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 </a:t>
            </a:r>
            <a:endParaRPr sz="1800">
              <a:latin typeface="Lexend"/>
              <a:ea typeface="Lexend"/>
              <a:cs typeface="Lexend"/>
              <a:sym typeface="Lexend"/>
            </a:endParaRPr>
          </a:p>
        </p:txBody>
      </p:sp>
      <p:sp>
        <p:nvSpPr>
          <p:cNvPr id="2032" name="Google Shape;2032;p152"/>
          <p:cNvSpPr txBox="1"/>
          <p:nvPr/>
        </p:nvSpPr>
        <p:spPr>
          <a:xfrm>
            <a:off x="2975625" y="3348325"/>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a:t>
            </a:r>
            <a:endParaRPr sz="1800">
              <a:latin typeface="Lexend"/>
              <a:ea typeface="Lexend"/>
              <a:cs typeface="Lexend"/>
              <a:sym typeface="Lexend"/>
            </a:endParaRPr>
          </a:p>
        </p:txBody>
      </p:sp>
      <p:sp>
        <p:nvSpPr>
          <p:cNvPr id="2033" name="Google Shape;2033;p152"/>
          <p:cNvSpPr txBox="1"/>
          <p:nvPr/>
        </p:nvSpPr>
        <p:spPr>
          <a:xfrm>
            <a:off x="8334600" y="1620000"/>
            <a:ext cx="3120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a:t>
            </a:r>
            <a:endParaRPr sz="1800">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7" name="Shape 2037"/>
        <p:cNvGrpSpPr/>
        <p:nvPr/>
      </p:nvGrpSpPr>
      <p:grpSpPr>
        <a:xfrm>
          <a:off x="0" y="0"/>
          <a:ext cx="0" cy="0"/>
          <a:chOff x="0" y="0"/>
          <a:chExt cx="0" cy="0"/>
        </a:xfrm>
      </p:grpSpPr>
      <p:sp>
        <p:nvSpPr>
          <p:cNvPr id="2038" name="Google Shape;2038;p153"/>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Further demonstrating Pythagoras’ theorem</a:t>
            </a:r>
            <a:endParaRPr/>
          </a:p>
        </p:txBody>
      </p:sp>
      <p:pic>
        <p:nvPicPr>
          <p:cNvPr id="2039" name="Google Shape;2039;p153"/>
          <p:cNvPicPr preferRelativeResize="0"/>
          <p:nvPr/>
        </p:nvPicPr>
        <p:blipFill>
          <a:blip r:embed="rId3">
            <a:alphaModFix/>
          </a:blip>
          <a:stretch>
            <a:fillRect/>
          </a:stretch>
        </p:blipFill>
        <p:spPr>
          <a:xfrm>
            <a:off x="413150" y="2989967"/>
            <a:ext cx="450575" cy="446750"/>
          </a:xfrm>
          <a:prstGeom prst="rect">
            <a:avLst/>
          </a:prstGeom>
          <a:noFill/>
          <a:ln>
            <a:noFill/>
          </a:ln>
        </p:spPr>
      </p:pic>
      <p:sp>
        <p:nvSpPr>
          <p:cNvPr id="2040" name="Google Shape;2040;p153"/>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Generating right-angled triangles from squares</a:t>
            </a:r>
            <a:endParaRPr/>
          </a:p>
        </p:txBody>
      </p:sp>
      <p:sp>
        <p:nvSpPr>
          <p:cNvPr id="2041" name="Google Shape;2041;p153"/>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5" name="Shape 2045"/>
        <p:cNvGrpSpPr/>
        <p:nvPr/>
      </p:nvGrpSpPr>
      <p:grpSpPr>
        <a:xfrm>
          <a:off x="0" y="0"/>
          <a:ext cx="0" cy="0"/>
          <a:chOff x="0" y="0"/>
          <a:chExt cx="0" cy="0"/>
        </a:xfrm>
      </p:grpSpPr>
      <p:sp>
        <p:nvSpPr>
          <p:cNvPr id="2046" name="Google Shape;2046;p154"/>
          <p:cNvSpPr/>
          <p:nvPr/>
        </p:nvSpPr>
        <p:spPr>
          <a:xfrm>
            <a:off x="6157862" y="3104432"/>
            <a:ext cx="192300" cy="192300"/>
          </a:xfrm>
          <a:prstGeom prst="rect">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47" name="Google Shape;2047;p15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048" name="Google Shape;2048;p154"/>
          <p:cNvPicPr preferRelativeResize="0"/>
          <p:nvPr/>
        </p:nvPicPr>
        <p:blipFill>
          <a:blip r:embed="rId3">
            <a:alphaModFix/>
          </a:blip>
          <a:stretch>
            <a:fillRect/>
          </a:stretch>
        </p:blipFill>
        <p:spPr>
          <a:xfrm>
            <a:off x="448651" y="1170625"/>
            <a:ext cx="564900" cy="813475"/>
          </a:xfrm>
          <a:prstGeom prst="rect">
            <a:avLst/>
          </a:prstGeom>
          <a:noFill/>
          <a:ln>
            <a:noFill/>
          </a:ln>
        </p:spPr>
      </p:pic>
      <p:sp>
        <p:nvSpPr>
          <p:cNvPr id="2049" name="Google Shape;2049;p154"/>
          <p:cNvSpPr txBox="1"/>
          <p:nvPr/>
        </p:nvSpPr>
        <p:spPr>
          <a:xfrm>
            <a:off x="324001" y="198377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Sam</a:t>
            </a:r>
            <a:endParaRPr sz="1800">
              <a:latin typeface="Lexend"/>
              <a:ea typeface="Lexend"/>
              <a:cs typeface="Lexend"/>
              <a:sym typeface="Lexend"/>
            </a:endParaRPr>
          </a:p>
        </p:txBody>
      </p:sp>
      <p:grpSp>
        <p:nvGrpSpPr>
          <p:cNvPr id="2050" name="Google Shape;2050;p154"/>
          <p:cNvGrpSpPr/>
          <p:nvPr/>
        </p:nvGrpSpPr>
        <p:grpSpPr>
          <a:xfrm>
            <a:off x="993476" y="694011"/>
            <a:ext cx="2324327" cy="1061516"/>
            <a:chOff x="856325" y="1007975"/>
            <a:chExt cx="3026074" cy="1470651"/>
          </a:xfrm>
        </p:grpSpPr>
        <p:pic>
          <p:nvPicPr>
            <p:cNvPr id="2051" name="Google Shape;2051;p154"/>
            <p:cNvPicPr preferRelativeResize="0"/>
            <p:nvPr/>
          </p:nvPicPr>
          <p:blipFill rotWithShape="1">
            <a:blip r:embed="rId4">
              <a:alphaModFix/>
            </a:blip>
            <a:srcRect b="4760" l="40550" r="0" t="13015"/>
            <a:stretch/>
          </p:blipFill>
          <p:spPr>
            <a:xfrm>
              <a:off x="856325" y="1007975"/>
              <a:ext cx="3026074" cy="1470651"/>
            </a:xfrm>
            <a:prstGeom prst="rect">
              <a:avLst/>
            </a:prstGeom>
            <a:noFill/>
            <a:ln>
              <a:noFill/>
            </a:ln>
          </p:spPr>
        </p:pic>
        <p:sp>
          <p:nvSpPr>
            <p:cNvPr id="2052" name="Google Shape;2052;p154"/>
            <p:cNvSpPr txBox="1"/>
            <p:nvPr/>
          </p:nvSpPr>
          <p:spPr>
            <a:xfrm>
              <a:off x="1098056" y="1071389"/>
              <a:ext cx="2765100" cy="115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think we’ve just done </a:t>
              </a:r>
              <a:r>
                <a:rPr b="1" lang="en-GB" sz="1800">
                  <a:latin typeface="Lexend"/>
                  <a:ea typeface="Lexend"/>
                  <a:cs typeface="Lexend"/>
                  <a:sym typeface="Lexend"/>
                </a:rPr>
                <a:t>Pythagoras’ theorem</a:t>
              </a:r>
              <a:r>
                <a:rPr lang="en-GB" sz="1800">
                  <a:latin typeface="Lexend"/>
                  <a:ea typeface="Lexend"/>
                  <a:cs typeface="Lexend"/>
                  <a:sym typeface="Lexend"/>
                </a:rPr>
                <a:t>.</a:t>
              </a:r>
              <a:endParaRPr sz="1800">
                <a:latin typeface="Lexend"/>
                <a:ea typeface="Lexend"/>
                <a:cs typeface="Lexend"/>
                <a:sym typeface="Lexend"/>
              </a:endParaRPr>
            </a:p>
          </p:txBody>
        </p:sp>
      </p:grpSp>
      <p:pic>
        <p:nvPicPr>
          <p:cNvPr id="2053" name="Google Shape;2053;p154"/>
          <p:cNvPicPr preferRelativeResize="0"/>
          <p:nvPr/>
        </p:nvPicPr>
        <p:blipFill>
          <a:blip r:embed="rId5">
            <a:alphaModFix/>
          </a:blip>
          <a:stretch>
            <a:fillRect/>
          </a:stretch>
        </p:blipFill>
        <p:spPr>
          <a:xfrm>
            <a:off x="4552690" y="586938"/>
            <a:ext cx="4326025" cy="3921324"/>
          </a:xfrm>
          <a:prstGeom prst="rect">
            <a:avLst/>
          </a:prstGeom>
          <a:noFill/>
          <a:ln>
            <a:noFill/>
          </a:ln>
        </p:spPr>
      </p:pic>
      <p:sp>
        <p:nvSpPr>
          <p:cNvPr id="2054" name="Google Shape;2054;p154"/>
          <p:cNvSpPr txBox="1"/>
          <p:nvPr/>
        </p:nvSpPr>
        <p:spPr>
          <a:xfrm>
            <a:off x="4679690" y="1831375"/>
            <a:ext cx="1459200" cy="352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A</a:t>
            </a:r>
            <a:endParaRPr sz="1800">
              <a:latin typeface="Lexend"/>
              <a:ea typeface="Lexend"/>
              <a:cs typeface="Lexend"/>
              <a:sym typeface="Lexend"/>
            </a:endParaRPr>
          </a:p>
        </p:txBody>
      </p:sp>
      <p:sp>
        <p:nvSpPr>
          <p:cNvPr id="2055" name="Google Shape;2055;p154"/>
          <p:cNvSpPr txBox="1"/>
          <p:nvPr/>
        </p:nvSpPr>
        <p:spPr>
          <a:xfrm>
            <a:off x="6168192" y="3319050"/>
            <a:ext cx="1092900" cy="352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B</a:t>
            </a:r>
            <a:endParaRPr sz="1800">
              <a:latin typeface="Lexend"/>
              <a:ea typeface="Lexend"/>
              <a:cs typeface="Lexend"/>
              <a:sym typeface="Lexend"/>
            </a:endParaRPr>
          </a:p>
        </p:txBody>
      </p:sp>
      <p:sp>
        <p:nvSpPr>
          <p:cNvPr id="2056" name="Google Shape;2056;p154"/>
          <p:cNvSpPr txBox="1"/>
          <p:nvPr/>
        </p:nvSpPr>
        <p:spPr>
          <a:xfrm>
            <a:off x="6998098" y="1190514"/>
            <a:ext cx="1016700" cy="352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C</a:t>
            </a:r>
            <a:endParaRPr sz="1800">
              <a:latin typeface="Lexend"/>
              <a:ea typeface="Lexend"/>
              <a:cs typeface="Lexend"/>
              <a:sym typeface="Lexend"/>
            </a:endParaRPr>
          </a:p>
        </p:txBody>
      </p:sp>
      <p:pic>
        <p:nvPicPr>
          <p:cNvPr id="2057" name="Google Shape;2057;p154"/>
          <p:cNvPicPr preferRelativeResize="0"/>
          <p:nvPr/>
        </p:nvPicPr>
        <p:blipFill rotWithShape="1">
          <a:blip r:embed="rId4">
            <a:alphaModFix/>
          </a:blip>
          <a:srcRect b="4760" l="40550" r="0" t="13015"/>
          <a:stretch/>
        </p:blipFill>
        <p:spPr>
          <a:xfrm flipH="1" rot="10800000">
            <a:off x="324001" y="2259989"/>
            <a:ext cx="3708452" cy="1466827"/>
          </a:xfrm>
          <a:prstGeom prst="rect">
            <a:avLst/>
          </a:prstGeom>
          <a:noFill/>
          <a:ln>
            <a:noFill/>
          </a:ln>
        </p:spPr>
      </p:pic>
      <p:sp>
        <p:nvSpPr>
          <p:cNvPr id="2058" name="Google Shape;2058;p154"/>
          <p:cNvSpPr txBox="1"/>
          <p:nvPr/>
        </p:nvSpPr>
        <p:spPr>
          <a:xfrm flipH="1">
            <a:off x="620291" y="2514850"/>
            <a:ext cx="8832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A</a:t>
            </a:r>
            <a:endParaRPr sz="1800">
              <a:latin typeface="Lexend"/>
              <a:ea typeface="Lexend"/>
              <a:cs typeface="Lexend"/>
              <a:sym typeface="Lexend"/>
            </a:endParaRPr>
          </a:p>
        </p:txBody>
      </p:sp>
      <p:sp>
        <p:nvSpPr>
          <p:cNvPr id="2059" name="Google Shape;2059;p154"/>
          <p:cNvSpPr txBox="1"/>
          <p:nvPr/>
        </p:nvSpPr>
        <p:spPr>
          <a:xfrm flipH="1">
            <a:off x="1503276" y="2514850"/>
            <a:ext cx="3528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060" name="Google Shape;2060;p154"/>
          <p:cNvSpPr txBox="1"/>
          <p:nvPr/>
        </p:nvSpPr>
        <p:spPr>
          <a:xfrm flipH="1">
            <a:off x="1856182" y="2514850"/>
            <a:ext cx="8832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B</a:t>
            </a:r>
            <a:endParaRPr sz="1800">
              <a:latin typeface="Lexend"/>
              <a:ea typeface="Lexend"/>
              <a:cs typeface="Lexend"/>
              <a:sym typeface="Lexend"/>
            </a:endParaRPr>
          </a:p>
        </p:txBody>
      </p:sp>
      <p:sp>
        <p:nvSpPr>
          <p:cNvPr id="2061" name="Google Shape;2061;p154"/>
          <p:cNvSpPr txBox="1"/>
          <p:nvPr/>
        </p:nvSpPr>
        <p:spPr>
          <a:xfrm flipH="1">
            <a:off x="2739167" y="2514850"/>
            <a:ext cx="3528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062" name="Google Shape;2062;p154"/>
          <p:cNvSpPr txBox="1"/>
          <p:nvPr/>
        </p:nvSpPr>
        <p:spPr>
          <a:xfrm flipH="1">
            <a:off x="3092074" y="2514850"/>
            <a:ext cx="8832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C</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6" name="Shape 2066"/>
        <p:cNvGrpSpPr/>
        <p:nvPr/>
      </p:nvGrpSpPr>
      <p:grpSpPr>
        <a:xfrm>
          <a:off x="0" y="0"/>
          <a:ext cx="0" cy="0"/>
          <a:chOff x="0" y="0"/>
          <a:chExt cx="0" cy="0"/>
        </a:xfrm>
      </p:grpSpPr>
      <p:sp>
        <p:nvSpPr>
          <p:cNvPr id="2067" name="Google Shape;2067;p15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068" name="Google Shape;2068;p155"/>
          <p:cNvPicPr preferRelativeResize="0"/>
          <p:nvPr/>
        </p:nvPicPr>
        <p:blipFill>
          <a:blip r:embed="rId3">
            <a:alphaModFix/>
          </a:blip>
          <a:stretch>
            <a:fillRect/>
          </a:stretch>
        </p:blipFill>
        <p:spPr>
          <a:xfrm>
            <a:off x="448651" y="1170625"/>
            <a:ext cx="564900" cy="813475"/>
          </a:xfrm>
          <a:prstGeom prst="rect">
            <a:avLst/>
          </a:prstGeom>
          <a:noFill/>
          <a:ln>
            <a:noFill/>
          </a:ln>
        </p:spPr>
      </p:pic>
      <p:sp>
        <p:nvSpPr>
          <p:cNvPr id="2069" name="Google Shape;2069;p155"/>
          <p:cNvSpPr txBox="1"/>
          <p:nvPr/>
        </p:nvSpPr>
        <p:spPr>
          <a:xfrm>
            <a:off x="324001" y="198377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Sam</a:t>
            </a:r>
            <a:endParaRPr sz="1800">
              <a:latin typeface="Lexend"/>
              <a:ea typeface="Lexend"/>
              <a:cs typeface="Lexend"/>
              <a:sym typeface="Lexend"/>
            </a:endParaRPr>
          </a:p>
        </p:txBody>
      </p:sp>
      <p:grpSp>
        <p:nvGrpSpPr>
          <p:cNvPr id="2070" name="Google Shape;2070;p155"/>
          <p:cNvGrpSpPr/>
          <p:nvPr/>
        </p:nvGrpSpPr>
        <p:grpSpPr>
          <a:xfrm>
            <a:off x="993476" y="694011"/>
            <a:ext cx="2324327" cy="1061516"/>
            <a:chOff x="856325" y="1007975"/>
            <a:chExt cx="3026074" cy="1470651"/>
          </a:xfrm>
        </p:grpSpPr>
        <p:pic>
          <p:nvPicPr>
            <p:cNvPr id="2071" name="Google Shape;2071;p155"/>
            <p:cNvPicPr preferRelativeResize="0"/>
            <p:nvPr/>
          </p:nvPicPr>
          <p:blipFill rotWithShape="1">
            <a:blip r:embed="rId4">
              <a:alphaModFix/>
            </a:blip>
            <a:srcRect b="4760" l="40550" r="0" t="13015"/>
            <a:stretch/>
          </p:blipFill>
          <p:spPr>
            <a:xfrm>
              <a:off x="856325" y="1007975"/>
              <a:ext cx="3026074" cy="1470651"/>
            </a:xfrm>
            <a:prstGeom prst="rect">
              <a:avLst/>
            </a:prstGeom>
            <a:noFill/>
            <a:ln>
              <a:noFill/>
            </a:ln>
          </p:spPr>
        </p:pic>
        <p:sp>
          <p:nvSpPr>
            <p:cNvPr id="2072" name="Google Shape;2072;p155"/>
            <p:cNvSpPr txBox="1"/>
            <p:nvPr/>
          </p:nvSpPr>
          <p:spPr>
            <a:xfrm>
              <a:off x="1098056" y="1071389"/>
              <a:ext cx="2765100" cy="115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think we’ve just done </a:t>
              </a:r>
              <a:r>
                <a:rPr b="1" lang="en-GB" sz="1800">
                  <a:latin typeface="Lexend"/>
                  <a:ea typeface="Lexend"/>
                  <a:cs typeface="Lexend"/>
                  <a:sym typeface="Lexend"/>
                </a:rPr>
                <a:t>Pythagoras’ theorem</a:t>
              </a:r>
              <a:r>
                <a:rPr lang="en-GB" sz="1800">
                  <a:latin typeface="Lexend"/>
                  <a:ea typeface="Lexend"/>
                  <a:cs typeface="Lexend"/>
                  <a:sym typeface="Lexend"/>
                </a:rPr>
                <a:t>.</a:t>
              </a:r>
              <a:endParaRPr sz="1800">
                <a:latin typeface="Lexend"/>
                <a:ea typeface="Lexend"/>
                <a:cs typeface="Lexend"/>
                <a:sym typeface="Lexend"/>
              </a:endParaRPr>
            </a:p>
          </p:txBody>
        </p:sp>
      </p:grpSp>
      <p:pic>
        <p:nvPicPr>
          <p:cNvPr id="2073" name="Google Shape;2073;p155"/>
          <p:cNvPicPr preferRelativeResize="0"/>
          <p:nvPr/>
        </p:nvPicPr>
        <p:blipFill rotWithShape="1">
          <a:blip r:embed="rId4">
            <a:alphaModFix/>
          </a:blip>
          <a:srcRect b="4760" l="40550" r="0" t="13015"/>
          <a:stretch/>
        </p:blipFill>
        <p:spPr>
          <a:xfrm flipH="1" rot="10800000">
            <a:off x="324001" y="2259989"/>
            <a:ext cx="3708452" cy="1466827"/>
          </a:xfrm>
          <a:prstGeom prst="rect">
            <a:avLst/>
          </a:prstGeom>
          <a:noFill/>
          <a:ln>
            <a:noFill/>
          </a:ln>
        </p:spPr>
      </p:pic>
      <p:sp>
        <p:nvSpPr>
          <p:cNvPr id="2074" name="Google Shape;2074;p155"/>
          <p:cNvSpPr txBox="1"/>
          <p:nvPr/>
        </p:nvSpPr>
        <p:spPr>
          <a:xfrm flipH="1">
            <a:off x="620291" y="2514850"/>
            <a:ext cx="8832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A</a:t>
            </a:r>
            <a:endParaRPr sz="1800">
              <a:latin typeface="Lexend"/>
              <a:ea typeface="Lexend"/>
              <a:cs typeface="Lexend"/>
              <a:sym typeface="Lexend"/>
            </a:endParaRPr>
          </a:p>
        </p:txBody>
      </p:sp>
      <p:sp>
        <p:nvSpPr>
          <p:cNvPr id="2075" name="Google Shape;2075;p155"/>
          <p:cNvSpPr txBox="1"/>
          <p:nvPr/>
        </p:nvSpPr>
        <p:spPr>
          <a:xfrm flipH="1">
            <a:off x="1503276" y="2514850"/>
            <a:ext cx="3528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076" name="Google Shape;2076;p155"/>
          <p:cNvSpPr txBox="1"/>
          <p:nvPr/>
        </p:nvSpPr>
        <p:spPr>
          <a:xfrm flipH="1">
            <a:off x="1856182" y="2514850"/>
            <a:ext cx="8832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B</a:t>
            </a:r>
            <a:endParaRPr sz="1800">
              <a:latin typeface="Lexend"/>
              <a:ea typeface="Lexend"/>
              <a:cs typeface="Lexend"/>
              <a:sym typeface="Lexend"/>
            </a:endParaRPr>
          </a:p>
        </p:txBody>
      </p:sp>
      <p:sp>
        <p:nvSpPr>
          <p:cNvPr id="2077" name="Google Shape;2077;p155"/>
          <p:cNvSpPr txBox="1"/>
          <p:nvPr/>
        </p:nvSpPr>
        <p:spPr>
          <a:xfrm flipH="1">
            <a:off x="2739167" y="2514850"/>
            <a:ext cx="3528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078" name="Google Shape;2078;p155"/>
          <p:cNvSpPr txBox="1"/>
          <p:nvPr/>
        </p:nvSpPr>
        <p:spPr>
          <a:xfrm flipH="1">
            <a:off x="3092074" y="2514850"/>
            <a:ext cx="8832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C</a:t>
            </a:r>
            <a:endParaRPr sz="1800">
              <a:latin typeface="Lexend"/>
              <a:ea typeface="Lexend"/>
              <a:cs typeface="Lexend"/>
              <a:sym typeface="Lexend"/>
            </a:endParaRPr>
          </a:p>
        </p:txBody>
      </p:sp>
      <p:grpSp>
        <p:nvGrpSpPr>
          <p:cNvPr id="2079" name="Google Shape;2079;p155"/>
          <p:cNvGrpSpPr/>
          <p:nvPr/>
        </p:nvGrpSpPr>
        <p:grpSpPr>
          <a:xfrm flipH="1">
            <a:off x="5344135" y="853762"/>
            <a:ext cx="2809372" cy="1406416"/>
            <a:chOff x="3962154" y="3649844"/>
            <a:chExt cx="1949599" cy="1108200"/>
          </a:xfrm>
        </p:grpSpPr>
        <p:pic>
          <p:nvPicPr>
            <p:cNvPr id="2080" name="Google Shape;2080;p155"/>
            <p:cNvPicPr preferRelativeResize="0"/>
            <p:nvPr/>
          </p:nvPicPr>
          <p:blipFill rotWithShape="1">
            <a:blip r:embed="rId4">
              <a:alphaModFix/>
            </a:blip>
            <a:srcRect b="4760" l="40550" r="0" t="13015"/>
            <a:stretch/>
          </p:blipFill>
          <p:spPr>
            <a:xfrm>
              <a:off x="3962154" y="3649844"/>
              <a:ext cx="1949599" cy="1108200"/>
            </a:xfrm>
            <a:prstGeom prst="rect">
              <a:avLst/>
            </a:prstGeom>
            <a:noFill/>
            <a:ln>
              <a:noFill/>
            </a:ln>
          </p:spPr>
        </p:pic>
        <p:sp>
          <p:nvSpPr>
            <p:cNvPr id="2081" name="Google Shape;2081;p155"/>
            <p:cNvSpPr txBox="1"/>
            <p:nvPr/>
          </p:nvSpPr>
          <p:spPr>
            <a:xfrm>
              <a:off x="4127780" y="3748945"/>
              <a:ext cx="1731000" cy="654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But it only works if the three squares make a </a:t>
              </a:r>
              <a:r>
                <a:rPr lang="en-GB" sz="1800">
                  <a:solidFill>
                    <a:schemeClr val="accent3"/>
                  </a:solidFill>
                  <a:latin typeface="Lexend"/>
                  <a:ea typeface="Lexend"/>
                  <a:cs typeface="Lexend"/>
                  <a:sym typeface="Lexend"/>
                </a:rPr>
                <a:t>right-angled triangle</a:t>
              </a:r>
              <a:r>
                <a:rPr lang="en-GB" sz="1800">
                  <a:latin typeface="Lexend"/>
                  <a:ea typeface="Lexend"/>
                  <a:cs typeface="Lexend"/>
                  <a:sym typeface="Lexend"/>
                </a:rPr>
                <a:t>.</a:t>
              </a:r>
              <a:endParaRPr sz="1800">
                <a:latin typeface="Lexend"/>
                <a:ea typeface="Lexend"/>
                <a:cs typeface="Lexend"/>
                <a:sym typeface="Lexend"/>
              </a:endParaRPr>
            </a:p>
          </p:txBody>
        </p:sp>
      </p:grpSp>
      <p:sp>
        <p:nvSpPr>
          <p:cNvPr id="2082" name="Google Shape;2082;p155"/>
          <p:cNvSpPr txBox="1"/>
          <p:nvPr/>
        </p:nvSpPr>
        <p:spPr>
          <a:xfrm flipH="1">
            <a:off x="8005802" y="2165838"/>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2083" name="Google Shape;2083;p155"/>
          <p:cNvPicPr preferRelativeResize="0"/>
          <p:nvPr/>
        </p:nvPicPr>
        <p:blipFill>
          <a:blip r:embed="rId5">
            <a:alphaModFix/>
          </a:blip>
          <a:stretch>
            <a:fillRect/>
          </a:stretch>
        </p:blipFill>
        <p:spPr>
          <a:xfrm>
            <a:off x="8098339" y="1470462"/>
            <a:ext cx="629125" cy="725538"/>
          </a:xfrm>
          <a:prstGeom prst="rect">
            <a:avLst/>
          </a:prstGeom>
          <a:noFill/>
          <a:ln>
            <a:noFill/>
          </a:ln>
        </p:spPr>
      </p:pic>
      <p:grpSp>
        <p:nvGrpSpPr>
          <p:cNvPr id="2084" name="Google Shape;2084;p155"/>
          <p:cNvGrpSpPr/>
          <p:nvPr/>
        </p:nvGrpSpPr>
        <p:grpSpPr>
          <a:xfrm rot="10800000">
            <a:off x="4998768" y="2219126"/>
            <a:ext cx="3556077" cy="2184561"/>
            <a:chOff x="3962153" y="2903412"/>
            <a:chExt cx="1949604" cy="1854623"/>
          </a:xfrm>
        </p:grpSpPr>
        <p:pic>
          <p:nvPicPr>
            <p:cNvPr id="2085" name="Google Shape;2085;p155"/>
            <p:cNvPicPr preferRelativeResize="0"/>
            <p:nvPr/>
          </p:nvPicPr>
          <p:blipFill rotWithShape="1">
            <a:blip r:embed="rId4">
              <a:alphaModFix/>
            </a:blip>
            <a:srcRect b="4760" l="40550" r="0" t="13015"/>
            <a:stretch/>
          </p:blipFill>
          <p:spPr>
            <a:xfrm>
              <a:off x="3962153" y="2903412"/>
              <a:ext cx="1949604" cy="1854623"/>
            </a:xfrm>
            <a:prstGeom prst="rect">
              <a:avLst/>
            </a:prstGeom>
            <a:noFill/>
            <a:ln>
              <a:noFill/>
            </a:ln>
          </p:spPr>
        </p:pic>
        <p:sp>
          <p:nvSpPr>
            <p:cNvPr id="2086" name="Google Shape;2086;p155"/>
            <p:cNvSpPr txBox="1"/>
            <p:nvPr/>
          </p:nvSpPr>
          <p:spPr>
            <a:xfrm rot="10800000">
              <a:off x="4132577" y="3007890"/>
              <a:ext cx="1731000" cy="1411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Because we’ve seen some triangles with obtuse angles where the area of the largest square is huge compared to the other two squares!</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0" name="Shape 2090"/>
        <p:cNvGrpSpPr/>
        <p:nvPr/>
      </p:nvGrpSpPr>
      <p:grpSpPr>
        <a:xfrm>
          <a:off x="0" y="0"/>
          <a:ext cx="0" cy="0"/>
          <a:chOff x="0" y="0"/>
          <a:chExt cx="0" cy="0"/>
        </a:xfrm>
      </p:grpSpPr>
      <p:sp>
        <p:nvSpPr>
          <p:cNvPr id="2091" name="Google Shape;2091;p15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092" name="Google Shape;2092;p156"/>
          <p:cNvPicPr preferRelativeResize="0"/>
          <p:nvPr/>
        </p:nvPicPr>
        <p:blipFill>
          <a:blip r:embed="rId3">
            <a:alphaModFix/>
          </a:blip>
          <a:stretch>
            <a:fillRect/>
          </a:stretch>
        </p:blipFill>
        <p:spPr>
          <a:xfrm>
            <a:off x="448651" y="1170625"/>
            <a:ext cx="564900" cy="813475"/>
          </a:xfrm>
          <a:prstGeom prst="rect">
            <a:avLst/>
          </a:prstGeom>
          <a:noFill/>
          <a:ln>
            <a:noFill/>
          </a:ln>
        </p:spPr>
      </p:pic>
      <p:sp>
        <p:nvSpPr>
          <p:cNvPr id="2093" name="Google Shape;2093;p156"/>
          <p:cNvSpPr txBox="1"/>
          <p:nvPr/>
        </p:nvSpPr>
        <p:spPr>
          <a:xfrm>
            <a:off x="324001" y="198377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Sam</a:t>
            </a:r>
            <a:endParaRPr sz="1800">
              <a:latin typeface="Lexend"/>
              <a:ea typeface="Lexend"/>
              <a:cs typeface="Lexend"/>
              <a:sym typeface="Lexend"/>
            </a:endParaRPr>
          </a:p>
        </p:txBody>
      </p:sp>
      <p:grpSp>
        <p:nvGrpSpPr>
          <p:cNvPr id="2094" name="Google Shape;2094;p156"/>
          <p:cNvGrpSpPr/>
          <p:nvPr/>
        </p:nvGrpSpPr>
        <p:grpSpPr>
          <a:xfrm>
            <a:off x="993476" y="694011"/>
            <a:ext cx="2324327" cy="1061516"/>
            <a:chOff x="856325" y="1007975"/>
            <a:chExt cx="3026074" cy="1470651"/>
          </a:xfrm>
        </p:grpSpPr>
        <p:pic>
          <p:nvPicPr>
            <p:cNvPr id="2095" name="Google Shape;2095;p156"/>
            <p:cNvPicPr preferRelativeResize="0"/>
            <p:nvPr/>
          </p:nvPicPr>
          <p:blipFill rotWithShape="1">
            <a:blip r:embed="rId4">
              <a:alphaModFix/>
            </a:blip>
            <a:srcRect b="4760" l="40550" r="0" t="13015"/>
            <a:stretch/>
          </p:blipFill>
          <p:spPr>
            <a:xfrm>
              <a:off x="856325" y="1007975"/>
              <a:ext cx="3026074" cy="1470651"/>
            </a:xfrm>
            <a:prstGeom prst="rect">
              <a:avLst/>
            </a:prstGeom>
            <a:noFill/>
            <a:ln>
              <a:noFill/>
            </a:ln>
          </p:spPr>
        </p:pic>
        <p:sp>
          <p:nvSpPr>
            <p:cNvPr id="2096" name="Google Shape;2096;p156"/>
            <p:cNvSpPr txBox="1"/>
            <p:nvPr/>
          </p:nvSpPr>
          <p:spPr>
            <a:xfrm>
              <a:off x="1098056" y="1071389"/>
              <a:ext cx="2765100" cy="115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 think we’ve just done </a:t>
              </a:r>
              <a:r>
                <a:rPr b="1" lang="en-GB" sz="1800">
                  <a:latin typeface="Lexend"/>
                  <a:ea typeface="Lexend"/>
                  <a:cs typeface="Lexend"/>
                  <a:sym typeface="Lexend"/>
                </a:rPr>
                <a:t>Pythagoras’ theorem</a:t>
              </a:r>
              <a:r>
                <a:rPr lang="en-GB" sz="1800">
                  <a:latin typeface="Lexend"/>
                  <a:ea typeface="Lexend"/>
                  <a:cs typeface="Lexend"/>
                  <a:sym typeface="Lexend"/>
                </a:rPr>
                <a:t>.</a:t>
              </a:r>
              <a:endParaRPr sz="1800">
                <a:latin typeface="Lexend"/>
                <a:ea typeface="Lexend"/>
                <a:cs typeface="Lexend"/>
                <a:sym typeface="Lexend"/>
              </a:endParaRPr>
            </a:p>
          </p:txBody>
        </p:sp>
      </p:grpSp>
      <p:pic>
        <p:nvPicPr>
          <p:cNvPr id="2097" name="Google Shape;2097;p156"/>
          <p:cNvPicPr preferRelativeResize="0"/>
          <p:nvPr/>
        </p:nvPicPr>
        <p:blipFill rotWithShape="1">
          <a:blip r:embed="rId4">
            <a:alphaModFix/>
          </a:blip>
          <a:srcRect b="4760" l="40550" r="0" t="13015"/>
          <a:stretch/>
        </p:blipFill>
        <p:spPr>
          <a:xfrm flipH="1" rot="10800000">
            <a:off x="324001" y="2259989"/>
            <a:ext cx="3708452" cy="1466827"/>
          </a:xfrm>
          <a:prstGeom prst="rect">
            <a:avLst/>
          </a:prstGeom>
          <a:noFill/>
          <a:ln>
            <a:noFill/>
          </a:ln>
        </p:spPr>
      </p:pic>
      <p:sp>
        <p:nvSpPr>
          <p:cNvPr id="2098" name="Google Shape;2098;p156"/>
          <p:cNvSpPr txBox="1"/>
          <p:nvPr/>
        </p:nvSpPr>
        <p:spPr>
          <a:xfrm flipH="1">
            <a:off x="620291" y="2514850"/>
            <a:ext cx="8832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A</a:t>
            </a:r>
            <a:endParaRPr sz="1800">
              <a:latin typeface="Lexend"/>
              <a:ea typeface="Lexend"/>
              <a:cs typeface="Lexend"/>
              <a:sym typeface="Lexend"/>
            </a:endParaRPr>
          </a:p>
        </p:txBody>
      </p:sp>
      <p:sp>
        <p:nvSpPr>
          <p:cNvPr id="2099" name="Google Shape;2099;p156"/>
          <p:cNvSpPr txBox="1"/>
          <p:nvPr/>
        </p:nvSpPr>
        <p:spPr>
          <a:xfrm flipH="1">
            <a:off x="1503276" y="2514850"/>
            <a:ext cx="3528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00" name="Google Shape;2100;p156"/>
          <p:cNvSpPr txBox="1"/>
          <p:nvPr/>
        </p:nvSpPr>
        <p:spPr>
          <a:xfrm flipH="1">
            <a:off x="1856182" y="2514850"/>
            <a:ext cx="8832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B</a:t>
            </a:r>
            <a:endParaRPr sz="1800">
              <a:latin typeface="Lexend"/>
              <a:ea typeface="Lexend"/>
              <a:cs typeface="Lexend"/>
              <a:sym typeface="Lexend"/>
            </a:endParaRPr>
          </a:p>
        </p:txBody>
      </p:sp>
      <p:sp>
        <p:nvSpPr>
          <p:cNvPr id="2101" name="Google Shape;2101;p156"/>
          <p:cNvSpPr txBox="1"/>
          <p:nvPr/>
        </p:nvSpPr>
        <p:spPr>
          <a:xfrm flipH="1">
            <a:off x="2739167" y="2514850"/>
            <a:ext cx="3528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02" name="Google Shape;2102;p156"/>
          <p:cNvSpPr txBox="1"/>
          <p:nvPr/>
        </p:nvSpPr>
        <p:spPr>
          <a:xfrm flipH="1">
            <a:off x="3092074" y="2514850"/>
            <a:ext cx="883200" cy="1156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C</a:t>
            </a:r>
            <a:endParaRPr sz="1800">
              <a:latin typeface="Lexend"/>
              <a:ea typeface="Lexend"/>
              <a:cs typeface="Lexend"/>
              <a:sym typeface="Lexend"/>
            </a:endParaRPr>
          </a:p>
        </p:txBody>
      </p:sp>
      <p:pic>
        <p:nvPicPr>
          <p:cNvPr id="2103" name="Google Shape;2103;p156"/>
          <p:cNvPicPr preferRelativeResize="0"/>
          <p:nvPr/>
        </p:nvPicPr>
        <p:blipFill rotWithShape="1">
          <a:blip r:embed="rId4">
            <a:alphaModFix/>
          </a:blip>
          <a:srcRect b="4760" l="40550" r="0" t="13015"/>
          <a:stretch/>
        </p:blipFill>
        <p:spPr>
          <a:xfrm flipH="1">
            <a:off x="5440777" y="663325"/>
            <a:ext cx="2561848" cy="1284814"/>
          </a:xfrm>
          <a:prstGeom prst="rect">
            <a:avLst/>
          </a:prstGeom>
          <a:noFill/>
          <a:ln>
            <a:noFill/>
          </a:ln>
        </p:spPr>
      </p:pic>
      <p:sp>
        <p:nvSpPr>
          <p:cNvPr id="2104" name="Google Shape;2104;p156"/>
          <p:cNvSpPr txBox="1"/>
          <p:nvPr/>
        </p:nvSpPr>
        <p:spPr>
          <a:xfrm flipH="1">
            <a:off x="5475224" y="697247"/>
            <a:ext cx="2323200" cy="831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What do we do if we don’t know the areas of the squares?</a:t>
            </a:r>
            <a:endParaRPr sz="1800">
              <a:latin typeface="Lexend"/>
              <a:ea typeface="Lexend"/>
              <a:cs typeface="Lexend"/>
              <a:sym typeface="Lexend"/>
            </a:endParaRPr>
          </a:p>
        </p:txBody>
      </p:sp>
      <p:pic>
        <p:nvPicPr>
          <p:cNvPr id="2105" name="Google Shape;2105;p156"/>
          <p:cNvPicPr preferRelativeResize="0"/>
          <p:nvPr/>
        </p:nvPicPr>
        <p:blipFill>
          <a:blip r:embed="rId5">
            <a:alphaModFix/>
          </a:blip>
          <a:stretch>
            <a:fillRect/>
          </a:stretch>
        </p:blipFill>
        <p:spPr>
          <a:xfrm flipH="1">
            <a:off x="7891773" y="1362148"/>
            <a:ext cx="629125" cy="706174"/>
          </a:xfrm>
          <a:prstGeom prst="rect">
            <a:avLst/>
          </a:prstGeom>
          <a:noFill/>
          <a:ln>
            <a:noFill/>
          </a:ln>
        </p:spPr>
      </p:pic>
      <p:sp>
        <p:nvSpPr>
          <p:cNvPr id="2106" name="Google Shape;2106;p156"/>
          <p:cNvSpPr txBox="1"/>
          <p:nvPr/>
        </p:nvSpPr>
        <p:spPr>
          <a:xfrm flipH="1">
            <a:off x="7799175" y="203777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Lucas</a:t>
            </a:r>
            <a:endParaRPr sz="1800">
              <a:latin typeface="Lexend"/>
              <a:ea typeface="Lexend"/>
              <a:cs typeface="Lexend"/>
              <a:sym typeface="Lexend"/>
            </a:endParaRPr>
          </a:p>
        </p:txBody>
      </p:sp>
      <p:grpSp>
        <p:nvGrpSpPr>
          <p:cNvPr id="2107" name="Google Shape;2107;p156"/>
          <p:cNvGrpSpPr/>
          <p:nvPr/>
        </p:nvGrpSpPr>
        <p:grpSpPr>
          <a:xfrm>
            <a:off x="4991400" y="2571750"/>
            <a:ext cx="3676202" cy="1928688"/>
            <a:chOff x="4991400" y="2571750"/>
            <a:chExt cx="3676202" cy="1928688"/>
          </a:xfrm>
        </p:grpSpPr>
        <p:pic>
          <p:nvPicPr>
            <p:cNvPr id="2108" name="Google Shape;2108;p156"/>
            <p:cNvPicPr preferRelativeResize="0"/>
            <p:nvPr/>
          </p:nvPicPr>
          <p:blipFill rotWithShape="1">
            <a:blip r:embed="rId4">
              <a:alphaModFix/>
            </a:blip>
            <a:srcRect b="4760" l="40550" r="0" t="13015"/>
            <a:stretch/>
          </p:blipFill>
          <p:spPr>
            <a:xfrm flipH="1">
              <a:off x="4991400" y="2571750"/>
              <a:ext cx="3009700" cy="1500201"/>
            </a:xfrm>
            <a:prstGeom prst="rect">
              <a:avLst/>
            </a:prstGeom>
            <a:noFill/>
            <a:ln>
              <a:noFill/>
            </a:ln>
          </p:spPr>
        </p:pic>
        <p:sp>
          <p:nvSpPr>
            <p:cNvPr id="2109" name="Google Shape;2109;p156"/>
            <p:cNvSpPr txBox="1"/>
            <p:nvPr/>
          </p:nvSpPr>
          <p:spPr>
            <a:xfrm flipH="1">
              <a:off x="5073315" y="2671339"/>
              <a:ext cx="2672100" cy="1108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Oh, Laura said we can just square the length of a side of a square to find its area!</a:t>
              </a:r>
              <a:endParaRPr sz="1800">
                <a:latin typeface="Lexend"/>
                <a:ea typeface="Lexend"/>
                <a:cs typeface="Lexend"/>
                <a:sym typeface="Lexend"/>
              </a:endParaRPr>
            </a:p>
          </p:txBody>
        </p:sp>
        <p:sp>
          <p:nvSpPr>
            <p:cNvPr id="2110" name="Google Shape;2110;p156"/>
            <p:cNvSpPr txBox="1"/>
            <p:nvPr/>
          </p:nvSpPr>
          <p:spPr>
            <a:xfrm flipH="1">
              <a:off x="7853402" y="4223238"/>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2111" name="Google Shape;2111;p156"/>
            <p:cNvPicPr preferRelativeResize="0"/>
            <p:nvPr/>
          </p:nvPicPr>
          <p:blipFill>
            <a:blip r:embed="rId6">
              <a:alphaModFix/>
            </a:blip>
            <a:stretch>
              <a:fillRect/>
            </a:stretch>
          </p:blipFill>
          <p:spPr>
            <a:xfrm>
              <a:off x="7945939" y="3527862"/>
              <a:ext cx="629125" cy="725538"/>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5" name="Shape 2115"/>
        <p:cNvGrpSpPr/>
        <p:nvPr/>
      </p:nvGrpSpPr>
      <p:grpSpPr>
        <a:xfrm>
          <a:off x="0" y="0"/>
          <a:ext cx="0" cy="0"/>
          <a:chOff x="0" y="0"/>
          <a:chExt cx="0" cy="0"/>
        </a:xfrm>
      </p:grpSpPr>
      <p:sp>
        <p:nvSpPr>
          <p:cNvPr id="2116" name="Google Shape;2116;p15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117" name="Google Shape;2117;p157"/>
          <p:cNvPicPr preferRelativeResize="0"/>
          <p:nvPr/>
        </p:nvPicPr>
        <p:blipFill>
          <a:blip r:embed="rId3">
            <a:alphaModFix/>
          </a:blip>
          <a:stretch>
            <a:fillRect/>
          </a:stretch>
        </p:blipFill>
        <p:spPr>
          <a:xfrm>
            <a:off x="339901" y="3729625"/>
            <a:ext cx="564900" cy="813475"/>
          </a:xfrm>
          <a:prstGeom prst="rect">
            <a:avLst/>
          </a:prstGeom>
          <a:noFill/>
          <a:ln>
            <a:noFill/>
          </a:ln>
        </p:spPr>
      </p:pic>
      <p:sp>
        <p:nvSpPr>
          <p:cNvPr id="2118" name="Google Shape;2118;p157"/>
          <p:cNvSpPr txBox="1"/>
          <p:nvPr/>
        </p:nvSpPr>
        <p:spPr>
          <a:xfrm>
            <a:off x="215251" y="454277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Sam</a:t>
            </a:r>
            <a:endParaRPr sz="1800">
              <a:latin typeface="Lexend"/>
              <a:ea typeface="Lexend"/>
              <a:cs typeface="Lexend"/>
              <a:sym typeface="Lexend"/>
            </a:endParaRPr>
          </a:p>
        </p:txBody>
      </p:sp>
      <p:grpSp>
        <p:nvGrpSpPr>
          <p:cNvPr id="2119" name="Google Shape;2119;p157"/>
          <p:cNvGrpSpPr/>
          <p:nvPr/>
        </p:nvGrpSpPr>
        <p:grpSpPr>
          <a:xfrm>
            <a:off x="884678" y="3252999"/>
            <a:ext cx="2871139" cy="1061516"/>
            <a:chOff x="856325" y="1007975"/>
            <a:chExt cx="3026074" cy="1470651"/>
          </a:xfrm>
        </p:grpSpPr>
        <p:pic>
          <p:nvPicPr>
            <p:cNvPr id="2120" name="Google Shape;2120;p157"/>
            <p:cNvPicPr preferRelativeResize="0"/>
            <p:nvPr/>
          </p:nvPicPr>
          <p:blipFill rotWithShape="1">
            <a:blip r:embed="rId4">
              <a:alphaModFix/>
            </a:blip>
            <a:srcRect b="4760" l="40550" r="0" t="13015"/>
            <a:stretch/>
          </p:blipFill>
          <p:spPr>
            <a:xfrm>
              <a:off x="856325" y="1007975"/>
              <a:ext cx="3026074" cy="1470651"/>
            </a:xfrm>
            <a:prstGeom prst="rect">
              <a:avLst/>
            </a:prstGeom>
            <a:noFill/>
            <a:ln>
              <a:noFill/>
            </a:ln>
          </p:spPr>
        </p:pic>
        <p:sp>
          <p:nvSpPr>
            <p:cNvPr id="2121" name="Google Shape;2121;p157"/>
            <p:cNvSpPr txBox="1"/>
            <p:nvPr/>
          </p:nvSpPr>
          <p:spPr>
            <a:xfrm>
              <a:off x="1098056" y="1071389"/>
              <a:ext cx="2765100" cy="115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So, we can write </a:t>
              </a:r>
              <a:r>
                <a:rPr b="1" lang="en-GB" sz="1800">
                  <a:latin typeface="Lexend"/>
                  <a:ea typeface="Lexend"/>
                  <a:cs typeface="Lexend"/>
                  <a:sym typeface="Lexend"/>
                </a:rPr>
                <a:t>Pythagoras’ theorem</a:t>
              </a:r>
              <a:r>
                <a:rPr lang="en-GB" sz="1800">
                  <a:latin typeface="Lexend"/>
                  <a:ea typeface="Lexend"/>
                  <a:cs typeface="Lexend"/>
                  <a:sym typeface="Lexend"/>
                </a:rPr>
                <a:t> like this, too?</a:t>
              </a:r>
              <a:endParaRPr sz="1800">
                <a:latin typeface="Lexend"/>
                <a:ea typeface="Lexend"/>
                <a:cs typeface="Lexend"/>
                <a:sym typeface="Lexend"/>
              </a:endParaRPr>
            </a:p>
          </p:txBody>
        </p:sp>
      </p:grpSp>
      <p:sp>
        <p:nvSpPr>
          <p:cNvPr id="2122" name="Google Shape;2122;p157"/>
          <p:cNvSpPr txBox="1"/>
          <p:nvPr/>
        </p:nvSpPr>
        <p:spPr>
          <a:xfrm flipH="1">
            <a:off x="435254" y="68562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A</a:t>
            </a:r>
            <a:endParaRPr sz="1800">
              <a:latin typeface="Lexend"/>
              <a:ea typeface="Lexend"/>
              <a:cs typeface="Lexend"/>
              <a:sym typeface="Lexend"/>
            </a:endParaRPr>
          </a:p>
        </p:txBody>
      </p:sp>
      <p:sp>
        <p:nvSpPr>
          <p:cNvPr id="2123" name="Google Shape;2123;p157"/>
          <p:cNvSpPr txBox="1"/>
          <p:nvPr/>
        </p:nvSpPr>
        <p:spPr>
          <a:xfrm flipH="1">
            <a:off x="1434143" y="68562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24" name="Google Shape;2124;p157"/>
          <p:cNvSpPr txBox="1"/>
          <p:nvPr/>
        </p:nvSpPr>
        <p:spPr>
          <a:xfrm flipH="1">
            <a:off x="1833452" y="68562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B</a:t>
            </a:r>
            <a:endParaRPr sz="1800">
              <a:latin typeface="Lexend"/>
              <a:ea typeface="Lexend"/>
              <a:cs typeface="Lexend"/>
              <a:sym typeface="Lexend"/>
            </a:endParaRPr>
          </a:p>
        </p:txBody>
      </p:sp>
      <p:sp>
        <p:nvSpPr>
          <p:cNvPr id="2125" name="Google Shape;2125;p157"/>
          <p:cNvSpPr txBox="1"/>
          <p:nvPr/>
        </p:nvSpPr>
        <p:spPr>
          <a:xfrm flipH="1">
            <a:off x="2832341" y="68562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26" name="Google Shape;2126;p157"/>
          <p:cNvSpPr txBox="1"/>
          <p:nvPr/>
        </p:nvSpPr>
        <p:spPr>
          <a:xfrm flipH="1">
            <a:off x="3231650" y="68562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C</a:t>
            </a:r>
            <a:endParaRPr sz="1800">
              <a:latin typeface="Lexend"/>
              <a:ea typeface="Lexend"/>
              <a:cs typeface="Lexend"/>
              <a:sym typeface="Lexend"/>
            </a:endParaRPr>
          </a:p>
        </p:txBody>
      </p:sp>
      <p:sp>
        <p:nvSpPr>
          <p:cNvPr id="2127" name="Google Shape;2127;p157"/>
          <p:cNvSpPr/>
          <p:nvPr/>
        </p:nvSpPr>
        <p:spPr>
          <a:xfrm>
            <a:off x="6157862" y="3104432"/>
            <a:ext cx="192300" cy="192300"/>
          </a:xfrm>
          <a:prstGeom prst="rect">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128" name="Google Shape;2128;p157"/>
          <p:cNvPicPr preferRelativeResize="0"/>
          <p:nvPr/>
        </p:nvPicPr>
        <p:blipFill>
          <a:blip r:embed="rId5">
            <a:alphaModFix/>
          </a:blip>
          <a:stretch>
            <a:fillRect/>
          </a:stretch>
        </p:blipFill>
        <p:spPr>
          <a:xfrm>
            <a:off x="4552690" y="586938"/>
            <a:ext cx="4326025" cy="3921324"/>
          </a:xfrm>
          <a:prstGeom prst="rect">
            <a:avLst/>
          </a:prstGeom>
          <a:noFill/>
          <a:ln>
            <a:noFill/>
          </a:ln>
        </p:spPr>
      </p:pic>
      <p:sp>
        <p:nvSpPr>
          <p:cNvPr id="2129" name="Google Shape;2129;p157"/>
          <p:cNvSpPr txBox="1"/>
          <p:nvPr/>
        </p:nvSpPr>
        <p:spPr>
          <a:xfrm>
            <a:off x="4679690" y="1831375"/>
            <a:ext cx="1459200" cy="352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A</a:t>
            </a:r>
            <a:endParaRPr sz="1800">
              <a:latin typeface="Lexend"/>
              <a:ea typeface="Lexend"/>
              <a:cs typeface="Lexend"/>
              <a:sym typeface="Lexend"/>
            </a:endParaRPr>
          </a:p>
        </p:txBody>
      </p:sp>
      <p:sp>
        <p:nvSpPr>
          <p:cNvPr id="2130" name="Google Shape;2130;p157"/>
          <p:cNvSpPr txBox="1"/>
          <p:nvPr/>
        </p:nvSpPr>
        <p:spPr>
          <a:xfrm>
            <a:off x="6168192" y="3319050"/>
            <a:ext cx="1092900" cy="352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B</a:t>
            </a:r>
            <a:endParaRPr sz="1800">
              <a:latin typeface="Lexend"/>
              <a:ea typeface="Lexend"/>
              <a:cs typeface="Lexend"/>
              <a:sym typeface="Lexend"/>
            </a:endParaRPr>
          </a:p>
        </p:txBody>
      </p:sp>
      <p:sp>
        <p:nvSpPr>
          <p:cNvPr id="2131" name="Google Shape;2131;p157"/>
          <p:cNvSpPr txBox="1"/>
          <p:nvPr/>
        </p:nvSpPr>
        <p:spPr>
          <a:xfrm>
            <a:off x="6998098" y="1190514"/>
            <a:ext cx="1016700" cy="352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C</a:t>
            </a:r>
            <a:endParaRPr sz="1800">
              <a:latin typeface="Lexend"/>
              <a:ea typeface="Lexend"/>
              <a:cs typeface="Lexend"/>
              <a:sym typeface="Lexend"/>
            </a:endParaRPr>
          </a:p>
        </p:txBody>
      </p:sp>
      <p:grpSp>
        <p:nvGrpSpPr>
          <p:cNvPr id="2132" name="Google Shape;2132;p157"/>
          <p:cNvGrpSpPr/>
          <p:nvPr/>
        </p:nvGrpSpPr>
        <p:grpSpPr>
          <a:xfrm>
            <a:off x="4679692" y="3447250"/>
            <a:ext cx="1459199" cy="408600"/>
            <a:chOff x="6353075" y="4537262"/>
            <a:chExt cx="1174500" cy="408600"/>
          </a:xfrm>
        </p:grpSpPr>
        <p:cxnSp>
          <p:nvCxnSpPr>
            <p:cNvPr id="2133" name="Google Shape;2133;p157"/>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134" name="Google Shape;2134;p157"/>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135" name="Google Shape;2135;p157"/>
          <p:cNvGrpSpPr/>
          <p:nvPr/>
        </p:nvGrpSpPr>
        <p:grpSpPr>
          <a:xfrm>
            <a:off x="6139086" y="4507037"/>
            <a:ext cx="1122235" cy="408600"/>
            <a:chOff x="6353075" y="4537262"/>
            <a:chExt cx="1174500" cy="408600"/>
          </a:xfrm>
        </p:grpSpPr>
        <p:cxnSp>
          <p:nvCxnSpPr>
            <p:cNvPr id="2136" name="Google Shape;2136;p157"/>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137" name="Google Shape;2137;p157"/>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138" name="Google Shape;2138;p157"/>
          <p:cNvGrpSpPr/>
          <p:nvPr/>
        </p:nvGrpSpPr>
        <p:grpSpPr>
          <a:xfrm rot="-2214070">
            <a:off x="7269004" y="2777362"/>
            <a:ext cx="1850449" cy="408600"/>
            <a:chOff x="6353075" y="4537262"/>
            <a:chExt cx="1174500" cy="408600"/>
          </a:xfrm>
        </p:grpSpPr>
        <p:cxnSp>
          <p:nvCxnSpPr>
            <p:cNvPr id="2139" name="Google Shape;2139;p157"/>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140" name="Google Shape;2140;p157"/>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units</a:t>
              </a:r>
              <a:endParaRPr sz="1800">
                <a:latin typeface="Lexend"/>
                <a:ea typeface="Lexend"/>
                <a:cs typeface="Lexend"/>
                <a:sym typeface="Lexend"/>
              </a:endParaRPr>
            </a:p>
          </p:txBody>
        </p:sp>
      </p:grpSp>
      <p:sp>
        <p:nvSpPr>
          <p:cNvPr id="2141" name="Google Shape;2141;p157"/>
          <p:cNvSpPr txBox="1"/>
          <p:nvPr/>
        </p:nvSpPr>
        <p:spPr>
          <a:xfrm flipH="1">
            <a:off x="1434143" y="179897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42" name="Google Shape;2142;p157"/>
          <p:cNvSpPr txBox="1"/>
          <p:nvPr/>
        </p:nvSpPr>
        <p:spPr>
          <a:xfrm flipH="1">
            <a:off x="435254" y="179897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length of side </a:t>
            </a: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squared</a:t>
            </a:r>
            <a:endParaRPr sz="1800">
              <a:latin typeface="Lexend"/>
              <a:ea typeface="Lexend"/>
              <a:cs typeface="Lexend"/>
              <a:sym typeface="Lexend"/>
            </a:endParaRPr>
          </a:p>
        </p:txBody>
      </p:sp>
      <p:sp>
        <p:nvSpPr>
          <p:cNvPr id="2143" name="Google Shape;2143;p157"/>
          <p:cNvSpPr txBox="1"/>
          <p:nvPr/>
        </p:nvSpPr>
        <p:spPr>
          <a:xfrm flipH="1">
            <a:off x="1833452" y="1798975"/>
            <a:ext cx="999300" cy="78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length of side </a:t>
            </a: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squared</a:t>
            </a:r>
            <a:endParaRPr sz="1800">
              <a:latin typeface="Lexend"/>
              <a:ea typeface="Lexend"/>
              <a:cs typeface="Lexend"/>
              <a:sym typeface="Lexend"/>
            </a:endParaRPr>
          </a:p>
        </p:txBody>
      </p:sp>
      <p:sp>
        <p:nvSpPr>
          <p:cNvPr id="2144" name="Google Shape;2144;p157"/>
          <p:cNvSpPr txBox="1"/>
          <p:nvPr/>
        </p:nvSpPr>
        <p:spPr>
          <a:xfrm flipH="1">
            <a:off x="2832341" y="179897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45" name="Google Shape;2145;p157"/>
          <p:cNvSpPr txBox="1"/>
          <p:nvPr/>
        </p:nvSpPr>
        <p:spPr>
          <a:xfrm flipH="1">
            <a:off x="3231650" y="1798975"/>
            <a:ext cx="999300" cy="78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length of side </a:t>
            </a: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 squared</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9" name="Shape 2149"/>
        <p:cNvGrpSpPr/>
        <p:nvPr/>
      </p:nvGrpSpPr>
      <p:grpSpPr>
        <a:xfrm>
          <a:off x="0" y="0"/>
          <a:ext cx="0" cy="0"/>
          <a:chOff x="0" y="0"/>
          <a:chExt cx="0" cy="0"/>
        </a:xfrm>
      </p:grpSpPr>
      <p:sp>
        <p:nvSpPr>
          <p:cNvPr id="2150" name="Google Shape;2150;p15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grpSp>
        <p:nvGrpSpPr>
          <p:cNvPr id="2151" name="Google Shape;2151;p158"/>
          <p:cNvGrpSpPr/>
          <p:nvPr/>
        </p:nvGrpSpPr>
        <p:grpSpPr>
          <a:xfrm>
            <a:off x="808525" y="2875799"/>
            <a:ext cx="3194323" cy="1457562"/>
            <a:chOff x="856325" y="1007975"/>
            <a:chExt cx="3026074" cy="1470651"/>
          </a:xfrm>
        </p:grpSpPr>
        <p:pic>
          <p:nvPicPr>
            <p:cNvPr id="2152" name="Google Shape;2152;p158"/>
            <p:cNvPicPr preferRelativeResize="0"/>
            <p:nvPr/>
          </p:nvPicPr>
          <p:blipFill rotWithShape="1">
            <a:blip r:embed="rId3">
              <a:alphaModFix/>
            </a:blip>
            <a:srcRect b="4760" l="40550" r="0" t="13015"/>
            <a:stretch/>
          </p:blipFill>
          <p:spPr>
            <a:xfrm>
              <a:off x="856325" y="1007975"/>
              <a:ext cx="3026074" cy="1470651"/>
            </a:xfrm>
            <a:prstGeom prst="rect">
              <a:avLst/>
            </a:prstGeom>
            <a:noFill/>
            <a:ln>
              <a:noFill/>
            </a:ln>
          </p:spPr>
        </p:pic>
        <p:sp>
          <p:nvSpPr>
            <p:cNvPr id="2153" name="Google Shape;2153;p158"/>
            <p:cNvSpPr txBox="1"/>
            <p:nvPr/>
          </p:nvSpPr>
          <p:spPr>
            <a:xfrm>
              <a:off x="1098056" y="1099291"/>
              <a:ext cx="2765100" cy="1118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Wait, I’ve heard of </a:t>
              </a:r>
              <a:r>
                <a:rPr b="1" lang="en-GB" sz="1800">
                  <a:latin typeface="Lexend"/>
                  <a:ea typeface="Lexend"/>
                  <a:cs typeface="Lexend"/>
                  <a:sym typeface="Lexend"/>
                </a:rPr>
                <a:t>Pythagoras’ theorem</a:t>
              </a:r>
              <a:r>
                <a:rPr lang="en-GB" sz="1800">
                  <a:latin typeface="Lexend"/>
                  <a:ea typeface="Lexend"/>
                  <a:cs typeface="Lexend"/>
                  <a:sym typeface="Lexend"/>
                </a:rPr>
                <a:t> before, isn’t it also known as this?</a:t>
              </a:r>
              <a:endParaRPr sz="1800">
                <a:latin typeface="Lexend"/>
                <a:ea typeface="Lexend"/>
                <a:cs typeface="Lexend"/>
                <a:sym typeface="Lexend"/>
              </a:endParaRPr>
            </a:p>
          </p:txBody>
        </p:sp>
      </p:grpSp>
      <p:sp>
        <p:nvSpPr>
          <p:cNvPr id="2154" name="Google Shape;2154;p158"/>
          <p:cNvSpPr txBox="1"/>
          <p:nvPr/>
        </p:nvSpPr>
        <p:spPr>
          <a:xfrm flipH="1">
            <a:off x="435254" y="68562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A</a:t>
            </a:r>
            <a:endParaRPr sz="1800">
              <a:latin typeface="Lexend"/>
              <a:ea typeface="Lexend"/>
              <a:cs typeface="Lexend"/>
              <a:sym typeface="Lexend"/>
            </a:endParaRPr>
          </a:p>
        </p:txBody>
      </p:sp>
      <p:sp>
        <p:nvSpPr>
          <p:cNvPr id="2155" name="Google Shape;2155;p158"/>
          <p:cNvSpPr txBox="1"/>
          <p:nvPr/>
        </p:nvSpPr>
        <p:spPr>
          <a:xfrm flipH="1">
            <a:off x="1434143" y="68562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56" name="Google Shape;2156;p158"/>
          <p:cNvSpPr txBox="1"/>
          <p:nvPr/>
        </p:nvSpPr>
        <p:spPr>
          <a:xfrm flipH="1">
            <a:off x="1833452" y="68562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B</a:t>
            </a:r>
            <a:endParaRPr sz="1800">
              <a:latin typeface="Lexend"/>
              <a:ea typeface="Lexend"/>
              <a:cs typeface="Lexend"/>
              <a:sym typeface="Lexend"/>
            </a:endParaRPr>
          </a:p>
        </p:txBody>
      </p:sp>
      <p:sp>
        <p:nvSpPr>
          <p:cNvPr id="2157" name="Google Shape;2157;p158"/>
          <p:cNvSpPr txBox="1"/>
          <p:nvPr/>
        </p:nvSpPr>
        <p:spPr>
          <a:xfrm flipH="1">
            <a:off x="2832341" y="68562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58" name="Google Shape;2158;p158"/>
          <p:cNvSpPr txBox="1"/>
          <p:nvPr/>
        </p:nvSpPr>
        <p:spPr>
          <a:xfrm flipH="1">
            <a:off x="3231650" y="68562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C</a:t>
            </a:r>
            <a:endParaRPr sz="1800">
              <a:latin typeface="Lexend"/>
              <a:ea typeface="Lexend"/>
              <a:cs typeface="Lexend"/>
              <a:sym typeface="Lexend"/>
            </a:endParaRPr>
          </a:p>
        </p:txBody>
      </p:sp>
      <p:sp>
        <p:nvSpPr>
          <p:cNvPr id="2159" name="Google Shape;2159;p158"/>
          <p:cNvSpPr/>
          <p:nvPr/>
        </p:nvSpPr>
        <p:spPr>
          <a:xfrm>
            <a:off x="6157862" y="3104432"/>
            <a:ext cx="192300" cy="192300"/>
          </a:xfrm>
          <a:prstGeom prst="rect">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160" name="Google Shape;2160;p158"/>
          <p:cNvPicPr preferRelativeResize="0"/>
          <p:nvPr/>
        </p:nvPicPr>
        <p:blipFill>
          <a:blip r:embed="rId4">
            <a:alphaModFix/>
          </a:blip>
          <a:stretch>
            <a:fillRect/>
          </a:stretch>
        </p:blipFill>
        <p:spPr>
          <a:xfrm>
            <a:off x="4552690" y="586938"/>
            <a:ext cx="4326025" cy="3921324"/>
          </a:xfrm>
          <a:prstGeom prst="rect">
            <a:avLst/>
          </a:prstGeom>
          <a:noFill/>
          <a:ln>
            <a:noFill/>
          </a:ln>
        </p:spPr>
      </p:pic>
      <p:sp>
        <p:nvSpPr>
          <p:cNvPr id="2161" name="Google Shape;2161;p158"/>
          <p:cNvSpPr txBox="1"/>
          <p:nvPr/>
        </p:nvSpPr>
        <p:spPr>
          <a:xfrm>
            <a:off x="4679690" y="1831375"/>
            <a:ext cx="1459200" cy="352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A</a:t>
            </a:r>
            <a:endParaRPr sz="1800">
              <a:latin typeface="Lexend"/>
              <a:ea typeface="Lexend"/>
              <a:cs typeface="Lexend"/>
              <a:sym typeface="Lexend"/>
            </a:endParaRPr>
          </a:p>
        </p:txBody>
      </p:sp>
      <p:sp>
        <p:nvSpPr>
          <p:cNvPr id="2162" name="Google Shape;2162;p158"/>
          <p:cNvSpPr txBox="1"/>
          <p:nvPr/>
        </p:nvSpPr>
        <p:spPr>
          <a:xfrm>
            <a:off x="6168192" y="3319050"/>
            <a:ext cx="1092900" cy="352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B</a:t>
            </a:r>
            <a:endParaRPr sz="1800">
              <a:latin typeface="Lexend"/>
              <a:ea typeface="Lexend"/>
              <a:cs typeface="Lexend"/>
              <a:sym typeface="Lexend"/>
            </a:endParaRPr>
          </a:p>
        </p:txBody>
      </p:sp>
      <p:sp>
        <p:nvSpPr>
          <p:cNvPr id="2163" name="Google Shape;2163;p158"/>
          <p:cNvSpPr txBox="1"/>
          <p:nvPr/>
        </p:nvSpPr>
        <p:spPr>
          <a:xfrm>
            <a:off x="6998098" y="1190514"/>
            <a:ext cx="1016700" cy="3525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square C</a:t>
            </a:r>
            <a:endParaRPr sz="1800">
              <a:latin typeface="Lexend"/>
              <a:ea typeface="Lexend"/>
              <a:cs typeface="Lexend"/>
              <a:sym typeface="Lexend"/>
            </a:endParaRPr>
          </a:p>
        </p:txBody>
      </p:sp>
      <p:grpSp>
        <p:nvGrpSpPr>
          <p:cNvPr id="2164" name="Google Shape;2164;p158"/>
          <p:cNvGrpSpPr/>
          <p:nvPr/>
        </p:nvGrpSpPr>
        <p:grpSpPr>
          <a:xfrm>
            <a:off x="4679692" y="3447250"/>
            <a:ext cx="1459199" cy="408600"/>
            <a:chOff x="6353075" y="4537262"/>
            <a:chExt cx="1174500" cy="408600"/>
          </a:xfrm>
        </p:grpSpPr>
        <p:cxnSp>
          <p:nvCxnSpPr>
            <p:cNvPr id="2165" name="Google Shape;2165;p158"/>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166" name="Google Shape;2166;p158"/>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167" name="Google Shape;2167;p158"/>
          <p:cNvGrpSpPr/>
          <p:nvPr/>
        </p:nvGrpSpPr>
        <p:grpSpPr>
          <a:xfrm>
            <a:off x="6139086" y="4507037"/>
            <a:ext cx="1122235" cy="408600"/>
            <a:chOff x="6353075" y="4537262"/>
            <a:chExt cx="1174500" cy="408600"/>
          </a:xfrm>
        </p:grpSpPr>
        <p:cxnSp>
          <p:nvCxnSpPr>
            <p:cNvPr id="2168" name="Google Shape;2168;p158"/>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169" name="Google Shape;2169;p158"/>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b</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170" name="Google Shape;2170;p158"/>
          <p:cNvGrpSpPr/>
          <p:nvPr/>
        </p:nvGrpSpPr>
        <p:grpSpPr>
          <a:xfrm rot="-2214070">
            <a:off x="7269004" y="2777362"/>
            <a:ext cx="1850449" cy="408600"/>
            <a:chOff x="6353075" y="4537262"/>
            <a:chExt cx="1174500" cy="408600"/>
          </a:xfrm>
        </p:grpSpPr>
        <p:cxnSp>
          <p:nvCxnSpPr>
            <p:cNvPr id="2171" name="Google Shape;2171;p158"/>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172" name="Google Shape;2172;p158"/>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c</a:t>
              </a:r>
              <a:r>
                <a:rPr lang="en-GB" sz="1800">
                  <a:latin typeface="Lexend"/>
                  <a:ea typeface="Lexend"/>
                  <a:cs typeface="Lexend"/>
                  <a:sym typeface="Lexend"/>
                </a:rPr>
                <a:t> units</a:t>
              </a:r>
              <a:endParaRPr sz="1800">
                <a:latin typeface="Lexend"/>
                <a:ea typeface="Lexend"/>
                <a:cs typeface="Lexend"/>
                <a:sym typeface="Lexend"/>
              </a:endParaRPr>
            </a:p>
          </p:txBody>
        </p:sp>
      </p:grpSp>
      <p:sp>
        <p:nvSpPr>
          <p:cNvPr id="2173" name="Google Shape;2173;p158"/>
          <p:cNvSpPr txBox="1"/>
          <p:nvPr/>
        </p:nvSpPr>
        <p:spPr>
          <a:xfrm flipH="1">
            <a:off x="1434143" y="179897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74" name="Google Shape;2174;p158"/>
          <p:cNvSpPr txBox="1"/>
          <p:nvPr/>
        </p:nvSpPr>
        <p:spPr>
          <a:xfrm flipH="1">
            <a:off x="435254" y="179897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length of side </a:t>
            </a: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squared</a:t>
            </a:r>
            <a:endParaRPr sz="1800">
              <a:latin typeface="Lexend"/>
              <a:ea typeface="Lexend"/>
              <a:cs typeface="Lexend"/>
              <a:sym typeface="Lexend"/>
            </a:endParaRPr>
          </a:p>
        </p:txBody>
      </p:sp>
      <p:sp>
        <p:nvSpPr>
          <p:cNvPr id="2175" name="Google Shape;2175;p158"/>
          <p:cNvSpPr txBox="1"/>
          <p:nvPr/>
        </p:nvSpPr>
        <p:spPr>
          <a:xfrm flipH="1">
            <a:off x="1833452" y="1798975"/>
            <a:ext cx="999300" cy="78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length of side </a:t>
            </a: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squared</a:t>
            </a:r>
            <a:endParaRPr sz="1800">
              <a:latin typeface="Lexend"/>
              <a:ea typeface="Lexend"/>
              <a:cs typeface="Lexend"/>
              <a:sym typeface="Lexend"/>
            </a:endParaRPr>
          </a:p>
        </p:txBody>
      </p:sp>
      <p:sp>
        <p:nvSpPr>
          <p:cNvPr id="2176" name="Google Shape;2176;p158"/>
          <p:cNvSpPr txBox="1"/>
          <p:nvPr/>
        </p:nvSpPr>
        <p:spPr>
          <a:xfrm flipH="1">
            <a:off x="2832341" y="179897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77" name="Google Shape;2177;p158"/>
          <p:cNvSpPr txBox="1"/>
          <p:nvPr/>
        </p:nvSpPr>
        <p:spPr>
          <a:xfrm flipH="1">
            <a:off x="3231650" y="1798975"/>
            <a:ext cx="999300" cy="78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length of side </a:t>
            </a: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 squared</a:t>
            </a:r>
            <a:endParaRPr sz="1800">
              <a:latin typeface="Lexend"/>
              <a:ea typeface="Lexend"/>
              <a:cs typeface="Lexend"/>
              <a:sym typeface="Lexend"/>
            </a:endParaRPr>
          </a:p>
        </p:txBody>
      </p:sp>
      <p:sp>
        <p:nvSpPr>
          <p:cNvPr id="2178" name="Google Shape;2178;p158"/>
          <p:cNvSpPr txBox="1"/>
          <p:nvPr/>
        </p:nvSpPr>
        <p:spPr>
          <a:xfrm flipH="1">
            <a:off x="3231650" y="1749363"/>
            <a:ext cx="999300" cy="880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sp>
        <p:nvSpPr>
          <p:cNvPr id="2179" name="Google Shape;2179;p158"/>
          <p:cNvSpPr txBox="1"/>
          <p:nvPr/>
        </p:nvSpPr>
        <p:spPr>
          <a:xfrm flipH="1">
            <a:off x="435251" y="1749363"/>
            <a:ext cx="999300" cy="8805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²</a:t>
            </a:r>
            <a:endParaRPr sz="1800">
              <a:latin typeface="Lexend"/>
              <a:ea typeface="Lexend"/>
              <a:cs typeface="Lexend"/>
              <a:sym typeface="Lexend"/>
            </a:endParaRPr>
          </a:p>
        </p:txBody>
      </p:sp>
      <p:sp>
        <p:nvSpPr>
          <p:cNvPr id="2180" name="Google Shape;2180;p158"/>
          <p:cNvSpPr txBox="1"/>
          <p:nvPr/>
        </p:nvSpPr>
        <p:spPr>
          <a:xfrm flipH="1">
            <a:off x="1833451" y="1749363"/>
            <a:ext cx="999300" cy="880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² </a:t>
            </a:r>
            <a:endParaRPr sz="1800">
              <a:latin typeface="Lexend"/>
              <a:ea typeface="Lexend"/>
              <a:cs typeface="Lexend"/>
              <a:sym typeface="Lexend"/>
            </a:endParaRPr>
          </a:p>
        </p:txBody>
      </p:sp>
      <p:pic>
        <p:nvPicPr>
          <p:cNvPr id="2181" name="Google Shape;2181;p158"/>
          <p:cNvPicPr preferRelativeResize="0"/>
          <p:nvPr/>
        </p:nvPicPr>
        <p:blipFill>
          <a:blip r:embed="rId5">
            <a:alphaModFix/>
          </a:blip>
          <a:stretch>
            <a:fillRect/>
          </a:stretch>
        </p:blipFill>
        <p:spPr>
          <a:xfrm>
            <a:off x="384857" y="3855848"/>
            <a:ext cx="629125" cy="706174"/>
          </a:xfrm>
          <a:prstGeom prst="rect">
            <a:avLst/>
          </a:prstGeom>
          <a:noFill/>
          <a:ln>
            <a:noFill/>
          </a:ln>
        </p:spPr>
      </p:pic>
      <p:sp>
        <p:nvSpPr>
          <p:cNvPr id="2182" name="Google Shape;2182;p158"/>
          <p:cNvSpPr txBox="1"/>
          <p:nvPr/>
        </p:nvSpPr>
        <p:spPr>
          <a:xfrm>
            <a:off x="292381" y="453147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Lucas</a:t>
            </a:r>
            <a:endParaRPr sz="1800">
              <a:latin typeface="Lexend"/>
              <a:ea typeface="Lexend"/>
              <a:cs typeface="Lexend"/>
              <a:sym typeface="Lexend"/>
            </a:endParaRPr>
          </a:p>
        </p:txBody>
      </p:sp>
      <p:sp>
        <p:nvSpPr>
          <p:cNvPr id="2183" name="Google Shape;2183;p158"/>
          <p:cNvSpPr txBox="1"/>
          <p:nvPr/>
        </p:nvSpPr>
        <p:spPr>
          <a:xfrm flipH="1">
            <a:off x="7190700" y="1754425"/>
            <a:ext cx="631500" cy="506400"/>
          </a:xfrm>
          <a:prstGeom prst="rect">
            <a:avLst/>
          </a:prstGeom>
          <a:solidFill>
            <a:srgbClr val="D4C5F2"/>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sp>
        <p:nvSpPr>
          <p:cNvPr id="2184" name="Google Shape;2184;p158"/>
          <p:cNvSpPr txBox="1"/>
          <p:nvPr/>
        </p:nvSpPr>
        <p:spPr>
          <a:xfrm flipH="1">
            <a:off x="5093541" y="2369400"/>
            <a:ext cx="631500" cy="506400"/>
          </a:xfrm>
          <a:prstGeom prst="rect">
            <a:avLst/>
          </a:prstGeom>
          <a:solidFill>
            <a:srgbClr val="D4C5F2"/>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²</a:t>
            </a:r>
            <a:endParaRPr sz="1800">
              <a:latin typeface="Lexend"/>
              <a:ea typeface="Lexend"/>
              <a:cs typeface="Lexend"/>
              <a:sym typeface="Lexend"/>
            </a:endParaRPr>
          </a:p>
        </p:txBody>
      </p:sp>
      <p:sp>
        <p:nvSpPr>
          <p:cNvPr id="2185" name="Google Shape;2185;p158"/>
          <p:cNvSpPr txBox="1"/>
          <p:nvPr/>
        </p:nvSpPr>
        <p:spPr>
          <a:xfrm flipH="1">
            <a:off x="6384446" y="3700575"/>
            <a:ext cx="631500" cy="506400"/>
          </a:xfrm>
          <a:prstGeom prst="rect">
            <a:avLst/>
          </a:prstGeom>
          <a:solidFill>
            <a:srgbClr val="D4C5F2"/>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² </a:t>
            </a:r>
            <a:endParaRPr sz="18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9" name="Shape 2189"/>
        <p:cNvGrpSpPr/>
        <p:nvPr/>
      </p:nvGrpSpPr>
      <p:grpSpPr>
        <a:xfrm>
          <a:off x="0" y="0"/>
          <a:ext cx="0" cy="0"/>
          <a:chOff x="0" y="0"/>
          <a:chExt cx="0" cy="0"/>
        </a:xfrm>
      </p:grpSpPr>
      <p:sp>
        <p:nvSpPr>
          <p:cNvPr id="2190" name="Google Shape;2190;p15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grpSp>
        <p:nvGrpSpPr>
          <p:cNvPr id="2191" name="Google Shape;2191;p159"/>
          <p:cNvGrpSpPr/>
          <p:nvPr/>
        </p:nvGrpSpPr>
        <p:grpSpPr>
          <a:xfrm>
            <a:off x="808525" y="2875799"/>
            <a:ext cx="3194323" cy="1457562"/>
            <a:chOff x="856325" y="1007975"/>
            <a:chExt cx="3026074" cy="1470651"/>
          </a:xfrm>
        </p:grpSpPr>
        <p:pic>
          <p:nvPicPr>
            <p:cNvPr id="2192" name="Google Shape;2192;p159"/>
            <p:cNvPicPr preferRelativeResize="0"/>
            <p:nvPr/>
          </p:nvPicPr>
          <p:blipFill rotWithShape="1">
            <a:blip r:embed="rId3">
              <a:alphaModFix/>
            </a:blip>
            <a:srcRect b="4760" l="40550" r="0" t="13015"/>
            <a:stretch/>
          </p:blipFill>
          <p:spPr>
            <a:xfrm>
              <a:off x="856325" y="1007975"/>
              <a:ext cx="3026074" cy="1470651"/>
            </a:xfrm>
            <a:prstGeom prst="rect">
              <a:avLst/>
            </a:prstGeom>
            <a:noFill/>
            <a:ln>
              <a:noFill/>
            </a:ln>
          </p:spPr>
        </p:pic>
        <p:sp>
          <p:nvSpPr>
            <p:cNvPr id="2193" name="Google Shape;2193;p159"/>
            <p:cNvSpPr txBox="1"/>
            <p:nvPr/>
          </p:nvSpPr>
          <p:spPr>
            <a:xfrm>
              <a:off x="1098056" y="1099291"/>
              <a:ext cx="2765100" cy="1118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Wait, I’ve heard of </a:t>
              </a:r>
              <a:r>
                <a:rPr b="1" lang="en-GB" sz="1800">
                  <a:latin typeface="Lexend"/>
                  <a:ea typeface="Lexend"/>
                  <a:cs typeface="Lexend"/>
                  <a:sym typeface="Lexend"/>
                </a:rPr>
                <a:t>Pythagoras’ theorem</a:t>
              </a:r>
              <a:r>
                <a:rPr lang="en-GB" sz="1800">
                  <a:latin typeface="Lexend"/>
                  <a:ea typeface="Lexend"/>
                  <a:cs typeface="Lexend"/>
                  <a:sym typeface="Lexend"/>
                </a:rPr>
                <a:t> before, isn’t it also known as this?</a:t>
              </a:r>
              <a:endParaRPr sz="1800">
                <a:latin typeface="Lexend"/>
                <a:ea typeface="Lexend"/>
                <a:cs typeface="Lexend"/>
                <a:sym typeface="Lexend"/>
              </a:endParaRPr>
            </a:p>
          </p:txBody>
        </p:sp>
      </p:grpSp>
      <p:sp>
        <p:nvSpPr>
          <p:cNvPr id="2194" name="Google Shape;2194;p159"/>
          <p:cNvSpPr txBox="1"/>
          <p:nvPr/>
        </p:nvSpPr>
        <p:spPr>
          <a:xfrm flipH="1">
            <a:off x="435254" y="68562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A</a:t>
            </a:r>
            <a:endParaRPr sz="1800">
              <a:latin typeface="Lexend"/>
              <a:ea typeface="Lexend"/>
              <a:cs typeface="Lexend"/>
              <a:sym typeface="Lexend"/>
            </a:endParaRPr>
          </a:p>
        </p:txBody>
      </p:sp>
      <p:sp>
        <p:nvSpPr>
          <p:cNvPr id="2195" name="Google Shape;2195;p159"/>
          <p:cNvSpPr txBox="1"/>
          <p:nvPr/>
        </p:nvSpPr>
        <p:spPr>
          <a:xfrm flipH="1">
            <a:off x="1434143" y="68562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96" name="Google Shape;2196;p159"/>
          <p:cNvSpPr txBox="1"/>
          <p:nvPr/>
        </p:nvSpPr>
        <p:spPr>
          <a:xfrm flipH="1">
            <a:off x="1833452" y="68562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B</a:t>
            </a:r>
            <a:endParaRPr sz="1800">
              <a:latin typeface="Lexend"/>
              <a:ea typeface="Lexend"/>
              <a:cs typeface="Lexend"/>
              <a:sym typeface="Lexend"/>
            </a:endParaRPr>
          </a:p>
        </p:txBody>
      </p:sp>
      <p:sp>
        <p:nvSpPr>
          <p:cNvPr id="2197" name="Google Shape;2197;p159"/>
          <p:cNvSpPr txBox="1"/>
          <p:nvPr/>
        </p:nvSpPr>
        <p:spPr>
          <a:xfrm flipH="1">
            <a:off x="2832341" y="68562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198" name="Google Shape;2198;p159"/>
          <p:cNvSpPr txBox="1"/>
          <p:nvPr/>
        </p:nvSpPr>
        <p:spPr>
          <a:xfrm flipH="1">
            <a:off x="3231650" y="68562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C</a:t>
            </a:r>
            <a:endParaRPr sz="1800">
              <a:latin typeface="Lexend"/>
              <a:ea typeface="Lexend"/>
              <a:cs typeface="Lexend"/>
              <a:sym typeface="Lexend"/>
            </a:endParaRPr>
          </a:p>
        </p:txBody>
      </p:sp>
      <p:sp>
        <p:nvSpPr>
          <p:cNvPr id="2199" name="Google Shape;2199;p159"/>
          <p:cNvSpPr txBox="1"/>
          <p:nvPr/>
        </p:nvSpPr>
        <p:spPr>
          <a:xfrm flipH="1">
            <a:off x="1434143" y="179897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200" name="Google Shape;2200;p159"/>
          <p:cNvSpPr txBox="1"/>
          <p:nvPr/>
        </p:nvSpPr>
        <p:spPr>
          <a:xfrm flipH="1">
            <a:off x="435254" y="1798975"/>
            <a:ext cx="9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length of side </a:t>
            </a: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 squared</a:t>
            </a:r>
            <a:endParaRPr sz="1800">
              <a:latin typeface="Lexend"/>
              <a:ea typeface="Lexend"/>
              <a:cs typeface="Lexend"/>
              <a:sym typeface="Lexend"/>
            </a:endParaRPr>
          </a:p>
        </p:txBody>
      </p:sp>
      <p:sp>
        <p:nvSpPr>
          <p:cNvPr id="2201" name="Google Shape;2201;p159"/>
          <p:cNvSpPr txBox="1"/>
          <p:nvPr/>
        </p:nvSpPr>
        <p:spPr>
          <a:xfrm flipH="1">
            <a:off x="1833452" y="1798975"/>
            <a:ext cx="999300" cy="78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length of side </a:t>
            </a: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squared</a:t>
            </a:r>
            <a:endParaRPr sz="1800">
              <a:latin typeface="Lexend"/>
              <a:ea typeface="Lexend"/>
              <a:cs typeface="Lexend"/>
              <a:sym typeface="Lexend"/>
            </a:endParaRPr>
          </a:p>
        </p:txBody>
      </p:sp>
      <p:sp>
        <p:nvSpPr>
          <p:cNvPr id="2202" name="Google Shape;2202;p159"/>
          <p:cNvSpPr txBox="1"/>
          <p:nvPr/>
        </p:nvSpPr>
        <p:spPr>
          <a:xfrm flipH="1">
            <a:off x="2832341" y="1798975"/>
            <a:ext cx="3993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203" name="Google Shape;2203;p159"/>
          <p:cNvSpPr txBox="1"/>
          <p:nvPr/>
        </p:nvSpPr>
        <p:spPr>
          <a:xfrm flipH="1">
            <a:off x="3231650" y="1798975"/>
            <a:ext cx="999300" cy="781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length of side </a:t>
            </a: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 squared</a:t>
            </a:r>
            <a:endParaRPr sz="1800">
              <a:latin typeface="Lexend"/>
              <a:ea typeface="Lexend"/>
              <a:cs typeface="Lexend"/>
              <a:sym typeface="Lexend"/>
            </a:endParaRPr>
          </a:p>
        </p:txBody>
      </p:sp>
      <p:sp>
        <p:nvSpPr>
          <p:cNvPr id="2204" name="Google Shape;2204;p159"/>
          <p:cNvSpPr txBox="1"/>
          <p:nvPr/>
        </p:nvSpPr>
        <p:spPr>
          <a:xfrm flipH="1">
            <a:off x="3231650" y="1749363"/>
            <a:ext cx="999300" cy="880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sp>
        <p:nvSpPr>
          <p:cNvPr id="2205" name="Google Shape;2205;p159"/>
          <p:cNvSpPr txBox="1"/>
          <p:nvPr/>
        </p:nvSpPr>
        <p:spPr>
          <a:xfrm flipH="1">
            <a:off x="435251" y="1749363"/>
            <a:ext cx="999300" cy="8805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²</a:t>
            </a:r>
            <a:endParaRPr sz="1800">
              <a:latin typeface="Lexend"/>
              <a:ea typeface="Lexend"/>
              <a:cs typeface="Lexend"/>
              <a:sym typeface="Lexend"/>
            </a:endParaRPr>
          </a:p>
        </p:txBody>
      </p:sp>
      <p:sp>
        <p:nvSpPr>
          <p:cNvPr id="2206" name="Google Shape;2206;p159"/>
          <p:cNvSpPr txBox="1"/>
          <p:nvPr/>
        </p:nvSpPr>
        <p:spPr>
          <a:xfrm flipH="1">
            <a:off x="1833451" y="1749363"/>
            <a:ext cx="999300" cy="880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² </a:t>
            </a:r>
            <a:endParaRPr sz="1800">
              <a:latin typeface="Lexend"/>
              <a:ea typeface="Lexend"/>
              <a:cs typeface="Lexend"/>
              <a:sym typeface="Lexend"/>
            </a:endParaRPr>
          </a:p>
        </p:txBody>
      </p:sp>
      <p:pic>
        <p:nvPicPr>
          <p:cNvPr id="2207" name="Google Shape;2207;p159"/>
          <p:cNvPicPr preferRelativeResize="0"/>
          <p:nvPr/>
        </p:nvPicPr>
        <p:blipFill>
          <a:blip r:embed="rId4">
            <a:alphaModFix/>
          </a:blip>
          <a:stretch>
            <a:fillRect/>
          </a:stretch>
        </p:blipFill>
        <p:spPr>
          <a:xfrm>
            <a:off x="384857" y="3855848"/>
            <a:ext cx="629125" cy="706174"/>
          </a:xfrm>
          <a:prstGeom prst="rect">
            <a:avLst/>
          </a:prstGeom>
          <a:noFill/>
          <a:ln>
            <a:noFill/>
          </a:ln>
        </p:spPr>
      </p:pic>
      <p:sp>
        <p:nvSpPr>
          <p:cNvPr id="2208" name="Google Shape;2208;p159"/>
          <p:cNvSpPr txBox="1"/>
          <p:nvPr/>
        </p:nvSpPr>
        <p:spPr>
          <a:xfrm>
            <a:off x="292381" y="453147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Lucas</a:t>
            </a:r>
            <a:endParaRPr sz="1800">
              <a:latin typeface="Lexend"/>
              <a:ea typeface="Lexend"/>
              <a:cs typeface="Lexend"/>
              <a:sym typeface="Lexend"/>
            </a:endParaRPr>
          </a:p>
        </p:txBody>
      </p:sp>
      <p:sp>
        <p:nvSpPr>
          <p:cNvPr id="2209" name="Google Shape;2209;p159"/>
          <p:cNvSpPr txBox="1"/>
          <p:nvPr/>
        </p:nvSpPr>
        <p:spPr>
          <a:xfrm flipH="1">
            <a:off x="7489542" y="451437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pic>
        <p:nvPicPr>
          <p:cNvPr id="2210" name="Google Shape;2210;p159"/>
          <p:cNvPicPr preferRelativeResize="0"/>
          <p:nvPr/>
        </p:nvPicPr>
        <p:blipFill>
          <a:blip r:embed="rId5">
            <a:alphaModFix/>
          </a:blip>
          <a:stretch>
            <a:fillRect/>
          </a:stretch>
        </p:blipFill>
        <p:spPr>
          <a:xfrm flipH="1">
            <a:off x="7582143" y="3751182"/>
            <a:ext cx="629124" cy="823977"/>
          </a:xfrm>
          <a:prstGeom prst="rect">
            <a:avLst/>
          </a:prstGeom>
          <a:noFill/>
          <a:ln>
            <a:noFill/>
          </a:ln>
        </p:spPr>
      </p:pic>
      <p:pic>
        <p:nvPicPr>
          <p:cNvPr id="2211" name="Google Shape;2211;p159"/>
          <p:cNvPicPr preferRelativeResize="0"/>
          <p:nvPr/>
        </p:nvPicPr>
        <p:blipFill rotWithShape="1">
          <a:blip r:embed="rId3">
            <a:alphaModFix/>
          </a:blip>
          <a:srcRect b="4760" l="40550" r="0" t="13015"/>
          <a:stretch/>
        </p:blipFill>
        <p:spPr>
          <a:xfrm flipH="1">
            <a:off x="4687224" y="2952000"/>
            <a:ext cx="3084201" cy="1175406"/>
          </a:xfrm>
          <a:prstGeom prst="rect">
            <a:avLst/>
          </a:prstGeom>
          <a:noFill/>
          <a:ln>
            <a:noFill/>
          </a:ln>
        </p:spPr>
      </p:pic>
      <p:sp>
        <p:nvSpPr>
          <p:cNvPr id="2212" name="Google Shape;2212;p159"/>
          <p:cNvSpPr txBox="1"/>
          <p:nvPr/>
        </p:nvSpPr>
        <p:spPr>
          <a:xfrm flipH="1">
            <a:off x="4754431" y="2991076"/>
            <a:ext cx="2786700" cy="892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As long as </a:t>
            </a: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²</a:t>
            </a:r>
            <a:r>
              <a:rPr lang="en-GB" sz="1800">
                <a:latin typeface="Lexend"/>
                <a:ea typeface="Lexend"/>
                <a:cs typeface="Lexend"/>
                <a:sym typeface="Lexend"/>
              </a:rPr>
              <a:t> is the area of the largest square, I think you’re right!</a:t>
            </a:r>
            <a:endParaRPr sz="1800">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6" name="Shape 2216"/>
        <p:cNvGrpSpPr/>
        <p:nvPr/>
      </p:nvGrpSpPr>
      <p:grpSpPr>
        <a:xfrm>
          <a:off x="0" y="0"/>
          <a:ext cx="0" cy="0"/>
          <a:chOff x="0" y="0"/>
          <a:chExt cx="0" cy="0"/>
        </a:xfrm>
      </p:grpSpPr>
      <p:sp>
        <p:nvSpPr>
          <p:cNvPr id="2217" name="Google Shape;2217;p16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218" name="Google Shape;2218;p160"/>
          <p:cNvPicPr preferRelativeResize="0"/>
          <p:nvPr/>
        </p:nvPicPr>
        <p:blipFill>
          <a:blip r:embed="rId3">
            <a:alphaModFix/>
          </a:blip>
          <a:stretch>
            <a:fillRect/>
          </a:stretch>
        </p:blipFill>
        <p:spPr>
          <a:xfrm>
            <a:off x="448651" y="1170625"/>
            <a:ext cx="564900" cy="813475"/>
          </a:xfrm>
          <a:prstGeom prst="rect">
            <a:avLst/>
          </a:prstGeom>
          <a:noFill/>
          <a:ln>
            <a:noFill/>
          </a:ln>
        </p:spPr>
      </p:pic>
      <p:sp>
        <p:nvSpPr>
          <p:cNvPr id="2219" name="Google Shape;2219;p160"/>
          <p:cNvSpPr txBox="1"/>
          <p:nvPr/>
        </p:nvSpPr>
        <p:spPr>
          <a:xfrm>
            <a:off x="324001" y="198377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Sam</a:t>
            </a:r>
            <a:endParaRPr sz="1800">
              <a:latin typeface="Lexend"/>
              <a:ea typeface="Lexend"/>
              <a:cs typeface="Lexend"/>
              <a:sym typeface="Lexend"/>
            </a:endParaRPr>
          </a:p>
        </p:txBody>
      </p:sp>
      <p:grpSp>
        <p:nvGrpSpPr>
          <p:cNvPr id="2220" name="Google Shape;2220;p160"/>
          <p:cNvGrpSpPr/>
          <p:nvPr/>
        </p:nvGrpSpPr>
        <p:grpSpPr>
          <a:xfrm>
            <a:off x="993476" y="694011"/>
            <a:ext cx="2324327" cy="1061516"/>
            <a:chOff x="856325" y="1007975"/>
            <a:chExt cx="3026074" cy="1470651"/>
          </a:xfrm>
        </p:grpSpPr>
        <p:pic>
          <p:nvPicPr>
            <p:cNvPr id="2221" name="Google Shape;2221;p160"/>
            <p:cNvPicPr preferRelativeResize="0"/>
            <p:nvPr/>
          </p:nvPicPr>
          <p:blipFill rotWithShape="1">
            <a:blip r:embed="rId4">
              <a:alphaModFix/>
            </a:blip>
            <a:srcRect b="4760" l="40550" r="0" t="13015"/>
            <a:stretch/>
          </p:blipFill>
          <p:spPr>
            <a:xfrm>
              <a:off x="856325" y="1007975"/>
              <a:ext cx="3026074" cy="1470651"/>
            </a:xfrm>
            <a:prstGeom prst="rect">
              <a:avLst/>
            </a:prstGeom>
            <a:noFill/>
            <a:ln>
              <a:noFill/>
            </a:ln>
          </p:spPr>
        </p:pic>
        <p:sp>
          <p:nvSpPr>
            <p:cNvPr id="2222" name="Google Shape;2222;p160"/>
            <p:cNvSpPr txBox="1"/>
            <p:nvPr/>
          </p:nvSpPr>
          <p:spPr>
            <a:xfrm>
              <a:off x="1098056" y="1071389"/>
              <a:ext cx="2765100" cy="115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So, </a:t>
              </a:r>
              <a:r>
                <a:rPr b="1" lang="en-GB" sz="1800">
                  <a:latin typeface="Lexend"/>
                  <a:ea typeface="Lexend"/>
                  <a:cs typeface="Lexend"/>
                  <a:sym typeface="Lexend"/>
                </a:rPr>
                <a:t>Pythagoras’ theorem</a:t>
              </a:r>
              <a:r>
                <a:rPr lang="en-GB" sz="1800">
                  <a:latin typeface="Lexend"/>
                  <a:ea typeface="Lexend"/>
                  <a:cs typeface="Lexend"/>
                  <a:sym typeface="Lexend"/>
                </a:rPr>
                <a:t> is also this?</a:t>
              </a:r>
              <a:endParaRPr sz="1800">
                <a:latin typeface="Lexend"/>
                <a:ea typeface="Lexend"/>
                <a:cs typeface="Lexend"/>
                <a:sym typeface="Lexend"/>
              </a:endParaRPr>
            </a:p>
          </p:txBody>
        </p:sp>
      </p:grpSp>
      <p:grpSp>
        <p:nvGrpSpPr>
          <p:cNvPr id="2223" name="Google Shape;2223;p160"/>
          <p:cNvGrpSpPr/>
          <p:nvPr/>
        </p:nvGrpSpPr>
        <p:grpSpPr>
          <a:xfrm flipH="1">
            <a:off x="4362601" y="739518"/>
            <a:ext cx="4174574" cy="1997307"/>
            <a:chOff x="4819801" y="739518"/>
            <a:chExt cx="4174574" cy="1997307"/>
          </a:xfrm>
        </p:grpSpPr>
        <p:grpSp>
          <p:nvGrpSpPr>
            <p:cNvPr id="2224" name="Google Shape;2224;p160"/>
            <p:cNvGrpSpPr/>
            <p:nvPr/>
          </p:nvGrpSpPr>
          <p:grpSpPr>
            <a:xfrm>
              <a:off x="5430559" y="739518"/>
              <a:ext cx="3563815" cy="1775323"/>
              <a:chOff x="4930568" y="4075038"/>
              <a:chExt cx="2231429" cy="1285162"/>
            </a:xfrm>
          </p:grpSpPr>
          <p:pic>
            <p:nvPicPr>
              <p:cNvPr id="2225" name="Google Shape;2225;p160"/>
              <p:cNvPicPr preferRelativeResize="0"/>
              <p:nvPr/>
            </p:nvPicPr>
            <p:blipFill rotWithShape="1">
              <a:blip r:embed="rId4">
                <a:alphaModFix/>
              </a:blip>
              <a:srcRect b="4760" l="40550" r="0" t="13015"/>
              <a:stretch/>
            </p:blipFill>
            <p:spPr>
              <a:xfrm>
                <a:off x="4930568" y="4075038"/>
                <a:ext cx="2231429" cy="1285162"/>
              </a:xfrm>
              <a:prstGeom prst="rect">
                <a:avLst/>
              </a:prstGeom>
              <a:noFill/>
              <a:ln>
                <a:noFill/>
              </a:ln>
            </p:spPr>
          </p:pic>
          <p:sp>
            <p:nvSpPr>
              <p:cNvPr id="2226" name="Google Shape;2226;p160"/>
              <p:cNvSpPr txBox="1"/>
              <p:nvPr/>
            </p:nvSpPr>
            <p:spPr>
              <a:xfrm>
                <a:off x="5108432" y="4116107"/>
                <a:ext cx="2023500" cy="10029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 we sure this works for all right-angled triangles?</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We’ve only really demonstrated it works for a few of them…</a:t>
                </a:r>
                <a:endParaRPr sz="1800">
                  <a:latin typeface="Lexend"/>
                  <a:ea typeface="Lexend"/>
                  <a:cs typeface="Lexend"/>
                  <a:sym typeface="Lexend"/>
                </a:endParaRPr>
              </a:p>
            </p:txBody>
          </p:sp>
        </p:grpSp>
        <p:pic>
          <p:nvPicPr>
            <p:cNvPr id="2227" name="Google Shape;2227;p160"/>
            <p:cNvPicPr preferRelativeResize="0"/>
            <p:nvPr/>
          </p:nvPicPr>
          <p:blipFill>
            <a:blip r:embed="rId5">
              <a:alphaModFix/>
            </a:blip>
            <a:stretch>
              <a:fillRect/>
            </a:stretch>
          </p:blipFill>
          <p:spPr>
            <a:xfrm>
              <a:off x="4912276" y="1783998"/>
              <a:ext cx="629125" cy="706174"/>
            </a:xfrm>
            <a:prstGeom prst="rect">
              <a:avLst/>
            </a:prstGeom>
            <a:noFill/>
            <a:ln>
              <a:noFill/>
            </a:ln>
          </p:spPr>
        </p:pic>
        <p:sp>
          <p:nvSpPr>
            <p:cNvPr id="2228" name="Google Shape;2228;p160"/>
            <p:cNvSpPr txBox="1"/>
            <p:nvPr/>
          </p:nvSpPr>
          <p:spPr>
            <a:xfrm>
              <a:off x="4819801" y="2459625"/>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Lucas</a:t>
              </a:r>
              <a:endParaRPr sz="1800">
                <a:latin typeface="Lexend"/>
                <a:ea typeface="Lexend"/>
                <a:cs typeface="Lexend"/>
                <a:sym typeface="Lexend"/>
              </a:endParaRPr>
            </a:p>
          </p:txBody>
        </p:sp>
      </p:grpSp>
      <p:grpSp>
        <p:nvGrpSpPr>
          <p:cNvPr id="2229" name="Google Shape;2229;p160"/>
          <p:cNvGrpSpPr/>
          <p:nvPr/>
        </p:nvGrpSpPr>
        <p:grpSpPr>
          <a:xfrm flipH="1">
            <a:off x="4632776" y="2726524"/>
            <a:ext cx="3670966" cy="2065051"/>
            <a:chOff x="4327976" y="2955124"/>
            <a:chExt cx="3670966" cy="2065051"/>
          </a:xfrm>
        </p:grpSpPr>
        <p:grpSp>
          <p:nvGrpSpPr>
            <p:cNvPr id="2230" name="Google Shape;2230;p160"/>
            <p:cNvGrpSpPr/>
            <p:nvPr/>
          </p:nvGrpSpPr>
          <p:grpSpPr>
            <a:xfrm>
              <a:off x="4327976" y="3979782"/>
              <a:ext cx="814200" cy="1040393"/>
              <a:chOff x="324001" y="1995657"/>
              <a:chExt cx="814200" cy="1040393"/>
            </a:xfrm>
          </p:grpSpPr>
          <p:sp>
            <p:nvSpPr>
              <p:cNvPr id="2231" name="Google Shape;2231;p160"/>
              <p:cNvSpPr txBox="1"/>
              <p:nvPr/>
            </p:nvSpPr>
            <p:spPr>
              <a:xfrm>
                <a:off x="324001" y="2758850"/>
                <a:ext cx="814200" cy="27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Laura</a:t>
                </a:r>
                <a:endParaRPr sz="1800">
                  <a:latin typeface="Lexend"/>
                  <a:ea typeface="Lexend"/>
                  <a:cs typeface="Lexend"/>
                  <a:sym typeface="Lexend"/>
                </a:endParaRPr>
              </a:p>
            </p:txBody>
          </p:sp>
          <p:pic>
            <p:nvPicPr>
              <p:cNvPr id="2232" name="Google Shape;2232;p160"/>
              <p:cNvPicPr preferRelativeResize="0"/>
              <p:nvPr/>
            </p:nvPicPr>
            <p:blipFill>
              <a:blip r:embed="rId6">
                <a:alphaModFix/>
              </a:blip>
              <a:stretch>
                <a:fillRect/>
              </a:stretch>
            </p:blipFill>
            <p:spPr>
              <a:xfrm>
                <a:off x="416476" y="1995657"/>
                <a:ext cx="629124" cy="823977"/>
              </a:xfrm>
              <a:prstGeom prst="rect">
                <a:avLst/>
              </a:prstGeom>
              <a:noFill/>
              <a:ln>
                <a:noFill/>
              </a:ln>
            </p:spPr>
          </p:pic>
        </p:grpSp>
        <p:grpSp>
          <p:nvGrpSpPr>
            <p:cNvPr id="2233" name="Google Shape;2233;p160"/>
            <p:cNvGrpSpPr/>
            <p:nvPr/>
          </p:nvGrpSpPr>
          <p:grpSpPr>
            <a:xfrm>
              <a:off x="4860298" y="2955124"/>
              <a:ext cx="3138644" cy="1507123"/>
              <a:chOff x="856325" y="1007975"/>
              <a:chExt cx="3026074" cy="1470651"/>
            </a:xfrm>
          </p:grpSpPr>
          <p:pic>
            <p:nvPicPr>
              <p:cNvPr id="2234" name="Google Shape;2234;p160"/>
              <p:cNvPicPr preferRelativeResize="0"/>
              <p:nvPr/>
            </p:nvPicPr>
            <p:blipFill rotWithShape="1">
              <a:blip r:embed="rId4">
                <a:alphaModFix/>
              </a:blip>
              <a:srcRect b="4760" l="40550" r="0" t="13015"/>
              <a:stretch/>
            </p:blipFill>
            <p:spPr>
              <a:xfrm>
                <a:off x="856325" y="1007975"/>
                <a:ext cx="3026074" cy="1470651"/>
              </a:xfrm>
              <a:prstGeom prst="rect">
                <a:avLst/>
              </a:prstGeom>
              <a:noFill/>
              <a:ln>
                <a:noFill/>
              </a:ln>
            </p:spPr>
          </p:pic>
          <p:sp>
            <p:nvSpPr>
              <p:cNvPr id="2235" name="Google Shape;2235;p160"/>
              <p:cNvSpPr txBox="1"/>
              <p:nvPr/>
            </p:nvSpPr>
            <p:spPr>
              <a:xfrm>
                <a:off x="1089061" y="1100116"/>
                <a:ext cx="2734200" cy="10815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I’m sure there’s a proof the teacher can show us that works for all right-angled triangles!</a:t>
                </a:r>
                <a:endParaRPr sz="1800">
                  <a:latin typeface="Lexend"/>
                  <a:ea typeface="Lexend"/>
                  <a:cs typeface="Lexend"/>
                  <a:sym typeface="Lexend"/>
                </a:endParaRPr>
              </a:p>
            </p:txBody>
          </p:sp>
        </p:grpSp>
      </p:grpSp>
      <p:grpSp>
        <p:nvGrpSpPr>
          <p:cNvPr id="2236" name="Google Shape;2236;p160"/>
          <p:cNvGrpSpPr/>
          <p:nvPr/>
        </p:nvGrpSpPr>
        <p:grpSpPr>
          <a:xfrm>
            <a:off x="848595" y="2108081"/>
            <a:ext cx="2614088" cy="1016804"/>
            <a:chOff x="324001" y="2259989"/>
            <a:chExt cx="3708452" cy="1466827"/>
          </a:xfrm>
        </p:grpSpPr>
        <p:pic>
          <p:nvPicPr>
            <p:cNvPr id="2237" name="Google Shape;2237;p160"/>
            <p:cNvPicPr preferRelativeResize="0"/>
            <p:nvPr/>
          </p:nvPicPr>
          <p:blipFill rotWithShape="1">
            <a:blip r:embed="rId4">
              <a:alphaModFix/>
            </a:blip>
            <a:srcRect b="4760" l="40550" r="0" t="13015"/>
            <a:stretch/>
          </p:blipFill>
          <p:spPr>
            <a:xfrm flipH="1" rot="10800000">
              <a:off x="324001" y="2259989"/>
              <a:ext cx="3708452" cy="1466827"/>
            </a:xfrm>
            <a:prstGeom prst="rect">
              <a:avLst/>
            </a:prstGeom>
            <a:noFill/>
            <a:ln>
              <a:noFill/>
            </a:ln>
          </p:spPr>
        </p:pic>
        <p:sp>
          <p:nvSpPr>
            <p:cNvPr id="2238" name="Google Shape;2238;p160"/>
            <p:cNvSpPr txBox="1"/>
            <p:nvPr/>
          </p:nvSpPr>
          <p:spPr>
            <a:xfrm flipH="1">
              <a:off x="1476346" y="2704613"/>
              <a:ext cx="3606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239" name="Google Shape;2239;p160"/>
            <p:cNvSpPr txBox="1"/>
            <p:nvPr/>
          </p:nvSpPr>
          <p:spPr>
            <a:xfrm flipH="1">
              <a:off x="2739446" y="2704613"/>
              <a:ext cx="360600" cy="781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t>
              </a:r>
              <a:endParaRPr sz="1800">
                <a:latin typeface="Lexend"/>
                <a:ea typeface="Lexend"/>
                <a:cs typeface="Lexend"/>
                <a:sym typeface="Lexend"/>
              </a:endParaRPr>
            </a:p>
          </p:txBody>
        </p:sp>
        <p:sp>
          <p:nvSpPr>
            <p:cNvPr id="2240" name="Google Shape;2240;p160"/>
            <p:cNvSpPr txBox="1"/>
            <p:nvPr/>
          </p:nvSpPr>
          <p:spPr>
            <a:xfrm flipH="1">
              <a:off x="3100100" y="2655000"/>
              <a:ext cx="902700" cy="880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sp>
          <p:nvSpPr>
            <p:cNvPr id="2241" name="Google Shape;2241;p160"/>
            <p:cNvSpPr txBox="1"/>
            <p:nvPr/>
          </p:nvSpPr>
          <p:spPr>
            <a:xfrm flipH="1">
              <a:off x="573896" y="2655000"/>
              <a:ext cx="902700" cy="880500"/>
            </a:xfrm>
            <a:prstGeom prst="rect">
              <a:avLst/>
            </a:prstGeom>
            <a:solidFill>
              <a:schemeClr val="l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i="1" lang="en-GB" sz="2200">
                  <a:solidFill>
                    <a:schemeClr val="dk1"/>
                  </a:solidFill>
                  <a:latin typeface="Times New Roman"/>
                  <a:ea typeface="Times New Roman"/>
                  <a:cs typeface="Times New Roman"/>
                  <a:sym typeface="Times New Roman"/>
                </a:rPr>
                <a:t>a</a:t>
              </a:r>
              <a:r>
                <a:rPr lang="en-GB" sz="1800">
                  <a:latin typeface="Lexend"/>
                  <a:ea typeface="Lexend"/>
                  <a:cs typeface="Lexend"/>
                  <a:sym typeface="Lexend"/>
                </a:rPr>
                <a:t>²</a:t>
              </a:r>
              <a:endParaRPr sz="1800">
                <a:latin typeface="Lexend"/>
                <a:ea typeface="Lexend"/>
                <a:cs typeface="Lexend"/>
                <a:sym typeface="Lexend"/>
              </a:endParaRPr>
            </a:p>
          </p:txBody>
        </p:sp>
        <p:sp>
          <p:nvSpPr>
            <p:cNvPr id="2242" name="Google Shape;2242;p160"/>
            <p:cNvSpPr txBox="1"/>
            <p:nvPr/>
          </p:nvSpPr>
          <p:spPr>
            <a:xfrm flipH="1">
              <a:off x="1836998" y="2655000"/>
              <a:ext cx="902700" cy="880500"/>
            </a:xfrm>
            <a:prstGeom prst="rect">
              <a:avLst/>
            </a:prstGeom>
            <a:solidFill>
              <a:schemeClr val="lt1"/>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² </a:t>
              </a:r>
              <a:endParaRPr sz="1800">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6" name="Shape 2246"/>
        <p:cNvGrpSpPr/>
        <p:nvPr/>
      </p:nvGrpSpPr>
      <p:grpSpPr>
        <a:xfrm>
          <a:off x="0" y="0"/>
          <a:ext cx="0" cy="0"/>
          <a:chOff x="0" y="0"/>
          <a:chExt cx="0" cy="0"/>
        </a:xfrm>
      </p:grpSpPr>
      <p:sp>
        <p:nvSpPr>
          <p:cNvPr id="2247" name="Google Shape;2247;p161"/>
          <p:cNvSpPr/>
          <p:nvPr/>
        </p:nvSpPr>
        <p:spPr>
          <a:xfrm>
            <a:off x="6174400" y="2112216"/>
            <a:ext cx="1440000" cy="1080000"/>
          </a:xfrm>
          <a:prstGeom prst="rtTriangle">
            <a:avLst/>
          </a:prstGeom>
          <a:solidFill>
            <a:srgbClr val="D8D8D8"/>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48" name="Google Shape;2248;p161"/>
          <p:cNvSpPr/>
          <p:nvPr/>
        </p:nvSpPr>
        <p:spPr>
          <a:xfrm>
            <a:off x="5094872" y="2112216"/>
            <a:ext cx="1080000" cy="1080000"/>
          </a:xfrm>
          <a:prstGeom prst="rect">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cxnSp>
        <p:nvCxnSpPr>
          <p:cNvPr id="2249" name="Google Shape;2249;p161"/>
          <p:cNvCxnSpPr/>
          <p:nvPr/>
        </p:nvCxnSpPr>
        <p:spPr>
          <a:xfrm>
            <a:off x="6175344" y="3371588"/>
            <a:ext cx="1439100" cy="1081200"/>
          </a:xfrm>
          <a:prstGeom prst="straightConnector1">
            <a:avLst/>
          </a:prstGeom>
          <a:noFill/>
          <a:ln cap="flat" cmpd="sng" w="28575">
            <a:solidFill>
              <a:srgbClr val="374CF1"/>
            </a:solidFill>
            <a:prstDash val="solid"/>
            <a:round/>
            <a:headEnd len="sm" w="sm" type="none"/>
            <a:tailEnd len="sm" w="sm" type="none"/>
          </a:ln>
        </p:spPr>
      </p:cxnSp>
      <p:cxnSp>
        <p:nvCxnSpPr>
          <p:cNvPr id="2250" name="Google Shape;2250;p161"/>
          <p:cNvCxnSpPr/>
          <p:nvPr/>
        </p:nvCxnSpPr>
        <p:spPr>
          <a:xfrm rot="5400000">
            <a:off x="6175350" y="3371638"/>
            <a:ext cx="1439100" cy="1081200"/>
          </a:xfrm>
          <a:prstGeom prst="straightConnector1">
            <a:avLst/>
          </a:prstGeom>
          <a:noFill/>
          <a:ln cap="flat" cmpd="sng" w="28575">
            <a:solidFill>
              <a:srgbClr val="374CF1"/>
            </a:solidFill>
            <a:prstDash val="solid"/>
            <a:round/>
            <a:headEnd len="sm" w="sm" type="none"/>
            <a:tailEnd len="sm" w="sm" type="none"/>
          </a:ln>
        </p:spPr>
      </p:cxnSp>
      <p:cxnSp>
        <p:nvCxnSpPr>
          <p:cNvPr id="2251" name="Google Shape;2251;p161"/>
          <p:cNvCxnSpPr/>
          <p:nvPr/>
        </p:nvCxnSpPr>
        <p:spPr>
          <a:xfrm>
            <a:off x="6175344" y="2426117"/>
            <a:ext cx="1439100" cy="1081200"/>
          </a:xfrm>
          <a:prstGeom prst="straightConnector1">
            <a:avLst/>
          </a:prstGeom>
          <a:noFill/>
          <a:ln cap="flat" cmpd="sng" w="28575">
            <a:solidFill>
              <a:srgbClr val="374CF1"/>
            </a:solidFill>
            <a:prstDash val="solid"/>
            <a:round/>
            <a:headEnd len="sm" w="sm" type="none"/>
            <a:tailEnd len="sm" w="sm" type="none"/>
          </a:ln>
        </p:spPr>
      </p:cxnSp>
      <p:cxnSp>
        <p:nvCxnSpPr>
          <p:cNvPr id="2252" name="Google Shape;2252;p161"/>
          <p:cNvCxnSpPr/>
          <p:nvPr/>
        </p:nvCxnSpPr>
        <p:spPr>
          <a:xfrm>
            <a:off x="6175344" y="2741274"/>
            <a:ext cx="1439100" cy="1081200"/>
          </a:xfrm>
          <a:prstGeom prst="straightConnector1">
            <a:avLst/>
          </a:prstGeom>
          <a:noFill/>
          <a:ln cap="flat" cmpd="sng" w="28575">
            <a:solidFill>
              <a:srgbClr val="374CF1"/>
            </a:solidFill>
            <a:prstDash val="solid"/>
            <a:round/>
            <a:headEnd len="sm" w="sm" type="none"/>
            <a:tailEnd len="sm" w="sm" type="none"/>
          </a:ln>
        </p:spPr>
      </p:cxnSp>
      <p:cxnSp>
        <p:nvCxnSpPr>
          <p:cNvPr id="2253" name="Google Shape;2253;p161"/>
          <p:cNvCxnSpPr/>
          <p:nvPr/>
        </p:nvCxnSpPr>
        <p:spPr>
          <a:xfrm>
            <a:off x="6175344" y="3056431"/>
            <a:ext cx="1439100" cy="1081200"/>
          </a:xfrm>
          <a:prstGeom prst="straightConnector1">
            <a:avLst/>
          </a:prstGeom>
          <a:noFill/>
          <a:ln cap="flat" cmpd="sng" w="28575">
            <a:solidFill>
              <a:srgbClr val="374CF1"/>
            </a:solidFill>
            <a:prstDash val="solid"/>
            <a:round/>
            <a:headEnd len="sm" w="sm" type="none"/>
            <a:tailEnd len="sm" w="sm" type="none"/>
          </a:ln>
        </p:spPr>
      </p:cxnSp>
      <p:cxnSp>
        <p:nvCxnSpPr>
          <p:cNvPr id="2254" name="Google Shape;2254;p161"/>
          <p:cNvCxnSpPr/>
          <p:nvPr/>
        </p:nvCxnSpPr>
        <p:spPr>
          <a:xfrm rot="5400000">
            <a:off x="7433349" y="2415056"/>
            <a:ext cx="1439100" cy="1081200"/>
          </a:xfrm>
          <a:prstGeom prst="straightConnector1">
            <a:avLst/>
          </a:prstGeom>
          <a:noFill/>
          <a:ln cap="flat" cmpd="sng" w="28575">
            <a:solidFill>
              <a:srgbClr val="374CF1"/>
            </a:solidFill>
            <a:prstDash val="solid"/>
            <a:round/>
            <a:headEnd len="sm" w="sm" type="none"/>
            <a:tailEnd len="sm" w="sm" type="none"/>
          </a:ln>
        </p:spPr>
      </p:cxnSp>
      <p:cxnSp>
        <p:nvCxnSpPr>
          <p:cNvPr id="2255" name="Google Shape;2255;p161"/>
          <p:cNvCxnSpPr/>
          <p:nvPr/>
        </p:nvCxnSpPr>
        <p:spPr>
          <a:xfrm rot="5400000">
            <a:off x="7433349" y="2898002"/>
            <a:ext cx="1439100" cy="1081200"/>
          </a:xfrm>
          <a:prstGeom prst="straightConnector1">
            <a:avLst/>
          </a:prstGeom>
          <a:noFill/>
          <a:ln cap="flat" cmpd="sng" w="28575">
            <a:solidFill>
              <a:srgbClr val="374CF1"/>
            </a:solidFill>
            <a:prstDash val="solid"/>
            <a:round/>
            <a:headEnd len="sm" w="sm" type="none"/>
            <a:tailEnd len="sm" w="sm" type="none"/>
          </a:ln>
        </p:spPr>
      </p:cxnSp>
      <p:cxnSp>
        <p:nvCxnSpPr>
          <p:cNvPr id="2256" name="Google Shape;2256;p161"/>
          <p:cNvCxnSpPr/>
          <p:nvPr/>
        </p:nvCxnSpPr>
        <p:spPr>
          <a:xfrm rot="5400000">
            <a:off x="7433349" y="3380948"/>
            <a:ext cx="1439100" cy="1081200"/>
          </a:xfrm>
          <a:prstGeom prst="straightConnector1">
            <a:avLst/>
          </a:prstGeom>
          <a:noFill/>
          <a:ln cap="flat" cmpd="sng" w="28575">
            <a:solidFill>
              <a:srgbClr val="374CF1"/>
            </a:solidFill>
            <a:prstDash val="solid"/>
            <a:round/>
            <a:headEnd len="sm" w="sm" type="none"/>
            <a:tailEnd len="sm" w="sm" type="none"/>
          </a:ln>
        </p:spPr>
      </p:cxnSp>
      <p:cxnSp>
        <p:nvCxnSpPr>
          <p:cNvPr id="2257" name="Google Shape;2257;p161"/>
          <p:cNvCxnSpPr/>
          <p:nvPr/>
        </p:nvCxnSpPr>
        <p:spPr>
          <a:xfrm rot="5400000">
            <a:off x="7014016" y="3380948"/>
            <a:ext cx="1439100" cy="1081200"/>
          </a:xfrm>
          <a:prstGeom prst="straightConnector1">
            <a:avLst/>
          </a:prstGeom>
          <a:noFill/>
          <a:ln cap="flat" cmpd="sng" w="28575">
            <a:solidFill>
              <a:srgbClr val="374CF1"/>
            </a:solidFill>
            <a:prstDash val="solid"/>
            <a:round/>
            <a:headEnd len="sm" w="sm" type="none"/>
            <a:tailEnd len="sm" w="sm" type="none"/>
          </a:ln>
        </p:spPr>
      </p:cxnSp>
      <p:cxnSp>
        <p:nvCxnSpPr>
          <p:cNvPr id="2258" name="Google Shape;2258;p161"/>
          <p:cNvCxnSpPr/>
          <p:nvPr/>
        </p:nvCxnSpPr>
        <p:spPr>
          <a:xfrm rot="5400000">
            <a:off x="6594683" y="3380948"/>
            <a:ext cx="1439100" cy="1081200"/>
          </a:xfrm>
          <a:prstGeom prst="straightConnector1">
            <a:avLst/>
          </a:prstGeom>
          <a:noFill/>
          <a:ln cap="flat" cmpd="sng" w="28575">
            <a:solidFill>
              <a:srgbClr val="374CF1"/>
            </a:solidFill>
            <a:prstDash val="solid"/>
            <a:round/>
            <a:headEnd len="sm" w="sm" type="none"/>
            <a:tailEnd len="sm" w="sm" type="none"/>
          </a:ln>
        </p:spPr>
      </p:cxnSp>
      <p:sp>
        <p:nvSpPr>
          <p:cNvPr id="2259" name="Google Shape;2259;p161"/>
          <p:cNvSpPr/>
          <p:nvPr/>
        </p:nvSpPr>
        <p:spPr>
          <a:xfrm>
            <a:off x="6174872" y="3192216"/>
            <a:ext cx="1440000" cy="1440000"/>
          </a:xfrm>
          <a:prstGeom prst="rect">
            <a:avLst/>
          </a:prstGeom>
          <a:noFill/>
          <a:ln cap="flat" cmpd="sng" w="2857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2260" name="Google Shape;2260;p161"/>
          <p:cNvPicPr preferRelativeResize="0"/>
          <p:nvPr/>
        </p:nvPicPr>
        <p:blipFill rotWithShape="1">
          <a:blip r:embed="rId3">
            <a:alphaModFix/>
          </a:blip>
          <a:srcRect b="0" l="3781" r="0" t="6864"/>
          <a:stretch/>
        </p:blipFill>
        <p:spPr>
          <a:xfrm>
            <a:off x="6159982" y="3167133"/>
            <a:ext cx="1338262" cy="784140"/>
          </a:xfrm>
          <a:prstGeom prst="rect">
            <a:avLst/>
          </a:prstGeom>
          <a:noFill/>
          <a:ln>
            <a:noFill/>
          </a:ln>
        </p:spPr>
      </p:pic>
      <p:pic>
        <p:nvPicPr>
          <p:cNvPr id="2261" name="Google Shape;2261;p161"/>
          <p:cNvPicPr preferRelativeResize="0"/>
          <p:nvPr/>
        </p:nvPicPr>
        <p:blipFill rotWithShape="1">
          <a:blip r:embed="rId3">
            <a:alphaModFix/>
          </a:blip>
          <a:srcRect b="0" l="3781" r="0" t="6864"/>
          <a:stretch/>
        </p:blipFill>
        <p:spPr>
          <a:xfrm rot="5400000">
            <a:off x="6574997" y="3456074"/>
            <a:ext cx="1338262" cy="784140"/>
          </a:xfrm>
          <a:prstGeom prst="rect">
            <a:avLst/>
          </a:prstGeom>
          <a:noFill/>
          <a:ln>
            <a:noFill/>
          </a:ln>
        </p:spPr>
      </p:pic>
      <p:pic>
        <p:nvPicPr>
          <p:cNvPr id="2262" name="Google Shape;2262;p161"/>
          <p:cNvPicPr preferRelativeResize="0"/>
          <p:nvPr/>
        </p:nvPicPr>
        <p:blipFill rotWithShape="1">
          <a:blip r:embed="rId3">
            <a:alphaModFix/>
          </a:blip>
          <a:srcRect b="0" l="3781" r="0" t="6864"/>
          <a:stretch/>
        </p:blipFill>
        <p:spPr>
          <a:xfrm rot="10800000">
            <a:off x="6286189" y="3868865"/>
            <a:ext cx="1338262" cy="784140"/>
          </a:xfrm>
          <a:prstGeom prst="rect">
            <a:avLst/>
          </a:prstGeom>
          <a:noFill/>
          <a:ln>
            <a:noFill/>
          </a:ln>
        </p:spPr>
      </p:pic>
      <p:pic>
        <p:nvPicPr>
          <p:cNvPr id="2263" name="Google Shape;2263;p161"/>
          <p:cNvPicPr preferRelativeResize="0"/>
          <p:nvPr/>
        </p:nvPicPr>
        <p:blipFill rotWithShape="1">
          <a:blip r:embed="rId3">
            <a:alphaModFix/>
          </a:blip>
          <a:srcRect b="0" l="3781" r="0" t="6864"/>
          <a:stretch/>
        </p:blipFill>
        <p:spPr>
          <a:xfrm rot="-5400000">
            <a:off x="5871174" y="3579924"/>
            <a:ext cx="1338262" cy="784140"/>
          </a:xfrm>
          <a:prstGeom prst="rect">
            <a:avLst/>
          </a:prstGeom>
          <a:noFill/>
          <a:ln>
            <a:noFill/>
          </a:ln>
        </p:spPr>
      </p:pic>
      <p:pic>
        <p:nvPicPr>
          <p:cNvPr id="2264" name="Google Shape;2264;p161"/>
          <p:cNvPicPr preferRelativeResize="0"/>
          <p:nvPr/>
        </p:nvPicPr>
        <p:blipFill rotWithShape="1">
          <a:blip r:embed="rId3">
            <a:alphaModFix/>
          </a:blip>
          <a:srcRect b="0" l="3781" r="0" t="6864"/>
          <a:stretch/>
        </p:blipFill>
        <p:spPr>
          <a:xfrm>
            <a:off x="6880172" y="2450100"/>
            <a:ext cx="1338262" cy="784140"/>
          </a:xfrm>
          <a:prstGeom prst="rect">
            <a:avLst/>
          </a:prstGeom>
          <a:noFill/>
          <a:ln>
            <a:noFill/>
          </a:ln>
        </p:spPr>
      </p:pic>
      <p:pic>
        <p:nvPicPr>
          <p:cNvPr id="2265" name="Google Shape;2265;p161"/>
          <p:cNvPicPr preferRelativeResize="0"/>
          <p:nvPr/>
        </p:nvPicPr>
        <p:blipFill rotWithShape="1">
          <a:blip r:embed="rId3">
            <a:alphaModFix/>
          </a:blip>
          <a:srcRect b="0" l="3781" r="0" t="6864"/>
          <a:stretch/>
        </p:blipFill>
        <p:spPr>
          <a:xfrm rot="5400000">
            <a:off x="5859697" y="1657680"/>
            <a:ext cx="1338262" cy="784140"/>
          </a:xfrm>
          <a:prstGeom prst="rect">
            <a:avLst/>
          </a:prstGeom>
          <a:noFill/>
          <a:ln>
            <a:noFill/>
          </a:ln>
        </p:spPr>
      </p:pic>
      <p:pic>
        <p:nvPicPr>
          <p:cNvPr id="2266" name="Google Shape;2266;p161"/>
          <p:cNvPicPr preferRelativeResize="0"/>
          <p:nvPr/>
        </p:nvPicPr>
        <p:blipFill rotWithShape="1">
          <a:blip r:embed="rId3">
            <a:alphaModFix/>
          </a:blip>
          <a:srcRect b="0" l="3781" r="0" t="6864"/>
          <a:stretch/>
        </p:blipFill>
        <p:spPr>
          <a:xfrm rot="10800000">
            <a:off x="6649836" y="632214"/>
            <a:ext cx="1338262" cy="784140"/>
          </a:xfrm>
          <a:prstGeom prst="rect">
            <a:avLst/>
          </a:prstGeom>
          <a:noFill/>
          <a:ln>
            <a:noFill/>
          </a:ln>
        </p:spPr>
      </p:pic>
      <p:pic>
        <p:nvPicPr>
          <p:cNvPr id="2267" name="Google Shape;2267;p161"/>
          <p:cNvPicPr preferRelativeResize="0"/>
          <p:nvPr/>
        </p:nvPicPr>
        <p:blipFill rotWithShape="1">
          <a:blip r:embed="rId3">
            <a:alphaModFix/>
          </a:blip>
          <a:srcRect b="0" l="3781" r="0" t="6864"/>
          <a:stretch/>
        </p:blipFill>
        <p:spPr>
          <a:xfrm rot="-5400000">
            <a:off x="7677357" y="1425902"/>
            <a:ext cx="1338262" cy="784140"/>
          </a:xfrm>
          <a:prstGeom prst="rect">
            <a:avLst/>
          </a:prstGeom>
          <a:noFill/>
          <a:ln>
            <a:noFill/>
          </a:ln>
        </p:spPr>
      </p:pic>
      <p:sp>
        <p:nvSpPr>
          <p:cNvPr id="2268" name="Google Shape;2268;p161"/>
          <p:cNvSpPr/>
          <p:nvPr/>
        </p:nvSpPr>
        <p:spPr>
          <a:xfrm rot="-3184941">
            <a:off x="6537651" y="1034141"/>
            <a:ext cx="1800001" cy="1800001"/>
          </a:xfrm>
          <a:prstGeom prst="rect">
            <a:avLst/>
          </a:prstGeom>
          <a:noFill/>
          <a:ln cap="flat" cmpd="sng" w="28575">
            <a:solidFill>
              <a:srgbClr val="374CF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69" name="Google Shape;2269;p161"/>
          <p:cNvSpPr/>
          <p:nvPr/>
        </p:nvSpPr>
        <p:spPr>
          <a:xfrm>
            <a:off x="5094400" y="2112831"/>
            <a:ext cx="1080000" cy="1080000"/>
          </a:xfrm>
          <a:prstGeom prst="rect">
            <a:avLst/>
          </a:prstGeom>
          <a:solidFill>
            <a:srgbClr val="FAEAF6"/>
          </a:solidFill>
          <a:ln cap="flat" cmpd="sng" w="28575">
            <a:solidFill>
              <a:srgbClr val="D02AA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70" name="Google Shape;2270;p161"/>
          <p:cNvSpPr/>
          <p:nvPr/>
        </p:nvSpPr>
        <p:spPr>
          <a:xfrm>
            <a:off x="6894400" y="1391938"/>
            <a:ext cx="1080000" cy="1080000"/>
          </a:xfrm>
          <a:prstGeom prst="rect">
            <a:avLst/>
          </a:prstGeom>
          <a:solidFill>
            <a:srgbClr val="FAEAF6"/>
          </a:solidFill>
          <a:ln cap="flat" cmpd="sng" w="28575">
            <a:solidFill>
              <a:srgbClr val="D02AA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71" name="Google Shape;2271;p161"/>
          <p:cNvSpPr txBox="1"/>
          <p:nvPr/>
        </p:nvSpPr>
        <p:spPr>
          <a:xfrm flipH="1">
            <a:off x="5192800" y="1562320"/>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A</a:t>
            </a:r>
            <a:endParaRPr b="0" i="0" sz="1800" u="none" cap="none" strike="noStrike">
              <a:solidFill>
                <a:srgbClr val="000000"/>
              </a:solidFill>
              <a:latin typeface="Lexend"/>
              <a:ea typeface="Lexend"/>
              <a:cs typeface="Lexend"/>
              <a:sym typeface="Lexend"/>
            </a:endParaRPr>
          </a:p>
        </p:txBody>
      </p:sp>
      <p:sp>
        <p:nvSpPr>
          <p:cNvPr id="2272" name="Google Shape;2272;p161"/>
          <p:cNvSpPr txBox="1"/>
          <p:nvPr/>
        </p:nvSpPr>
        <p:spPr>
          <a:xfrm flipH="1">
            <a:off x="5276546" y="3707558"/>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B</a:t>
            </a:r>
            <a:endParaRPr b="0" i="0" sz="1800" u="none" cap="none" strike="noStrike">
              <a:solidFill>
                <a:srgbClr val="000000"/>
              </a:solidFill>
              <a:latin typeface="Lexend"/>
              <a:ea typeface="Lexend"/>
              <a:cs typeface="Lexend"/>
              <a:sym typeface="Lexend"/>
            </a:endParaRPr>
          </a:p>
        </p:txBody>
      </p:sp>
      <p:sp>
        <p:nvSpPr>
          <p:cNvPr id="2273" name="Google Shape;2273;p161"/>
          <p:cNvSpPr txBox="1"/>
          <p:nvPr/>
        </p:nvSpPr>
        <p:spPr>
          <a:xfrm flipH="1">
            <a:off x="405420" y="780531"/>
            <a:ext cx="3945600" cy="4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area of square A is less than or equal to the area of square B, and square C is the largest square.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Square C is opposite a right-angle.</a:t>
            </a:r>
            <a:endParaRPr sz="1800">
              <a:latin typeface="Lexend"/>
              <a:ea typeface="Lexend"/>
              <a:cs typeface="Lexend"/>
              <a:sym typeface="Lexend"/>
            </a:endParaRPr>
          </a:p>
        </p:txBody>
      </p:sp>
      <p:sp>
        <p:nvSpPr>
          <p:cNvPr id="2274" name="Google Shape;2274;p161"/>
          <p:cNvSpPr txBox="1"/>
          <p:nvPr/>
        </p:nvSpPr>
        <p:spPr>
          <a:xfrm flipH="1">
            <a:off x="6011200" y="979326"/>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C</a:t>
            </a:r>
            <a:endParaRPr b="0" i="0" sz="1800" u="none" cap="none" strike="noStrike">
              <a:solidFill>
                <a:srgbClr val="000000"/>
              </a:solidFill>
              <a:latin typeface="Lexend"/>
              <a:ea typeface="Lexend"/>
              <a:cs typeface="Lexend"/>
              <a:sym typeface="Lexend"/>
            </a:endParaRPr>
          </a:p>
        </p:txBody>
      </p:sp>
      <p:sp>
        <p:nvSpPr>
          <p:cNvPr id="2275" name="Google Shape;2275;p161"/>
          <p:cNvSpPr txBox="1"/>
          <p:nvPr>
            <p:ph type="title"/>
          </p:nvPr>
        </p:nvSpPr>
        <p:spPr>
          <a:xfrm>
            <a:off x="324000" y="0"/>
            <a:ext cx="7885200" cy="6135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000"/>
              <a:buNone/>
            </a:pPr>
            <a:r>
              <a:rPr lang="en-GB"/>
              <a:t>Introducing Pythagoras’ theorem</a:t>
            </a:r>
            <a:endParaRPr/>
          </a:p>
        </p:txBody>
      </p:sp>
      <p:sp>
        <p:nvSpPr>
          <p:cNvPr id="2276" name="Google Shape;2276;p161"/>
          <p:cNvSpPr txBox="1"/>
          <p:nvPr/>
        </p:nvSpPr>
        <p:spPr>
          <a:xfrm flipH="1">
            <a:off x="405075" y="2722975"/>
            <a:ext cx="4468800" cy="487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Because the triangle enclosed by the three squares is a right-angled triangle,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a:t>
            </a:r>
            <a:r>
              <a:rPr b="0" i="0" lang="en-GB" sz="1800" u="none" cap="none" strike="noStrike">
                <a:solidFill>
                  <a:srgbClr val="000000"/>
                </a:solidFill>
                <a:latin typeface="Lexend"/>
                <a:ea typeface="Lexend"/>
                <a:cs typeface="Lexend"/>
                <a:sym typeface="Lexend"/>
              </a:rPr>
              <a:t>he areas of square A and square B fit perfectly inside square C.</a:t>
            </a:r>
            <a:endParaRPr b="0" i="0" sz="1800" u="none" cap="none" strike="noStrike">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5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5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5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5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5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5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5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6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6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6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6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1"/>
                                          </p:stCondLst>
                                        </p:cTn>
                                        <p:tgtEl>
                                          <p:spTgt spid="226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2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1"/>
                                          </p:stCondLst>
                                        </p:cTn>
                                        <p:tgtEl>
                                          <p:spTgt spid="2269"/>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6">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0" name="Shape 2280"/>
        <p:cNvGrpSpPr/>
        <p:nvPr/>
      </p:nvGrpSpPr>
      <p:grpSpPr>
        <a:xfrm>
          <a:off x="0" y="0"/>
          <a:ext cx="0" cy="0"/>
          <a:chOff x="0" y="0"/>
          <a:chExt cx="0" cy="0"/>
        </a:xfrm>
      </p:grpSpPr>
      <p:sp>
        <p:nvSpPr>
          <p:cNvPr id="2281" name="Google Shape;2281;p162"/>
          <p:cNvSpPr txBox="1"/>
          <p:nvPr/>
        </p:nvSpPr>
        <p:spPr>
          <a:xfrm flipH="1">
            <a:off x="323975" y="685625"/>
            <a:ext cx="8496000" cy="78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Select the statement that completes this sentence: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marR="0" rtl="0" algn="l">
              <a:lnSpc>
                <a:spcPct val="150000"/>
              </a:lnSpc>
              <a:spcBef>
                <a:spcPts val="0"/>
              </a:spcBef>
              <a:spcAft>
                <a:spcPts val="0"/>
              </a:spcAft>
              <a:buClr>
                <a:srgbClr val="000000"/>
              </a:buClr>
              <a:buSzPts val="1800"/>
              <a:buFont typeface="Arial"/>
              <a:buNone/>
            </a:pPr>
            <a:r>
              <a:rPr lang="en-GB" sz="1800">
                <a:latin typeface="Lexend"/>
                <a:ea typeface="Lexend"/>
                <a:cs typeface="Lexend"/>
                <a:sym typeface="Lexend"/>
              </a:rPr>
              <a:t>“For </a:t>
            </a:r>
            <a:r>
              <a:rPr b="1" lang="en-GB" sz="1800">
                <a:latin typeface="Lexend"/>
                <a:ea typeface="Lexend"/>
                <a:cs typeface="Lexend"/>
                <a:sym typeface="Lexend"/>
              </a:rPr>
              <a:t>Pythagoras’ theorem</a:t>
            </a:r>
            <a:r>
              <a:rPr lang="en-GB" sz="1800">
                <a:latin typeface="Lexend"/>
                <a:ea typeface="Lexend"/>
                <a:cs typeface="Lexend"/>
                <a:sym typeface="Lexend"/>
              </a:rPr>
              <a:t> to be used, three squares must join together to make </a:t>
            </a:r>
            <a:r>
              <a:rPr lang="en-GB" sz="1800">
                <a:latin typeface="Times New Roman"/>
                <a:ea typeface="Times New Roman"/>
                <a:cs typeface="Times New Roman"/>
                <a:sym typeface="Times New Roman"/>
              </a:rPr>
              <a:t>__________</a:t>
            </a:r>
            <a:r>
              <a:rPr lang="en-GB" sz="1800">
                <a:latin typeface="Lexend"/>
                <a:ea typeface="Lexend"/>
                <a:cs typeface="Lexend"/>
                <a:sym typeface="Lexend"/>
              </a:rPr>
              <a:t>”</a:t>
            </a:r>
            <a:endParaRPr sz="1800">
              <a:latin typeface="Lexend"/>
              <a:ea typeface="Lexend"/>
              <a:cs typeface="Lexend"/>
              <a:sym typeface="Lexend"/>
            </a:endParaRPr>
          </a:p>
        </p:txBody>
      </p:sp>
      <p:sp>
        <p:nvSpPr>
          <p:cNvPr id="2282" name="Google Shape;2282;p16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grpSp>
        <p:nvGrpSpPr>
          <p:cNvPr id="2283" name="Google Shape;2283;p162"/>
          <p:cNvGrpSpPr/>
          <p:nvPr/>
        </p:nvGrpSpPr>
        <p:grpSpPr>
          <a:xfrm>
            <a:off x="1269149" y="2287945"/>
            <a:ext cx="317800" cy="317800"/>
            <a:chOff x="1020916" y="1442088"/>
            <a:chExt cx="457200" cy="457200"/>
          </a:xfrm>
        </p:grpSpPr>
        <p:pic>
          <p:nvPicPr>
            <p:cNvPr id="2284" name="Google Shape;2284;p16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285" name="Google Shape;2285;p16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2286" name="Google Shape;2286;p162"/>
          <p:cNvSpPr txBox="1"/>
          <p:nvPr/>
        </p:nvSpPr>
        <p:spPr>
          <a:xfrm>
            <a:off x="1669350" y="2308250"/>
            <a:ext cx="70731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square C, a square whose area is larger than the other squares</a:t>
            </a:r>
            <a:endParaRPr sz="1800">
              <a:latin typeface="Lexend"/>
              <a:ea typeface="Lexend"/>
              <a:cs typeface="Lexend"/>
              <a:sym typeface="Lexend"/>
            </a:endParaRPr>
          </a:p>
        </p:txBody>
      </p:sp>
      <p:grpSp>
        <p:nvGrpSpPr>
          <p:cNvPr id="2287" name="Google Shape;2287;p162"/>
          <p:cNvGrpSpPr/>
          <p:nvPr/>
        </p:nvGrpSpPr>
        <p:grpSpPr>
          <a:xfrm>
            <a:off x="1269149" y="2923970"/>
            <a:ext cx="317800" cy="317800"/>
            <a:chOff x="1020916" y="1442088"/>
            <a:chExt cx="457200" cy="457200"/>
          </a:xfrm>
        </p:grpSpPr>
        <p:pic>
          <p:nvPicPr>
            <p:cNvPr id="2288" name="Google Shape;2288;p16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289" name="Google Shape;2289;p16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2290" name="Google Shape;2290;p162"/>
          <p:cNvSpPr txBox="1"/>
          <p:nvPr/>
        </p:nvSpPr>
        <p:spPr>
          <a:xfrm>
            <a:off x="1669350" y="2944275"/>
            <a:ext cx="46119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an isosceles triangle</a:t>
            </a:r>
            <a:endParaRPr sz="1800">
              <a:latin typeface="Lexend"/>
              <a:ea typeface="Lexend"/>
              <a:cs typeface="Lexend"/>
              <a:sym typeface="Lexend"/>
            </a:endParaRPr>
          </a:p>
        </p:txBody>
      </p:sp>
      <p:grpSp>
        <p:nvGrpSpPr>
          <p:cNvPr id="2291" name="Google Shape;2291;p162"/>
          <p:cNvGrpSpPr/>
          <p:nvPr/>
        </p:nvGrpSpPr>
        <p:grpSpPr>
          <a:xfrm>
            <a:off x="1269149" y="3559995"/>
            <a:ext cx="317800" cy="317800"/>
            <a:chOff x="1020916" y="1442088"/>
            <a:chExt cx="457200" cy="457200"/>
          </a:xfrm>
        </p:grpSpPr>
        <p:pic>
          <p:nvPicPr>
            <p:cNvPr id="2292" name="Google Shape;2292;p16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293" name="Google Shape;2293;p16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294" name="Google Shape;2294;p162"/>
          <p:cNvSpPr txBox="1"/>
          <p:nvPr/>
        </p:nvSpPr>
        <p:spPr>
          <a:xfrm>
            <a:off x="1669350" y="3580300"/>
            <a:ext cx="46119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three congruent squares</a:t>
            </a:r>
            <a:endParaRPr sz="1800">
              <a:latin typeface="Lexend"/>
              <a:ea typeface="Lexend"/>
              <a:cs typeface="Lexend"/>
              <a:sym typeface="Lexend"/>
            </a:endParaRPr>
          </a:p>
        </p:txBody>
      </p:sp>
      <p:grpSp>
        <p:nvGrpSpPr>
          <p:cNvPr id="2295" name="Google Shape;2295;p162"/>
          <p:cNvGrpSpPr/>
          <p:nvPr/>
        </p:nvGrpSpPr>
        <p:grpSpPr>
          <a:xfrm>
            <a:off x="1269149" y="4196020"/>
            <a:ext cx="317800" cy="317800"/>
            <a:chOff x="1020916" y="1442088"/>
            <a:chExt cx="457200" cy="457200"/>
          </a:xfrm>
        </p:grpSpPr>
        <p:pic>
          <p:nvPicPr>
            <p:cNvPr id="2296" name="Google Shape;2296;p16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297" name="Google Shape;2297;p16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2298" name="Google Shape;2298;p162"/>
          <p:cNvSpPr txBox="1"/>
          <p:nvPr/>
        </p:nvSpPr>
        <p:spPr>
          <a:xfrm>
            <a:off x="1669350" y="4216325"/>
            <a:ext cx="46119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 right-angled triangle</a:t>
            </a:r>
            <a:endParaRPr sz="1800">
              <a:latin typeface="Lexend"/>
              <a:ea typeface="Lexend"/>
              <a:cs typeface="Lexend"/>
              <a:sym typeface="Lexend"/>
            </a:endParaRPr>
          </a:p>
        </p:txBody>
      </p:sp>
      <p:pic>
        <p:nvPicPr>
          <p:cNvPr id="2299" name="Google Shape;2299;p162"/>
          <p:cNvPicPr preferRelativeResize="0"/>
          <p:nvPr/>
        </p:nvPicPr>
        <p:blipFill>
          <a:blip r:embed="rId4">
            <a:alphaModFix/>
          </a:blip>
          <a:stretch>
            <a:fillRect/>
          </a:stretch>
        </p:blipFill>
        <p:spPr>
          <a:xfrm>
            <a:off x="839383" y="414537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3" name="Shape 2303"/>
        <p:cNvGrpSpPr/>
        <p:nvPr/>
      </p:nvGrpSpPr>
      <p:grpSpPr>
        <a:xfrm>
          <a:off x="0" y="0"/>
          <a:ext cx="0" cy="0"/>
          <a:chOff x="0" y="0"/>
          <a:chExt cx="0" cy="0"/>
        </a:xfrm>
      </p:grpSpPr>
      <p:sp>
        <p:nvSpPr>
          <p:cNvPr id="2304" name="Google Shape;2304;p163"/>
          <p:cNvSpPr txBox="1"/>
          <p:nvPr/>
        </p:nvSpPr>
        <p:spPr>
          <a:xfrm flipH="1">
            <a:off x="323975" y="685625"/>
            <a:ext cx="8496000" cy="78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Which of these are suitable ways of describing </a:t>
            </a:r>
            <a:r>
              <a:rPr b="1" lang="en-GB" sz="1800">
                <a:latin typeface="Lexend"/>
                <a:ea typeface="Lexend"/>
                <a:cs typeface="Lexend"/>
                <a:sym typeface="Lexend"/>
              </a:rPr>
              <a:t>Pythagoras’ theorem</a:t>
            </a:r>
            <a:r>
              <a:rPr lang="en-GB" sz="1800">
                <a:latin typeface="Lexend"/>
                <a:ea typeface="Lexend"/>
                <a:cs typeface="Lexend"/>
                <a:sym typeface="Lexend"/>
              </a:rPr>
              <a:t> for three squares which join at their vertices to create a right-angled triangle?</a:t>
            </a:r>
            <a:endParaRPr sz="1800">
              <a:latin typeface="Lexend"/>
              <a:ea typeface="Lexend"/>
              <a:cs typeface="Lexend"/>
              <a:sym typeface="Lexend"/>
            </a:endParaRPr>
          </a:p>
        </p:txBody>
      </p:sp>
      <p:sp>
        <p:nvSpPr>
          <p:cNvPr id="2305" name="Google Shape;2305;p16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Introducing Pythagoras’ theorem</a:t>
            </a:r>
            <a:endParaRPr/>
          </a:p>
        </p:txBody>
      </p:sp>
      <p:grpSp>
        <p:nvGrpSpPr>
          <p:cNvPr id="2306" name="Google Shape;2306;p163"/>
          <p:cNvGrpSpPr/>
          <p:nvPr/>
        </p:nvGrpSpPr>
        <p:grpSpPr>
          <a:xfrm>
            <a:off x="1269149" y="1911020"/>
            <a:ext cx="7473301" cy="317800"/>
            <a:chOff x="1269149" y="2287945"/>
            <a:chExt cx="7473301" cy="317800"/>
          </a:xfrm>
        </p:grpSpPr>
        <p:grpSp>
          <p:nvGrpSpPr>
            <p:cNvPr id="2307" name="Google Shape;2307;p163"/>
            <p:cNvGrpSpPr/>
            <p:nvPr/>
          </p:nvGrpSpPr>
          <p:grpSpPr>
            <a:xfrm>
              <a:off x="1269149" y="2287945"/>
              <a:ext cx="317800" cy="317800"/>
              <a:chOff x="1020916" y="1442088"/>
              <a:chExt cx="457200" cy="457200"/>
            </a:xfrm>
          </p:grpSpPr>
          <p:pic>
            <p:nvPicPr>
              <p:cNvPr id="2308" name="Google Shape;2308;p16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309" name="Google Shape;2309;p16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sp>
          <p:nvSpPr>
            <p:cNvPr id="2310" name="Google Shape;2310;p163"/>
            <p:cNvSpPr txBox="1"/>
            <p:nvPr/>
          </p:nvSpPr>
          <p:spPr>
            <a:xfrm>
              <a:off x="1669350" y="2308250"/>
              <a:ext cx="70731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The sum of the areas of the two smaller squares is equal to the area of the larger square.</a:t>
              </a:r>
              <a:endParaRPr sz="1800">
                <a:latin typeface="Lexend"/>
                <a:ea typeface="Lexend"/>
                <a:cs typeface="Lexend"/>
                <a:sym typeface="Lexend"/>
              </a:endParaRPr>
            </a:p>
          </p:txBody>
        </p:sp>
      </p:grpSp>
      <p:grpSp>
        <p:nvGrpSpPr>
          <p:cNvPr id="2311" name="Google Shape;2311;p163"/>
          <p:cNvGrpSpPr/>
          <p:nvPr/>
        </p:nvGrpSpPr>
        <p:grpSpPr>
          <a:xfrm>
            <a:off x="1269149" y="2735412"/>
            <a:ext cx="7473301" cy="317800"/>
            <a:chOff x="1269149" y="2923970"/>
            <a:chExt cx="7473301" cy="317800"/>
          </a:xfrm>
        </p:grpSpPr>
        <p:grpSp>
          <p:nvGrpSpPr>
            <p:cNvPr id="2312" name="Google Shape;2312;p163"/>
            <p:cNvGrpSpPr/>
            <p:nvPr/>
          </p:nvGrpSpPr>
          <p:grpSpPr>
            <a:xfrm>
              <a:off x="1269149" y="2923970"/>
              <a:ext cx="317800" cy="317800"/>
              <a:chOff x="1020916" y="1442088"/>
              <a:chExt cx="457200" cy="457200"/>
            </a:xfrm>
          </p:grpSpPr>
          <p:pic>
            <p:nvPicPr>
              <p:cNvPr id="2313" name="Google Shape;2313;p16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314" name="Google Shape;2314;p16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2315" name="Google Shape;2315;p163"/>
            <p:cNvSpPr txBox="1"/>
            <p:nvPr/>
          </p:nvSpPr>
          <p:spPr>
            <a:xfrm>
              <a:off x="1669350" y="2944283"/>
              <a:ext cx="70731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Square the side length of each square, then add together the two smaller numbers. The sum is equal to the largest number.</a:t>
              </a:r>
              <a:endParaRPr sz="1800">
                <a:latin typeface="Lexend"/>
                <a:ea typeface="Lexend"/>
                <a:cs typeface="Lexend"/>
                <a:sym typeface="Lexend"/>
              </a:endParaRPr>
            </a:p>
          </p:txBody>
        </p:sp>
      </p:grpSp>
      <p:grpSp>
        <p:nvGrpSpPr>
          <p:cNvPr id="2316" name="Google Shape;2316;p163"/>
          <p:cNvGrpSpPr/>
          <p:nvPr/>
        </p:nvGrpSpPr>
        <p:grpSpPr>
          <a:xfrm>
            <a:off x="1269149" y="3559803"/>
            <a:ext cx="5012101" cy="317800"/>
            <a:chOff x="1269149" y="3559995"/>
            <a:chExt cx="5012101" cy="317800"/>
          </a:xfrm>
        </p:grpSpPr>
        <p:grpSp>
          <p:nvGrpSpPr>
            <p:cNvPr id="2317" name="Google Shape;2317;p163"/>
            <p:cNvGrpSpPr/>
            <p:nvPr/>
          </p:nvGrpSpPr>
          <p:grpSpPr>
            <a:xfrm>
              <a:off x="1269149" y="3559995"/>
              <a:ext cx="317800" cy="317800"/>
              <a:chOff x="1020916" y="1442088"/>
              <a:chExt cx="457200" cy="457200"/>
            </a:xfrm>
          </p:grpSpPr>
          <p:pic>
            <p:nvPicPr>
              <p:cNvPr id="2318" name="Google Shape;2318;p16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319" name="Google Shape;2319;p16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320" name="Google Shape;2320;p163"/>
            <p:cNvSpPr txBox="1"/>
            <p:nvPr/>
          </p:nvSpPr>
          <p:spPr>
            <a:xfrm>
              <a:off x="1669350" y="3580300"/>
              <a:ext cx="46119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a</a:t>
              </a:r>
              <a:r>
                <a:rPr lang="en-GB" sz="1800">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²</a:t>
              </a:r>
              <a:r>
                <a:rPr lang="en-GB" sz="1800">
                  <a:latin typeface="Lexend"/>
                  <a:ea typeface="Lexend"/>
                  <a:cs typeface="Lexend"/>
                  <a:sym typeface="Lexend"/>
                </a:rPr>
                <a:t> = </a:t>
              </a: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grpSp>
      <p:grpSp>
        <p:nvGrpSpPr>
          <p:cNvPr id="2321" name="Google Shape;2321;p163"/>
          <p:cNvGrpSpPr/>
          <p:nvPr/>
        </p:nvGrpSpPr>
        <p:grpSpPr>
          <a:xfrm>
            <a:off x="1269149" y="4384195"/>
            <a:ext cx="5012101" cy="317800"/>
            <a:chOff x="1269149" y="4196020"/>
            <a:chExt cx="5012101" cy="317800"/>
          </a:xfrm>
        </p:grpSpPr>
        <p:grpSp>
          <p:nvGrpSpPr>
            <p:cNvPr id="2322" name="Google Shape;2322;p163"/>
            <p:cNvGrpSpPr/>
            <p:nvPr/>
          </p:nvGrpSpPr>
          <p:grpSpPr>
            <a:xfrm>
              <a:off x="1269149" y="4196020"/>
              <a:ext cx="317800" cy="317800"/>
              <a:chOff x="1020916" y="1442088"/>
              <a:chExt cx="457200" cy="457200"/>
            </a:xfrm>
          </p:grpSpPr>
          <p:pic>
            <p:nvPicPr>
              <p:cNvPr id="2323" name="Google Shape;2323;p16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2324" name="Google Shape;2324;p16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
          <p:nvSpPr>
            <p:cNvPr id="2325" name="Google Shape;2325;p163"/>
            <p:cNvSpPr txBox="1"/>
            <p:nvPr/>
          </p:nvSpPr>
          <p:spPr>
            <a:xfrm>
              <a:off x="1669350" y="4216325"/>
              <a:ext cx="4611900" cy="27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800"/>
                <a:buFont typeface="Arial"/>
                <a:buNone/>
              </a:pPr>
              <a:r>
                <a:rPr i="1" lang="en-GB" sz="2200">
                  <a:solidFill>
                    <a:schemeClr val="dk1"/>
                  </a:solidFill>
                  <a:latin typeface="Times New Roman"/>
                  <a:ea typeface="Times New Roman"/>
                  <a:cs typeface="Times New Roman"/>
                  <a:sym typeface="Times New Roman"/>
                </a:rPr>
                <a:t>c</a:t>
              </a:r>
              <a:r>
                <a:rPr lang="en-GB" sz="1800">
                  <a:solidFill>
                    <a:schemeClr val="dk1"/>
                  </a:solidFill>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grpSp>
      <p:pic>
        <p:nvPicPr>
          <p:cNvPr id="2326" name="Google Shape;2326;p163"/>
          <p:cNvPicPr preferRelativeResize="0"/>
          <p:nvPr/>
        </p:nvPicPr>
        <p:blipFill>
          <a:blip r:embed="rId4">
            <a:alphaModFix/>
          </a:blip>
          <a:stretch>
            <a:fillRect/>
          </a:stretch>
        </p:blipFill>
        <p:spPr>
          <a:xfrm>
            <a:off x="763333" y="4333550"/>
            <a:ext cx="396000" cy="419100"/>
          </a:xfrm>
          <a:prstGeom prst="rect">
            <a:avLst/>
          </a:prstGeom>
          <a:noFill/>
          <a:ln>
            <a:noFill/>
          </a:ln>
        </p:spPr>
      </p:pic>
      <p:pic>
        <p:nvPicPr>
          <p:cNvPr id="2327" name="Google Shape;2327;p163"/>
          <p:cNvPicPr preferRelativeResize="0"/>
          <p:nvPr/>
        </p:nvPicPr>
        <p:blipFill>
          <a:blip r:embed="rId4">
            <a:alphaModFix/>
          </a:blip>
          <a:stretch>
            <a:fillRect/>
          </a:stretch>
        </p:blipFill>
        <p:spPr>
          <a:xfrm>
            <a:off x="763333" y="3509150"/>
            <a:ext cx="396000" cy="419100"/>
          </a:xfrm>
          <a:prstGeom prst="rect">
            <a:avLst/>
          </a:prstGeom>
          <a:noFill/>
          <a:ln>
            <a:noFill/>
          </a:ln>
        </p:spPr>
      </p:pic>
      <p:pic>
        <p:nvPicPr>
          <p:cNvPr id="2328" name="Google Shape;2328;p163"/>
          <p:cNvPicPr preferRelativeResize="0"/>
          <p:nvPr/>
        </p:nvPicPr>
        <p:blipFill>
          <a:blip r:embed="rId4">
            <a:alphaModFix/>
          </a:blip>
          <a:stretch>
            <a:fillRect/>
          </a:stretch>
        </p:blipFill>
        <p:spPr>
          <a:xfrm>
            <a:off x="763333" y="2684750"/>
            <a:ext cx="396000" cy="419100"/>
          </a:xfrm>
          <a:prstGeom prst="rect">
            <a:avLst/>
          </a:prstGeom>
          <a:noFill/>
          <a:ln>
            <a:noFill/>
          </a:ln>
        </p:spPr>
      </p:pic>
      <p:pic>
        <p:nvPicPr>
          <p:cNvPr id="2329" name="Google Shape;2329;p163"/>
          <p:cNvPicPr preferRelativeResize="0"/>
          <p:nvPr/>
        </p:nvPicPr>
        <p:blipFill>
          <a:blip r:embed="rId4">
            <a:alphaModFix/>
          </a:blip>
          <a:stretch>
            <a:fillRect/>
          </a:stretch>
        </p:blipFill>
        <p:spPr>
          <a:xfrm>
            <a:off x="763333" y="186035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3" name="Shape 2333"/>
        <p:cNvGrpSpPr/>
        <p:nvPr/>
      </p:nvGrpSpPr>
      <p:grpSpPr>
        <a:xfrm>
          <a:off x="0" y="0"/>
          <a:ext cx="0" cy="0"/>
          <a:chOff x="0" y="0"/>
          <a:chExt cx="0" cy="0"/>
        </a:xfrm>
      </p:grpSpPr>
      <p:sp>
        <p:nvSpPr>
          <p:cNvPr id="2334" name="Google Shape;2334;p164"/>
          <p:cNvSpPr txBox="1"/>
          <p:nvPr/>
        </p:nvSpPr>
        <p:spPr>
          <a:xfrm flipH="1">
            <a:off x="323975" y="685625"/>
            <a:ext cx="8496000" cy="32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 On which of these diagrams is </a:t>
            </a:r>
            <a:r>
              <a:rPr b="1" lang="en-GB" sz="1800">
                <a:latin typeface="Lexend"/>
                <a:ea typeface="Lexend"/>
                <a:cs typeface="Lexend"/>
                <a:sym typeface="Lexend"/>
              </a:rPr>
              <a:t>Pythagoras’ theorem</a:t>
            </a:r>
            <a:r>
              <a:rPr lang="en-GB" sz="1800">
                <a:latin typeface="Lexend"/>
                <a:ea typeface="Lexend"/>
                <a:cs typeface="Lexend"/>
                <a:sym typeface="Lexend"/>
              </a:rPr>
              <a:t> true?</a:t>
            </a:r>
            <a:endParaRPr sz="1800">
              <a:latin typeface="Lexend"/>
              <a:ea typeface="Lexend"/>
              <a:cs typeface="Lexend"/>
              <a:sym typeface="Lexend"/>
            </a:endParaRPr>
          </a:p>
        </p:txBody>
      </p:sp>
      <p:sp>
        <p:nvSpPr>
          <p:cNvPr id="2335" name="Google Shape;2335;p164"/>
          <p:cNvSpPr txBox="1"/>
          <p:nvPr/>
        </p:nvSpPr>
        <p:spPr>
          <a:xfrm flipH="1">
            <a:off x="323975" y="4198650"/>
            <a:ext cx="8496000" cy="22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 Explain your reasoning for question 1), and what does it tell you about those triangles?</a:t>
            </a:r>
            <a:endParaRPr sz="1800">
              <a:latin typeface="Lexend"/>
              <a:ea typeface="Lexend"/>
              <a:cs typeface="Lexend"/>
              <a:sym typeface="Lexend"/>
            </a:endParaRPr>
          </a:p>
        </p:txBody>
      </p:sp>
      <p:sp>
        <p:nvSpPr>
          <p:cNvPr id="2336" name="Google Shape;2336;p16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337" name="Google Shape;2337;p164"/>
          <p:cNvPicPr preferRelativeResize="0"/>
          <p:nvPr/>
        </p:nvPicPr>
        <p:blipFill>
          <a:blip r:embed="rId3">
            <a:alphaModFix/>
          </a:blip>
          <a:stretch>
            <a:fillRect/>
          </a:stretch>
        </p:blipFill>
        <p:spPr>
          <a:xfrm>
            <a:off x="446062" y="867862"/>
            <a:ext cx="8251826" cy="3066401"/>
          </a:xfrm>
          <a:prstGeom prst="rect">
            <a:avLst/>
          </a:prstGeom>
          <a:noFill/>
          <a:ln>
            <a:noFill/>
          </a:ln>
        </p:spPr>
      </p:pic>
      <p:sp>
        <p:nvSpPr>
          <p:cNvPr id="2338" name="Google Shape;2338;p164"/>
          <p:cNvSpPr txBox="1"/>
          <p:nvPr/>
        </p:nvSpPr>
        <p:spPr>
          <a:xfrm flipH="1">
            <a:off x="630667" y="2745428"/>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10 units²</a:t>
            </a:r>
            <a:endParaRPr b="0" i="0" sz="1800" u="none" cap="none" strike="noStrike">
              <a:solidFill>
                <a:srgbClr val="000000"/>
              </a:solidFill>
              <a:latin typeface="Lexend"/>
              <a:ea typeface="Lexend"/>
              <a:cs typeface="Lexend"/>
              <a:sym typeface="Lexend"/>
            </a:endParaRPr>
          </a:p>
        </p:txBody>
      </p:sp>
      <p:sp>
        <p:nvSpPr>
          <p:cNvPr id="2339" name="Google Shape;2339;p164"/>
          <p:cNvSpPr txBox="1"/>
          <p:nvPr/>
        </p:nvSpPr>
        <p:spPr>
          <a:xfrm flipH="1">
            <a:off x="1591617" y="3198362"/>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11</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340" name="Google Shape;2340;p164"/>
          <p:cNvSpPr txBox="1"/>
          <p:nvPr/>
        </p:nvSpPr>
        <p:spPr>
          <a:xfrm flipH="1">
            <a:off x="1598530" y="1818466"/>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27</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341" name="Google Shape;2341;p164"/>
          <p:cNvSpPr txBox="1"/>
          <p:nvPr/>
        </p:nvSpPr>
        <p:spPr>
          <a:xfrm flipH="1">
            <a:off x="3404325" y="3035201"/>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14</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342" name="Google Shape;2342;p164"/>
          <p:cNvSpPr txBox="1"/>
          <p:nvPr/>
        </p:nvSpPr>
        <p:spPr>
          <a:xfrm flipH="1">
            <a:off x="3404325" y="1936991"/>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14</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343" name="Google Shape;2343;p164"/>
          <p:cNvSpPr txBox="1"/>
          <p:nvPr/>
        </p:nvSpPr>
        <p:spPr>
          <a:xfrm flipH="1">
            <a:off x="4524275" y="2526951"/>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28</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344" name="Google Shape;2344;p164"/>
          <p:cNvSpPr txBox="1"/>
          <p:nvPr/>
        </p:nvSpPr>
        <p:spPr>
          <a:xfrm flipH="1">
            <a:off x="6895552" y="2914087"/>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16</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345" name="Google Shape;2345;p164"/>
          <p:cNvSpPr txBox="1"/>
          <p:nvPr/>
        </p:nvSpPr>
        <p:spPr>
          <a:xfrm flipH="1">
            <a:off x="6204225" y="1939321"/>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18</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346" name="Google Shape;2346;p164"/>
          <p:cNvSpPr txBox="1"/>
          <p:nvPr/>
        </p:nvSpPr>
        <p:spPr>
          <a:xfrm flipH="1">
            <a:off x="7459200" y="1804644"/>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21</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grpSp>
        <p:nvGrpSpPr>
          <p:cNvPr id="2347" name="Google Shape;2347;p164"/>
          <p:cNvGrpSpPr/>
          <p:nvPr/>
        </p:nvGrpSpPr>
        <p:grpSpPr>
          <a:xfrm>
            <a:off x="677499" y="2159995"/>
            <a:ext cx="317800" cy="317800"/>
            <a:chOff x="1020916" y="1442088"/>
            <a:chExt cx="457200" cy="457200"/>
          </a:xfrm>
        </p:grpSpPr>
        <p:pic>
          <p:nvPicPr>
            <p:cNvPr id="2348" name="Google Shape;2348;p16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349" name="Google Shape;2349;p16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350" name="Google Shape;2350;p164"/>
          <p:cNvGrpSpPr/>
          <p:nvPr/>
        </p:nvGrpSpPr>
        <p:grpSpPr>
          <a:xfrm>
            <a:off x="4413099" y="1778908"/>
            <a:ext cx="317800" cy="317800"/>
            <a:chOff x="1020916" y="1442088"/>
            <a:chExt cx="457200" cy="457200"/>
          </a:xfrm>
        </p:grpSpPr>
        <p:pic>
          <p:nvPicPr>
            <p:cNvPr id="2351" name="Google Shape;2351;p16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352" name="Google Shape;2352;p16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2353" name="Google Shape;2353;p164"/>
          <p:cNvGrpSpPr/>
          <p:nvPr/>
        </p:nvGrpSpPr>
        <p:grpSpPr>
          <a:xfrm>
            <a:off x="7003174" y="1461095"/>
            <a:ext cx="317800" cy="317800"/>
            <a:chOff x="1020916" y="1442088"/>
            <a:chExt cx="457200" cy="457200"/>
          </a:xfrm>
        </p:grpSpPr>
        <p:pic>
          <p:nvPicPr>
            <p:cNvPr id="2354" name="Google Shape;2354;p16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355" name="Google Shape;2355;p16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9" name="Shape 2359"/>
        <p:cNvGrpSpPr/>
        <p:nvPr/>
      </p:nvGrpSpPr>
      <p:grpSpPr>
        <a:xfrm>
          <a:off x="0" y="0"/>
          <a:ext cx="0" cy="0"/>
          <a:chOff x="0" y="0"/>
          <a:chExt cx="0" cy="0"/>
        </a:xfrm>
      </p:grpSpPr>
      <p:sp>
        <p:nvSpPr>
          <p:cNvPr id="2360" name="Google Shape;2360;p165"/>
          <p:cNvSpPr txBox="1"/>
          <p:nvPr/>
        </p:nvSpPr>
        <p:spPr>
          <a:xfrm flipH="1">
            <a:off x="324050" y="685625"/>
            <a:ext cx="5169000" cy="32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Which of these are valid representations of </a:t>
            </a:r>
            <a:r>
              <a:rPr b="1" lang="en-GB" sz="1800">
                <a:latin typeface="Lexend"/>
                <a:ea typeface="Lexend"/>
                <a:cs typeface="Lexend"/>
                <a:sym typeface="Lexend"/>
              </a:rPr>
              <a:t>Pythagoras’ theorem</a:t>
            </a:r>
            <a:r>
              <a:rPr lang="en-GB" sz="1800">
                <a:latin typeface="Lexend"/>
                <a:ea typeface="Lexend"/>
                <a:cs typeface="Lexend"/>
                <a:sym typeface="Lexend"/>
              </a:rPr>
              <a:t> for these three squares which enclose a right-angled triangle?</a:t>
            </a:r>
            <a:endParaRPr sz="1800">
              <a:latin typeface="Lexend"/>
              <a:ea typeface="Lexend"/>
              <a:cs typeface="Lexend"/>
              <a:sym typeface="Lexend"/>
            </a:endParaRPr>
          </a:p>
        </p:txBody>
      </p:sp>
      <p:sp>
        <p:nvSpPr>
          <p:cNvPr id="2361" name="Google Shape;2361;p16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362" name="Google Shape;2362;p165"/>
          <p:cNvPicPr preferRelativeResize="0"/>
          <p:nvPr/>
        </p:nvPicPr>
        <p:blipFill>
          <a:blip r:embed="rId3">
            <a:alphaModFix/>
          </a:blip>
          <a:stretch>
            <a:fillRect/>
          </a:stretch>
        </p:blipFill>
        <p:spPr>
          <a:xfrm>
            <a:off x="5707066" y="868272"/>
            <a:ext cx="3047738" cy="2602200"/>
          </a:xfrm>
          <a:prstGeom prst="rect">
            <a:avLst/>
          </a:prstGeom>
          <a:noFill/>
          <a:ln>
            <a:noFill/>
          </a:ln>
        </p:spPr>
      </p:pic>
      <p:sp>
        <p:nvSpPr>
          <p:cNvPr id="2363" name="Google Shape;2363;p165"/>
          <p:cNvSpPr txBox="1"/>
          <p:nvPr/>
        </p:nvSpPr>
        <p:spPr>
          <a:xfrm flipH="1">
            <a:off x="7586475" y="2841750"/>
            <a:ext cx="865800" cy="38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a:t>
            </a:r>
            <a:r>
              <a:rPr lang="en-GB" sz="1800">
                <a:latin typeface="Lexend"/>
                <a:ea typeface="Lexend"/>
                <a:cs typeface="Lexend"/>
                <a:sym typeface="Lexend"/>
              </a:rPr>
              <a:t>G</a:t>
            </a:r>
            <a:endParaRPr b="0" i="0" sz="1800" u="none" cap="none" strike="noStrike">
              <a:solidFill>
                <a:srgbClr val="000000"/>
              </a:solidFill>
              <a:latin typeface="Lexend"/>
              <a:ea typeface="Lexend"/>
              <a:cs typeface="Lexend"/>
              <a:sym typeface="Lexend"/>
            </a:endParaRPr>
          </a:p>
        </p:txBody>
      </p:sp>
      <p:sp>
        <p:nvSpPr>
          <p:cNvPr id="2364" name="Google Shape;2364;p165"/>
          <p:cNvSpPr txBox="1"/>
          <p:nvPr/>
        </p:nvSpPr>
        <p:spPr>
          <a:xfrm flipH="1">
            <a:off x="5002850" y="1938075"/>
            <a:ext cx="816300" cy="38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a:t>
            </a:r>
            <a:r>
              <a:rPr lang="en-GB" sz="1800">
                <a:latin typeface="Lexend"/>
                <a:ea typeface="Lexend"/>
                <a:cs typeface="Lexend"/>
                <a:sym typeface="Lexend"/>
              </a:rPr>
              <a:t>F</a:t>
            </a:r>
            <a:endParaRPr b="0" i="0" sz="1800" u="none" cap="none" strike="noStrike">
              <a:solidFill>
                <a:srgbClr val="000000"/>
              </a:solidFill>
              <a:latin typeface="Lexend"/>
              <a:ea typeface="Lexend"/>
              <a:cs typeface="Lexend"/>
              <a:sym typeface="Lexend"/>
            </a:endParaRPr>
          </a:p>
        </p:txBody>
      </p:sp>
      <p:sp>
        <p:nvSpPr>
          <p:cNvPr id="2365" name="Google Shape;2365;p165"/>
          <p:cNvSpPr txBox="1"/>
          <p:nvPr/>
        </p:nvSpPr>
        <p:spPr>
          <a:xfrm flipH="1">
            <a:off x="6843800" y="866025"/>
            <a:ext cx="948000" cy="38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a:t>
            </a:r>
            <a:r>
              <a:rPr lang="en-GB" sz="1800">
                <a:latin typeface="Lexend"/>
                <a:ea typeface="Lexend"/>
                <a:cs typeface="Lexend"/>
                <a:sym typeface="Lexend"/>
              </a:rPr>
              <a:t>H</a:t>
            </a:r>
            <a:endParaRPr b="0" i="0" sz="1800" u="none" cap="none" strike="noStrike">
              <a:solidFill>
                <a:srgbClr val="000000"/>
              </a:solidFill>
              <a:latin typeface="Lexend"/>
              <a:ea typeface="Lexend"/>
              <a:cs typeface="Lexend"/>
              <a:sym typeface="Lexend"/>
            </a:endParaRPr>
          </a:p>
        </p:txBody>
      </p:sp>
      <p:grpSp>
        <p:nvGrpSpPr>
          <p:cNvPr id="2366" name="Google Shape;2366;p165"/>
          <p:cNvGrpSpPr/>
          <p:nvPr/>
        </p:nvGrpSpPr>
        <p:grpSpPr>
          <a:xfrm>
            <a:off x="6691891" y="3444675"/>
            <a:ext cx="1108883" cy="321527"/>
            <a:chOff x="5982526" y="4537254"/>
            <a:chExt cx="1915500" cy="408600"/>
          </a:xfrm>
        </p:grpSpPr>
        <p:cxnSp>
          <p:nvCxnSpPr>
            <p:cNvPr id="2367" name="Google Shape;2367;p165"/>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368" name="Google Shape;2368;p165"/>
            <p:cNvSpPr txBox="1"/>
            <p:nvPr/>
          </p:nvSpPr>
          <p:spPr>
            <a:xfrm>
              <a:off x="5982526" y="4537254"/>
              <a:ext cx="19155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g</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369" name="Google Shape;2369;p165"/>
          <p:cNvGrpSpPr/>
          <p:nvPr/>
        </p:nvGrpSpPr>
        <p:grpSpPr>
          <a:xfrm>
            <a:off x="5802796" y="2775706"/>
            <a:ext cx="1108963" cy="321527"/>
            <a:chOff x="6353075" y="4537262"/>
            <a:chExt cx="1174500" cy="408600"/>
          </a:xfrm>
        </p:grpSpPr>
        <p:cxnSp>
          <p:nvCxnSpPr>
            <p:cNvPr id="2370" name="Google Shape;2370;p165"/>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371" name="Google Shape;2371;p165"/>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f</a:t>
              </a:r>
              <a:r>
                <a:rPr lang="en-GB" sz="1800">
                  <a:latin typeface="Lexend"/>
                  <a:ea typeface="Lexend"/>
                  <a:cs typeface="Lexend"/>
                  <a:sym typeface="Lexend"/>
                </a:rPr>
                <a:t> units</a:t>
              </a:r>
              <a:endParaRPr sz="1800">
                <a:latin typeface="Lexend"/>
                <a:ea typeface="Lexend"/>
                <a:cs typeface="Lexend"/>
                <a:sym typeface="Lexend"/>
              </a:endParaRPr>
            </a:p>
          </p:txBody>
        </p:sp>
      </p:grpSp>
      <p:sp>
        <p:nvSpPr>
          <p:cNvPr id="2372" name="Google Shape;2372;p165"/>
          <p:cNvSpPr txBox="1"/>
          <p:nvPr/>
        </p:nvSpPr>
        <p:spPr>
          <a:xfrm>
            <a:off x="724250" y="1858750"/>
            <a:ext cx="3677700" cy="84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F plus the area of square G equals the area of square H</a:t>
            </a:r>
            <a:endParaRPr sz="1800">
              <a:latin typeface="Lexend"/>
              <a:ea typeface="Lexend"/>
              <a:cs typeface="Lexend"/>
              <a:sym typeface="Lexend"/>
            </a:endParaRPr>
          </a:p>
        </p:txBody>
      </p:sp>
      <p:sp>
        <p:nvSpPr>
          <p:cNvPr id="2373" name="Google Shape;2373;p165"/>
          <p:cNvSpPr txBox="1"/>
          <p:nvPr/>
        </p:nvSpPr>
        <p:spPr>
          <a:xfrm>
            <a:off x="724250" y="3027450"/>
            <a:ext cx="36777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f </a:t>
            </a:r>
            <a:r>
              <a:rPr lang="en-GB" sz="1800">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g</a:t>
            </a:r>
            <a:r>
              <a:rPr lang="en-GB" sz="1800">
                <a:solidFill>
                  <a:schemeClr val="dk1"/>
                </a:solidFill>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h</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grpSp>
        <p:nvGrpSpPr>
          <p:cNvPr id="2374" name="Google Shape;2374;p165"/>
          <p:cNvGrpSpPr/>
          <p:nvPr/>
        </p:nvGrpSpPr>
        <p:grpSpPr>
          <a:xfrm rot="-7272701">
            <a:off x="7919114" y="1198064"/>
            <a:ext cx="1298700" cy="321476"/>
            <a:chOff x="6353075" y="4537169"/>
            <a:chExt cx="1174500" cy="408600"/>
          </a:xfrm>
        </p:grpSpPr>
        <p:cxnSp>
          <p:nvCxnSpPr>
            <p:cNvPr id="2375" name="Google Shape;2375;p165"/>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376" name="Google Shape;2376;p165"/>
            <p:cNvSpPr txBox="1"/>
            <p:nvPr/>
          </p:nvSpPr>
          <p:spPr>
            <a:xfrm rot="10800000">
              <a:off x="6427799" y="4537169"/>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377" name="Google Shape;2377;p165"/>
          <p:cNvGrpSpPr/>
          <p:nvPr/>
        </p:nvGrpSpPr>
        <p:grpSpPr>
          <a:xfrm>
            <a:off x="324049" y="2120458"/>
            <a:ext cx="317800" cy="317800"/>
            <a:chOff x="1020916" y="1442088"/>
            <a:chExt cx="457200" cy="457200"/>
          </a:xfrm>
        </p:grpSpPr>
        <p:pic>
          <p:nvPicPr>
            <p:cNvPr id="2378" name="Google Shape;2378;p16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379" name="Google Shape;2379;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380" name="Google Shape;2380;p165"/>
          <p:cNvGrpSpPr/>
          <p:nvPr/>
        </p:nvGrpSpPr>
        <p:grpSpPr>
          <a:xfrm>
            <a:off x="324049" y="3007133"/>
            <a:ext cx="317800" cy="317800"/>
            <a:chOff x="1020916" y="1442088"/>
            <a:chExt cx="457200" cy="457200"/>
          </a:xfrm>
        </p:grpSpPr>
        <p:pic>
          <p:nvPicPr>
            <p:cNvPr id="2381" name="Google Shape;2381;p16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382" name="Google Shape;2382;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2383" name="Google Shape;2383;p165"/>
          <p:cNvSpPr txBox="1"/>
          <p:nvPr/>
        </p:nvSpPr>
        <p:spPr>
          <a:xfrm>
            <a:off x="724250" y="3652425"/>
            <a:ext cx="36777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f </a:t>
            </a:r>
            <a:r>
              <a:rPr lang="en-GB" sz="1800">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g</a:t>
            </a:r>
            <a:r>
              <a:rPr lang="en-GB" sz="1800">
                <a:solidFill>
                  <a:schemeClr val="dk1"/>
                </a:solidFill>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h</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grpSp>
        <p:nvGrpSpPr>
          <p:cNvPr id="2384" name="Google Shape;2384;p165"/>
          <p:cNvGrpSpPr/>
          <p:nvPr/>
        </p:nvGrpSpPr>
        <p:grpSpPr>
          <a:xfrm>
            <a:off x="324049" y="3632108"/>
            <a:ext cx="317800" cy="317800"/>
            <a:chOff x="1020916" y="1442088"/>
            <a:chExt cx="457200" cy="457200"/>
          </a:xfrm>
        </p:grpSpPr>
        <p:pic>
          <p:nvPicPr>
            <p:cNvPr id="2385" name="Google Shape;2385;p16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386" name="Google Shape;2386;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387" name="Google Shape;2387;p165"/>
          <p:cNvSpPr txBox="1"/>
          <p:nvPr/>
        </p:nvSpPr>
        <p:spPr>
          <a:xfrm>
            <a:off x="724250" y="4297675"/>
            <a:ext cx="36777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g</a:t>
            </a:r>
            <a:r>
              <a:rPr lang="en-GB" sz="1800">
                <a:solidFill>
                  <a:schemeClr val="dk1"/>
                </a:solidFill>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f </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grpSp>
        <p:nvGrpSpPr>
          <p:cNvPr id="2388" name="Google Shape;2388;p165"/>
          <p:cNvGrpSpPr/>
          <p:nvPr/>
        </p:nvGrpSpPr>
        <p:grpSpPr>
          <a:xfrm>
            <a:off x="324049" y="4277358"/>
            <a:ext cx="317800" cy="317800"/>
            <a:chOff x="1020916" y="1442088"/>
            <a:chExt cx="457200" cy="457200"/>
          </a:xfrm>
        </p:grpSpPr>
        <p:pic>
          <p:nvPicPr>
            <p:cNvPr id="2389" name="Google Shape;2389;p16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390" name="Google Shape;2390;p16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4" name="Shape 2394"/>
        <p:cNvGrpSpPr/>
        <p:nvPr/>
      </p:nvGrpSpPr>
      <p:grpSpPr>
        <a:xfrm>
          <a:off x="0" y="0"/>
          <a:ext cx="0" cy="0"/>
          <a:chOff x="0" y="0"/>
          <a:chExt cx="0" cy="0"/>
        </a:xfrm>
      </p:grpSpPr>
      <p:sp>
        <p:nvSpPr>
          <p:cNvPr id="2395" name="Google Shape;2395;p166"/>
          <p:cNvSpPr txBox="1"/>
          <p:nvPr/>
        </p:nvSpPr>
        <p:spPr>
          <a:xfrm flipH="1">
            <a:off x="324375" y="685625"/>
            <a:ext cx="5031600" cy="32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4) a) What could 15² represent in this diagram?</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What is the area of the largest square?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Fill in the blanks for these calculations of </a:t>
            </a:r>
            <a:r>
              <a:rPr b="1" lang="en-GB" sz="1800">
                <a:latin typeface="Lexend"/>
                <a:ea typeface="Lexend"/>
                <a:cs typeface="Lexend"/>
                <a:sym typeface="Lexend"/>
              </a:rPr>
              <a:t>Pythagoras’ theorem</a:t>
            </a:r>
            <a:r>
              <a:rPr lang="en-GB" sz="1800">
                <a:latin typeface="Lexend"/>
                <a:ea typeface="Lexend"/>
                <a:cs typeface="Lexend"/>
                <a:sym typeface="Lexend"/>
              </a:rPr>
              <a:t>.</a:t>
            </a:r>
            <a:endParaRPr sz="1800">
              <a:latin typeface="Lexend"/>
              <a:ea typeface="Lexend"/>
              <a:cs typeface="Lexend"/>
              <a:sym typeface="Lexend"/>
            </a:endParaRPr>
          </a:p>
        </p:txBody>
      </p:sp>
      <p:sp>
        <p:nvSpPr>
          <p:cNvPr id="2396" name="Google Shape;2396;p166"/>
          <p:cNvSpPr/>
          <p:nvPr/>
        </p:nvSpPr>
        <p:spPr>
          <a:xfrm rot="890798">
            <a:off x="7103836" y="1995837"/>
            <a:ext cx="169768" cy="169768"/>
          </a:xfrm>
          <a:prstGeom prst="rect">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97" name="Google Shape;2397;p166"/>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398" name="Google Shape;2398;p166"/>
          <p:cNvPicPr preferRelativeResize="0"/>
          <p:nvPr/>
        </p:nvPicPr>
        <p:blipFill rotWithShape="1">
          <a:blip r:embed="rId3">
            <a:alphaModFix/>
          </a:blip>
          <a:srcRect b="0" l="0" r="64737" t="12579"/>
          <a:stretch/>
        </p:blipFill>
        <p:spPr>
          <a:xfrm rot="5400000">
            <a:off x="5110647" y="631829"/>
            <a:ext cx="3072528" cy="3124070"/>
          </a:xfrm>
          <a:prstGeom prst="rect">
            <a:avLst/>
          </a:prstGeom>
          <a:noFill/>
          <a:ln>
            <a:noFill/>
          </a:ln>
        </p:spPr>
      </p:pic>
      <p:grpSp>
        <p:nvGrpSpPr>
          <p:cNvPr id="2399" name="Google Shape;2399;p166"/>
          <p:cNvGrpSpPr/>
          <p:nvPr/>
        </p:nvGrpSpPr>
        <p:grpSpPr>
          <a:xfrm rot="-2185363">
            <a:off x="5997225" y="3287202"/>
            <a:ext cx="1360371" cy="283953"/>
            <a:chOff x="6353075" y="4537262"/>
            <a:chExt cx="1174500" cy="408600"/>
          </a:xfrm>
        </p:grpSpPr>
        <p:cxnSp>
          <p:nvCxnSpPr>
            <p:cNvPr id="2400" name="Google Shape;2400;p166"/>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401" name="Google Shape;2401;p166"/>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17 units</a:t>
              </a:r>
              <a:endParaRPr sz="1800">
                <a:latin typeface="Lexend"/>
                <a:ea typeface="Lexend"/>
                <a:cs typeface="Lexend"/>
                <a:sym typeface="Lexend"/>
              </a:endParaRPr>
            </a:p>
          </p:txBody>
        </p:sp>
      </p:grpSp>
      <p:grpSp>
        <p:nvGrpSpPr>
          <p:cNvPr id="2402" name="Google Shape;2402;p166"/>
          <p:cNvGrpSpPr/>
          <p:nvPr/>
        </p:nvGrpSpPr>
        <p:grpSpPr>
          <a:xfrm rot="-4540475">
            <a:off x="8064939" y="2355214"/>
            <a:ext cx="874839" cy="810253"/>
            <a:chOff x="6353075" y="4496710"/>
            <a:chExt cx="1174500" cy="1165800"/>
          </a:xfrm>
        </p:grpSpPr>
        <p:cxnSp>
          <p:nvCxnSpPr>
            <p:cNvPr id="2403" name="Google Shape;2403;p166"/>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404" name="Google Shape;2404;p166"/>
            <p:cNvSpPr txBox="1"/>
            <p:nvPr/>
          </p:nvSpPr>
          <p:spPr>
            <a:xfrm rot="4596450">
              <a:off x="6473583" y="4888166"/>
              <a:ext cx="1094463" cy="382889"/>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 units</a:t>
              </a:r>
              <a:endParaRPr sz="1800">
                <a:latin typeface="Lexend"/>
                <a:ea typeface="Lexend"/>
                <a:cs typeface="Lexend"/>
                <a:sym typeface="Lexend"/>
              </a:endParaRPr>
            </a:p>
          </p:txBody>
        </p:sp>
      </p:grpSp>
      <p:grpSp>
        <p:nvGrpSpPr>
          <p:cNvPr id="2405" name="Google Shape;2405;p166"/>
          <p:cNvGrpSpPr/>
          <p:nvPr/>
        </p:nvGrpSpPr>
        <p:grpSpPr>
          <a:xfrm rot="-4540475">
            <a:off x="7421422" y="1156775"/>
            <a:ext cx="1027211" cy="939110"/>
            <a:chOff x="6353075" y="4495388"/>
            <a:chExt cx="1174500" cy="1351200"/>
          </a:xfrm>
        </p:grpSpPr>
        <p:cxnSp>
          <p:nvCxnSpPr>
            <p:cNvPr id="2406" name="Google Shape;2406;p166"/>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407" name="Google Shape;2407;p166"/>
            <p:cNvSpPr txBox="1"/>
            <p:nvPr/>
          </p:nvSpPr>
          <p:spPr>
            <a:xfrm rot="4712207">
              <a:off x="6389533" y="5005717"/>
              <a:ext cx="1275544" cy="330541"/>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15 units</a:t>
              </a:r>
              <a:endParaRPr sz="1800">
                <a:latin typeface="Lexend"/>
                <a:ea typeface="Lexend"/>
                <a:cs typeface="Lexend"/>
                <a:sym typeface="Lexend"/>
              </a:endParaRPr>
            </a:p>
          </p:txBody>
        </p:sp>
      </p:grpSp>
      <p:sp>
        <p:nvSpPr>
          <p:cNvPr id="2408" name="Google Shape;2408;p166"/>
          <p:cNvSpPr txBox="1"/>
          <p:nvPr/>
        </p:nvSpPr>
        <p:spPr>
          <a:xfrm flipH="1">
            <a:off x="7204409" y="2347672"/>
            <a:ext cx="780000" cy="43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A</a:t>
            </a:r>
            <a:endParaRPr b="0" i="0" sz="1800" u="none" cap="none" strike="noStrike">
              <a:solidFill>
                <a:srgbClr val="000000"/>
              </a:solidFill>
              <a:latin typeface="Lexend"/>
              <a:ea typeface="Lexend"/>
              <a:cs typeface="Lexend"/>
              <a:sym typeface="Lexend"/>
            </a:endParaRPr>
          </a:p>
        </p:txBody>
      </p:sp>
      <p:sp>
        <p:nvSpPr>
          <p:cNvPr id="2409" name="Google Shape;2409;p166"/>
          <p:cNvSpPr txBox="1"/>
          <p:nvPr/>
        </p:nvSpPr>
        <p:spPr>
          <a:xfrm flipH="1">
            <a:off x="6529026" y="1193404"/>
            <a:ext cx="780000" cy="43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B</a:t>
            </a:r>
            <a:endParaRPr b="0" i="0" sz="1800" u="none" cap="none" strike="noStrike">
              <a:solidFill>
                <a:srgbClr val="000000"/>
              </a:solidFill>
              <a:latin typeface="Lexend"/>
              <a:ea typeface="Lexend"/>
              <a:cs typeface="Lexend"/>
              <a:sym typeface="Lexend"/>
            </a:endParaRPr>
          </a:p>
        </p:txBody>
      </p:sp>
      <p:sp>
        <p:nvSpPr>
          <p:cNvPr id="2410" name="Google Shape;2410;p166"/>
          <p:cNvSpPr txBox="1"/>
          <p:nvPr/>
        </p:nvSpPr>
        <p:spPr>
          <a:xfrm flipH="1">
            <a:off x="5777342" y="2507596"/>
            <a:ext cx="780000" cy="43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C</a:t>
            </a:r>
            <a:endParaRPr b="0" i="0" sz="1800" u="none" cap="none" strike="noStrike">
              <a:solidFill>
                <a:srgbClr val="000000"/>
              </a:solidFill>
              <a:latin typeface="Lexend"/>
              <a:ea typeface="Lexend"/>
              <a:cs typeface="Lexend"/>
              <a:sym typeface="Lexend"/>
            </a:endParaRPr>
          </a:p>
        </p:txBody>
      </p:sp>
      <p:sp>
        <p:nvSpPr>
          <p:cNvPr id="2411" name="Google Shape;2411;p166"/>
          <p:cNvSpPr/>
          <p:nvPr/>
        </p:nvSpPr>
        <p:spPr>
          <a:xfrm>
            <a:off x="845625" y="2827950"/>
            <a:ext cx="5184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12" name="Google Shape;2412;p166"/>
          <p:cNvSpPr/>
          <p:nvPr/>
        </p:nvSpPr>
        <p:spPr>
          <a:xfrm>
            <a:off x="1633913" y="2827950"/>
            <a:ext cx="318000" cy="4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a:t>
            </a:r>
            <a:endParaRPr sz="2000">
              <a:latin typeface="Lexend"/>
              <a:ea typeface="Lexend"/>
              <a:cs typeface="Lexend"/>
              <a:sym typeface="Lexend"/>
            </a:endParaRPr>
          </a:p>
        </p:txBody>
      </p:sp>
      <p:sp>
        <p:nvSpPr>
          <p:cNvPr id="2413" name="Google Shape;2413;p166"/>
          <p:cNvSpPr/>
          <p:nvPr/>
        </p:nvSpPr>
        <p:spPr>
          <a:xfrm>
            <a:off x="2243825" y="2827950"/>
            <a:ext cx="5184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14" name="Google Shape;2414;p166"/>
          <p:cNvSpPr/>
          <p:nvPr/>
        </p:nvSpPr>
        <p:spPr>
          <a:xfrm>
            <a:off x="3054288" y="2827950"/>
            <a:ext cx="318000" cy="4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a:t>
            </a:r>
            <a:endParaRPr sz="2000">
              <a:latin typeface="Lexend"/>
              <a:ea typeface="Lexend"/>
              <a:cs typeface="Lexend"/>
              <a:sym typeface="Lexend"/>
            </a:endParaRPr>
          </a:p>
        </p:txBody>
      </p:sp>
      <p:sp>
        <p:nvSpPr>
          <p:cNvPr id="2415" name="Google Shape;2415;p166"/>
          <p:cNvSpPr/>
          <p:nvPr/>
        </p:nvSpPr>
        <p:spPr>
          <a:xfrm>
            <a:off x="3642025" y="2827950"/>
            <a:ext cx="5184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16" name="Google Shape;2416;p166"/>
          <p:cNvSpPr txBox="1"/>
          <p:nvPr/>
        </p:nvSpPr>
        <p:spPr>
          <a:xfrm flipH="1">
            <a:off x="1364025" y="2732700"/>
            <a:ext cx="208200" cy="27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a:t>
            </a:r>
            <a:endParaRPr sz="1800">
              <a:latin typeface="Lexend"/>
              <a:ea typeface="Lexend"/>
              <a:cs typeface="Lexend"/>
              <a:sym typeface="Lexend"/>
            </a:endParaRPr>
          </a:p>
        </p:txBody>
      </p:sp>
      <p:sp>
        <p:nvSpPr>
          <p:cNvPr id="2417" name="Google Shape;2417;p166"/>
          <p:cNvSpPr txBox="1"/>
          <p:nvPr/>
        </p:nvSpPr>
        <p:spPr>
          <a:xfrm flipH="1">
            <a:off x="605176" y="4201250"/>
            <a:ext cx="999300" cy="5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A</a:t>
            </a:r>
            <a:endParaRPr sz="1800">
              <a:latin typeface="Lexend"/>
              <a:ea typeface="Lexend"/>
              <a:cs typeface="Lexend"/>
              <a:sym typeface="Lexend"/>
            </a:endParaRPr>
          </a:p>
        </p:txBody>
      </p:sp>
      <p:sp>
        <p:nvSpPr>
          <p:cNvPr id="2418" name="Google Shape;2418;p166"/>
          <p:cNvSpPr txBox="1"/>
          <p:nvPr/>
        </p:nvSpPr>
        <p:spPr>
          <a:xfrm flipH="1">
            <a:off x="2003376" y="4201250"/>
            <a:ext cx="999300" cy="5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B</a:t>
            </a:r>
            <a:endParaRPr sz="1800">
              <a:latin typeface="Lexend"/>
              <a:ea typeface="Lexend"/>
              <a:cs typeface="Lexend"/>
              <a:sym typeface="Lexend"/>
            </a:endParaRPr>
          </a:p>
        </p:txBody>
      </p:sp>
      <p:sp>
        <p:nvSpPr>
          <p:cNvPr id="2419" name="Google Shape;2419;p166"/>
          <p:cNvSpPr txBox="1"/>
          <p:nvPr/>
        </p:nvSpPr>
        <p:spPr>
          <a:xfrm flipH="1">
            <a:off x="3401575" y="4201250"/>
            <a:ext cx="999300" cy="5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C</a:t>
            </a:r>
            <a:endParaRPr sz="1800">
              <a:latin typeface="Lexend"/>
              <a:ea typeface="Lexend"/>
              <a:cs typeface="Lexend"/>
              <a:sym typeface="Lexend"/>
            </a:endParaRPr>
          </a:p>
        </p:txBody>
      </p:sp>
      <p:sp>
        <p:nvSpPr>
          <p:cNvPr id="2420" name="Google Shape;2420;p166"/>
          <p:cNvSpPr/>
          <p:nvPr/>
        </p:nvSpPr>
        <p:spPr>
          <a:xfrm>
            <a:off x="655879" y="3692075"/>
            <a:ext cx="8979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21" name="Google Shape;2421;p166"/>
          <p:cNvSpPr/>
          <p:nvPr/>
        </p:nvSpPr>
        <p:spPr>
          <a:xfrm>
            <a:off x="2054077" y="3692075"/>
            <a:ext cx="8979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22" name="Google Shape;2422;p166"/>
          <p:cNvSpPr/>
          <p:nvPr/>
        </p:nvSpPr>
        <p:spPr>
          <a:xfrm>
            <a:off x="3452275" y="3692075"/>
            <a:ext cx="8979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23" name="Google Shape;2423;p166"/>
          <p:cNvSpPr/>
          <p:nvPr/>
        </p:nvSpPr>
        <p:spPr>
          <a:xfrm>
            <a:off x="1535677" y="3692075"/>
            <a:ext cx="518400" cy="4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a:t>
            </a:r>
            <a:endParaRPr sz="2000">
              <a:latin typeface="Lexend"/>
              <a:ea typeface="Lexend"/>
              <a:cs typeface="Lexend"/>
              <a:sym typeface="Lexend"/>
            </a:endParaRPr>
          </a:p>
        </p:txBody>
      </p:sp>
      <p:sp>
        <p:nvSpPr>
          <p:cNvPr id="2424" name="Google Shape;2424;p166"/>
          <p:cNvSpPr/>
          <p:nvPr/>
        </p:nvSpPr>
        <p:spPr>
          <a:xfrm>
            <a:off x="2951977" y="3692075"/>
            <a:ext cx="518400" cy="4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a:t>
            </a:r>
            <a:endParaRPr sz="2000">
              <a:latin typeface="Lexend"/>
              <a:ea typeface="Lexend"/>
              <a:cs typeface="Lexend"/>
              <a:sym typeface="Lexend"/>
            </a:endParaRPr>
          </a:p>
        </p:txBody>
      </p:sp>
      <p:sp>
        <p:nvSpPr>
          <p:cNvPr id="2425" name="Google Shape;2425;p166"/>
          <p:cNvSpPr txBox="1"/>
          <p:nvPr/>
        </p:nvSpPr>
        <p:spPr>
          <a:xfrm flipH="1">
            <a:off x="2764863" y="2732700"/>
            <a:ext cx="208200" cy="27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a:t>
            </a:r>
            <a:endParaRPr sz="1800">
              <a:latin typeface="Lexend"/>
              <a:ea typeface="Lexend"/>
              <a:cs typeface="Lexend"/>
              <a:sym typeface="Lexend"/>
            </a:endParaRPr>
          </a:p>
        </p:txBody>
      </p:sp>
      <p:sp>
        <p:nvSpPr>
          <p:cNvPr id="2426" name="Google Shape;2426;p166"/>
          <p:cNvSpPr txBox="1"/>
          <p:nvPr/>
        </p:nvSpPr>
        <p:spPr>
          <a:xfrm flipH="1">
            <a:off x="4165688" y="2732700"/>
            <a:ext cx="208200" cy="27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a:t>
            </a:r>
            <a:endParaRPr sz="1800">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0" name="Shape 2430"/>
        <p:cNvGrpSpPr/>
        <p:nvPr/>
      </p:nvGrpSpPr>
      <p:grpSpPr>
        <a:xfrm>
          <a:off x="0" y="0"/>
          <a:ext cx="0" cy="0"/>
          <a:chOff x="0" y="0"/>
          <a:chExt cx="0" cy="0"/>
        </a:xfrm>
      </p:grpSpPr>
      <p:sp>
        <p:nvSpPr>
          <p:cNvPr id="2431" name="Google Shape;2431;p167"/>
          <p:cNvSpPr txBox="1"/>
          <p:nvPr/>
        </p:nvSpPr>
        <p:spPr>
          <a:xfrm flipH="1">
            <a:off x="323975" y="3871100"/>
            <a:ext cx="8496000" cy="2262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800"/>
              <a:buFont typeface="Arial"/>
              <a:buNone/>
            </a:pPr>
            <a:r>
              <a:rPr lang="en-GB" sz="1800">
                <a:latin typeface="Lexend"/>
                <a:ea typeface="Lexend"/>
                <a:cs typeface="Lexend"/>
                <a:sym typeface="Lexend"/>
              </a:rPr>
              <a:t>2) Explain your reasoning for question 1).</a:t>
            </a:r>
            <a:endParaRPr sz="1800">
              <a:latin typeface="Lexend"/>
              <a:ea typeface="Lexend"/>
              <a:cs typeface="Lexend"/>
              <a:sym typeface="Lexend"/>
            </a:endParaRPr>
          </a:p>
        </p:txBody>
      </p:sp>
      <p:sp>
        <p:nvSpPr>
          <p:cNvPr id="2432" name="Google Shape;2432;p167"/>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433" name="Google Shape;2433;p167"/>
          <p:cNvPicPr preferRelativeResize="0"/>
          <p:nvPr/>
        </p:nvPicPr>
        <p:blipFill>
          <a:blip r:embed="rId3">
            <a:alphaModFix/>
          </a:blip>
          <a:stretch>
            <a:fillRect/>
          </a:stretch>
        </p:blipFill>
        <p:spPr>
          <a:xfrm>
            <a:off x="446062" y="791662"/>
            <a:ext cx="8251826" cy="3066401"/>
          </a:xfrm>
          <a:prstGeom prst="rect">
            <a:avLst/>
          </a:prstGeom>
          <a:noFill/>
          <a:ln>
            <a:noFill/>
          </a:ln>
        </p:spPr>
      </p:pic>
      <p:sp>
        <p:nvSpPr>
          <p:cNvPr id="2434" name="Google Shape;2434;p167"/>
          <p:cNvSpPr txBox="1"/>
          <p:nvPr/>
        </p:nvSpPr>
        <p:spPr>
          <a:xfrm flipH="1">
            <a:off x="630667" y="2669228"/>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10 units²</a:t>
            </a:r>
            <a:endParaRPr b="0" i="0" sz="1800" u="none" cap="none" strike="noStrike">
              <a:solidFill>
                <a:srgbClr val="000000"/>
              </a:solidFill>
              <a:latin typeface="Lexend"/>
              <a:ea typeface="Lexend"/>
              <a:cs typeface="Lexend"/>
              <a:sym typeface="Lexend"/>
            </a:endParaRPr>
          </a:p>
        </p:txBody>
      </p:sp>
      <p:sp>
        <p:nvSpPr>
          <p:cNvPr id="2435" name="Google Shape;2435;p167"/>
          <p:cNvSpPr txBox="1"/>
          <p:nvPr/>
        </p:nvSpPr>
        <p:spPr>
          <a:xfrm flipH="1">
            <a:off x="1591617" y="3122162"/>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11</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436" name="Google Shape;2436;p167"/>
          <p:cNvSpPr txBox="1"/>
          <p:nvPr/>
        </p:nvSpPr>
        <p:spPr>
          <a:xfrm flipH="1">
            <a:off x="1598530" y="1742266"/>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27</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437" name="Google Shape;2437;p167"/>
          <p:cNvSpPr txBox="1"/>
          <p:nvPr/>
        </p:nvSpPr>
        <p:spPr>
          <a:xfrm flipH="1">
            <a:off x="3404325" y="2959001"/>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14</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438" name="Google Shape;2438;p167"/>
          <p:cNvSpPr txBox="1"/>
          <p:nvPr/>
        </p:nvSpPr>
        <p:spPr>
          <a:xfrm flipH="1">
            <a:off x="3404325" y="1860791"/>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14</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439" name="Google Shape;2439;p167"/>
          <p:cNvSpPr txBox="1"/>
          <p:nvPr/>
        </p:nvSpPr>
        <p:spPr>
          <a:xfrm flipH="1">
            <a:off x="4524275" y="2450751"/>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28</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440" name="Google Shape;2440;p167"/>
          <p:cNvSpPr txBox="1"/>
          <p:nvPr/>
        </p:nvSpPr>
        <p:spPr>
          <a:xfrm flipH="1">
            <a:off x="6895552" y="2837887"/>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16</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441" name="Google Shape;2441;p167"/>
          <p:cNvSpPr txBox="1"/>
          <p:nvPr/>
        </p:nvSpPr>
        <p:spPr>
          <a:xfrm flipH="1">
            <a:off x="6204225" y="1863121"/>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18</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sp>
        <p:nvSpPr>
          <p:cNvPr id="2442" name="Google Shape;2442;p167"/>
          <p:cNvSpPr txBox="1"/>
          <p:nvPr/>
        </p:nvSpPr>
        <p:spPr>
          <a:xfrm flipH="1">
            <a:off x="7459200" y="1728444"/>
            <a:ext cx="8832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21</a:t>
            </a:r>
            <a:endParaRPr sz="18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units²</a:t>
            </a:r>
            <a:endParaRPr b="0" i="0" sz="1800" u="none" cap="none" strike="noStrike">
              <a:solidFill>
                <a:srgbClr val="000000"/>
              </a:solidFill>
              <a:latin typeface="Lexend"/>
              <a:ea typeface="Lexend"/>
              <a:cs typeface="Lexend"/>
              <a:sym typeface="Lexend"/>
            </a:endParaRPr>
          </a:p>
        </p:txBody>
      </p:sp>
      <p:pic>
        <p:nvPicPr>
          <p:cNvPr id="2443" name="Google Shape;2443;p167"/>
          <p:cNvPicPr preferRelativeResize="0"/>
          <p:nvPr/>
        </p:nvPicPr>
        <p:blipFill>
          <a:blip r:embed="rId4">
            <a:alphaModFix/>
          </a:blip>
          <a:stretch>
            <a:fillRect/>
          </a:stretch>
        </p:blipFill>
        <p:spPr>
          <a:xfrm>
            <a:off x="3992894" y="2444100"/>
            <a:ext cx="396000" cy="419100"/>
          </a:xfrm>
          <a:prstGeom prst="rect">
            <a:avLst/>
          </a:prstGeom>
          <a:noFill/>
          <a:ln>
            <a:noFill/>
          </a:ln>
        </p:spPr>
      </p:pic>
      <p:grpSp>
        <p:nvGrpSpPr>
          <p:cNvPr id="2444" name="Google Shape;2444;p167"/>
          <p:cNvGrpSpPr/>
          <p:nvPr/>
        </p:nvGrpSpPr>
        <p:grpSpPr>
          <a:xfrm>
            <a:off x="677499" y="2159995"/>
            <a:ext cx="317800" cy="317800"/>
            <a:chOff x="1020916" y="1442088"/>
            <a:chExt cx="457200" cy="457200"/>
          </a:xfrm>
        </p:grpSpPr>
        <p:pic>
          <p:nvPicPr>
            <p:cNvPr id="2445" name="Google Shape;2445;p167"/>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2446" name="Google Shape;2446;p16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447" name="Google Shape;2447;p167"/>
          <p:cNvGrpSpPr/>
          <p:nvPr/>
        </p:nvGrpSpPr>
        <p:grpSpPr>
          <a:xfrm>
            <a:off x="4413099" y="1778908"/>
            <a:ext cx="317800" cy="317800"/>
            <a:chOff x="1020916" y="1442088"/>
            <a:chExt cx="457200" cy="457200"/>
          </a:xfrm>
        </p:grpSpPr>
        <p:pic>
          <p:nvPicPr>
            <p:cNvPr id="2448" name="Google Shape;2448;p167"/>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2449" name="Google Shape;2449;p16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2450" name="Google Shape;2450;p167"/>
          <p:cNvSpPr txBox="1"/>
          <p:nvPr/>
        </p:nvSpPr>
        <p:spPr>
          <a:xfrm flipH="1">
            <a:off x="568175" y="4179612"/>
            <a:ext cx="8251800" cy="22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b is the only diagram where the sum of the two smaller areas is equal to the larger area. This is the only right-angled triangle.</a:t>
            </a:r>
            <a:endParaRPr sz="2000">
              <a:latin typeface="Kalam"/>
              <a:ea typeface="Kalam"/>
              <a:cs typeface="Kalam"/>
              <a:sym typeface="Kalam"/>
            </a:endParaRPr>
          </a:p>
        </p:txBody>
      </p:sp>
      <p:grpSp>
        <p:nvGrpSpPr>
          <p:cNvPr id="2451" name="Google Shape;2451;p167"/>
          <p:cNvGrpSpPr/>
          <p:nvPr/>
        </p:nvGrpSpPr>
        <p:grpSpPr>
          <a:xfrm>
            <a:off x="7003174" y="1461095"/>
            <a:ext cx="317800" cy="317800"/>
            <a:chOff x="1020916" y="1442088"/>
            <a:chExt cx="457200" cy="457200"/>
          </a:xfrm>
        </p:grpSpPr>
        <p:pic>
          <p:nvPicPr>
            <p:cNvPr id="2452" name="Google Shape;2452;p167"/>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2453" name="Google Shape;2453;p16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454" name="Google Shape;2454;p167"/>
          <p:cNvSpPr txBox="1"/>
          <p:nvPr/>
        </p:nvSpPr>
        <p:spPr>
          <a:xfrm flipH="1">
            <a:off x="323975" y="685625"/>
            <a:ext cx="8496000" cy="32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1) On which of these diagrams is </a:t>
            </a:r>
            <a:r>
              <a:rPr b="1" lang="en-GB" sz="1800">
                <a:latin typeface="Lexend"/>
                <a:ea typeface="Lexend"/>
                <a:cs typeface="Lexend"/>
                <a:sym typeface="Lexend"/>
              </a:rPr>
              <a:t>Pythagoras’ theorem</a:t>
            </a:r>
            <a:r>
              <a:rPr lang="en-GB" sz="1800">
                <a:latin typeface="Lexend"/>
                <a:ea typeface="Lexend"/>
                <a:cs typeface="Lexend"/>
                <a:sym typeface="Lexend"/>
              </a:rPr>
              <a:t> true?</a:t>
            </a:r>
            <a:endParaRPr sz="1800">
              <a:latin typeface="Lexend"/>
              <a:ea typeface="Lexend"/>
              <a:cs typeface="Lexend"/>
              <a:sym typeface="Lexen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8" name="Shape 2458"/>
        <p:cNvGrpSpPr/>
        <p:nvPr/>
      </p:nvGrpSpPr>
      <p:grpSpPr>
        <a:xfrm>
          <a:off x="0" y="0"/>
          <a:ext cx="0" cy="0"/>
          <a:chOff x="0" y="0"/>
          <a:chExt cx="0" cy="0"/>
        </a:xfrm>
      </p:grpSpPr>
      <p:sp>
        <p:nvSpPr>
          <p:cNvPr id="2459" name="Google Shape;2459;p168"/>
          <p:cNvSpPr txBox="1"/>
          <p:nvPr/>
        </p:nvSpPr>
        <p:spPr>
          <a:xfrm flipH="1">
            <a:off x="324050" y="685625"/>
            <a:ext cx="5169000" cy="32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3) Which of these are valid representations of </a:t>
            </a:r>
            <a:r>
              <a:rPr b="1" lang="en-GB" sz="1800">
                <a:latin typeface="Lexend"/>
                <a:ea typeface="Lexend"/>
                <a:cs typeface="Lexend"/>
                <a:sym typeface="Lexend"/>
              </a:rPr>
              <a:t>Pythagoras’ theorem</a:t>
            </a:r>
            <a:r>
              <a:rPr lang="en-GB" sz="1800">
                <a:latin typeface="Lexend"/>
                <a:ea typeface="Lexend"/>
                <a:cs typeface="Lexend"/>
                <a:sym typeface="Lexend"/>
              </a:rPr>
              <a:t> for these three squares which enclose a right-angled triangle?</a:t>
            </a:r>
            <a:endParaRPr sz="1800">
              <a:latin typeface="Lexend"/>
              <a:ea typeface="Lexend"/>
              <a:cs typeface="Lexend"/>
              <a:sym typeface="Lexend"/>
            </a:endParaRPr>
          </a:p>
        </p:txBody>
      </p:sp>
      <p:sp>
        <p:nvSpPr>
          <p:cNvPr id="2460" name="Google Shape;2460;p168"/>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461" name="Google Shape;2461;p168"/>
          <p:cNvPicPr preferRelativeResize="0"/>
          <p:nvPr/>
        </p:nvPicPr>
        <p:blipFill>
          <a:blip r:embed="rId3">
            <a:alphaModFix/>
          </a:blip>
          <a:stretch>
            <a:fillRect/>
          </a:stretch>
        </p:blipFill>
        <p:spPr>
          <a:xfrm>
            <a:off x="5707066" y="868272"/>
            <a:ext cx="3047738" cy="2602200"/>
          </a:xfrm>
          <a:prstGeom prst="rect">
            <a:avLst/>
          </a:prstGeom>
          <a:noFill/>
          <a:ln>
            <a:noFill/>
          </a:ln>
        </p:spPr>
      </p:pic>
      <p:sp>
        <p:nvSpPr>
          <p:cNvPr id="2462" name="Google Shape;2462;p168"/>
          <p:cNvSpPr txBox="1"/>
          <p:nvPr/>
        </p:nvSpPr>
        <p:spPr>
          <a:xfrm flipH="1">
            <a:off x="7586475" y="2841750"/>
            <a:ext cx="865800" cy="38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a:t>
            </a:r>
            <a:r>
              <a:rPr lang="en-GB" sz="1800">
                <a:latin typeface="Lexend"/>
                <a:ea typeface="Lexend"/>
                <a:cs typeface="Lexend"/>
                <a:sym typeface="Lexend"/>
              </a:rPr>
              <a:t>G</a:t>
            </a:r>
            <a:endParaRPr b="0" i="0" sz="1800" u="none" cap="none" strike="noStrike">
              <a:solidFill>
                <a:srgbClr val="000000"/>
              </a:solidFill>
              <a:latin typeface="Lexend"/>
              <a:ea typeface="Lexend"/>
              <a:cs typeface="Lexend"/>
              <a:sym typeface="Lexend"/>
            </a:endParaRPr>
          </a:p>
        </p:txBody>
      </p:sp>
      <p:sp>
        <p:nvSpPr>
          <p:cNvPr id="2463" name="Google Shape;2463;p168"/>
          <p:cNvSpPr txBox="1"/>
          <p:nvPr/>
        </p:nvSpPr>
        <p:spPr>
          <a:xfrm flipH="1">
            <a:off x="5002850" y="1938075"/>
            <a:ext cx="816300" cy="38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a:t>
            </a:r>
            <a:r>
              <a:rPr lang="en-GB" sz="1800">
                <a:latin typeface="Lexend"/>
                <a:ea typeface="Lexend"/>
                <a:cs typeface="Lexend"/>
                <a:sym typeface="Lexend"/>
              </a:rPr>
              <a:t>F</a:t>
            </a:r>
            <a:endParaRPr b="0" i="0" sz="1800" u="none" cap="none" strike="noStrike">
              <a:solidFill>
                <a:srgbClr val="000000"/>
              </a:solidFill>
              <a:latin typeface="Lexend"/>
              <a:ea typeface="Lexend"/>
              <a:cs typeface="Lexend"/>
              <a:sym typeface="Lexend"/>
            </a:endParaRPr>
          </a:p>
        </p:txBody>
      </p:sp>
      <p:sp>
        <p:nvSpPr>
          <p:cNvPr id="2464" name="Google Shape;2464;p168"/>
          <p:cNvSpPr txBox="1"/>
          <p:nvPr/>
        </p:nvSpPr>
        <p:spPr>
          <a:xfrm flipH="1">
            <a:off x="6843800" y="866025"/>
            <a:ext cx="948000" cy="383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a:t>
            </a:r>
            <a:r>
              <a:rPr lang="en-GB" sz="1800">
                <a:latin typeface="Lexend"/>
                <a:ea typeface="Lexend"/>
                <a:cs typeface="Lexend"/>
                <a:sym typeface="Lexend"/>
              </a:rPr>
              <a:t>H</a:t>
            </a:r>
            <a:endParaRPr b="0" i="0" sz="1800" u="none" cap="none" strike="noStrike">
              <a:solidFill>
                <a:srgbClr val="000000"/>
              </a:solidFill>
              <a:latin typeface="Lexend"/>
              <a:ea typeface="Lexend"/>
              <a:cs typeface="Lexend"/>
              <a:sym typeface="Lexend"/>
            </a:endParaRPr>
          </a:p>
        </p:txBody>
      </p:sp>
      <p:grpSp>
        <p:nvGrpSpPr>
          <p:cNvPr id="2465" name="Google Shape;2465;p168"/>
          <p:cNvGrpSpPr/>
          <p:nvPr/>
        </p:nvGrpSpPr>
        <p:grpSpPr>
          <a:xfrm>
            <a:off x="6691891" y="3444675"/>
            <a:ext cx="1108883" cy="321527"/>
            <a:chOff x="5982526" y="4537254"/>
            <a:chExt cx="1915500" cy="408600"/>
          </a:xfrm>
        </p:grpSpPr>
        <p:cxnSp>
          <p:nvCxnSpPr>
            <p:cNvPr id="2466" name="Google Shape;2466;p168"/>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467" name="Google Shape;2467;p168"/>
            <p:cNvSpPr txBox="1"/>
            <p:nvPr/>
          </p:nvSpPr>
          <p:spPr>
            <a:xfrm>
              <a:off x="5982526" y="4537254"/>
              <a:ext cx="19155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g</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468" name="Google Shape;2468;p168"/>
          <p:cNvGrpSpPr/>
          <p:nvPr/>
        </p:nvGrpSpPr>
        <p:grpSpPr>
          <a:xfrm>
            <a:off x="5802796" y="2775706"/>
            <a:ext cx="1108963" cy="321527"/>
            <a:chOff x="6353075" y="4537262"/>
            <a:chExt cx="1174500" cy="408600"/>
          </a:xfrm>
        </p:grpSpPr>
        <p:cxnSp>
          <p:nvCxnSpPr>
            <p:cNvPr id="2469" name="Google Shape;2469;p168"/>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470" name="Google Shape;2470;p168"/>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f</a:t>
              </a:r>
              <a:r>
                <a:rPr lang="en-GB" sz="1800">
                  <a:latin typeface="Lexend"/>
                  <a:ea typeface="Lexend"/>
                  <a:cs typeface="Lexend"/>
                  <a:sym typeface="Lexend"/>
                </a:rPr>
                <a:t> units</a:t>
              </a:r>
              <a:endParaRPr sz="1800">
                <a:latin typeface="Lexend"/>
                <a:ea typeface="Lexend"/>
                <a:cs typeface="Lexend"/>
                <a:sym typeface="Lexend"/>
              </a:endParaRPr>
            </a:p>
          </p:txBody>
        </p:sp>
      </p:grpSp>
      <p:sp>
        <p:nvSpPr>
          <p:cNvPr id="2471" name="Google Shape;2471;p168"/>
          <p:cNvSpPr txBox="1"/>
          <p:nvPr/>
        </p:nvSpPr>
        <p:spPr>
          <a:xfrm>
            <a:off x="724250" y="1858750"/>
            <a:ext cx="3677700" cy="841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F plus the area of square G equals the area of square H</a:t>
            </a:r>
            <a:endParaRPr sz="1800">
              <a:latin typeface="Lexend"/>
              <a:ea typeface="Lexend"/>
              <a:cs typeface="Lexend"/>
              <a:sym typeface="Lexend"/>
            </a:endParaRPr>
          </a:p>
        </p:txBody>
      </p:sp>
      <p:sp>
        <p:nvSpPr>
          <p:cNvPr id="2472" name="Google Shape;2472;p168"/>
          <p:cNvSpPr txBox="1"/>
          <p:nvPr/>
        </p:nvSpPr>
        <p:spPr>
          <a:xfrm>
            <a:off x="724250" y="3027450"/>
            <a:ext cx="36777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f </a:t>
            </a:r>
            <a:r>
              <a:rPr lang="en-GB" sz="1800">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g</a:t>
            </a:r>
            <a:r>
              <a:rPr lang="en-GB" sz="1800">
                <a:solidFill>
                  <a:schemeClr val="dk1"/>
                </a:solidFill>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h</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grpSp>
        <p:nvGrpSpPr>
          <p:cNvPr id="2473" name="Google Shape;2473;p168"/>
          <p:cNvGrpSpPr/>
          <p:nvPr/>
        </p:nvGrpSpPr>
        <p:grpSpPr>
          <a:xfrm rot="-7272701">
            <a:off x="7919114" y="1198064"/>
            <a:ext cx="1298700" cy="321476"/>
            <a:chOff x="6353075" y="4537169"/>
            <a:chExt cx="1174500" cy="408600"/>
          </a:xfrm>
        </p:grpSpPr>
        <p:cxnSp>
          <p:nvCxnSpPr>
            <p:cNvPr id="2474" name="Google Shape;2474;p168"/>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475" name="Google Shape;2475;p168"/>
            <p:cNvSpPr txBox="1"/>
            <p:nvPr/>
          </p:nvSpPr>
          <p:spPr>
            <a:xfrm rot="10800000">
              <a:off x="6427799" y="4537169"/>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 units</a:t>
              </a:r>
              <a:endParaRPr sz="1800">
                <a:latin typeface="Lexend"/>
                <a:ea typeface="Lexend"/>
                <a:cs typeface="Lexend"/>
                <a:sym typeface="Lexend"/>
              </a:endParaRPr>
            </a:p>
          </p:txBody>
        </p:sp>
      </p:grpSp>
      <p:grpSp>
        <p:nvGrpSpPr>
          <p:cNvPr id="2476" name="Google Shape;2476;p168"/>
          <p:cNvGrpSpPr/>
          <p:nvPr/>
        </p:nvGrpSpPr>
        <p:grpSpPr>
          <a:xfrm>
            <a:off x="324049" y="2120458"/>
            <a:ext cx="317800" cy="317800"/>
            <a:chOff x="1020916" y="1442088"/>
            <a:chExt cx="457200" cy="457200"/>
          </a:xfrm>
        </p:grpSpPr>
        <p:pic>
          <p:nvPicPr>
            <p:cNvPr id="2477" name="Google Shape;2477;p16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478" name="Google Shape;2478;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2479" name="Google Shape;2479;p168"/>
          <p:cNvGrpSpPr/>
          <p:nvPr/>
        </p:nvGrpSpPr>
        <p:grpSpPr>
          <a:xfrm>
            <a:off x="324049" y="3007133"/>
            <a:ext cx="317800" cy="317800"/>
            <a:chOff x="1020916" y="1442088"/>
            <a:chExt cx="457200" cy="457200"/>
          </a:xfrm>
        </p:grpSpPr>
        <p:pic>
          <p:nvPicPr>
            <p:cNvPr id="2480" name="Google Shape;2480;p16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481" name="Google Shape;2481;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
        <p:nvSpPr>
          <p:cNvPr id="2482" name="Google Shape;2482;p168"/>
          <p:cNvSpPr txBox="1"/>
          <p:nvPr/>
        </p:nvSpPr>
        <p:spPr>
          <a:xfrm>
            <a:off x="724250" y="3652425"/>
            <a:ext cx="36777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f </a:t>
            </a:r>
            <a:r>
              <a:rPr lang="en-GB" sz="1800">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g</a:t>
            </a:r>
            <a:r>
              <a:rPr lang="en-GB" sz="1800">
                <a:solidFill>
                  <a:schemeClr val="dk1"/>
                </a:solidFill>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h</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grpSp>
        <p:nvGrpSpPr>
          <p:cNvPr id="2483" name="Google Shape;2483;p168"/>
          <p:cNvGrpSpPr/>
          <p:nvPr/>
        </p:nvGrpSpPr>
        <p:grpSpPr>
          <a:xfrm>
            <a:off x="324049" y="3632108"/>
            <a:ext cx="317800" cy="317800"/>
            <a:chOff x="1020916" y="1442088"/>
            <a:chExt cx="457200" cy="457200"/>
          </a:xfrm>
        </p:grpSpPr>
        <p:pic>
          <p:nvPicPr>
            <p:cNvPr id="2484" name="Google Shape;2484;p16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485" name="Google Shape;2485;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
        <p:nvSpPr>
          <p:cNvPr id="2486" name="Google Shape;2486;p168"/>
          <p:cNvSpPr txBox="1"/>
          <p:nvPr/>
        </p:nvSpPr>
        <p:spPr>
          <a:xfrm>
            <a:off x="724250" y="4297675"/>
            <a:ext cx="3677700" cy="27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i="1" lang="en-GB" sz="2200">
                <a:latin typeface="Times New Roman"/>
                <a:ea typeface="Times New Roman"/>
                <a:cs typeface="Times New Roman"/>
                <a:sym typeface="Times New Roman"/>
              </a:rPr>
              <a:t>h</a:t>
            </a:r>
            <a:r>
              <a:rPr lang="en-GB" sz="1800">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g</a:t>
            </a:r>
            <a:r>
              <a:rPr lang="en-GB" sz="1800">
                <a:solidFill>
                  <a:schemeClr val="dk1"/>
                </a:solidFill>
                <a:latin typeface="Lexend"/>
                <a:ea typeface="Lexend"/>
                <a:cs typeface="Lexend"/>
                <a:sym typeface="Lexend"/>
              </a:rPr>
              <a:t>² + </a:t>
            </a:r>
            <a:r>
              <a:rPr i="1" lang="en-GB" sz="2200">
                <a:solidFill>
                  <a:schemeClr val="dk1"/>
                </a:solidFill>
                <a:latin typeface="Times New Roman"/>
                <a:ea typeface="Times New Roman"/>
                <a:cs typeface="Times New Roman"/>
                <a:sym typeface="Times New Roman"/>
              </a:rPr>
              <a:t>f </a:t>
            </a:r>
            <a:r>
              <a:rPr lang="en-GB" sz="1800">
                <a:solidFill>
                  <a:schemeClr val="dk1"/>
                </a:solidFill>
                <a:latin typeface="Lexend"/>
                <a:ea typeface="Lexend"/>
                <a:cs typeface="Lexend"/>
                <a:sym typeface="Lexend"/>
              </a:rPr>
              <a:t>²</a:t>
            </a:r>
            <a:endParaRPr sz="1800">
              <a:latin typeface="Lexend"/>
              <a:ea typeface="Lexend"/>
              <a:cs typeface="Lexend"/>
              <a:sym typeface="Lexend"/>
            </a:endParaRPr>
          </a:p>
        </p:txBody>
      </p:sp>
      <p:grpSp>
        <p:nvGrpSpPr>
          <p:cNvPr id="2487" name="Google Shape;2487;p168"/>
          <p:cNvGrpSpPr/>
          <p:nvPr/>
        </p:nvGrpSpPr>
        <p:grpSpPr>
          <a:xfrm>
            <a:off x="324049" y="4277358"/>
            <a:ext cx="317800" cy="317800"/>
            <a:chOff x="1020916" y="1442088"/>
            <a:chExt cx="457200" cy="457200"/>
          </a:xfrm>
        </p:grpSpPr>
        <p:pic>
          <p:nvPicPr>
            <p:cNvPr id="2488" name="Google Shape;2488;p16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2489" name="Google Shape;2489;p16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pic>
        <p:nvPicPr>
          <p:cNvPr id="2490" name="Google Shape;2490;p168"/>
          <p:cNvPicPr preferRelativeResize="0"/>
          <p:nvPr/>
        </p:nvPicPr>
        <p:blipFill>
          <a:blip r:embed="rId5">
            <a:alphaModFix/>
          </a:blip>
          <a:stretch>
            <a:fillRect/>
          </a:stretch>
        </p:blipFill>
        <p:spPr>
          <a:xfrm>
            <a:off x="3806219" y="2188325"/>
            <a:ext cx="396000" cy="419100"/>
          </a:xfrm>
          <a:prstGeom prst="rect">
            <a:avLst/>
          </a:prstGeom>
          <a:noFill/>
          <a:ln>
            <a:noFill/>
          </a:ln>
        </p:spPr>
      </p:pic>
      <p:pic>
        <p:nvPicPr>
          <p:cNvPr id="2491" name="Google Shape;2491;p168"/>
          <p:cNvPicPr preferRelativeResize="0"/>
          <p:nvPr/>
        </p:nvPicPr>
        <p:blipFill>
          <a:blip r:embed="rId5">
            <a:alphaModFix/>
          </a:blip>
          <a:stretch>
            <a:fillRect/>
          </a:stretch>
        </p:blipFill>
        <p:spPr>
          <a:xfrm>
            <a:off x="1918894" y="2966638"/>
            <a:ext cx="396000" cy="419100"/>
          </a:xfrm>
          <a:prstGeom prst="rect">
            <a:avLst/>
          </a:prstGeom>
          <a:noFill/>
          <a:ln>
            <a:noFill/>
          </a:ln>
        </p:spPr>
      </p:pic>
      <p:pic>
        <p:nvPicPr>
          <p:cNvPr id="2492" name="Google Shape;2492;p168"/>
          <p:cNvPicPr preferRelativeResize="0"/>
          <p:nvPr/>
        </p:nvPicPr>
        <p:blipFill>
          <a:blip r:embed="rId5">
            <a:alphaModFix/>
          </a:blip>
          <a:stretch>
            <a:fillRect/>
          </a:stretch>
        </p:blipFill>
        <p:spPr>
          <a:xfrm>
            <a:off x="1877419" y="4277388"/>
            <a:ext cx="396000" cy="4191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6" name="Shape 2496"/>
        <p:cNvGrpSpPr/>
        <p:nvPr/>
      </p:nvGrpSpPr>
      <p:grpSpPr>
        <a:xfrm>
          <a:off x="0" y="0"/>
          <a:ext cx="0" cy="0"/>
          <a:chOff x="0" y="0"/>
          <a:chExt cx="0" cy="0"/>
        </a:xfrm>
      </p:grpSpPr>
      <p:sp>
        <p:nvSpPr>
          <p:cNvPr id="2497" name="Google Shape;2497;p169"/>
          <p:cNvSpPr txBox="1"/>
          <p:nvPr/>
        </p:nvSpPr>
        <p:spPr>
          <a:xfrm flipH="1">
            <a:off x="324375" y="685625"/>
            <a:ext cx="5031600" cy="32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4) a) What could 15² represent in this diagram?</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b) What is the area of the largest square?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c) Fill in the blanks for these calculations of </a:t>
            </a:r>
            <a:r>
              <a:rPr b="1" lang="en-GB" sz="1800">
                <a:latin typeface="Lexend"/>
                <a:ea typeface="Lexend"/>
                <a:cs typeface="Lexend"/>
                <a:sym typeface="Lexend"/>
              </a:rPr>
              <a:t>Pythagoras’ theorem</a:t>
            </a:r>
            <a:r>
              <a:rPr lang="en-GB" sz="1800">
                <a:latin typeface="Lexend"/>
                <a:ea typeface="Lexend"/>
                <a:cs typeface="Lexend"/>
                <a:sym typeface="Lexend"/>
              </a:rPr>
              <a:t>.</a:t>
            </a:r>
            <a:endParaRPr sz="1800">
              <a:latin typeface="Lexend"/>
              <a:ea typeface="Lexend"/>
              <a:cs typeface="Lexend"/>
              <a:sym typeface="Lexend"/>
            </a:endParaRPr>
          </a:p>
        </p:txBody>
      </p:sp>
      <p:sp>
        <p:nvSpPr>
          <p:cNvPr id="2498" name="Google Shape;2498;p169"/>
          <p:cNvSpPr/>
          <p:nvPr/>
        </p:nvSpPr>
        <p:spPr>
          <a:xfrm rot="890798">
            <a:off x="7103836" y="1995837"/>
            <a:ext cx="169768" cy="169768"/>
          </a:xfrm>
          <a:prstGeom prst="rect">
            <a:avLst/>
          </a:prstGeom>
          <a:solidFill>
            <a:srgbClr val="FAEAF6"/>
          </a:solidFill>
          <a:ln cap="flat" cmpd="sng" w="19050">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499" name="Google Shape;2499;p169"/>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Introducing Pythagoras’ theorem</a:t>
            </a:r>
            <a:endParaRPr/>
          </a:p>
        </p:txBody>
      </p:sp>
      <p:pic>
        <p:nvPicPr>
          <p:cNvPr id="2500" name="Google Shape;2500;p169"/>
          <p:cNvPicPr preferRelativeResize="0"/>
          <p:nvPr/>
        </p:nvPicPr>
        <p:blipFill rotWithShape="1">
          <a:blip r:embed="rId3">
            <a:alphaModFix/>
          </a:blip>
          <a:srcRect b="0" l="0" r="64737" t="12579"/>
          <a:stretch/>
        </p:blipFill>
        <p:spPr>
          <a:xfrm rot="5400000">
            <a:off x="5110647" y="631829"/>
            <a:ext cx="3072528" cy="3124070"/>
          </a:xfrm>
          <a:prstGeom prst="rect">
            <a:avLst/>
          </a:prstGeom>
          <a:noFill/>
          <a:ln>
            <a:noFill/>
          </a:ln>
        </p:spPr>
      </p:pic>
      <p:grpSp>
        <p:nvGrpSpPr>
          <p:cNvPr id="2501" name="Google Shape;2501;p169"/>
          <p:cNvGrpSpPr/>
          <p:nvPr/>
        </p:nvGrpSpPr>
        <p:grpSpPr>
          <a:xfrm rot="-2185363">
            <a:off x="5997225" y="3287202"/>
            <a:ext cx="1360371" cy="283953"/>
            <a:chOff x="6353075" y="4537262"/>
            <a:chExt cx="1174500" cy="408600"/>
          </a:xfrm>
        </p:grpSpPr>
        <p:cxnSp>
          <p:nvCxnSpPr>
            <p:cNvPr id="2502" name="Google Shape;2502;p16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503" name="Google Shape;2503;p169"/>
            <p:cNvSpPr txBox="1"/>
            <p:nvPr/>
          </p:nvSpPr>
          <p:spPr>
            <a:xfrm>
              <a:off x="6427772" y="4537262"/>
              <a:ext cx="1025100" cy="408600"/>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17 units</a:t>
              </a:r>
              <a:endParaRPr sz="1800">
                <a:latin typeface="Lexend"/>
                <a:ea typeface="Lexend"/>
                <a:cs typeface="Lexend"/>
                <a:sym typeface="Lexend"/>
              </a:endParaRPr>
            </a:p>
          </p:txBody>
        </p:sp>
      </p:grpSp>
      <p:grpSp>
        <p:nvGrpSpPr>
          <p:cNvPr id="2504" name="Google Shape;2504;p169"/>
          <p:cNvGrpSpPr/>
          <p:nvPr/>
        </p:nvGrpSpPr>
        <p:grpSpPr>
          <a:xfrm rot="-4540475">
            <a:off x="8064939" y="2355214"/>
            <a:ext cx="874839" cy="810253"/>
            <a:chOff x="6353075" y="4496710"/>
            <a:chExt cx="1174500" cy="1165800"/>
          </a:xfrm>
        </p:grpSpPr>
        <p:cxnSp>
          <p:nvCxnSpPr>
            <p:cNvPr id="2505" name="Google Shape;2505;p16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506" name="Google Shape;2506;p169"/>
            <p:cNvSpPr txBox="1"/>
            <p:nvPr/>
          </p:nvSpPr>
          <p:spPr>
            <a:xfrm rot="4596450">
              <a:off x="6473583" y="4888166"/>
              <a:ext cx="1094463" cy="382889"/>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8 units</a:t>
              </a:r>
              <a:endParaRPr sz="1800">
                <a:latin typeface="Lexend"/>
                <a:ea typeface="Lexend"/>
                <a:cs typeface="Lexend"/>
                <a:sym typeface="Lexend"/>
              </a:endParaRPr>
            </a:p>
          </p:txBody>
        </p:sp>
      </p:grpSp>
      <p:grpSp>
        <p:nvGrpSpPr>
          <p:cNvPr id="2507" name="Google Shape;2507;p169"/>
          <p:cNvGrpSpPr/>
          <p:nvPr/>
        </p:nvGrpSpPr>
        <p:grpSpPr>
          <a:xfrm rot="-4540475">
            <a:off x="7421422" y="1156775"/>
            <a:ext cx="1027211" cy="939110"/>
            <a:chOff x="6353075" y="4495388"/>
            <a:chExt cx="1174500" cy="1351200"/>
          </a:xfrm>
        </p:grpSpPr>
        <p:cxnSp>
          <p:nvCxnSpPr>
            <p:cNvPr id="2508" name="Google Shape;2508;p169"/>
            <p:cNvCxnSpPr/>
            <p:nvPr/>
          </p:nvCxnSpPr>
          <p:spPr>
            <a:xfrm>
              <a:off x="6353075" y="4549793"/>
              <a:ext cx="1174500" cy="0"/>
            </a:xfrm>
            <a:prstGeom prst="straightConnector1">
              <a:avLst/>
            </a:prstGeom>
            <a:noFill/>
            <a:ln cap="flat" cmpd="sng" w="28575">
              <a:solidFill>
                <a:schemeClr val="accent2"/>
              </a:solidFill>
              <a:prstDash val="solid"/>
              <a:round/>
              <a:headEnd len="med" w="med" type="triangle"/>
              <a:tailEnd len="med" w="med" type="triangle"/>
            </a:ln>
          </p:spPr>
        </p:cxnSp>
        <p:sp>
          <p:nvSpPr>
            <p:cNvPr id="2509" name="Google Shape;2509;p169"/>
            <p:cNvSpPr txBox="1"/>
            <p:nvPr/>
          </p:nvSpPr>
          <p:spPr>
            <a:xfrm rot="4712207">
              <a:off x="6389533" y="5005717"/>
              <a:ext cx="1275544" cy="330541"/>
            </a:xfrm>
            <a:prstGeom prst="rect">
              <a:avLst/>
            </a:prstGeom>
            <a:noFill/>
            <a:ln>
              <a:noFill/>
            </a:ln>
          </p:spPr>
          <p:txBody>
            <a:bodyPr anchorCtr="0" anchor="ctr" bIns="0" lIns="0" spcFirstLastPara="1" rIns="0" wrap="square" tIns="0">
              <a:noAutofit/>
            </a:bodyPr>
            <a:lstStyle/>
            <a:p>
              <a:pPr indent="0" lvl="0" marL="0" marR="0" rtl="0" algn="ctr">
                <a:lnSpc>
                  <a:spcPct val="75000"/>
                </a:lnSpc>
                <a:spcBef>
                  <a:spcPts val="0"/>
                </a:spcBef>
                <a:spcAft>
                  <a:spcPts val="0"/>
                </a:spcAft>
                <a:buClr>
                  <a:srgbClr val="000000"/>
                </a:buClr>
                <a:buSzPts val="1800"/>
                <a:buFont typeface="Arial"/>
                <a:buNone/>
              </a:pPr>
              <a:r>
                <a:rPr lang="en-GB" sz="1800">
                  <a:latin typeface="Lexend"/>
                  <a:ea typeface="Lexend"/>
                  <a:cs typeface="Lexend"/>
                  <a:sym typeface="Lexend"/>
                </a:rPr>
                <a:t>15 units</a:t>
              </a:r>
              <a:endParaRPr sz="1800">
                <a:latin typeface="Lexend"/>
                <a:ea typeface="Lexend"/>
                <a:cs typeface="Lexend"/>
                <a:sym typeface="Lexend"/>
              </a:endParaRPr>
            </a:p>
          </p:txBody>
        </p:sp>
      </p:grpSp>
      <p:sp>
        <p:nvSpPr>
          <p:cNvPr id="2510" name="Google Shape;2510;p169"/>
          <p:cNvSpPr txBox="1"/>
          <p:nvPr/>
        </p:nvSpPr>
        <p:spPr>
          <a:xfrm flipH="1">
            <a:off x="7204409" y="2347672"/>
            <a:ext cx="780000" cy="43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A</a:t>
            </a:r>
            <a:endParaRPr b="0" i="0" sz="1800" u="none" cap="none" strike="noStrike">
              <a:solidFill>
                <a:srgbClr val="000000"/>
              </a:solidFill>
              <a:latin typeface="Lexend"/>
              <a:ea typeface="Lexend"/>
              <a:cs typeface="Lexend"/>
              <a:sym typeface="Lexend"/>
            </a:endParaRPr>
          </a:p>
        </p:txBody>
      </p:sp>
      <p:sp>
        <p:nvSpPr>
          <p:cNvPr id="2511" name="Google Shape;2511;p169"/>
          <p:cNvSpPr txBox="1"/>
          <p:nvPr/>
        </p:nvSpPr>
        <p:spPr>
          <a:xfrm flipH="1">
            <a:off x="6529026" y="1193404"/>
            <a:ext cx="780000" cy="43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B</a:t>
            </a:r>
            <a:endParaRPr b="0" i="0" sz="1800" u="none" cap="none" strike="noStrike">
              <a:solidFill>
                <a:srgbClr val="000000"/>
              </a:solidFill>
              <a:latin typeface="Lexend"/>
              <a:ea typeface="Lexend"/>
              <a:cs typeface="Lexend"/>
              <a:sym typeface="Lexend"/>
            </a:endParaRPr>
          </a:p>
        </p:txBody>
      </p:sp>
      <p:sp>
        <p:nvSpPr>
          <p:cNvPr id="2512" name="Google Shape;2512;p169"/>
          <p:cNvSpPr txBox="1"/>
          <p:nvPr/>
        </p:nvSpPr>
        <p:spPr>
          <a:xfrm flipH="1">
            <a:off x="5777342" y="2507596"/>
            <a:ext cx="780000" cy="430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0" i="0" lang="en-GB" sz="1800" u="none" cap="none" strike="noStrike">
                <a:solidFill>
                  <a:srgbClr val="000000"/>
                </a:solidFill>
                <a:latin typeface="Lexend"/>
                <a:ea typeface="Lexend"/>
                <a:cs typeface="Lexend"/>
                <a:sym typeface="Lexend"/>
              </a:rPr>
              <a:t>square C</a:t>
            </a:r>
            <a:endParaRPr b="0" i="0" sz="1800" u="none" cap="none" strike="noStrike">
              <a:solidFill>
                <a:srgbClr val="000000"/>
              </a:solidFill>
              <a:latin typeface="Lexend"/>
              <a:ea typeface="Lexend"/>
              <a:cs typeface="Lexend"/>
              <a:sym typeface="Lexend"/>
            </a:endParaRPr>
          </a:p>
        </p:txBody>
      </p:sp>
      <p:sp>
        <p:nvSpPr>
          <p:cNvPr id="2513" name="Google Shape;2513;p169"/>
          <p:cNvSpPr/>
          <p:nvPr/>
        </p:nvSpPr>
        <p:spPr>
          <a:xfrm>
            <a:off x="845625" y="2827950"/>
            <a:ext cx="5184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4" name="Google Shape;2514;p169"/>
          <p:cNvSpPr/>
          <p:nvPr/>
        </p:nvSpPr>
        <p:spPr>
          <a:xfrm>
            <a:off x="1633913" y="2827950"/>
            <a:ext cx="318000" cy="4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a:t>
            </a:r>
            <a:endParaRPr sz="2000">
              <a:latin typeface="Lexend"/>
              <a:ea typeface="Lexend"/>
              <a:cs typeface="Lexend"/>
              <a:sym typeface="Lexend"/>
            </a:endParaRPr>
          </a:p>
        </p:txBody>
      </p:sp>
      <p:sp>
        <p:nvSpPr>
          <p:cNvPr id="2515" name="Google Shape;2515;p169"/>
          <p:cNvSpPr/>
          <p:nvPr/>
        </p:nvSpPr>
        <p:spPr>
          <a:xfrm>
            <a:off x="2243825" y="2827950"/>
            <a:ext cx="5184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6" name="Google Shape;2516;p169"/>
          <p:cNvSpPr/>
          <p:nvPr/>
        </p:nvSpPr>
        <p:spPr>
          <a:xfrm>
            <a:off x="3054288" y="2827950"/>
            <a:ext cx="318000" cy="4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a:t>
            </a:r>
            <a:endParaRPr sz="2000">
              <a:latin typeface="Lexend"/>
              <a:ea typeface="Lexend"/>
              <a:cs typeface="Lexend"/>
              <a:sym typeface="Lexend"/>
            </a:endParaRPr>
          </a:p>
        </p:txBody>
      </p:sp>
      <p:sp>
        <p:nvSpPr>
          <p:cNvPr id="2517" name="Google Shape;2517;p169"/>
          <p:cNvSpPr/>
          <p:nvPr/>
        </p:nvSpPr>
        <p:spPr>
          <a:xfrm>
            <a:off x="3642025" y="2827950"/>
            <a:ext cx="5184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18" name="Google Shape;2518;p169"/>
          <p:cNvSpPr txBox="1"/>
          <p:nvPr/>
        </p:nvSpPr>
        <p:spPr>
          <a:xfrm flipH="1">
            <a:off x="1364025" y="2732700"/>
            <a:ext cx="208200" cy="27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a:t>
            </a:r>
            <a:endParaRPr sz="1800">
              <a:latin typeface="Lexend"/>
              <a:ea typeface="Lexend"/>
              <a:cs typeface="Lexend"/>
              <a:sym typeface="Lexend"/>
            </a:endParaRPr>
          </a:p>
        </p:txBody>
      </p:sp>
      <p:sp>
        <p:nvSpPr>
          <p:cNvPr id="2519" name="Google Shape;2519;p169"/>
          <p:cNvSpPr txBox="1"/>
          <p:nvPr/>
        </p:nvSpPr>
        <p:spPr>
          <a:xfrm flipH="1">
            <a:off x="605176" y="4201250"/>
            <a:ext cx="999300" cy="5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A</a:t>
            </a:r>
            <a:endParaRPr sz="1800">
              <a:latin typeface="Lexend"/>
              <a:ea typeface="Lexend"/>
              <a:cs typeface="Lexend"/>
              <a:sym typeface="Lexend"/>
            </a:endParaRPr>
          </a:p>
        </p:txBody>
      </p:sp>
      <p:sp>
        <p:nvSpPr>
          <p:cNvPr id="2520" name="Google Shape;2520;p169"/>
          <p:cNvSpPr txBox="1"/>
          <p:nvPr/>
        </p:nvSpPr>
        <p:spPr>
          <a:xfrm flipH="1">
            <a:off x="2003376" y="4201250"/>
            <a:ext cx="999300" cy="5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B</a:t>
            </a:r>
            <a:endParaRPr sz="1800">
              <a:latin typeface="Lexend"/>
              <a:ea typeface="Lexend"/>
              <a:cs typeface="Lexend"/>
              <a:sym typeface="Lexend"/>
            </a:endParaRPr>
          </a:p>
        </p:txBody>
      </p:sp>
      <p:sp>
        <p:nvSpPr>
          <p:cNvPr id="2521" name="Google Shape;2521;p169"/>
          <p:cNvSpPr txBox="1"/>
          <p:nvPr/>
        </p:nvSpPr>
        <p:spPr>
          <a:xfrm flipH="1">
            <a:off x="3401575" y="4201250"/>
            <a:ext cx="999300" cy="585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area of square C</a:t>
            </a:r>
            <a:endParaRPr sz="1800">
              <a:latin typeface="Lexend"/>
              <a:ea typeface="Lexend"/>
              <a:cs typeface="Lexend"/>
              <a:sym typeface="Lexend"/>
            </a:endParaRPr>
          </a:p>
        </p:txBody>
      </p:sp>
      <p:sp>
        <p:nvSpPr>
          <p:cNvPr id="2522" name="Google Shape;2522;p169"/>
          <p:cNvSpPr/>
          <p:nvPr/>
        </p:nvSpPr>
        <p:spPr>
          <a:xfrm>
            <a:off x="655879" y="3692075"/>
            <a:ext cx="8979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23" name="Google Shape;2523;p169"/>
          <p:cNvSpPr/>
          <p:nvPr/>
        </p:nvSpPr>
        <p:spPr>
          <a:xfrm>
            <a:off x="2054077" y="3692075"/>
            <a:ext cx="8979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24" name="Google Shape;2524;p169"/>
          <p:cNvSpPr/>
          <p:nvPr/>
        </p:nvSpPr>
        <p:spPr>
          <a:xfrm>
            <a:off x="3452275" y="3692075"/>
            <a:ext cx="897900" cy="487500"/>
          </a:xfrm>
          <a:prstGeom prst="roundRect">
            <a:avLst>
              <a:gd fmla="val 16667" name="adj"/>
            </a:avLst>
          </a:prstGeom>
          <a:noFill/>
          <a:ln cap="flat" cmpd="sng" w="28575">
            <a:solidFill>
              <a:srgbClr val="D02A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525" name="Google Shape;2525;p169"/>
          <p:cNvSpPr/>
          <p:nvPr/>
        </p:nvSpPr>
        <p:spPr>
          <a:xfrm>
            <a:off x="1535677" y="3692075"/>
            <a:ext cx="518400" cy="4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a:t>
            </a:r>
            <a:endParaRPr sz="2000">
              <a:latin typeface="Lexend"/>
              <a:ea typeface="Lexend"/>
              <a:cs typeface="Lexend"/>
              <a:sym typeface="Lexend"/>
            </a:endParaRPr>
          </a:p>
        </p:txBody>
      </p:sp>
      <p:sp>
        <p:nvSpPr>
          <p:cNvPr id="2526" name="Google Shape;2526;p169"/>
          <p:cNvSpPr/>
          <p:nvPr/>
        </p:nvSpPr>
        <p:spPr>
          <a:xfrm>
            <a:off x="2951977" y="3692075"/>
            <a:ext cx="518400" cy="487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GB" sz="2000">
                <a:latin typeface="Lexend"/>
                <a:ea typeface="Lexend"/>
                <a:cs typeface="Lexend"/>
                <a:sym typeface="Lexend"/>
              </a:rPr>
              <a:t>=</a:t>
            </a:r>
            <a:endParaRPr sz="2000">
              <a:latin typeface="Lexend"/>
              <a:ea typeface="Lexend"/>
              <a:cs typeface="Lexend"/>
              <a:sym typeface="Lexend"/>
            </a:endParaRPr>
          </a:p>
        </p:txBody>
      </p:sp>
      <p:sp>
        <p:nvSpPr>
          <p:cNvPr id="2527" name="Google Shape;2527;p169"/>
          <p:cNvSpPr txBox="1"/>
          <p:nvPr/>
        </p:nvSpPr>
        <p:spPr>
          <a:xfrm flipH="1">
            <a:off x="2764863" y="2732700"/>
            <a:ext cx="208200" cy="27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a:t>
            </a:r>
            <a:endParaRPr sz="1800">
              <a:latin typeface="Lexend"/>
              <a:ea typeface="Lexend"/>
              <a:cs typeface="Lexend"/>
              <a:sym typeface="Lexend"/>
            </a:endParaRPr>
          </a:p>
        </p:txBody>
      </p:sp>
      <p:sp>
        <p:nvSpPr>
          <p:cNvPr id="2528" name="Google Shape;2528;p169"/>
          <p:cNvSpPr txBox="1"/>
          <p:nvPr/>
        </p:nvSpPr>
        <p:spPr>
          <a:xfrm flipH="1">
            <a:off x="4165688" y="2732700"/>
            <a:ext cx="208200" cy="27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2</a:t>
            </a:r>
            <a:endParaRPr sz="1800">
              <a:latin typeface="Lexend"/>
              <a:ea typeface="Lexend"/>
              <a:cs typeface="Lexend"/>
              <a:sym typeface="Lexend"/>
            </a:endParaRPr>
          </a:p>
        </p:txBody>
      </p:sp>
      <p:sp>
        <p:nvSpPr>
          <p:cNvPr id="2529" name="Google Shape;2529;p169"/>
          <p:cNvSpPr txBox="1"/>
          <p:nvPr/>
        </p:nvSpPr>
        <p:spPr>
          <a:xfrm flipH="1">
            <a:off x="845625" y="2827950"/>
            <a:ext cx="5184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8</a:t>
            </a:r>
            <a:endParaRPr sz="2000">
              <a:latin typeface="Kalam"/>
              <a:ea typeface="Kalam"/>
              <a:cs typeface="Kalam"/>
              <a:sym typeface="Kalam"/>
            </a:endParaRPr>
          </a:p>
        </p:txBody>
      </p:sp>
      <p:sp>
        <p:nvSpPr>
          <p:cNvPr id="2530" name="Google Shape;2530;p169"/>
          <p:cNvSpPr txBox="1"/>
          <p:nvPr/>
        </p:nvSpPr>
        <p:spPr>
          <a:xfrm flipH="1">
            <a:off x="2243913" y="2827950"/>
            <a:ext cx="5184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15</a:t>
            </a:r>
            <a:endParaRPr sz="2000">
              <a:latin typeface="Kalam"/>
              <a:ea typeface="Kalam"/>
              <a:cs typeface="Kalam"/>
              <a:sym typeface="Kalam"/>
            </a:endParaRPr>
          </a:p>
        </p:txBody>
      </p:sp>
      <p:sp>
        <p:nvSpPr>
          <p:cNvPr id="2531" name="Google Shape;2531;p169"/>
          <p:cNvSpPr txBox="1"/>
          <p:nvPr/>
        </p:nvSpPr>
        <p:spPr>
          <a:xfrm flipH="1">
            <a:off x="3642213" y="2827950"/>
            <a:ext cx="5184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17</a:t>
            </a:r>
            <a:endParaRPr sz="2000">
              <a:latin typeface="Kalam"/>
              <a:ea typeface="Kalam"/>
              <a:cs typeface="Kalam"/>
              <a:sym typeface="Kalam"/>
            </a:endParaRPr>
          </a:p>
        </p:txBody>
      </p:sp>
      <p:sp>
        <p:nvSpPr>
          <p:cNvPr id="2532" name="Google Shape;2532;p169"/>
          <p:cNvSpPr txBox="1"/>
          <p:nvPr/>
        </p:nvSpPr>
        <p:spPr>
          <a:xfrm flipH="1">
            <a:off x="845625" y="3692075"/>
            <a:ext cx="5184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64</a:t>
            </a:r>
            <a:endParaRPr sz="2000">
              <a:latin typeface="Kalam"/>
              <a:ea typeface="Kalam"/>
              <a:cs typeface="Kalam"/>
              <a:sym typeface="Kalam"/>
            </a:endParaRPr>
          </a:p>
        </p:txBody>
      </p:sp>
      <p:sp>
        <p:nvSpPr>
          <p:cNvPr id="2533" name="Google Shape;2533;p169"/>
          <p:cNvSpPr txBox="1"/>
          <p:nvPr/>
        </p:nvSpPr>
        <p:spPr>
          <a:xfrm flipH="1">
            <a:off x="2243913" y="3692075"/>
            <a:ext cx="5184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225</a:t>
            </a:r>
            <a:endParaRPr sz="2000">
              <a:latin typeface="Kalam"/>
              <a:ea typeface="Kalam"/>
              <a:cs typeface="Kalam"/>
              <a:sym typeface="Kalam"/>
            </a:endParaRPr>
          </a:p>
        </p:txBody>
      </p:sp>
      <p:sp>
        <p:nvSpPr>
          <p:cNvPr id="2534" name="Google Shape;2534;p169"/>
          <p:cNvSpPr txBox="1"/>
          <p:nvPr/>
        </p:nvSpPr>
        <p:spPr>
          <a:xfrm flipH="1">
            <a:off x="3642213" y="3692075"/>
            <a:ext cx="5184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289</a:t>
            </a:r>
            <a:endParaRPr sz="2000">
              <a:latin typeface="Kalam"/>
              <a:ea typeface="Kalam"/>
              <a:cs typeface="Kalam"/>
              <a:sym typeface="Kalam"/>
            </a:endParaRPr>
          </a:p>
        </p:txBody>
      </p:sp>
      <p:sp>
        <p:nvSpPr>
          <p:cNvPr id="2535" name="Google Shape;2535;p169"/>
          <p:cNvSpPr txBox="1"/>
          <p:nvPr/>
        </p:nvSpPr>
        <p:spPr>
          <a:xfrm flipH="1">
            <a:off x="892819" y="1661073"/>
            <a:ext cx="47277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Square C has an area of 289 units²</a:t>
            </a:r>
            <a:endParaRPr sz="2000">
              <a:latin typeface="Kalam"/>
              <a:ea typeface="Kalam"/>
              <a:cs typeface="Kalam"/>
              <a:sym typeface="Kalam"/>
            </a:endParaRPr>
          </a:p>
        </p:txBody>
      </p:sp>
      <p:sp>
        <p:nvSpPr>
          <p:cNvPr id="2536" name="Google Shape;2536;p169"/>
          <p:cNvSpPr txBox="1"/>
          <p:nvPr/>
        </p:nvSpPr>
        <p:spPr>
          <a:xfrm flipH="1">
            <a:off x="1535760" y="898950"/>
            <a:ext cx="3036300" cy="4875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lang="en-GB" sz="2000">
                <a:latin typeface="Kalam"/>
                <a:ea typeface="Kalam"/>
                <a:cs typeface="Kalam"/>
                <a:sym typeface="Kalam"/>
              </a:rPr>
              <a:t>15² is the area of square B</a:t>
            </a:r>
            <a:endParaRPr sz="2000">
              <a:latin typeface="Kalam"/>
              <a:ea typeface="Kalam"/>
              <a:cs typeface="Kalam"/>
              <a:sym typeface="Kalam"/>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0" name="Shape 2540"/>
        <p:cNvGrpSpPr/>
        <p:nvPr/>
      </p:nvGrpSpPr>
      <p:grpSpPr>
        <a:xfrm>
          <a:off x="0" y="0"/>
          <a:ext cx="0" cy="0"/>
          <a:chOff x="0" y="0"/>
          <a:chExt cx="0" cy="0"/>
        </a:xfrm>
      </p:grpSpPr>
      <p:sp>
        <p:nvSpPr>
          <p:cNvPr id="2541" name="Google Shape;2541;p170"/>
          <p:cNvSpPr txBox="1"/>
          <p:nvPr/>
        </p:nvSpPr>
        <p:spPr>
          <a:xfrm flipH="1">
            <a:off x="324300" y="685625"/>
            <a:ext cx="8495700" cy="323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Three squares can be joined together at their vertices to create a triangle.</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     If three congruent squares are joined together, the triangle is equilateral.</a:t>
            </a:r>
            <a:endParaRPr sz="1800">
              <a:latin typeface="Lexend"/>
              <a:ea typeface="Lexend"/>
              <a:cs typeface="Lexend"/>
              <a:sym typeface="Lexend"/>
            </a:endParaRPr>
          </a:p>
          <a:p>
            <a:pPr indent="0" lvl="0" marL="0" marR="0" rtl="0" algn="l">
              <a:lnSpc>
                <a:spcPct val="100000"/>
              </a:lnSpc>
              <a:spcBef>
                <a:spcPts val="0"/>
              </a:spcBef>
              <a:spcAft>
                <a:spcPts val="0"/>
              </a:spcAft>
              <a:buClr>
                <a:srgbClr val="000000"/>
              </a:buClr>
              <a:buSzPts val="1800"/>
              <a:buFont typeface="Arial"/>
              <a:buNone/>
            </a:pPr>
            <a:r>
              <a:rPr lang="en-GB" sz="1800">
                <a:latin typeface="Lexend"/>
                <a:ea typeface="Lexend"/>
                <a:cs typeface="Lexend"/>
                <a:sym typeface="Lexend"/>
              </a:rPr>
              <a:t>     </a:t>
            </a:r>
            <a:r>
              <a:rPr lang="en-GB" sz="1800">
                <a:solidFill>
                  <a:schemeClr val="dk1"/>
                </a:solidFill>
                <a:latin typeface="Lexend"/>
                <a:ea typeface="Lexend"/>
                <a:cs typeface="Lexend"/>
                <a:sym typeface="Lexend"/>
              </a:rPr>
              <a:t>If two congruent squares are joined together, the triangle is isosceles.</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     If all squares have different areas, the triangle is scalene.</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The largest angle of the triangle can either be acute, right, or obtuse, depending on whether the sum of the areas of the two smaller squares is greater than, equal to, or less than the area of the largest square, respectively.</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rPr lang="en-GB" sz="1800">
                <a:solidFill>
                  <a:schemeClr val="dk1"/>
                </a:solidFill>
                <a:latin typeface="Lexend"/>
                <a:ea typeface="Lexend"/>
                <a:cs typeface="Lexend"/>
                <a:sym typeface="Lexend"/>
              </a:rPr>
              <a:t>When the sum of the areas of the two smaller squares is equal to the area of the largest square, the triangle is always a right-angled triangle. This is a visual demonstration of </a:t>
            </a:r>
            <a:r>
              <a:rPr b="1" lang="en-GB" sz="1800">
                <a:solidFill>
                  <a:schemeClr val="dk1"/>
                </a:solidFill>
                <a:latin typeface="Lexend"/>
                <a:ea typeface="Lexend"/>
                <a:cs typeface="Lexend"/>
                <a:sym typeface="Lexend"/>
              </a:rPr>
              <a:t>Pythagoras’ theorem</a:t>
            </a:r>
            <a:r>
              <a:rPr lang="en-GB" sz="1800">
                <a:solidFill>
                  <a:schemeClr val="dk1"/>
                </a:solidFill>
                <a:latin typeface="Lexend"/>
                <a:ea typeface="Lexend"/>
                <a:cs typeface="Lexend"/>
                <a:sym typeface="Lexend"/>
              </a:rPr>
              <a:t>.</a:t>
            </a:r>
            <a:endParaRPr sz="1800">
              <a:solidFill>
                <a:schemeClr val="dk1"/>
              </a:solidFill>
              <a:latin typeface="Lexend"/>
              <a:ea typeface="Lexend"/>
              <a:cs typeface="Lexend"/>
              <a:sym typeface="Lexend"/>
            </a:endParaRPr>
          </a:p>
          <a:p>
            <a:pPr indent="0" lvl="0" marL="0" rtl="0" algn="l">
              <a:spcBef>
                <a:spcPts val="0"/>
              </a:spcBef>
              <a:spcAft>
                <a:spcPts val="0"/>
              </a:spcAft>
              <a:buClr>
                <a:schemeClr val="dk1"/>
              </a:buClr>
              <a:buSzPts val="1800"/>
              <a:buFont typeface="Arial"/>
              <a:buNone/>
            </a:pPr>
            <a:r>
              <a:t/>
            </a:r>
            <a:endParaRPr sz="1800">
              <a:solidFill>
                <a:schemeClr val="dk1"/>
              </a:solidFill>
              <a:latin typeface="Lexend"/>
              <a:ea typeface="Lexend"/>
              <a:cs typeface="Lexend"/>
              <a:sym typeface="Lexend"/>
            </a:endParaRPr>
          </a:p>
        </p:txBody>
      </p:sp>
      <p:sp>
        <p:nvSpPr>
          <p:cNvPr id="2542" name="Google Shape;2542;p170"/>
          <p:cNvSpPr txBox="1"/>
          <p:nvPr>
            <p:ph type="title"/>
          </p:nvPr>
        </p:nvSpPr>
        <p:spPr>
          <a:xfrm>
            <a:off x="1684800" y="43825"/>
            <a:ext cx="64572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sz="1800"/>
              <a:t>Further demonstrating of Pythagoras' theorem</a:t>
            </a:r>
            <a:endParaRPr sz="1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6" name="Shape 2546"/>
        <p:cNvGrpSpPr/>
        <p:nvPr/>
      </p:nvGrpSpPr>
      <p:grpSpPr>
        <a:xfrm>
          <a:off x="0" y="0"/>
          <a:ext cx="0" cy="0"/>
          <a:chOff x="0" y="0"/>
          <a:chExt cx="0" cy="0"/>
        </a:xfrm>
      </p:grpSpPr>
      <p:sp>
        <p:nvSpPr>
          <p:cNvPr id="2547" name="Google Shape;2547;p171"/>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2025.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548" name="Google Shape;2548;p171"/>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ak theme -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