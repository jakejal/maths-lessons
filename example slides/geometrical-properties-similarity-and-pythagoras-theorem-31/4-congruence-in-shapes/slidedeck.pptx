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add98b9c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add98b9c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0d1b0a17d_0_1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0d1b0a17d_0_1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add98b9c09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add98b9c09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b0d1b0a17d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b0d1b0a17d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b0d1b0a17d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b0d1b0a17d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b0d1b0a17d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b0d1b0a17d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b0d1b0a17d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b0d1b0a17d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b0d1b0a17d_0_1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b0d1b0a17d_0_1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2b0d1b0a17d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2b0d1b0a17d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2b06091492f_0_1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2b06091492f_0_1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b0d1b0a17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2b0d1b0a17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b06091492f_0_1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2b06091492f_0_1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2b06091492f_0_1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2b06091492f_0_1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b06091492f_0_1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b06091492f_0_1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b06091492f_0_1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b06091492f_0_1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b06091492f_0_1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b06091492f_0_1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b06091492f_0_1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b06091492f_0_1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2b06091492f_0_1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2b06091492f_0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b06091492f_0_2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b06091492f_0_2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2b0d1b0a17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2b0d1b0a17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2b0d1b0a17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2b0d1b0a17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2b0d1b0a17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2b0d1b0a17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2b0d1b0a17d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b0d1b0a17d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2b0d1b0a17d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2b0d1b0a17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1ef42cd74ba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1ef42cd74b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2b0d1b0a17d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8" name="Google Shape;1768;g2b0d1b0a17d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2b0d1b0a17d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2b0d1b0a17d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2b0d1b0a17d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2b0d1b0a17d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2add98b9c09_0_1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2add98b9c09_0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2afd6b14a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4" name="Google Shape;2044;g2afd6b14a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2afd6b14a64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0" name="Google Shape;2070;g2afd6b14a64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2afd6b14a64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2afd6b14a64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g2afd6b14a64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4" name="Google Shape;2104;g2afd6b14a64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g2afd6b14a64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0" name="Google Shape;2140;g2afd6b14a64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g2afd6b14a64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5" name="Google Shape;2185;g2afd6b14a64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2afd6b14a64_2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5" name="Google Shape;2235;g2afd6b14a64_2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g2b0d1b0a17d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0" name="Google Shape;2270;g2b0d1b0a17d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g2b0d1b0a17d_0_2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6" name="Google Shape;2276;g2b0d1b0a17d_0_2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2b0d1b0a17d_0_2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2b0d1b0a17d_0_2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2b0d1b0a17d_0_2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1" name="Google Shape;2321;g2b0d1b0a17d_0_2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8" name="Shape 2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9" name="Google Shape;234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0" name="Google Shape;235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4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35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6" name="Google Shape;235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4.png"/><Relationship Id="rId4" Type="http://schemas.openxmlformats.org/officeDocument/2006/relationships/image" Target="../media/image64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1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4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4.png"/><Relationship Id="rId4" Type="http://schemas.openxmlformats.org/officeDocument/2006/relationships/image" Target="../media/image30.png"/><Relationship Id="rId11" Type="http://schemas.openxmlformats.org/officeDocument/2006/relationships/image" Target="../media/image12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0.png"/><Relationship Id="rId4" Type="http://schemas.openxmlformats.org/officeDocument/2006/relationships/image" Target="../media/image62.png"/><Relationship Id="rId5" Type="http://schemas.openxmlformats.org/officeDocument/2006/relationships/image" Target="../media/image54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0.png"/><Relationship Id="rId4" Type="http://schemas.openxmlformats.org/officeDocument/2006/relationships/image" Target="../media/image62.png"/><Relationship Id="rId5" Type="http://schemas.openxmlformats.org/officeDocument/2006/relationships/image" Target="../media/image5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2.png"/><Relationship Id="rId4" Type="http://schemas.openxmlformats.org/officeDocument/2006/relationships/image" Target="../media/image54.png"/><Relationship Id="rId5" Type="http://schemas.openxmlformats.org/officeDocument/2006/relationships/image" Target="../media/image6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4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0.png"/><Relationship Id="rId4" Type="http://schemas.openxmlformats.org/officeDocument/2006/relationships/image" Target="../media/image54.png"/><Relationship Id="rId5" Type="http://schemas.openxmlformats.org/officeDocument/2006/relationships/image" Target="../media/image6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9.png"/><Relationship Id="rId4" Type="http://schemas.openxmlformats.org/officeDocument/2006/relationships/image" Target="../media/image54.png"/><Relationship Id="rId5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Congruence in shapes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Geometrical properties and Pythagoras’ theorem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that for congruent shapes both side lengths and angle sizes are preserved.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048850"/>
            <a:ext cx="8496000" cy="609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If one shape can fit exactly on top of another using rotation, reflection or translation, then the shapes are congruent. </a:t>
            </a:r>
            <a:endParaRPr sz="2000"/>
          </a:p>
        </p:txBody>
      </p:sp>
      <p:sp>
        <p:nvSpPr>
          <p:cNvPr id="771" name="Google Shape;771;p66"/>
          <p:cNvSpPr txBox="1"/>
          <p:nvPr/>
        </p:nvSpPr>
        <p:spPr>
          <a:xfrm>
            <a:off x="324000" y="1963250"/>
            <a:ext cx="84960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Co-interior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angles are on the same side of the transversal line and in between the two other lines. </a:t>
            </a:r>
            <a:endParaRPr sz="2000">
              <a:solidFill>
                <a:schemeClr val="dk1"/>
              </a:solidFill>
              <a:highlight>
                <a:srgbClr val="00FF00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co-interior angles " id="772" name="Google Shape;77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9675" y="2747125"/>
            <a:ext cx="2402925" cy="171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778" name="Google Shape;778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congruent shapes</a:t>
            </a:r>
            <a:endParaRPr/>
          </a:p>
        </p:txBody>
      </p:sp>
      <p:sp>
        <p:nvSpPr>
          <p:cNvPr id="779" name="Google Shape;779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Congruence in shapes</a:t>
            </a:r>
            <a:endParaRPr/>
          </a:p>
        </p:txBody>
      </p:sp>
      <p:pic>
        <p:nvPicPr>
          <p:cNvPr id="780" name="Google Shape;7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786" name="Google Shape;786;p68"/>
          <p:cNvSpPr txBox="1"/>
          <p:nvPr/>
        </p:nvSpPr>
        <p:spPr>
          <a:xfrm>
            <a:off x="324000" y="759300"/>
            <a:ext cx="8496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Shapes which have the same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lengths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angles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7" name="Google Shape;787;p68"/>
          <p:cNvCxnSpPr/>
          <p:nvPr/>
        </p:nvCxnSpPr>
        <p:spPr>
          <a:xfrm rot="10800000">
            <a:off x="1918974" y="2639039"/>
            <a:ext cx="38400" cy="17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8" name="Google Shape;788;p68"/>
          <p:cNvCxnSpPr/>
          <p:nvPr/>
        </p:nvCxnSpPr>
        <p:spPr>
          <a:xfrm>
            <a:off x="2446656" y="2104777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9" name="Google Shape;789;p68"/>
          <p:cNvCxnSpPr/>
          <p:nvPr/>
        </p:nvCxnSpPr>
        <p:spPr>
          <a:xfrm>
            <a:off x="2550831" y="2104777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0" name="Google Shape;790;p68"/>
          <p:cNvCxnSpPr/>
          <p:nvPr/>
        </p:nvCxnSpPr>
        <p:spPr>
          <a:xfrm>
            <a:off x="2639984" y="3256550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1" name="Google Shape;791;p68"/>
          <p:cNvCxnSpPr/>
          <p:nvPr/>
        </p:nvCxnSpPr>
        <p:spPr>
          <a:xfrm>
            <a:off x="2744159" y="3256550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2" name="Google Shape;792;p68"/>
          <p:cNvCxnSpPr/>
          <p:nvPr/>
        </p:nvCxnSpPr>
        <p:spPr>
          <a:xfrm rot="10800000">
            <a:off x="3365269" y="2635832"/>
            <a:ext cx="38400" cy="17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3" name="Google Shape;793;p68"/>
          <p:cNvSpPr/>
          <p:nvPr/>
        </p:nvSpPr>
        <p:spPr>
          <a:xfrm>
            <a:off x="1637259" y="1963338"/>
            <a:ext cx="324000" cy="324000"/>
          </a:xfrm>
          <a:prstGeom prst="arc">
            <a:avLst>
              <a:gd fmla="val 21464275" name="adj1"/>
              <a:gd fmla="val 458294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8"/>
          <p:cNvSpPr/>
          <p:nvPr/>
        </p:nvSpPr>
        <p:spPr>
          <a:xfrm>
            <a:off x="3047253" y="1963338"/>
            <a:ext cx="324000" cy="324000"/>
          </a:xfrm>
          <a:prstGeom prst="arc">
            <a:avLst>
              <a:gd fmla="val 3986077" name="adj1"/>
              <a:gd fmla="val 1095891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8"/>
          <p:cNvSpPr/>
          <p:nvPr/>
        </p:nvSpPr>
        <p:spPr>
          <a:xfrm>
            <a:off x="3047253" y="1963338"/>
            <a:ext cx="324000" cy="324000"/>
          </a:xfrm>
          <a:prstGeom prst="arc">
            <a:avLst>
              <a:gd fmla="val 3986077" name="adj1"/>
              <a:gd fmla="val 1095891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8"/>
          <p:cNvSpPr/>
          <p:nvPr/>
        </p:nvSpPr>
        <p:spPr>
          <a:xfrm>
            <a:off x="1914954" y="3071050"/>
            <a:ext cx="324000" cy="324000"/>
          </a:xfrm>
          <a:prstGeom prst="arc">
            <a:avLst>
              <a:gd fmla="val 15495598" name="adj1"/>
              <a:gd fmla="val 144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/>
          <p:nvPr/>
        </p:nvSpPr>
        <p:spPr>
          <a:xfrm>
            <a:off x="3323923" y="3075320"/>
            <a:ext cx="324000" cy="324000"/>
          </a:xfrm>
          <a:prstGeom prst="arc">
            <a:avLst>
              <a:gd fmla="val 10641774" name="adj1"/>
              <a:gd fmla="val 16165567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8"/>
          <p:cNvSpPr/>
          <p:nvPr/>
        </p:nvSpPr>
        <p:spPr>
          <a:xfrm flipH="1">
            <a:off x="1786958" y="2106884"/>
            <a:ext cx="1733700" cy="1151400"/>
          </a:xfrm>
          <a:prstGeom prst="parallelogram">
            <a:avLst>
              <a:gd fmla="val 25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8"/>
          <p:cNvSpPr txBox="1"/>
          <p:nvPr>
            <p:ph idx="1" type="body"/>
          </p:nvPr>
        </p:nvSpPr>
        <p:spPr>
          <a:xfrm>
            <a:off x="1930358" y="2224797"/>
            <a:ext cx="3615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70°</a:t>
            </a:r>
            <a:endParaRPr sz="1600"/>
          </a:p>
        </p:txBody>
      </p:sp>
      <p:sp>
        <p:nvSpPr>
          <p:cNvPr id="800" name="Google Shape;800;p68"/>
          <p:cNvSpPr txBox="1"/>
          <p:nvPr>
            <p:ph idx="1" type="body"/>
          </p:nvPr>
        </p:nvSpPr>
        <p:spPr>
          <a:xfrm>
            <a:off x="2224101" y="2929796"/>
            <a:ext cx="4467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110°</a:t>
            </a:r>
            <a:endParaRPr sz="1600"/>
          </a:p>
        </p:txBody>
      </p:sp>
      <p:sp>
        <p:nvSpPr>
          <p:cNvPr id="801" name="Google Shape;801;p68"/>
          <p:cNvSpPr txBox="1"/>
          <p:nvPr>
            <p:ph idx="1" type="body"/>
          </p:nvPr>
        </p:nvSpPr>
        <p:spPr>
          <a:xfrm>
            <a:off x="2762065" y="2224806"/>
            <a:ext cx="4467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110°</a:t>
            </a:r>
            <a:endParaRPr sz="1600"/>
          </a:p>
        </p:txBody>
      </p:sp>
      <p:sp>
        <p:nvSpPr>
          <p:cNvPr id="802" name="Google Shape;802;p68"/>
          <p:cNvSpPr txBox="1"/>
          <p:nvPr>
            <p:ph idx="1" type="body"/>
          </p:nvPr>
        </p:nvSpPr>
        <p:spPr>
          <a:xfrm>
            <a:off x="3105353" y="2929798"/>
            <a:ext cx="3615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70°</a:t>
            </a:r>
            <a:endParaRPr sz="1600"/>
          </a:p>
        </p:txBody>
      </p:sp>
      <p:cxnSp>
        <p:nvCxnSpPr>
          <p:cNvPr id="803" name="Google Shape;803;p68"/>
          <p:cNvCxnSpPr/>
          <p:nvPr/>
        </p:nvCxnSpPr>
        <p:spPr>
          <a:xfrm>
            <a:off x="1782336" y="1983524"/>
            <a:ext cx="144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04" name="Google Shape;804;p68"/>
          <p:cNvCxnSpPr/>
          <p:nvPr/>
        </p:nvCxnSpPr>
        <p:spPr>
          <a:xfrm>
            <a:off x="2110242" y="3393526"/>
            <a:ext cx="144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05" name="Google Shape;805;p68"/>
          <p:cNvCxnSpPr/>
          <p:nvPr/>
        </p:nvCxnSpPr>
        <p:spPr>
          <a:xfrm>
            <a:off x="3373131" y="2106884"/>
            <a:ext cx="312600" cy="1151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06" name="Google Shape;806;p68"/>
          <p:cNvCxnSpPr/>
          <p:nvPr/>
        </p:nvCxnSpPr>
        <p:spPr>
          <a:xfrm>
            <a:off x="1593560" y="2106884"/>
            <a:ext cx="312600" cy="1151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7" name="Google Shape;807;p68"/>
          <p:cNvSpPr txBox="1"/>
          <p:nvPr>
            <p:ph idx="1" type="body"/>
          </p:nvPr>
        </p:nvSpPr>
        <p:spPr>
          <a:xfrm>
            <a:off x="2196854" y="1752227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 mm</a:t>
            </a:r>
            <a:endParaRPr sz="1600"/>
          </a:p>
        </p:txBody>
      </p:sp>
      <p:sp>
        <p:nvSpPr>
          <p:cNvPr id="808" name="Google Shape;808;p68"/>
          <p:cNvSpPr txBox="1"/>
          <p:nvPr>
            <p:ph idx="1" type="body"/>
          </p:nvPr>
        </p:nvSpPr>
        <p:spPr>
          <a:xfrm>
            <a:off x="2517873" y="3416868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 mm</a:t>
            </a:r>
            <a:endParaRPr sz="1600"/>
          </a:p>
        </p:txBody>
      </p:sp>
      <p:sp>
        <p:nvSpPr>
          <p:cNvPr id="809" name="Google Shape;809;p68"/>
          <p:cNvSpPr txBox="1"/>
          <p:nvPr>
            <p:ph idx="1" type="body"/>
          </p:nvPr>
        </p:nvSpPr>
        <p:spPr>
          <a:xfrm>
            <a:off x="1062091" y="2623658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 mm</a:t>
            </a:r>
            <a:endParaRPr sz="1600"/>
          </a:p>
        </p:txBody>
      </p:sp>
      <p:sp>
        <p:nvSpPr>
          <p:cNvPr id="810" name="Google Shape;810;p68"/>
          <p:cNvSpPr txBox="1"/>
          <p:nvPr>
            <p:ph idx="1" type="body"/>
          </p:nvPr>
        </p:nvSpPr>
        <p:spPr>
          <a:xfrm>
            <a:off x="3617040" y="2594367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 mm</a:t>
            </a:r>
            <a:endParaRPr sz="1600"/>
          </a:p>
        </p:txBody>
      </p:sp>
      <p:cxnSp>
        <p:nvCxnSpPr>
          <p:cNvPr id="811" name="Google Shape;811;p68"/>
          <p:cNvCxnSpPr/>
          <p:nvPr/>
        </p:nvCxnSpPr>
        <p:spPr>
          <a:xfrm rot="10800000">
            <a:off x="5453164" y="2709558"/>
            <a:ext cx="44100" cy="19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2" name="Google Shape;812;p68"/>
          <p:cNvCxnSpPr/>
          <p:nvPr/>
        </p:nvCxnSpPr>
        <p:spPr>
          <a:xfrm>
            <a:off x="6060853" y="2094319"/>
            <a:ext cx="180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3" name="Google Shape;813;p68"/>
          <p:cNvCxnSpPr/>
          <p:nvPr/>
        </p:nvCxnSpPr>
        <p:spPr>
          <a:xfrm>
            <a:off x="6180849" y="2094319"/>
            <a:ext cx="180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4" name="Google Shape;814;p68"/>
          <p:cNvCxnSpPr/>
          <p:nvPr/>
        </p:nvCxnSpPr>
        <p:spPr>
          <a:xfrm>
            <a:off x="6283542" y="3421005"/>
            <a:ext cx="180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5" name="Google Shape;815;p68"/>
          <p:cNvCxnSpPr/>
          <p:nvPr/>
        </p:nvCxnSpPr>
        <p:spPr>
          <a:xfrm>
            <a:off x="6403538" y="3421005"/>
            <a:ext cx="180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6" name="Google Shape;816;p68"/>
          <p:cNvCxnSpPr/>
          <p:nvPr/>
        </p:nvCxnSpPr>
        <p:spPr>
          <a:xfrm rot="10800000">
            <a:off x="7119109" y="2705864"/>
            <a:ext cx="44100" cy="19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7" name="Google Shape;817;p68"/>
          <p:cNvSpPr/>
          <p:nvPr/>
        </p:nvSpPr>
        <p:spPr>
          <a:xfrm>
            <a:off x="5128533" y="1931400"/>
            <a:ext cx="373200" cy="373200"/>
          </a:xfrm>
          <a:prstGeom prst="arc">
            <a:avLst>
              <a:gd fmla="val 21464275" name="adj1"/>
              <a:gd fmla="val 458294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68"/>
          <p:cNvSpPr/>
          <p:nvPr/>
        </p:nvSpPr>
        <p:spPr>
          <a:xfrm>
            <a:off x="6752663" y="1931400"/>
            <a:ext cx="373200" cy="373200"/>
          </a:xfrm>
          <a:prstGeom prst="arc">
            <a:avLst>
              <a:gd fmla="val 3986077" name="adj1"/>
              <a:gd fmla="val 1095891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8"/>
          <p:cNvSpPr/>
          <p:nvPr/>
        </p:nvSpPr>
        <p:spPr>
          <a:xfrm>
            <a:off x="6752663" y="1931400"/>
            <a:ext cx="373200" cy="373200"/>
          </a:xfrm>
          <a:prstGeom prst="arc">
            <a:avLst>
              <a:gd fmla="val 3986077" name="adj1"/>
              <a:gd fmla="val 1095891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68"/>
          <p:cNvSpPr/>
          <p:nvPr/>
        </p:nvSpPr>
        <p:spPr>
          <a:xfrm>
            <a:off x="5448401" y="3207334"/>
            <a:ext cx="373200" cy="373200"/>
          </a:xfrm>
          <a:prstGeom prst="arc">
            <a:avLst>
              <a:gd fmla="val 15495598" name="adj1"/>
              <a:gd fmla="val 144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8"/>
          <p:cNvSpPr/>
          <p:nvPr/>
        </p:nvSpPr>
        <p:spPr>
          <a:xfrm>
            <a:off x="7071351" y="3212252"/>
            <a:ext cx="373200" cy="373200"/>
          </a:xfrm>
          <a:prstGeom prst="arc">
            <a:avLst>
              <a:gd fmla="val 10641774" name="adj1"/>
              <a:gd fmla="val 16165567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68"/>
          <p:cNvSpPr/>
          <p:nvPr/>
        </p:nvSpPr>
        <p:spPr>
          <a:xfrm flipH="1">
            <a:off x="5300865" y="2096745"/>
            <a:ext cx="1997100" cy="1326000"/>
          </a:xfrm>
          <a:prstGeom prst="parallelogram">
            <a:avLst>
              <a:gd fmla="val 25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8"/>
          <p:cNvSpPr txBox="1"/>
          <p:nvPr>
            <p:ph idx="1" type="body"/>
          </p:nvPr>
        </p:nvSpPr>
        <p:spPr>
          <a:xfrm>
            <a:off x="5466145" y="2232566"/>
            <a:ext cx="4164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70°</a:t>
            </a:r>
            <a:endParaRPr sz="1600"/>
          </a:p>
        </p:txBody>
      </p:sp>
      <p:sp>
        <p:nvSpPr>
          <p:cNvPr id="824" name="Google Shape;824;p68"/>
          <p:cNvSpPr txBox="1"/>
          <p:nvPr>
            <p:ph idx="1" type="body"/>
          </p:nvPr>
        </p:nvSpPr>
        <p:spPr>
          <a:xfrm>
            <a:off x="5804499" y="3044628"/>
            <a:ext cx="5145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110°</a:t>
            </a:r>
            <a:endParaRPr sz="1600"/>
          </a:p>
        </p:txBody>
      </p:sp>
      <p:sp>
        <p:nvSpPr>
          <p:cNvPr id="825" name="Google Shape;825;p68"/>
          <p:cNvSpPr txBox="1"/>
          <p:nvPr>
            <p:ph idx="1" type="body"/>
          </p:nvPr>
        </p:nvSpPr>
        <p:spPr>
          <a:xfrm>
            <a:off x="6424163" y="2232575"/>
            <a:ext cx="5145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110°</a:t>
            </a:r>
            <a:endParaRPr sz="1600"/>
          </a:p>
        </p:txBody>
      </p:sp>
      <p:sp>
        <p:nvSpPr>
          <p:cNvPr id="826" name="Google Shape;826;p68"/>
          <p:cNvSpPr txBox="1"/>
          <p:nvPr>
            <p:ph idx="1" type="body"/>
          </p:nvPr>
        </p:nvSpPr>
        <p:spPr>
          <a:xfrm>
            <a:off x="6819587" y="3044631"/>
            <a:ext cx="4164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70°</a:t>
            </a:r>
            <a:endParaRPr sz="1600"/>
          </a:p>
        </p:txBody>
      </p:sp>
      <p:cxnSp>
        <p:nvCxnSpPr>
          <p:cNvPr id="827" name="Google Shape;827;p68"/>
          <p:cNvCxnSpPr/>
          <p:nvPr/>
        </p:nvCxnSpPr>
        <p:spPr>
          <a:xfrm>
            <a:off x="5295643" y="1954652"/>
            <a:ext cx="165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28" name="Google Shape;828;p68"/>
          <p:cNvCxnSpPr/>
          <p:nvPr/>
        </p:nvCxnSpPr>
        <p:spPr>
          <a:xfrm>
            <a:off x="5673348" y="3578782"/>
            <a:ext cx="165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29" name="Google Shape;829;p68"/>
          <p:cNvCxnSpPr/>
          <p:nvPr/>
        </p:nvCxnSpPr>
        <p:spPr>
          <a:xfrm>
            <a:off x="7128033" y="2096745"/>
            <a:ext cx="360000" cy="132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0" name="Google Shape;830;p68"/>
          <p:cNvCxnSpPr/>
          <p:nvPr/>
        </p:nvCxnSpPr>
        <p:spPr>
          <a:xfrm>
            <a:off x="5078198" y="2096745"/>
            <a:ext cx="360000" cy="132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1" name="Google Shape;831;p68"/>
          <p:cNvSpPr txBox="1"/>
          <p:nvPr>
            <p:ph idx="1" type="body"/>
          </p:nvPr>
        </p:nvSpPr>
        <p:spPr>
          <a:xfrm>
            <a:off x="5872197" y="1710850"/>
            <a:ext cx="783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88 mm</a:t>
            </a:r>
            <a:endParaRPr sz="1600"/>
          </a:p>
        </p:txBody>
      </p:sp>
      <p:sp>
        <p:nvSpPr>
          <p:cNvPr id="832" name="Google Shape;832;p68"/>
          <p:cNvSpPr txBox="1"/>
          <p:nvPr>
            <p:ph idx="1" type="body"/>
          </p:nvPr>
        </p:nvSpPr>
        <p:spPr>
          <a:xfrm>
            <a:off x="6142886" y="3605669"/>
            <a:ext cx="783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88 mm</a:t>
            </a:r>
            <a:endParaRPr sz="1600"/>
          </a:p>
        </p:txBody>
      </p:sp>
      <p:sp>
        <p:nvSpPr>
          <p:cNvPr id="833" name="Google Shape;833;p68"/>
          <p:cNvSpPr txBox="1"/>
          <p:nvPr>
            <p:ph idx="1" type="body"/>
          </p:nvPr>
        </p:nvSpPr>
        <p:spPr>
          <a:xfrm>
            <a:off x="4587719" y="2725932"/>
            <a:ext cx="783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77 mm</a:t>
            </a:r>
            <a:endParaRPr sz="1600"/>
          </a:p>
        </p:txBody>
      </p:sp>
      <p:sp>
        <p:nvSpPr>
          <p:cNvPr id="834" name="Google Shape;834;p68"/>
          <p:cNvSpPr txBox="1"/>
          <p:nvPr>
            <p:ph idx="1" type="body"/>
          </p:nvPr>
        </p:nvSpPr>
        <p:spPr>
          <a:xfrm>
            <a:off x="7408984" y="2658260"/>
            <a:ext cx="783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77 mm</a:t>
            </a:r>
            <a:endParaRPr sz="1600"/>
          </a:p>
        </p:txBody>
      </p:sp>
      <p:sp>
        <p:nvSpPr>
          <p:cNvPr id="835" name="Google Shape;835;p68"/>
          <p:cNvSpPr txBox="1"/>
          <p:nvPr/>
        </p:nvSpPr>
        <p:spPr>
          <a:xfrm>
            <a:off x="327175" y="4079000"/>
            <a:ext cx="84960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These shapes have the same angles but they are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incongruent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because the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lengths are different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8"/>
          <p:cNvSpPr txBox="1"/>
          <p:nvPr/>
        </p:nvSpPr>
        <p:spPr>
          <a:xfrm>
            <a:off x="324000" y="1140300"/>
            <a:ext cx="8496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hapes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are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not congruent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, they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are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incongruent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9"/>
          <p:cNvSpPr/>
          <p:nvPr/>
        </p:nvSpPr>
        <p:spPr>
          <a:xfrm flipH="1">
            <a:off x="5409675" y="2160000"/>
            <a:ext cx="1778400" cy="1098300"/>
          </a:xfrm>
          <a:prstGeom prst="parallelogram">
            <a:avLst>
              <a:gd fmla="val 29009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843" name="Google Shape;843;p69"/>
          <p:cNvSpPr txBox="1"/>
          <p:nvPr/>
        </p:nvSpPr>
        <p:spPr>
          <a:xfrm>
            <a:off x="324000" y="759300"/>
            <a:ext cx="8496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Shapes which have the same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lengths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angles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4" name="Google Shape;844;p69"/>
          <p:cNvCxnSpPr/>
          <p:nvPr/>
        </p:nvCxnSpPr>
        <p:spPr>
          <a:xfrm rot="10800000">
            <a:off x="1918974" y="2639039"/>
            <a:ext cx="38400" cy="17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5" name="Google Shape;845;p69"/>
          <p:cNvCxnSpPr/>
          <p:nvPr/>
        </p:nvCxnSpPr>
        <p:spPr>
          <a:xfrm>
            <a:off x="2446656" y="2104777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6" name="Google Shape;846;p69"/>
          <p:cNvCxnSpPr/>
          <p:nvPr/>
        </p:nvCxnSpPr>
        <p:spPr>
          <a:xfrm>
            <a:off x="2550831" y="2104777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" name="Google Shape;847;p69"/>
          <p:cNvCxnSpPr/>
          <p:nvPr/>
        </p:nvCxnSpPr>
        <p:spPr>
          <a:xfrm>
            <a:off x="2639984" y="3256550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8" name="Google Shape;848;p69"/>
          <p:cNvCxnSpPr/>
          <p:nvPr/>
        </p:nvCxnSpPr>
        <p:spPr>
          <a:xfrm>
            <a:off x="2744159" y="3256550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9" name="Google Shape;849;p69"/>
          <p:cNvCxnSpPr/>
          <p:nvPr/>
        </p:nvCxnSpPr>
        <p:spPr>
          <a:xfrm rot="10800000">
            <a:off x="3365269" y="2635832"/>
            <a:ext cx="38400" cy="17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0" name="Google Shape;850;p69"/>
          <p:cNvSpPr/>
          <p:nvPr/>
        </p:nvSpPr>
        <p:spPr>
          <a:xfrm>
            <a:off x="1637259" y="1963338"/>
            <a:ext cx="324000" cy="324000"/>
          </a:xfrm>
          <a:prstGeom prst="arc">
            <a:avLst>
              <a:gd fmla="val 21464275" name="adj1"/>
              <a:gd fmla="val 458294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69"/>
          <p:cNvSpPr/>
          <p:nvPr/>
        </p:nvSpPr>
        <p:spPr>
          <a:xfrm>
            <a:off x="3047253" y="1963338"/>
            <a:ext cx="324000" cy="324000"/>
          </a:xfrm>
          <a:prstGeom prst="arc">
            <a:avLst>
              <a:gd fmla="val 3986077" name="adj1"/>
              <a:gd fmla="val 1095891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69"/>
          <p:cNvSpPr/>
          <p:nvPr/>
        </p:nvSpPr>
        <p:spPr>
          <a:xfrm>
            <a:off x="3047253" y="1963338"/>
            <a:ext cx="324000" cy="324000"/>
          </a:xfrm>
          <a:prstGeom prst="arc">
            <a:avLst>
              <a:gd fmla="val 3986077" name="adj1"/>
              <a:gd fmla="val 1095891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69"/>
          <p:cNvSpPr/>
          <p:nvPr/>
        </p:nvSpPr>
        <p:spPr>
          <a:xfrm>
            <a:off x="1914954" y="3071050"/>
            <a:ext cx="324000" cy="324000"/>
          </a:xfrm>
          <a:prstGeom prst="arc">
            <a:avLst>
              <a:gd fmla="val 15495598" name="adj1"/>
              <a:gd fmla="val 144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69"/>
          <p:cNvSpPr/>
          <p:nvPr/>
        </p:nvSpPr>
        <p:spPr>
          <a:xfrm>
            <a:off x="3323923" y="3075320"/>
            <a:ext cx="324000" cy="324000"/>
          </a:xfrm>
          <a:prstGeom prst="arc">
            <a:avLst>
              <a:gd fmla="val 10641774" name="adj1"/>
              <a:gd fmla="val 16165567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69"/>
          <p:cNvSpPr/>
          <p:nvPr/>
        </p:nvSpPr>
        <p:spPr>
          <a:xfrm flipH="1">
            <a:off x="1786958" y="2106884"/>
            <a:ext cx="1733700" cy="1151400"/>
          </a:xfrm>
          <a:prstGeom prst="parallelogram">
            <a:avLst>
              <a:gd fmla="val 25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69"/>
          <p:cNvSpPr txBox="1"/>
          <p:nvPr>
            <p:ph idx="1" type="body"/>
          </p:nvPr>
        </p:nvSpPr>
        <p:spPr>
          <a:xfrm>
            <a:off x="1930358" y="2224797"/>
            <a:ext cx="3615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70°</a:t>
            </a:r>
            <a:endParaRPr sz="1600"/>
          </a:p>
        </p:txBody>
      </p:sp>
      <p:sp>
        <p:nvSpPr>
          <p:cNvPr id="857" name="Google Shape;857;p69"/>
          <p:cNvSpPr txBox="1"/>
          <p:nvPr>
            <p:ph idx="1" type="body"/>
          </p:nvPr>
        </p:nvSpPr>
        <p:spPr>
          <a:xfrm>
            <a:off x="2224101" y="2929796"/>
            <a:ext cx="4467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110°</a:t>
            </a:r>
            <a:endParaRPr sz="1600"/>
          </a:p>
        </p:txBody>
      </p:sp>
      <p:sp>
        <p:nvSpPr>
          <p:cNvPr id="858" name="Google Shape;858;p69"/>
          <p:cNvSpPr txBox="1"/>
          <p:nvPr>
            <p:ph idx="1" type="body"/>
          </p:nvPr>
        </p:nvSpPr>
        <p:spPr>
          <a:xfrm>
            <a:off x="2762065" y="2224806"/>
            <a:ext cx="4467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110°</a:t>
            </a:r>
            <a:endParaRPr sz="1600"/>
          </a:p>
        </p:txBody>
      </p:sp>
      <p:sp>
        <p:nvSpPr>
          <p:cNvPr id="859" name="Google Shape;859;p69"/>
          <p:cNvSpPr txBox="1"/>
          <p:nvPr>
            <p:ph idx="1" type="body"/>
          </p:nvPr>
        </p:nvSpPr>
        <p:spPr>
          <a:xfrm>
            <a:off x="3105353" y="2929798"/>
            <a:ext cx="3615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70°</a:t>
            </a:r>
            <a:endParaRPr sz="1600"/>
          </a:p>
        </p:txBody>
      </p:sp>
      <p:cxnSp>
        <p:nvCxnSpPr>
          <p:cNvPr id="860" name="Google Shape;860;p69"/>
          <p:cNvCxnSpPr/>
          <p:nvPr/>
        </p:nvCxnSpPr>
        <p:spPr>
          <a:xfrm>
            <a:off x="1782336" y="1983524"/>
            <a:ext cx="144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1" name="Google Shape;861;p69"/>
          <p:cNvCxnSpPr/>
          <p:nvPr/>
        </p:nvCxnSpPr>
        <p:spPr>
          <a:xfrm>
            <a:off x="2110242" y="3393526"/>
            <a:ext cx="144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2" name="Google Shape;862;p69"/>
          <p:cNvCxnSpPr/>
          <p:nvPr/>
        </p:nvCxnSpPr>
        <p:spPr>
          <a:xfrm>
            <a:off x="3373131" y="2106884"/>
            <a:ext cx="312600" cy="1151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3" name="Google Shape;863;p69"/>
          <p:cNvCxnSpPr/>
          <p:nvPr/>
        </p:nvCxnSpPr>
        <p:spPr>
          <a:xfrm>
            <a:off x="1593560" y="2106884"/>
            <a:ext cx="312600" cy="1151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4" name="Google Shape;864;p69"/>
          <p:cNvSpPr txBox="1"/>
          <p:nvPr>
            <p:ph idx="1" type="body"/>
          </p:nvPr>
        </p:nvSpPr>
        <p:spPr>
          <a:xfrm>
            <a:off x="2196854" y="1752227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 mm</a:t>
            </a:r>
            <a:endParaRPr sz="1600"/>
          </a:p>
        </p:txBody>
      </p:sp>
      <p:sp>
        <p:nvSpPr>
          <p:cNvPr id="865" name="Google Shape;865;p69"/>
          <p:cNvSpPr txBox="1"/>
          <p:nvPr>
            <p:ph idx="1" type="body"/>
          </p:nvPr>
        </p:nvSpPr>
        <p:spPr>
          <a:xfrm>
            <a:off x="2517873" y="3416868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 mm</a:t>
            </a:r>
            <a:endParaRPr sz="1600"/>
          </a:p>
        </p:txBody>
      </p:sp>
      <p:sp>
        <p:nvSpPr>
          <p:cNvPr id="866" name="Google Shape;866;p69"/>
          <p:cNvSpPr txBox="1"/>
          <p:nvPr>
            <p:ph idx="1" type="body"/>
          </p:nvPr>
        </p:nvSpPr>
        <p:spPr>
          <a:xfrm>
            <a:off x="1062091" y="2623658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 mm</a:t>
            </a:r>
            <a:endParaRPr sz="1600"/>
          </a:p>
        </p:txBody>
      </p:sp>
      <p:sp>
        <p:nvSpPr>
          <p:cNvPr id="867" name="Google Shape;867;p69"/>
          <p:cNvSpPr txBox="1"/>
          <p:nvPr>
            <p:ph idx="1" type="body"/>
          </p:nvPr>
        </p:nvSpPr>
        <p:spPr>
          <a:xfrm>
            <a:off x="3617040" y="2594367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 mm</a:t>
            </a:r>
            <a:endParaRPr sz="1600"/>
          </a:p>
        </p:txBody>
      </p:sp>
      <p:sp>
        <p:nvSpPr>
          <p:cNvPr id="868" name="Google Shape;868;p69"/>
          <p:cNvSpPr txBox="1"/>
          <p:nvPr/>
        </p:nvSpPr>
        <p:spPr>
          <a:xfrm>
            <a:off x="327175" y="4079000"/>
            <a:ext cx="84960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These shapes have the same lengths but they are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incongruent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because the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angles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are different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69"/>
          <p:cNvSpPr txBox="1"/>
          <p:nvPr/>
        </p:nvSpPr>
        <p:spPr>
          <a:xfrm>
            <a:off x="324000" y="1140300"/>
            <a:ext cx="8496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shapes are not congruent, they are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incongruent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0" name="Google Shape;870;p69"/>
          <p:cNvCxnSpPr/>
          <p:nvPr/>
        </p:nvCxnSpPr>
        <p:spPr>
          <a:xfrm rot="10800000">
            <a:off x="5559936" y="2639039"/>
            <a:ext cx="38400" cy="17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1" name="Google Shape;871;p69"/>
          <p:cNvCxnSpPr/>
          <p:nvPr/>
        </p:nvCxnSpPr>
        <p:spPr>
          <a:xfrm>
            <a:off x="5990622" y="2164340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2" name="Google Shape;872;p69"/>
          <p:cNvCxnSpPr/>
          <p:nvPr/>
        </p:nvCxnSpPr>
        <p:spPr>
          <a:xfrm>
            <a:off x="6094796" y="2164340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3" name="Google Shape;873;p69"/>
          <p:cNvCxnSpPr/>
          <p:nvPr/>
        </p:nvCxnSpPr>
        <p:spPr>
          <a:xfrm>
            <a:off x="6297584" y="3256550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4" name="Google Shape;874;p69"/>
          <p:cNvCxnSpPr/>
          <p:nvPr/>
        </p:nvCxnSpPr>
        <p:spPr>
          <a:xfrm>
            <a:off x="6401759" y="3256550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5" name="Google Shape;875;p69"/>
          <p:cNvCxnSpPr/>
          <p:nvPr/>
        </p:nvCxnSpPr>
        <p:spPr>
          <a:xfrm rot="10800000">
            <a:off x="7006232" y="2635832"/>
            <a:ext cx="38400" cy="17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6" name="Google Shape;876;p69"/>
          <p:cNvSpPr/>
          <p:nvPr/>
        </p:nvSpPr>
        <p:spPr>
          <a:xfrm>
            <a:off x="5278221" y="2018741"/>
            <a:ext cx="324000" cy="324000"/>
          </a:xfrm>
          <a:prstGeom prst="arc">
            <a:avLst>
              <a:gd fmla="val 21464275" name="adj1"/>
              <a:gd fmla="val 458294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69"/>
          <p:cNvSpPr/>
          <p:nvPr/>
        </p:nvSpPr>
        <p:spPr>
          <a:xfrm>
            <a:off x="6688215" y="2018741"/>
            <a:ext cx="324000" cy="324000"/>
          </a:xfrm>
          <a:prstGeom prst="arc">
            <a:avLst>
              <a:gd fmla="val 3986077" name="adj1"/>
              <a:gd fmla="val 1095891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69"/>
          <p:cNvSpPr/>
          <p:nvPr/>
        </p:nvSpPr>
        <p:spPr>
          <a:xfrm>
            <a:off x="5572554" y="3071050"/>
            <a:ext cx="324000" cy="324000"/>
          </a:xfrm>
          <a:prstGeom prst="arc">
            <a:avLst>
              <a:gd fmla="val 15495598" name="adj1"/>
              <a:gd fmla="val 144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69"/>
          <p:cNvSpPr/>
          <p:nvPr/>
        </p:nvSpPr>
        <p:spPr>
          <a:xfrm>
            <a:off x="6981523" y="3075320"/>
            <a:ext cx="324000" cy="324000"/>
          </a:xfrm>
          <a:prstGeom prst="arc">
            <a:avLst>
              <a:gd fmla="val 10641774" name="adj1"/>
              <a:gd fmla="val 16165567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69"/>
          <p:cNvSpPr txBox="1"/>
          <p:nvPr>
            <p:ph idx="1" type="body"/>
          </p:nvPr>
        </p:nvSpPr>
        <p:spPr>
          <a:xfrm>
            <a:off x="5571321" y="2280200"/>
            <a:ext cx="3615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65</a:t>
            </a:r>
            <a:r>
              <a:rPr lang="en-GB" sz="1600"/>
              <a:t>°</a:t>
            </a:r>
            <a:endParaRPr sz="1600"/>
          </a:p>
        </p:txBody>
      </p:sp>
      <p:sp>
        <p:nvSpPr>
          <p:cNvPr id="881" name="Google Shape;881;p69"/>
          <p:cNvSpPr txBox="1"/>
          <p:nvPr>
            <p:ph idx="1" type="body"/>
          </p:nvPr>
        </p:nvSpPr>
        <p:spPr>
          <a:xfrm>
            <a:off x="5881701" y="2929796"/>
            <a:ext cx="4467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65</a:t>
            </a:r>
            <a:r>
              <a:rPr lang="en-GB" sz="1600"/>
              <a:t>°</a:t>
            </a:r>
            <a:endParaRPr sz="1600"/>
          </a:p>
        </p:txBody>
      </p:sp>
      <p:sp>
        <p:nvSpPr>
          <p:cNvPr id="882" name="Google Shape;882;p69"/>
          <p:cNvSpPr txBox="1"/>
          <p:nvPr>
            <p:ph idx="1" type="body"/>
          </p:nvPr>
        </p:nvSpPr>
        <p:spPr>
          <a:xfrm>
            <a:off x="6348989" y="2280203"/>
            <a:ext cx="5007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105</a:t>
            </a:r>
            <a:r>
              <a:rPr lang="en-GB" sz="1600"/>
              <a:t>°</a:t>
            </a:r>
            <a:endParaRPr sz="1600"/>
          </a:p>
        </p:txBody>
      </p:sp>
      <p:sp>
        <p:nvSpPr>
          <p:cNvPr id="883" name="Google Shape;883;p69"/>
          <p:cNvSpPr txBox="1"/>
          <p:nvPr>
            <p:ph idx="1" type="body"/>
          </p:nvPr>
        </p:nvSpPr>
        <p:spPr>
          <a:xfrm>
            <a:off x="6601050" y="2929800"/>
            <a:ext cx="5235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105</a:t>
            </a:r>
            <a:r>
              <a:rPr lang="en-GB" sz="1600"/>
              <a:t>°</a:t>
            </a:r>
            <a:endParaRPr sz="1600"/>
          </a:p>
        </p:txBody>
      </p:sp>
      <p:cxnSp>
        <p:nvCxnSpPr>
          <p:cNvPr id="884" name="Google Shape;884;p69"/>
          <p:cNvCxnSpPr/>
          <p:nvPr/>
        </p:nvCxnSpPr>
        <p:spPr>
          <a:xfrm>
            <a:off x="5427458" y="2059724"/>
            <a:ext cx="144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5" name="Google Shape;885;p69"/>
          <p:cNvCxnSpPr/>
          <p:nvPr/>
        </p:nvCxnSpPr>
        <p:spPr>
          <a:xfrm>
            <a:off x="5767842" y="3393526"/>
            <a:ext cx="144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6" name="Google Shape;886;p69"/>
          <p:cNvCxnSpPr/>
          <p:nvPr/>
        </p:nvCxnSpPr>
        <p:spPr>
          <a:xfrm>
            <a:off x="5257475" y="2204475"/>
            <a:ext cx="306300" cy="105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7" name="Google Shape;887;p69"/>
          <p:cNvSpPr txBox="1"/>
          <p:nvPr>
            <p:ph idx="1" type="body"/>
          </p:nvPr>
        </p:nvSpPr>
        <p:spPr>
          <a:xfrm>
            <a:off x="5841976" y="1828427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 mm</a:t>
            </a:r>
            <a:endParaRPr sz="1600"/>
          </a:p>
        </p:txBody>
      </p:sp>
      <p:sp>
        <p:nvSpPr>
          <p:cNvPr id="888" name="Google Shape;888;p69"/>
          <p:cNvSpPr txBox="1"/>
          <p:nvPr>
            <p:ph idx="1" type="body"/>
          </p:nvPr>
        </p:nvSpPr>
        <p:spPr>
          <a:xfrm>
            <a:off x="6175473" y="3416868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 mm</a:t>
            </a:r>
            <a:endParaRPr sz="1600"/>
          </a:p>
        </p:txBody>
      </p:sp>
      <p:sp>
        <p:nvSpPr>
          <p:cNvPr id="889" name="Google Shape;889;p69"/>
          <p:cNvSpPr txBox="1"/>
          <p:nvPr>
            <p:ph idx="1" type="body"/>
          </p:nvPr>
        </p:nvSpPr>
        <p:spPr>
          <a:xfrm>
            <a:off x="4719691" y="2623658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 mm</a:t>
            </a:r>
            <a:endParaRPr sz="1600"/>
          </a:p>
        </p:txBody>
      </p:sp>
      <p:sp>
        <p:nvSpPr>
          <p:cNvPr id="890" name="Google Shape;890;p69"/>
          <p:cNvSpPr txBox="1"/>
          <p:nvPr>
            <p:ph idx="1" type="body"/>
          </p:nvPr>
        </p:nvSpPr>
        <p:spPr>
          <a:xfrm>
            <a:off x="7274640" y="2594367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 mm</a:t>
            </a:r>
            <a:endParaRPr sz="1600"/>
          </a:p>
        </p:txBody>
      </p:sp>
      <p:cxnSp>
        <p:nvCxnSpPr>
          <p:cNvPr id="891" name="Google Shape;891;p69"/>
          <p:cNvCxnSpPr/>
          <p:nvPr/>
        </p:nvCxnSpPr>
        <p:spPr>
          <a:xfrm>
            <a:off x="7044681" y="2204475"/>
            <a:ext cx="306300" cy="105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897" name="Google Shape;897;p70"/>
          <p:cNvSpPr txBox="1"/>
          <p:nvPr/>
        </p:nvSpPr>
        <p:spPr>
          <a:xfrm>
            <a:off x="324000" y="759300"/>
            <a:ext cx="8496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Shapes which have the same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lengths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angles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8" name="Google Shape;898;p70"/>
          <p:cNvCxnSpPr/>
          <p:nvPr/>
        </p:nvCxnSpPr>
        <p:spPr>
          <a:xfrm rot="10800000">
            <a:off x="1918974" y="2639039"/>
            <a:ext cx="38400" cy="17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70"/>
          <p:cNvCxnSpPr/>
          <p:nvPr/>
        </p:nvCxnSpPr>
        <p:spPr>
          <a:xfrm>
            <a:off x="2446656" y="2104777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" name="Google Shape;900;p70"/>
          <p:cNvCxnSpPr/>
          <p:nvPr/>
        </p:nvCxnSpPr>
        <p:spPr>
          <a:xfrm>
            <a:off x="2550831" y="2104777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1" name="Google Shape;901;p70"/>
          <p:cNvCxnSpPr/>
          <p:nvPr/>
        </p:nvCxnSpPr>
        <p:spPr>
          <a:xfrm>
            <a:off x="2639984" y="3256550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2" name="Google Shape;902;p70"/>
          <p:cNvCxnSpPr/>
          <p:nvPr/>
        </p:nvCxnSpPr>
        <p:spPr>
          <a:xfrm>
            <a:off x="2744159" y="3256550"/>
            <a:ext cx="1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3" name="Google Shape;903;p70"/>
          <p:cNvCxnSpPr/>
          <p:nvPr/>
        </p:nvCxnSpPr>
        <p:spPr>
          <a:xfrm rot="10800000">
            <a:off x="3365269" y="2635832"/>
            <a:ext cx="38400" cy="17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4" name="Google Shape;904;p70"/>
          <p:cNvSpPr/>
          <p:nvPr/>
        </p:nvSpPr>
        <p:spPr>
          <a:xfrm>
            <a:off x="1637259" y="1963338"/>
            <a:ext cx="324000" cy="324000"/>
          </a:xfrm>
          <a:prstGeom prst="arc">
            <a:avLst>
              <a:gd fmla="val 21464275" name="adj1"/>
              <a:gd fmla="val 458294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0"/>
          <p:cNvSpPr/>
          <p:nvPr/>
        </p:nvSpPr>
        <p:spPr>
          <a:xfrm>
            <a:off x="3047253" y="1963338"/>
            <a:ext cx="324000" cy="324000"/>
          </a:xfrm>
          <a:prstGeom prst="arc">
            <a:avLst>
              <a:gd fmla="val 3986077" name="adj1"/>
              <a:gd fmla="val 1095891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0"/>
          <p:cNvSpPr/>
          <p:nvPr/>
        </p:nvSpPr>
        <p:spPr>
          <a:xfrm>
            <a:off x="3047253" y="1963338"/>
            <a:ext cx="324000" cy="324000"/>
          </a:xfrm>
          <a:prstGeom prst="arc">
            <a:avLst>
              <a:gd fmla="val 3986077" name="adj1"/>
              <a:gd fmla="val 1095891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0"/>
          <p:cNvSpPr/>
          <p:nvPr/>
        </p:nvSpPr>
        <p:spPr>
          <a:xfrm>
            <a:off x="1914954" y="3071050"/>
            <a:ext cx="324000" cy="324000"/>
          </a:xfrm>
          <a:prstGeom prst="arc">
            <a:avLst>
              <a:gd fmla="val 15495598" name="adj1"/>
              <a:gd fmla="val 144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0"/>
          <p:cNvSpPr/>
          <p:nvPr/>
        </p:nvSpPr>
        <p:spPr>
          <a:xfrm>
            <a:off x="3323923" y="3075320"/>
            <a:ext cx="324000" cy="324000"/>
          </a:xfrm>
          <a:prstGeom prst="arc">
            <a:avLst>
              <a:gd fmla="val 10641774" name="adj1"/>
              <a:gd fmla="val 16165567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0"/>
          <p:cNvSpPr/>
          <p:nvPr/>
        </p:nvSpPr>
        <p:spPr>
          <a:xfrm flipH="1">
            <a:off x="1786958" y="2106884"/>
            <a:ext cx="1733700" cy="1151400"/>
          </a:xfrm>
          <a:prstGeom prst="parallelogram">
            <a:avLst>
              <a:gd fmla="val 25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0"/>
          <p:cNvSpPr txBox="1"/>
          <p:nvPr>
            <p:ph idx="1" type="body"/>
          </p:nvPr>
        </p:nvSpPr>
        <p:spPr>
          <a:xfrm>
            <a:off x="1930358" y="2224797"/>
            <a:ext cx="3615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70°</a:t>
            </a:r>
            <a:endParaRPr sz="1600"/>
          </a:p>
        </p:txBody>
      </p:sp>
      <p:sp>
        <p:nvSpPr>
          <p:cNvPr id="911" name="Google Shape;911;p70"/>
          <p:cNvSpPr txBox="1"/>
          <p:nvPr>
            <p:ph idx="1" type="body"/>
          </p:nvPr>
        </p:nvSpPr>
        <p:spPr>
          <a:xfrm>
            <a:off x="2224101" y="2929796"/>
            <a:ext cx="4467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110°</a:t>
            </a:r>
            <a:endParaRPr sz="1600"/>
          </a:p>
        </p:txBody>
      </p:sp>
      <p:sp>
        <p:nvSpPr>
          <p:cNvPr id="912" name="Google Shape;912;p70"/>
          <p:cNvSpPr txBox="1"/>
          <p:nvPr>
            <p:ph idx="1" type="body"/>
          </p:nvPr>
        </p:nvSpPr>
        <p:spPr>
          <a:xfrm>
            <a:off x="2762065" y="2224806"/>
            <a:ext cx="4467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110°</a:t>
            </a:r>
            <a:endParaRPr sz="1600"/>
          </a:p>
        </p:txBody>
      </p:sp>
      <p:sp>
        <p:nvSpPr>
          <p:cNvPr id="913" name="Google Shape;913;p70"/>
          <p:cNvSpPr txBox="1"/>
          <p:nvPr>
            <p:ph idx="1" type="body"/>
          </p:nvPr>
        </p:nvSpPr>
        <p:spPr>
          <a:xfrm>
            <a:off x="3105353" y="2929798"/>
            <a:ext cx="3615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70°</a:t>
            </a:r>
            <a:endParaRPr sz="1600"/>
          </a:p>
        </p:txBody>
      </p:sp>
      <p:cxnSp>
        <p:nvCxnSpPr>
          <p:cNvPr id="914" name="Google Shape;914;p70"/>
          <p:cNvCxnSpPr/>
          <p:nvPr/>
        </p:nvCxnSpPr>
        <p:spPr>
          <a:xfrm>
            <a:off x="1782336" y="1983524"/>
            <a:ext cx="144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5" name="Google Shape;915;p70"/>
          <p:cNvCxnSpPr/>
          <p:nvPr/>
        </p:nvCxnSpPr>
        <p:spPr>
          <a:xfrm>
            <a:off x="2110242" y="3393526"/>
            <a:ext cx="144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6" name="Google Shape;916;p70"/>
          <p:cNvCxnSpPr/>
          <p:nvPr/>
        </p:nvCxnSpPr>
        <p:spPr>
          <a:xfrm>
            <a:off x="3373131" y="2106884"/>
            <a:ext cx="312600" cy="1151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7" name="Google Shape;917;p70"/>
          <p:cNvCxnSpPr/>
          <p:nvPr/>
        </p:nvCxnSpPr>
        <p:spPr>
          <a:xfrm>
            <a:off x="1593560" y="2106884"/>
            <a:ext cx="312600" cy="1151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18" name="Google Shape;918;p70"/>
          <p:cNvSpPr txBox="1"/>
          <p:nvPr>
            <p:ph idx="1" type="body"/>
          </p:nvPr>
        </p:nvSpPr>
        <p:spPr>
          <a:xfrm>
            <a:off x="2196854" y="1752227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 mm</a:t>
            </a:r>
            <a:endParaRPr sz="1600"/>
          </a:p>
        </p:txBody>
      </p:sp>
      <p:sp>
        <p:nvSpPr>
          <p:cNvPr id="919" name="Google Shape;919;p70"/>
          <p:cNvSpPr txBox="1"/>
          <p:nvPr>
            <p:ph idx="1" type="body"/>
          </p:nvPr>
        </p:nvSpPr>
        <p:spPr>
          <a:xfrm>
            <a:off x="2517873" y="3416868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 mm</a:t>
            </a:r>
            <a:endParaRPr sz="1600"/>
          </a:p>
        </p:txBody>
      </p:sp>
      <p:sp>
        <p:nvSpPr>
          <p:cNvPr id="920" name="Google Shape;920;p70"/>
          <p:cNvSpPr txBox="1"/>
          <p:nvPr>
            <p:ph idx="1" type="body"/>
          </p:nvPr>
        </p:nvSpPr>
        <p:spPr>
          <a:xfrm>
            <a:off x="1062091" y="2623658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 mm</a:t>
            </a:r>
            <a:endParaRPr sz="1600"/>
          </a:p>
        </p:txBody>
      </p:sp>
      <p:sp>
        <p:nvSpPr>
          <p:cNvPr id="921" name="Google Shape;921;p70"/>
          <p:cNvSpPr txBox="1"/>
          <p:nvPr>
            <p:ph idx="1" type="body"/>
          </p:nvPr>
        </p:nvSpPr>
        <p:spPr>
          <a:xfrm>
            <a:off x="3617040" y="2594367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 mm</a:t>
            </a:r>
            <a:endParaRPr sz="1600"/>
          </a:p>
        </p:txBody>
      </p:sp>
      <p:sp>
        <p:nvSpPr>
          <p:cNvPr id="922" name="Google Shape;922;p70"/>
          <p:cNvSpPr txBox="1"/>
          <p:nvPr/>
        </p:nvSpPr>
        <p:spPr>
          <a:xfrm>
            <a:off x="327175" y="4079000"/>
            <a:ext cx="84960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These shapes are in different orientations but they are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because they have the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same lengths and angles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0"/>
          <p:cNvSpPr txBox="1"/>
          <p:nvPr/>
        </p:nvSpPr>
        <p:spPr>
          <a:xfrm>
            <a:off x="324000" y="1140300"/>
            <a:ext cx="8496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shapes are not congruent, they are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incongruent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4" name="Google Shape;924;p70"/>
          <p:cNvCxnSpPr/>
          <p:nvPr/>
        </p:nvCxnSpPr>
        <p:spPr>
          <a:xfrm rot="6268218">
            <a:off x="6338840" y="3311835"/>
            <a:ext cx="38419" cy="17282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5" name="Google Shape;925;p70"/>
          <p:cNvCxnSpPr/>
          <p:nvPr/>
        </p:nvCxnSpPr>
        <p:spPr>
          <a:xfrm flipH="1" rot="10800000">
            <a:off x="5861775" y="2597100"/>
            <a:ext cx="64500" cy="26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6" name="Google Shape;926;p70"/>
          <p:cNvCxnSpPr/>
          <p:nvPr/>
        </p:nvCxnSpPr>
        <p:spPr>
          <a:xfrm flipH="1" rot="10800000">
            <a:off x="5886750" y="2496325"/>
            <a:ext cx="66000" cy="270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7" name="Google Shape;927;p70"/>
          <p:cNvCxnSpPr/>
          <p:nvPr/>
        </p:nvCxnSpPr>
        <p:spPr>
          <a:xfrm flipH="1" rot="10800000">
            <a:off x="7020400" y="2702125"/>
            <a:ext cx="69300" cy="25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8" name="Google Shape;928;p70"/>
          <p:cNvCxnSpPr>
            <a:stCxn id="929" idx="4"/>
          </p:cNvCxnSpPr>
          <p:nvPr/>
        </p:nvCxnSpPr>
        <p:spPr>
          <a:xfrm flipH="1" rot="10800000">
            <a:off x="7054693" y="2601156"/>
            <a:ext cx="61200" cy="240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0" name="Google Shape;930;p70"/>
          <p:cNvCxnSpPr/>
          <p:nvPr/>
        </p:nvCxnSpPr>
        <p:spPr>
          <a:xfrm rot="6268218">
            <a:off x="6626239" y="1911986"/>
            <a:ext cx="38419" cy="17282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1" name="Google Shape;931;p70"/>
          <p:cNvSpPr/>
          <p:nvPr/>
        </p:nvSpPr>
        <p:spPr>
          <a:xfrm rot="-4518464">
            <a:off x="5580262" y="3218518"/>
            <a:ext cx="324097" cy="324097"/>
          </a:xfrm>
          <a:prstGeom prst="arc">
            <a:avLst>
              <a:gd fmla="val 21464275" name="adj1"/>
              <a:gd fmla="val 458294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0"/>
          <p:cNvSpPr/>
          <p:nvPr/>
        </p:nvSpPr>
        <p:spPr>
          <a:xfrm rot="-4518464">
            <a:off x="5937759" y="1854598"/>
            <a:ext cx="324097" cy="324097"/>
          </a:xfrm>
          <a:prstGeom prst="arc">
            <a:avLst>
              <a:gd fmla="val 3986077" name="adj1"/>
              <a:gd fmla="val 1095891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0"/>
          <p:cNvSpPr/>
          <p:nvPr/>
        </p:nvSpPr>
        <p:spPr>
          <a:xfrm rot="-4518464">
            <a:off x="5937759" y="1854598"/>
            <a:ext cx="324097" cy="324097"/>
          </a:xfrm>
          <a:prstGeom prst="arc">
            <a:avLst>
              <a:gd fmla="val 3986077" name="adj1"/>
              <a:gd fmla="val 1095891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0"/>
          <p:cNvSpPr/>
          <p:nvPr/>
        </p:nvSpPr>
        <p:spPr>
          <a:xfrm rot="-4518464">
            <a:off x="6722186" y="3230752"/>
            <a:ext cx="324097" cy="324097"/>
          </a:xfrm>
          <a:prstGeom prst="arc">
            <a:avLst>
              <a:gd fmla="val 15495598" name="adj1"/>
              <a:gd fmla="val 144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0"/>
          <p:cNvSpPr/>
          <p:nvPr/>
        </p:nvSpPr>
        <p:spPr>
          <a:xfrm rot="-4518464">
            <a:off x="7083554" y="1868906"/>
            <a:ext cx="324097" cy="324097"/>
          </a:xfrm>
          <a:prstGeom prst="arc">
            <a:avLst>
              <a:gd fmla="val 10641774" name="adj1"/>
              <a:gd fmla="val 16165567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0"/>
          <p:cNvSpPr txBox="1"/>
          <p:nvPr>
            <p:ph idx="1" type="body"/>
          </p:nvPr>
        </p:nvSpPr>
        <p:spPr>
          <a:xfrm rot="2853">
            <a:off x="5815363" y="3043720"/>
            <a:ext cx="3615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70°</a:t>
            </a:r>
            <a:endParaRPr sz="1600"/>
          </a:p>
        </p:txBody>
      </p:sp>
      <p:sp>
        <p:nvSpPr>
          <p:cNvPr id="937" name="Google Shape;937;p70"/>
          <p:cNvSpPr txBox="1"/>
          <p:nvPr>
            <p:ph idx="1" type="body"/>
          </p:nvPr>
        </p:nvSpPr>
        <p:spPr>
          <a:xfrm rot="2307">
            <a:off x="6520177" y="3039548"/>
            <a:ext cx="4470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110°</a:t>
            </a:r>
            <a:endParaRPr sz="1600"/>
          </a:p>
        </p:txBody>
      </p:sp>
      <p:sp>
        <p:nvSpPr>
          <p:cNvPr id="938" name="Google Shape;938;p70"/>
          <p:cNvSpPr txBox="1"/>
          <p:nvPr>
            <p:ph idx="1" type="body"/>
          </p:nvPr>
        </p:nvSpPr>
        <p:spPr>
          <a:xfrm rot="2307">
            <a:off x="6146660" y="2127882"/>
            <a:ext cx="4470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110°</a:t>
            </a:r>
            <a:endParaRPr sz="1600"/>
          </a:p>
        </p:txBody>
      </p:sp>
      <p:sp>
        <p:nvSpPr>
          <p:cNvPr id="939" name="Google Shape;939;p70"/>
          <p:cNvSpPr txBox="1"/>
          <p:nvPr>
            <p:ph idx="1" type="body"/>
          </p:nvPr>
        </p:nvSpPr>
        <p:spPr>
          <a:xfrm rot="2853">
            <a:off x="6795241" y="2085869"/>
            <a:ext cx="3615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70°</a:t>
            </a:r>
            <a:endParaRPr sz="1600"/>
          </a:p>
        </p:txBody>
      </p:sp>
      <p:cxnSp>
        <p:nvCxnSpPr>
          <p:cNvPr id="940" name="Google Shape;940;p70"/>
          <p:cNvCxnSpPr/>
          <p:nvPr/>
        </p:nvCxnSpPr>
        <p:spPr>
          <a:xfrm rot="-4518740">
            <a:off x="5063344" y="2664548"/>
            <a:ext cx="143995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1" name="Google Shape;941;p70"/>
          <p:cNvCxnSpPr/>
          <p:nvPr/>
        </p:nvCxnSpPr>
        <p:spPr>
          <a:xfrm rot="-4518740">
            <a:off x="6510411" y="2704856"/>
            <a:ext cx="143995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2" name="Google Shape;942;p70"/>
          <p:cNvCxnSpPr/>
          <p:nvPr/>
        </p:nvCxnSpPr>
        <p:spPr>
          <a:xfrm rot="-4519416">
            <a:off x="6563688" y="1272456"/>
            <a:ext cx="312599" cy="11515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3" name="Google Shape;943;p70"/>
          <p:cNvCxnSpPr/>
          <p:nvPr/>
        </p:nvCxnSpPr>
        <p:spPr>
          <a:xfrm rot="-4519416">
            <a:off x="6112487" y="2993877"/>
            <a:ext cx="312599" cy="11515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4" name="Google Shape;944;p70"/>
          <p:cNvSpPr txBox="1"/>
          <p:nvPr>
            <p:ph idx="1" type="body"/>
          </p:nvPr>
        </p:nvSpPr>
        <p:spPr>
          <a:xfrm rot="1516">
            <a:off x="5078161" y="2435755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 mm</a:t>
            </a:r>
            <a:endParaRPr sz="1600"/>
          </a:p>
        </p:txBody>
      </p:sp>
      <p:sp>
        <p:nvSpPr>
          <p:cNvPr id="945" name="Google Shape;945;p70"/>
          <p:cNvSpPr txBox="1"/>
          <p:nvPr>
            <p:ph idx="1" type="body"/>
          </p:nvPr>
        </p:nvSpPr>
        <p:spPr>
          <a:xfrm rot="1516">
            <a:off x="7303200" y="2623488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80 mm</a:t>
            </a:r>
            <a:endParaRPr sz="1600"/>
          </a:p>
        </p:txBody>
      </p:sp>
      <p:sp>
        <p:nvSpPr>
          <p:cNvPr id="946" name="Google Shape;946;p70"/>
          <p:cNvSpPr txBox="1"/>
          <p:nvPr>
            <p:ph idx="1" type="body"/>
          </p:nvPr>
        </p:nvSpPr>
        <p:spPr>
          <a:xfrm rot="1516">
            <a:off x="5926027" y="3572527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 mm</a:t>
            </a:r>
            <a:endParaRPr sz="1600"/>
          </a:p>
        </p:txBody>
      </p:sp>
      <p:sp>
        <p:nvSpPr>
          <p:cNvPr id="947" name="Google Shape;947;p70"/>
          <p:cNvSpPr txBox="1"/>
          <p:nvPr>
            <p:ph idx="1" type="body"/>
          </p:nvPr>
        </p:nvSpPr>
        <p:spPr>
          <a:xfrm rot="1516">
            <a:off x="6444030" y="1617731"/>
            <a:ext cx="680100" cy="1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70 mm</a:t>
            </a:r>
            <a:endParaRPr sz="1600"/>
          </a:p>
        </p:txBody>
      </p:sp>
      <p:sp>
        <p:nvSpPr>
          <p:cNvPr id="929" name="Google Shape;929;p70"/>
          <p:cNvSpPr/>
          <p:nvPr/>
        </p:nvSpPr>
        <p:spPr>
          <a:xfrm flipH="1" rot="-4518868">
            <a:off x="5631075" y="2119595"/>
            <a:ext cx="1733635" cy="1151221"/>
          </a:xfrm>
          <a:prstGeom prst="parallelogram">
            <a:avLst>
              <a:gd fmla="val 25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1"/>
          <p:cNvSpPr txBox="1"/>
          <p:nvPr>
            <p:ph idx="1" type="subTitle"/>
          </p:nvPr>
        </p:nvSpPr>
        <p:spPr>
          <a:xfrm>
            <a:off x="980575" y="3190938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shapes have the </a:t>
            </a:r>
            <a:r>
              <a:rPr lang="en-GB">
                <a:solidFill>
                  <a:schemeClr val="accent4"/>
                </a:solidFill>
              </a:rPr>
              <a:t>same angles</a:t>
            </a:r>
            <a:r>
              <a:rPr lang="en-GB"/>
              <a:t>.</a:t>
            </a:r>
            <a:endParaRPr/>
          </a:p>
        </p:txBody>
      </p:sp>
      <p:sp>
        <p:nvSpPr>
          <p:cNvPr id="953" name="Google Shape;953;p71"/>
          <p:cNvSpPr txBox="1"/>
          <p:nvPr>
            <p:ph idx="2" type="subTitle"/>
          </p:nvPr>
        </p:nvSpPr>
        <p:spPr>
          <a:xfrm>
            <a:off x="324000" y="1080000"/>
            <a:ext cx="53910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two shapes are congruent.</a:t>
            </a:r>
            <a:endParaRPr/>
          </a:p>
        </p:txBody>
      </p:sp>
      <p:sp>
        <p:nvSpPr>
          <p:cNvPr id="954" name="Google Shape;954;p7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shapes have </a:t>
            </a:r>
            <a:r>
              <a:rPr lang="en-GB">
                <a:solidFill>
                  <a:schemeClr val="accent4"/>
                </a:solidFill>
              </a:rPr>
              <a:t>different lengths</a:t>
            </a:r>
            <a:r>
              <a:rPr lang="en-GB"/>
              <a:t>.</a:t>
            </a:r>
            <a:endParaRPr/>
          </a:p>
        </p:txBody>
      </p:sp>
      <p:sp>
        <p:nvSpPr>
          <p:cNvPr id="955" name="Google Shape;95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Transformations with congruence</a:t>
            </a:r>
            <a:endParaRPr/>
          </a:p>
        </p:txBody>
      </p:sp>
      <p:pic>
        <p:nvPicPr>
          <p:cNvPr id="956" name="Google Shape;95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883" y="195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4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8" name="Google Shape;958;p71"/>
          <p:cNvCxnSpPr/>
          <p:nvPr/>
        </p:nvCxnSpPr>
        <p:spPr>
          <a:xfrm>
            <a:off x="7813622" y="1206543"/>
            <a:ext cx="761400" cy="107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59" name="Google Shape;959;p71"/>
          <p:cNvCxnSpPr/>
          <p:nvPr/>
        </p:nvCxnSpPr>
        <p:spPr>
          <a:xfrm flipH="1">
            <a:off x="7059072" y="1233074"/>
            <a:ext cx="156000" cy="103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0" name="Google Shape;960;p71"/>
          <p:cNvCxnSpPr/>
          <p:nvPr/>
        </p:nvCxnSpPr>
        <p:spPr>
          <a:xfrm rot="10800000">
            <a:off x="7106957" y="2433962"/>
            <a:ext cx="1407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1" name="Google Shape;961;p71"/>
          <p:cNvCxnSpPr/>
          <p:nvPr/>
        </p:nvCxnSpPr>
        <p:spPr>
          <a:xfrm rot="10800000">
            <a:off x="7248852" y="1126292"/>
            <a:ext cx="48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2" name="Google Shape;962;p71"/>
          <p:cNvSpPr txBox="1"/>
          <p:nvPr>
            <p:ph idx="1" type="subTitle"/>
          </p:nvPr>
        </p:nvSpPr>
        <p:spPr>
          <a:xfrm>
            <a:off x="7222243" y="832675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cm</a:t>
            </a:r>
            <a:endParaRPr sz="1600"/>
          </a:p>
        </p:txBody>
      </p:sp>
      <p:sp>
        <p:nvSpPr>
          <p:cNvPr id="963" name="Google Shape;963;p71"/>
          <p:cNvSpPr txBox="1"/>
          <p:nvPr>
            <p:ph idx="1" type="subTitle"/>
          </p:nvPr>
        </p:nvSpPr>
        <p:spPr>
          <a:xfrm>
            <a:off x="7561642" y="2424687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964" name="Google Shape;964;p71"/>
          <p:cNvSpPr txBox="1"/>
          <p:nvPr>
            <p:ph idx="1" type="subTitle"/>
          </p:nvPr>
        </p:nvSpPr>
        <p:spPr>
          <a:xfrm>
            <a:off x="6633376" y="1437252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965" name="Google Shape;965;p71"/>
          <p:cNvSpPr txBox="1"/>
          <p:nvPr>
            <p:ph idx="1" type="subTitle"/>
          </p:nvPr>
        </p:nvSpPr>
        <p:spPr>
          <a:xfrm>
            <a:off x="8148758" y="1437252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966" name="Google Shape;966;p71"/>
          <p:cNvSpPr/>
          <p:nvPr/>
        </p:nvSpPr>
        <p:spPr>
          <a:xfrm>
            <a:off x="6979152" y="2119120"/>
            <a:ext cx="306000" cy="306000"/>
          </a:xfrm>
          <a:prstGeom prst="arc">
            <a:avLst>
              <a:gd fmla="val 17091411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1"/>
          <p:cNvSpPr/>
          <p:nvPr/>
        </p:nvSpPr>
        <p:spPr>
          <a:xfrm>
            <a:off x="7161083" y="1130068"/>
            <a:ext cx="217500" cy="217500"/>
          </a:xfrm>
          <a:prstGeom prst="arc">
            <a:avLst>
              <a:gd fmla="val 21538322" name="adj1"/>
              <a:gd fmla="val 518756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1"/>
          <p:cNvSpPr/>
          <p:nvPr/>
        </p:nvSpPr>
        <p:spPr>
          <a:xfrm>
            <a:off x="7600156" y="1143172"/>
            <a:ext cx="191400" cy="191400"/>
          </a:xfrm>
          <a:prstGeom prst="arc">
            <a:avLst>
              <a:gd fmla="val 2891740" name="adj1"/>
              <a:gd fmla="val 1119476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1"/>
          <p:cNvSpPr/>
          <p:nvPr/>
        </p:nvSpPr>
        <p:spPr>
          <a:xfrm>
            <a:off x="8219010" y="2119120"/>
            <a:ext cx="306000" cy="306000"/>
          </a:xfrm>
          <a:prstGeom prst="arc">
            <a:avLst>
              <a:gd fmla="val 10841091" name="adj1"/>
              <a:gd fmla="val 1488776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1"/>
          <p:cNvSpPr/>
          <p:nvPr/>
        </p:nvSpPr>
        <p:spPr>
          <a:xfrm>
            <a:off x="7130145" y="1215040"/>
            <a:ext cx="1295715" cy="1074230"/>
          </a:xfrm>
          <a:custGeom>
            <a:rect b="b" l="l" r="r" t="t"/>
            <a:pathLst>
              <a:path extrusionOk="0" h="76200" w="91911">
                <a:moveTo>
                  <a:pt x="40850" y="0"/>
                </a:moveTo>
                <a:lnTo>
                  <a:pt x="10605" y="0"/>
                </a:lnTo>
                <a:lnTo>
                  <a:pt x="0" y="76200"/>
                </a:lnTo>
                <a:lnTo>
                  <a:pt x="91911" y="7580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71" name="Google Shape;971;p71"/>
          <p:cNvSpPr txBox="1"/>
          <p:nvPr>
            <p:ph idx="1" type="subTitle"/>
          </p:nvPr>
        </p:nvSpPr>
        <p:spPr>
          <a:xfrm>
            <a:off x="7311292" y="2042443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82°</a:t>
            </a:r>
            <a:endParaRPr sz="1600"/>
          </a:p>
        </p:txBody>
      </p:sp>
      <p:sp>
        <p:nvSpPr>
          <p:cNvPr id="972" name="Google Shape;972;p71"/>
          <p:cNvSpPr txBox="1"/>
          <p:nvPr>
            <p:ph idx="1" type="subTitle"/>
          </p:nvPr>
        </p:nvSpPr>
        <p:spPr>
          <a:xfrm>
            <a:off x="7923903" y="2035124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56</a:t>
            </a:r>
            <a:r>
              <a:rPr lang="en-GB" sz="1600"/>
              <a:t>°</a:t>
            </a:r>
            <a:endParaRPr sz="1600"/>
          </a:p>
        </p:txBody>
      </p:sp>
      <p:sp>
        <p:nvSpPr>
          <p:cNvPr id="973" name="Google Shape;973;p71"/>
          <p:cNvSpPr txBox="1"/>
          <p:nvPr>
            <p:ph idx="1" type="subTitle"/>
          </p:nvPr>
        </p:nvSpPr>
        <p:spPr>
          <a:xfrm>
            <a:off x="6914450" y="1033186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98°</a:t>
            </a:r>
            <a:endParaRPr sz="1600"/>
          </a:p>
        </p:txBody>
      </p:sp>
      <p:sp>
        <p:nvSpPr>
          <p:cNvPr id="974" name="Google Shape;974;p71"/>
          <p:cNvSpPr txBox="1"/>
          <p:nvPr>
            <p:ph idx="1" type="subTitle"/>
          </p:nvPr>
        </p:nvSpPr>
        <p:spPr>
          <a:xfrm>
            <a:off x="7808701" y="986850"/>
            <a:ext cx="5127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124</a:t>
            </a:r>
            <a:r>
              <a:rPr lang="en-GB" sz="1600"/>
              <a:t>°</a:t>
            </a:r>
            <a:endParaRPr sz="1600"/>
          </a:p>
        </p:txBody>
      </p:sp>
      <p:cxnSp>
        <p:nvCxnSpPr>
          <p:cNvPr id="975" name="Google Shape;975;p71"/>
          <p:cNvCxnSpPr/>
          <p:nvPr/>
        </p:nvCxnSpPr>
        <p:spPr>
          <a:xfrm>
            <a:off x="7135614" y="1196035"/>
            <a:ext cx="168900" cy="8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71"/>
          <p:cNvCxnSpPr/>
          <p:nvPr/>
        </p:nvCxnSpPr>
        <p:spPr>
          <a:xfrm flipH="1">
            <a:off x="7680843" y="1151311"/>
            <a:ext cx="122700" cy="11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71"/>
          <p:cNvCxnSpPr/>
          <p:nvPr/>
        </p:nvCxnSpPr>
        <p:spPr>
          <a:xfrm>
            <a:off x="7813622" y="3226058"/>
            <a:ext cx="761400" cy="107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8" name="Google Shape;978;p71"/>
          <p:cNvCxnSpPr/>
          <p:nvPr/>
        </p:nvCxnSpPr>
        <p:spPr>
          <a:xfrm flipH="1">
            <a:off x="7059072" y="3252589"/>
            <a:ext cx="156000" cy="103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9" name="Google Shape;979;p71"/>
          <p:cNvCxnSpPr/>
          <p:nvPr/>
        </p:nvCxnSpPr>
        <p:spPr>
          <a:xfrm rot="10800000">
            <a:off x="7106957" y="4453477"/>
            <a:ext cx="1407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0" name="Google Shape;980;p71"/>
          <p:cNvCxnSpPr/>
          <p:nvPr/>
        </p:nvCxnSpPr>
        <p:spPr>
          <a:xfrm rot="10800000">
            <a:off x="7248852" y="3145807"/>
            <a:ext cx="48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1" name="Google Shape;981;p71"/>
          <p:cNvSpPr txBox="1"/>
          <p:nvPr>
            <p:ph idx="1" type="subTitle"/>
          </p:nvPr>
        </p:nvSpPr>
        <p:spPr>
          <a:xfrm>
            <a:off x="7281313" y="2859574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2.2 m</a:t>
            </a:r>
            <a:endParaRPr sz="1600"/>
          </a:p>
        </p:txBody>
      </p:sp>
      <p:sp>
        <p:nvSpPr>
          <p:cNvPr id="982" name="Google Shape;982;p71"/>
          <p:cNvSpPr txBox="1"/>
          <p:nvPr>
            <p:ph idx="1" type="subTitle"/>
          </p:nvPr>
        </p:nvSpPr>
        <p:spPr>
          <a:xfrm>
            <a:off x="7561642" y="4444202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6.6 cm</a:t>
            </a:r>
            <a:endParaRPr sz="1600"/>
          </a:p>
        </p:txBody>
      </p:sp>
      <p:sp>
        <p:nvSpPr>
          <p:cNvPr id="983" name="Google Shape;983;p71"/>
          <p:cNvSpPr txBox="1"/>
          <p:nvPr>
            <p:ph idx="1" type="subTitle"/>
          </p:nvPr>
        </p:nvSpPr>
        <p:spPr>
          <a:xfrm>
            <a:off x="6557176" y="3532967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5.5 m</a:t>
            </a:r>
            <a:endParaRPr sz="1600"/>
          </a:p>
        </p:txBody>
      </p:sp>
      <p:sp>
        <p:nvSpPr>
          <p:cNvPr id="984" name="Google Shape;984;p71"/>
          <p:cNvSpPr txBox="1"/>
          <p:nvPr>
            <p:ph idx="1" type="subTitle"/>
          </p:nvPr>
        </p:nvSpPr>
        <p:spPr>
          <a:xfrm>
            <a:off x="8148758" y="3532967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6.6 m</a:t>
            </a:r>
            <a:endParaRPr sz="1600"/>
          </a:p>
        </p:txBody>
      </p:sp>
      <p:sp>
        <p:nvSpPr>
          <p:cNvPr id="985" name="Google Shape;985;p71"/>
          <p:cNvSpPr/>
          <p:nvPr/>
        </p:nvSpPr>
        <p:spPr>
          <a:xfrm>
            <a:off x="6979152" y="4138635"/>
            <a:ext cx="306000" cy="306000"/>
          </a:xfrm>
          <a:prstGeom prst="arc">
            <a:avLst>
              <a:gd fmla="val 17091411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1"/>
          <p:cNvSpPr/>
          <p:nvPr/>
        </p:nvSpPr>
        <p:spPr>
          <a:xfrm>
            <a:off x="7161083" y="3149583"/>
            <a:ext cx="217500" cy="217500"/>
          </a:xfrm>
          <a:prstGeom prst="arc">
            <a:avLst>
              <a:gd fmla="val 21538322" name="adj1"/>
              <a:gd fmla="val 518756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1"/>
          <p:cNvSpPr/>
          <p:nvPr/>
        </p:nvSpPr>
        <p:spPr>
          <a:xfrm>
            <a:off x="7600156" y="3162687"/>
            <a:ext cx="191400" cy="191400"/>
          </a:xfrm>
          <a:prstGeom prst="arc">
            <a:avLst>
              <a:gd fmla="val 2891740" name="adj1"/>
              <a:gd fmla="val 1119476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1"/>
          <p:cNvSpPr/>
          <p:nvPr/>
        </p:nvSpPr>
        <p:spPr>
          <a:xfrm>
            <a:off x="8219010" y="4138635"/>
            <a:ext cx="306000" cy="306000"/>
          </a:xfrm>
          <a:prstGeom prst="arc">
            <a:avLst>
              <a:gd fmla="val 10841091" name="adj1"/>
              <a:gd fmla="val 1488776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1"/>
          <p:cNvSpPr/>
          <p:nvPr/>
        </p:nvSpPr>
        <p:spPr>
          <a:xfrm>
            <a:off x="7130145" y="3234555"/>
            <a:ext cx="1295715" cy="1074230"/>
          </a:xfrm>
          <a:custGeom>
            <a:rect b="b" l="l" r="r" t="t"/>
            <a:pathLst>
              <a:path extrusionOk="0" h="76200" w="91911">
                <a:moveTo>
                  <a:pt x="40850" y="0"/>
                </a:moveTo>
                <a:lnTo>
                  <a:pt x="10605" y="0"/>
                </a:lnTo>
                <a:lnTo>
                  <a:pt x="0" y="76200"/>
                </a:lnTo>
                <a:lnTo>
                  <a:pt x="91911" y="7580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90" name="Google Shape;990;p71"/>
          <p:cNvSpPr txBox="1"/>
          <p:nvPr>
            <p:ph idx="1" type="subTitle"/>
          </p:nvPr>
        </p:nvSpPr>
        <p:spPr>
          <a:xfrm>
            <a:off x="7311292" y="4061958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82°</a:t>
            </a:r>
            <a:endParaRPr sz="1600"/>
          </a:p>
        </p:txBody>
      </p:sp>
      <p:sp>
        <p:nvSpPr>
          <p:cNvPr id="991" name="Google Shape;991;p71"/>
          <p:cNvSpPr txBox="1"/>
          <p:nvPr>
            <p:ph idx="1" type="subTitle"/>
          </p:nvPr>
        </p:nvSpPr>
        <p:spPr>
          <a:xfrm>
            <a:off x="7923903" y="4054639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56°</a:t>
            </a:r>
            <a:endParaRPr sz="1600"/>
          </a:p>
        </p:txBody>
      </p:sp>
      <p:sp>
        <p:nvSpPr>
          <p:cNvPr id="992" name="Google Shape;992;p71"/>
          <p:cNvSpPr txBox="1"/>
          <p:nvPr>
            <p:ph idx="1" type="subTitle"/>
          </p:nvPr>
        </p:nvSpPr>
        <p:spPr>
          <a:xfrm>
            <a:off x="6914450" y="3052701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98°</a:t>
            </a:r>
            <a:endParaRPr sz="1600"/>
          </a:p>
        </p:txBody>
      </p:sp>
      <p:sp>
        <p:nvSpPr>
          <p:cNvPr id="993" name="Google Shape;993;p71"/>
          <p:cNvSpPr txBox="1"/>
          <p:nvPr>
            <p:ph idx="1" type="subTitle"/>
          </p:nvPr>
        </p:nvSpPr>
        <p:spPr>
          <a:xfrm>
            <a:off x="7808701" y="3006375"/>
            <a:ext cx="4800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124°</a:t>
            </a:r>
            <a:endParaRPr sz="1600"/>
          </a:p>
        </p:txBody>
      </p:sp>
      <p:cxnSp>
        <p:nvCxnSpPr>
          <p:cNvPr id="994" name="Google Shape;994;p71"/>
          <p:cNvCxnSpPr/>
          <p:nvPr/>
        </p:nvCxnSpPr>
        <p:spPr>
          <a:xfrm>
            <a:off x="7135614" y="3215549"/>
            <a:ext cx="168900" cy="8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71"/>
          <p:cNvCxnSpPr/>
          <p:nvPr/>
        </p:nvCxnSpPr>
        <p:spPr>
          <a:xfrm flipH="1">
            <a:off x="7680843" y="3170826"/>
            <a:ext cx="122700" cy="11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2"/>
          <p:cNvSpPr txBox="1"/>
          <p:nvPr>
            <p:ph idx="1" type="subTitle"/>
          </p:nvPr>
        </p:nvSpPr>
        <p:spPr>
          <a:xfrm>
            <a:off x="980575" y="3190950"/>
            <a:ext cx="50781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shapes have the </a:t>
            </a:r>
            <a:r>
              <a:rPr lang="en-GB">
                <a:solidFill>
                  <a:schemeClr val="accent4"/>
                </a:solidFill>
              </a:rPr>
              <a:t>same lengths </a:t>
            </a:r>
            <a:r>
              <a:rPr lang="en-GB"/>
              <a:t>and</a:t>
            </a:r>
            <a:r>
              <a:rPr lang="en-GB">
                <a:solidFill>
                  <a:schemeClr val="accent4"/>
                </a:solidFill>
              </a:rPr>
              <a:t> angles</a:t>
            </a:r>
            <a:r>
              <a:rPr lang="en-GB"/>
              <a:t>.</a:t>
            </a:r>
            <a:endParaRPr/>
          </a:p>
        </p:txBody>
      </p:sp>
      <p:sp>
        <p:nvSpPr>
          <p:cNvPr id="1001" name="Google Shape;1001;p72"/>
          <p:cNvSpPr txBox="1"/>
          <p:nvPr>
            <p:ph idx="2" type="subTitle"/>
          </p:nvPr>
        </p:nvSpPr>
        <p:spPr>
          <a:xfrm>
            <a:off x="324000" y="1080000"/>
            <a:ext cx="53910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two shapes are congruent.</a:t>
            </a:r>
            <a:endParaRPr/>
          </a:p>
        </p:txBody>
      </p:sp>
      <p:sp>
        <p:nvSpPr>
          <p:cNvPr id="1002" name="Google Shape;1002;p7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shapes are in </a:t>
            </a:r>
            <a:r>
              <a:rPr lang="en-GB">
                <a:solidFill>
                  <a:schemeClr val="accent4"/>
                </a:solidFill>
              </a:rPr>
              <a:t>different orientations</a:t>
            </a:r>
            <a:r>
              <a:rPr lang="en-GB"/>
              <a:t>.</a:t>
            </a:r>
            <a:endParaRPr/>
          </a:p>
        </p:txBody>
      </p:sp>
      <p:sp>
        <p:nvSpPr>
          <p:cNvPr id="1003" name="Google Shape;100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Transformations with congruence</a:t>
            </a:r>
            <a:endParaRPr/>
          </a:p>
        </p:txBody>
      </p:sp>
      <p:pic>
        <p:nvPicPr>
          <p:cNvPr id="1004" name="Google Shape;100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9358" y="18525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483" y="3366675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6" name="Google Shape;1006;p72"/>
          <p:cNvCxnSpPr/>
          <p:nvPr/>
        </p:nvCxnSpPr>
        <p:spPr>
          <a:xfrm>
            <a:off x="7813622" y="1206543"/>
            <a:ext cx="761400" cy="107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7" name="Google Shape;1007;p72"/>
          <p:cNvCxnSpPr/>
          <p:nvPr/>
        </p:nvCxnSpPr>
        <p:spPr>
          <a:xfrm flipH="1">
            <a:off x="7059072" y="1233074"/>
            <a:ext cx="156000" cy="103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8" name="Google Shape;1008;p72"/>
          <p:cNvCxnSpPr/>
          <p:nvPr/>
        </p:nvCxnSpPr>
        <p:spPr>
          <a:xfrm rot="10800000">
            <a:off x="7106957" y="2433962"/>
            <a:ext cx="1407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9" name="Google Shape;1009;p72"/>
          <p:cNvCxnSpPr/>
          <p:nvPr/>
        </p:nvCxnSpPr>
        <p:spPr>
          <a:xfrm rot="10800000">
            <a:off x="7248852" y="1126292"/>
            <a:ext cx="48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10" name="Google Shape;1010;p72"/>
          <p:cNvSpPr txBox="1"/>
          <p:nvPr>
            <p:ph idx="1" type="subTitle"/>
          </p:nvPr>
        </p:nvSpPr>
        <p:spPr>
          <a:xfrm>
            <a:off x="7222243" y="832675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cm</a:t>
            </a:r>
            <a:endParaRPr sz="1600"/>
          </a:p>
        </p:txBody>
      </p:sp>
      <p:sp>
        <p:nvSpPr>
          <p:cNvPr id="1011" name="Google Shape;1011;p72"/>
          <p:cNvSpPr txBox="1"/>
          <p:nvPr>
            <p:ph idx="1" type="subTitle"/>
          </p:nvPr>
        </p:nvSpPr>
        <p:spPr>
          <a:xfrm>
            <a:off x="7561642" y="2424687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012" name="Google Shape;1012;p72"/>
          <p:cNvSpPr txBox="1"/>
          <p:nvPr>
            <p:ph idx="1" type="subTitle"/>
          </p:nvPr>
        </p:nvSpPr>
        <p:spPr>
          <a:xfrm>
            <a:off x="6633376" y="1437252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013" name="Google Shape;1013;p72"/>
          <p:cNvSpPr txBox="1"/>
          <p:nvPr>
            <p:ph idx="1" type="subTitle"/>
          </p:nvPr>
        </p:nvSpPr>
        <p:spPr>
          <a:xfrm>
            <a:off x="8148758" y="1437252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014" name="Google Shape;1014;p72"/>
          <p:cNvSpPr/>
          <p:nvPr/>
        </p:nvSpPr>
        <p:spPr>
          <a:xfrm>
            <a:off x="6979152" y="2119120"/>
            <a:ext cx="306000" cy="306000"/>
          </a:xfrm>
          <a:prstGeom prst="arc">
            <a:avLst>
              <a:gd fmla="val 17091411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2"/>
          <p:cNvSpPr/>
          <p:nvPr/>
        </p:nvSpPr>
        <p:spPr>
          <a:xfrm>
            <a:off x="7161083" y="1130068"/>
            <a:ext cx="217500" cy="217500"/>
          </a:xfrm>
          <a:prstGeom prst="arc">
            <a:avLst>
              <a:gd fmla="val 21538322" name="adj1"/>
              <a:gd fmla="val 518756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2"/>
          <p:cNvSpPr/>
          <p:nvPr/>
        </p:nvSpPr>
        <p:spPr>
          <a:xfrm>
            <a:off x="7600156" y="1143172"/>
            <a:ext cx="191400" cy="191400"/>
          </a:xfrm>
          <a:prstGeom prst="arc">
            <a:avLst>
              <a:gd fmla="val 2891740" name="adj1"/>
              <a:gd fmla="val 1119476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2"/>
          <p:cNvSpPr/>
          <p:nvPr/>
        </p:nvSpPr>
        <p:spPr>
          <a:xfrm>
            <a:off x="8219010" y="2119120"/>
            <a:ext cx="306000" cy="306000"/>
          </a:xfrm>
          <a:prstGeom prst="arc">
            <a:avLst>
              <a:gd fmla="val 10841091" name="adj1"/>
              <a:gd fmla="val 1488776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2"/>
          <p:cNvSpPr/>
          <p:nvPr/>
        </p:nvSpPr>
        <p:spPr>
          <a:xfrm>
            <a:off x="7130145" y="1215040"/>
            <a:ext cx="1295715" cy="1074230"/>
          </a:xfrm>
          <a:custGeom>
            <a:rect b="b" l="l" r="r" t="t"/>
            <a:pathLst>
              <a:path extrusionOk="0" h="76200" w="91911">
                <a:moveTo>
                  <a:pt x="40850" y="0"/>
                </a:moveTo>
                <a:lnTo>
                  <a:pt x="10605" y="0"/>
                </a:lnTo>
                <a:lnTo>
                  <a:pt x="0" y="76200"/>
                </a:lnTo>
                <a:lnTo>
                  <a:pt x="91911" y="7580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19" name="Google Shape;1019;p72"/>
          <p:cNvSpPr txBox="1"/>
          <p:nvPr>
            <p:ph idx="1" type="subTitle"/>
          </p:nvPr>
        </p:nvSpPr>
        <p:spPr>
          <a:xfrm>
            <a:off x="7311292" y="2042443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82°</a:t>
            </a:r>
            <a:endParaRPr sz="1600"/>
          </a:p>
        </p:txBody>
      </p:sp>
      <p:sp>
        <p:nvSpPr>
          <p:cNvPr id="1020" name="Google Shape;1020;p72"/>
          <p:cNvSpPr txBox="1"/>
          <p:nvPr>
            <p:ph idx="1" type="subTitle"/>
          </p:nvPr>
        </p:nvSpPr>
        <p:spPr>
          <a:xfrm>
            <a:off x="7923903" y="2035124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56°</a:t>
            </a:r>
            <a:endParaRPr sz="1600"/>
          </a:p>
        </p:txBody>
      </p:sp>
      <p:sp>
        <p:nvSpPr>
          <p:cNvPr id="1021" name="Google Shape;1021;p72"/>
          <p:cNvSpPr txBox="1"/>
          <p:nvPr>
            <p:ph idx="1" type="subTitle"/>
          </p:nvPr>
        </p:nvSpPr>
        <p:spPr>
          <a:xfrm>
            <a:off x="6914450" y="1033186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98°</a:t>
            </a:r>
            <a:endParaRPr sz="1600"/>
          </a:p>
        </p:txBody>
      </p:sp>
      <p:sp>
        <p:nvSpPr>
          <p:cNvPr id="1022" name="Google Shape;1022;p72"/>
          <p:cNvSpPr txBox="1"/>
          <p:nvPr>
            <p:ph idx="1" type="subTitle"/>
          </p:nvPr>
        </p:nvSpPr>
        <p:spPr>
          <a:xfrm>
            <a:off x="7808701" y="986850"/>
            <a:ext cx="5127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124°</a:t>
            </a:r>
            <a:endParaRPr sz="1600"/>
          </a:p>
        </p:txBody>
      </p:sp>
      <p:cxnSp>
        <p:nvCxnSpPr>
          <p:cNvPr id="1023" name="Google Shape;1023;p72"/>
          <p:cNvCxnSpPr/>
          <p:nvPr/>
        </p:nvCxnSpPr>
        <p:spPr>
          <a:xfrm>
            <a:off x="7135614" y="1196035"/>
            <a:ext cx="168900" cy="8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72"/>
          <p:cNvCxnSpPr/>
          <p:nvPr/>
        </p:nvCxnSpPr>
        <p:spPr>
          <a:xfrm flipH="1">
            <a:off x="7680843" y="1151311"/>
            <a:ext cx="122700" cy="11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72"/>
          <p:cNvCxnSpPr/>
          <p:nvPr/>
        </p:nvCxnSpPr>
        <p:spPr>
          <a:xfrm flipH="1">
            <a:off x="6859912" y="3187743"/>
            <a:ext cx="761400" cy="107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26" name="Google Shape;1026;p72"/>
          <p:cNvCxnSpPr/>
          <p:nvPr/>
        </p:nvCxnSpPr>
        <p:spPr>
          <a:xfrm>
            <a:off x="8219862" y="3214274"/>
            <a:ext cx="156000" cy="103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27" name="Google Shape;1027;p72"/>
          <p:cNvCxnSpPr/>
          <p:nvPr/>
        </p:nvCxnSpPr>
        <p:spPr>
          <a:xfrm>
            <a:off x="6920077" y="4415162"/>
            <a:ext cx="1407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28" name="Google Shape;1028;p72"/>
          <p:cNvCxnSpPr/>
          <p:nvPr/>
        </p:nvCxnSpPr>
        <p:spPr>
          <a:xfrm>
            <a:off x="7706082" y="3107492"/>
            <a:ext cx="48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9" name="Google Shape;1029;p72"/>
          <p:cNvSpPr txBox="1"/>
          <p:nvPr>
            <p:ph idx="1" type="subTitle"/>
          </p:nvPr>
        </p:nvSpPr>
        <p:spPr>
          <a:xfrm flipH="1">
            <a:off x="7712291" y="2813875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cm</a:t>
            </a:r>
            <a:endParaRPr sz="1600"/>
          </a:p>
        </p:txBody>
      </p:sp>
      <p:sp>
        <p:nvSpPr>
          <p:cNvPr id="1030" name="Google Shape;1030;p72"/>
          <p:cNvSpPr txBox="1"/>
          <p:nvPr>
            <p:ph idx="1" type="subTitle"/>
          </p:nvPr>
        </p:nvSpPr>
        <p:spPr>
          <a:xfrm flipH="1">
            <a:off x="7372892" y="4405887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031" name="Google Shape;1031;p72"/>
          <p:cNvSpPr txBox="1"/>
          <p:nvPr>
            <p:ph idx="1" type="subTitle"/>
          </p:nvPr>
        </p:nvSpPr>
        <p:spPr>
          <a:xfrm flipH="1">
            <a:off x="8301158" y="3494652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032" name="Google Shape;1032;p72"/>
          <p:cNvSpPr txBox="1"/>
          <p:nvPr>
            <p:ph idx="1" type="subTitle"/>
          </p:nvPr>
        </p:nvSpPr>
        <p:spPr>
          <a:xfrm flipH="1">
            <a:off x="6785776" y="3494652"/>
            <a:ext cx="6528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033" name="Google Shape;1033;p72"/>
          <p:cNvSpPr/>
          <p:nvPr/>
        </p:nvSpPr>
        <p:spPr>
          <a:xfrm flipH="1">
            <a:off x="8149782" y="4100320"/>
            <a:ext cx="306000" cy="306000"/>
          </a:xfrm>
          <a:prstGeom prst="arc">
            <a:avLst>
              <a:gd fmla="val 17091411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2"/>
          <p:cNvSpPr/>
          <p:nvPr/>
        </p:nvSpPr>
        <p:spPr>
          <a:xfrm flipH="1">
            <a:off x="8056351" y="3111268"/>
            <a:ext cx="217500" cy="217500"/>
          </a:xfrm>
          <a:prstGeom prst="arc">
            <a:avLst>
              <a:gd fmla="val 21538322" name="adj1"/>
              <a:gd fmla="val 518756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2"/>
          <p:cNvSpPr/>
          <p:nvPr/>
        </p:nvSpPr>
        <p:spPr>
          <a:xfrm flipH="1">
            <a:off x="7643378" y="3124372"/>
            <a:ext cx="191400" cy="191400"/>
          </a:xfrm>
          <a:prstGeom prst="arc">
            <a:avLst>
              <a:gd fmla="val 2891740" name="adj1"/>
              <a:gd fmla="val 1119476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2"/>
          <p:cNvSpPr/>
          <p:nvPr/>
        </p:nvSpPr>
        <p:spPr>
          <a:xfrm flipH="1">
            <a:off x="6909924" y="4100320"/>
            <a:ext cx="306000" cy="306000"/>
          </a:xfrm>
          <a:prstGeom prst="arc">
            <a:avLst>
              <a:gd fmla="val 10841091" name="adj1"/>
              <a:gd fmla="val 1488776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2"/>
          <p:cNvSpPr/>
          <p:nvPr/>
        </p:nvSpPr>
        <p:spPr>
          <a:xfrm flipH="1">
            <a:off x="7009073" y="3196240"/>
            <a:ext cx="1295715" cy="1074229"/>
          </a:xfrm>
          <a:custGeom>
            <a:rect b="b" l="l" r="r" t="t"/>
            <a:pathLst>
              <a:path extrusionOk="0" h="76200" w="91911">
                <a:moveTo>
                  <a:pt x="40850" y="0"/>
                </a:moveTo>
                <a:lnTo>
                  <a:pt x="10605" y="0"/>
                </a:lnTo>
                <a:lnTo>
                  <a:pt x="0" y="76200"/>
                </a:lnTo>
                <a:lnTo>
                  <a:pt x="91911" y="7580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38" name="Google Shape;1038;p72"/>
          <p:cNvSpPr txBox="1"/>
          <p:nvPr>
            <p:ph idx="1" type="subTitle"/>
          </p:nvPr>
        </p:nvSpPr>
        <p:spPr>
          <a:xfrm flipH="1">
            <a:off x="7841942" y="4023643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82°</a:t>
            </a:r>
            <a:endParaRPr sz="1600"/>
          </a:p>
        </p:txBody>
      </p:sp>
      <p:sp>
        <p:nvSpPr>
          <p:cNvPr id="1039" name="Google Shape;1039;p72"/>
          <p:cNvSpPr txBox="1"/>
          <p:nvPr>
            <p:ph idx="1" type="subTitle"/>
          </p:nvPr>
        </p:nvSpPr>
        <p:spPr>
          <a:xfrm flipH="1">
            <a:off x="7229331" y="4016324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56°</a:t>
            </a:r>
            <a:endParaRPr sz="1600"/>
          </a:p>
        </p:txBody>
      </p:sp>
      <p:sp>
        <p:nvSpPr>
          <p:cNvPr id="1040" name="Google Shape;1040;p72"/>
          <p:cNvSpPr txBox="1"/>
          <p:nvPr>
            <p:ph idx="1" type="subTitle"/>
          </p:nvPr>
        </p:nvSpPr>
        <p:spPr>
          <a:xfrm flipH="1">
            <a:off x="8314984" y="3014386"/>
            <a:ext cx="3579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98°</a:t>
            </a:r>
            <a:endParaRPr sz="1600"/>
          </a:p>
        </p:txBody>
      </p:sp>
      <p:sp>
        <p:nvSpPr>
          <p:cNvPr id="1041" name="Google Shape;1041;p72"/>
          <p:cNvSpPr txBox="1"/>
          <p:nvPr>
            <p:ph idx="1" type="subTitle"/>
          </p:nvPr>
        </p:nvSpPr>
        <p:spPr>
          <a:xfrm flipH="1">
            <a:off x="7113533" y="2968050"/>
            <a:ext cx="512700" cy="2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124°</a:t>
            </a:r>
            <a:endParaRPr sz="1600"/>
          </a:p>
        </p:txBody>
      </p:sp>
      <p:cxnSp>
        <p:nvCxnSpPr>
          <p:cNvPr id="1042" name="Google Shape;1042;p72"/>
          <p:cNvCxnSpPr/>
          <p:nvPr/>
        </p:nvCxnSpPr>
        <p:spPr>
          <a:xfrm flipH="1">
            <a:off x="8130420" y="3177235"/>
            <a:ext cx="168900" cy="8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72"/>
          <p:cNvCxnSpPr/>
          <p:nvPr/>
        </p:nvCxnSpPr>
        <p:spPr>
          <a:xfrm>
            <a:off x="7474425" y="3156975"/>
            <a:ext cx="279600" cy="9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049" name="Google Shape;1049;p73"/>
          <p:cNvSpPr txBox="1"/>
          <p:nvPr/>
        </p:nvSpPr>
        <p:spPr>
          <a:xfrm>
            <a:off x="324000" y="759300"/>
            <a:ext cx="84960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Shapes which have the same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lengths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angles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</a:t>
            </a:r>
            <a:r>
              <a:rPr lang="en-GB" sz="20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3"/>
          <p:cNvSpPr txBox="1"/>
          <p:nvPr/>
        </p:nvSpPr>
        <p:spPr>
          <a:xfrm>
            <a:off x="324000" y="1292700"/>
            <a:ext cx="84960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all lengths and angles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need to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be known in order to determine congruence.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3"/>
          <p:cNvSpPr txBox="1"/>
          <p:nvPr/>
        </p:nvSpPr>
        <p:spPr>
          <a:xfrm>
            <a:off x="324000" y="2130900"/>
            <a:ext cx="84960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Facts about angles and equal lengths may be used to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work out missing measurements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on a shape.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3"/>
          <p:cNvSpPr txBox="1"/>
          <p:nvPr/>
        </p:nvSpPr>
        <p:spPr>
          <a:xfrm>
            <a:off x="324000" y="3045300"/>
            <a:ext cx="84960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Congruence can be determined if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enough information is known to ensure that there are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 other possibilities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74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178050" y="746650"/>
            <a:ext cx="4880425" cy="225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74"/>
          <p:cNvSpPr/>
          <p:nvPr/>
        </p:nvSpPr>
        <p:spPr>
          <a:xfrm>
            <a:off x="51124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4"/>
          <p:cNvSpPr/>
          <p:nvPr/>
        </p:nvSpPr>
        <p:spPr>
          <a:xfrm>
            <a:off x="51124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061" name="Google Shape;1061;p74"/>
          <p:cNvSpPr/>
          <p:nvPr/>
        </p:nvSpPr>
        <p:spPr>
          <a:xfrm>
            <a:off x="51045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2" name="Google Shape;1062;p74"/>
          <p:cNvSpPr/>
          <p:nvPr/>
        </p:nvSpPr>
        <p:spPr>
          <a:xfrm>
            <a:off x="59020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74"/>
          <p:cNvSpPr/>
          <p:nvPr/>
        </p:nvSpPr>
        <p:spPr>
          <a:xfrm>
            <a:off x="67889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4"/>
          <p:cNvSpPr txBox="1"/>
          <p:nvPr>
            <p:ph idx="1" type="body"/>
          </p:nvPr>
        </p:nvSpPr>
        <p:spPr>
          <a:xfrm>
            <a:off x="57413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065" name="Google Shape;1065;p74"/>
          <p:cNvSpPr txBox="1"/>
          <p:nvPr>
            <p:ph idx="1" type="body"/>
          </p:nvPr>
        </p:nvSpPr>
        <p:spPr>
          <a:xfrm>
            <a:off x="64354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cxnSp>
        <p:nvCxnSpPr>
          <p:cNvPr id="1066" name="Google Shape;1066;p74"/>
          <p:cNvCxnSpPr/>
          <p:nvPr/>
        </p:nvCxnSpPr>
        <p:spPr>
          <a:xfrm>
            <a:off x="54964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7" name="Google Shape;1067;p74"/>
          <p:cNvCxnSpPr/>
          <p:nvPr/>
        </p:nvCxnSpPr>
        <p:spPr>
          <a:xfrm>
            <a:off x="58526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8" name="Google Shape;1068;p74"/>
          <p:cNvSpPr txBox="1"/>
          <p:nvPr/>
        </p:nvSpPr>
        <p:spPr>
          <a:xfrm>
            <a:off x="7988475" y="3884250"/>
            <a:ext cx="615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4"/>
          <p:cNvSpPr txBox="1"/>
          <p:nvPr>
            <p:ph idx="1" type="body"/>
          </p:nvPr>
        </p:nvSpPr>
        <p:spPr>
          <a:xfrm>
            <a:off x="49299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070" name="Google Shape;1070;p74"/>
          <p:cNvSpPr txBox="1"/>
          <p:nvPr>
            <p:ph idx="1" type="body"/>
          </p:nvPr>
        </p:nvSpPr>
        <p:spPr>
          <a:xfrm>
            <a:off x="60729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071" name="Google Shape;1071;p74"/>
          <p:cNvSpPr txBox="1"/>
          <p:nvPr>
            <p:ph idx="1" type="body"/>
          </p:nvPr>
        </p:nvSpPr>
        <p:spPr>
          <a:xfrm>
            <a:off x="71106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072" name="Google Shape;1072;p74"/>
          <p:cNvSpPr txBox="1"/>
          <p:nvPr>
            <p:ph idx="1" type="body"/>
          </p:nvPr>
        </p:nvSpPr>
        <p:spPr>
          <a:xfrm>
            <a:off x="49200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sp>
        <p:nvSpPr>
          <p:cNvPr id="1073" name="Google Shape;1073;p74"/>
          <p:cNvSpPr txBox="1"/>
          <p:nvPr>
            <p:ph idx="1" type="body"/>
          </p:nvPr>
        </p:nvSpPr>
        <p:spPr>
          <a:xfrm>
            <a:off x="4320000" y="892025"/>
            <a:ext cx="4320600" cy="9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can see that all the angles are the same in the two shapes but I </a:t>
            </a:r>
            <a:r>
              <a:rPr lang="en-GB" sz="1800">
                <a:solidFill>
                  <a:schemeClr val="accent4"/>
                </a:solidFill>
              </a:rPr>
              <a:t>don’t know the lengths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074" name="Google Shape;1074;p74"/>
          <p:cNvSpPr txBox="1"/>
          <p:nvPr>
            <p:ph idx="1" type="body"/>
          </p:nvPr>
        </p:nvSpPr>
        <p:spPr>
          <a:xfrm>
            <a:off x="4320000" y="1882625"/>
            <a:ext cx="4435800" cy="6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So, there is </a:t>
            </a:r>
            <a:r>
              <a:rPr lang="en-GB" sz="1800">
                <a:solidFill>
                  <a:schemeClr val="accent4"/>
                </a:solidFill>
              </a:rPr>
              <a:t>not enough information</a:t>
            </a:r>
            <a:r>
              <a:rPr lang="en-GB" sz="1800"/>
              <a:t> to </a:t>
            </a:r>
            <a:r>
              <a:rPr lang="en-GB" sz="1800"/>
              <a:t>determine</a:t>
            </a:r>
            <a:r>
              <a:rPr lang="en-GB" sz="1800"/>
              <a:t> whether they are congruent.</a:t>
            </a:r>
            <a:endParaRPr sz="1800"/>
          </a:p>
        </p:txBody>
      </p:sp>
      <p:pic>
        <p:nvPicPr>
          <p:cNvPr id="1075" name="Google Shape;107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853" y="2271347"/>
            <a:ext cx="584400" cy="655954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74"/>
          <p:cNvSpPr txBox="1"/>
          <p:nvPr/>
        </p:nvSpPr>
        <p:spPr>
          <a:xfrm>
            <a:off x="385750" y="292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7" name="Google Shape;1077;p74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390325" y="788672"/>
            <a:ext cx="3787725" cy="13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74"/>
          <p:cNvSpPr txBox="1"/>
          <p:nvPr>
            <p:ph idx="1" type="body"/>
          </p:nvPr>
        </p:nvSpPr>
        <p:spPr>
          <a:xfrm>
            <a:off x="724950" y="896775"/>
            <a:ext cx="3272700" cy="9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there </a:t>
            </a:r>
            <a:r>
              <a:rPr lang="en-GB" sz="1800">
                <a:solidFill>
                  <a:schemeClr val="accent4"/>
                </a:solidFill>
              </a:rPr>
              <a:t>enough information</a:t>
            </a:r>
            <a:r>
              <a:rPr lang="en-GB" sz="1800"/>
              <a:t> to determine whether these shapes are </a:t>
            </a:r>
            <a:r>
              <a:rPr lang="en-GB" sz="1800">
                <a:solidFill>
                  <a:schemeClr val="accent4"/>
                </a:solidFill>
              </a:rPr>
              <a:t>congruent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079" name="Google Shape;1079;p74"/>
          <p:cNvSpPr/>
          <p:nvPr/>
        </p:nvSpPr>
        <p:spPr>
          <a:xfrm>
            <a:off x="17596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4"/>
          <p:cNvSpPr/>
          <p:nvPr/>
        </p:nvSpPr>
        <p:spPr>
          <a:xfrm>
            <a:off x="17596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4"/>
          <p:cNvSpPr/>
          <p:nvPr/>
        </p:nvSpPr>
        <p:spPr>
          <a:xfrm>
            <a:off x="17517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82" name="Google Shape;1082;p74"/>
          <p:cNvSpPr/>
          <p:nvPr/>
        </p:nvSpPr>
        <p:spPr>
          <a:xfrm>
            <a:off x="25492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4"/>
          <p:cNvSpPr/>
          <p:nvPr/>
        </p:nvSpPr>
        <p:spPr>
          <a:xfrm>
            <a:off x="34361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4" name="Google Shape;1084;p74"/>
          <p:cNvCxnSpPr/>
          <p:nvPr/>
        </p:nvCxnSpPr>
        <p:spPr>
          <a:xfrm>
            <a:off x="16403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85" name="Google Shape;1085;p74"/>
          <p:cNvCxnSpPr/>
          <p:nvPr/>
        </p:nvCxnSpPr>
        <p:spPr>
          <a:xfrm rot="10800000">
            <a:off x="17690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86" name="Google Shape;1086;p74"/>
          <p:cNvCxnSpPr/>
          <p:nvPr/>
        </p:nvCxnSpPr>
        <p:spPr>
          <a:xfrm>
            <a:off x="17505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87" name="Google Shape;1087;p74"/>
          <p:cNvCxnSpPr/>
          <p:nvPr/>
        </p:nvCxnSpPr>
        <p:spPr>
          <a:xfrm>
            <a:off x="27970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8" name="Google Shape;1088;p74"/>
          <p:cNvSpPr txBox="1"/>
          <p:nvPr>
            <p:ph idx="1" type="body"/>
          </p:nvPr>
        </p:nvSpPr>
        <p:spPr>
          <a:xfrm>
            <a:off x="23885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089" name="Google Shape;1089;p74"/>
          <p:cNvSpPr txBox="1"/>
          <p:nvPr>
            <p:ph idx="1" type="body"/>
          </p:nvPr>
        </p:nvSpPr>
        <p:spPr>
          <a:xfrm>
            <a:off x="30826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090" name="Google Shape;1090;p74"/>
          <p:cNvSpPr txBox="1"/>
          <p:nvPr>
            <p:ph idx="1" type="body"/>
          </p:nvPr>
        </p:nvSpPr>
        <p:spPr>
          <a:xfrm>
            <a:off x="20104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091" name="Google Shape;1091;p74"/>
          <p:cNvSpPr txBox="1"/>
          <p:nvPr>
            <p:ph idx="1" type="body"/>
          </p:nvPr>
        </p:nvSpPr>
        <p:spPr>
          <a:xfrm>
            <a:off x="11368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092" name="Google Shape;1092;p74"/>
          <p:cNvSpPr txBox="1"/>
          <p:nvPr>
            <p:ph idx="1" type="body"/>
          </p:nvPr>
        </p:nvSpPr>
        <p:spPr>
          <a:xfrm>
            <a:off x="24324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093" name="Google Shape;1093;p74"/>
          <p:cNvSpPr txBox="1"/>
          <p:nvPr>
            <p:ph idx="1" type="body"/>
          </p:nvPr>
        </p:nvSpPr>
        <p:spPr>
          <a:xfrm>
            <a:off x="33320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094" name="Google Shape;1094;p74"/>
          <p:cNvCxnSpPr/>
          <p:nvPr/>
        </p:nvCxnSpPr>
        <p:spPr>
          <a:xfrm>
            <a:off x="21436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5" name="Google Shape;1095;p74"/>
          <p:cNvCxnSpPr/>
          <p:nvPr/>
        </p:nvCxnSpPr>
        <p:spPr>
          <a:xfrm>
            <a:off x="24998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6" name="Google Shape;1096;p74"/>
          <p:cNvSpPr txBox="1"/>
          <p:nvPr>
            <p:ph idx="1" type="body"/>
          </p:nvPr>
        </p:nvSpPr>
        <p:spPr>
          <a:xfrm>
            <a:off x="15771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097" name="Google Shape;1097;p74"/>
          <p:cNvSpPr txBox="1"/>
          <p:nvPr>
            <p:ph idx="1" type="body"/>
          </p:nvPr>
        </p:nvSpPr>
        <p:spPr>
          <a:xfrm>
            <a:off x="27201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098" name="Google Shape;1098;p74"/>
          <p:cNvSpPr txBox="1"/>
          <p:nvPr>
            <p:ph idx="1" type="body"/>
          </p:nvPr>
        </p:nvSpPr>
        <p:spPr>
          <a:xfrm>
            <a:off x="37578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099" name="Google Shape;1099;p74"/>
          <p:cNvSpPr txBox="1"/>
          <p:nvPr>
            <p:ph idx="1" type="body"/>
          </p:nvPr>
        </p:nvSpPr>
        <p:spPr>
          <a:xfrm>
            <a:off x="15672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pic>
        <p:nvPicPr>
          <p:cNvPr id="1100" name="Google Shape;1100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8675" y="3025244"/>
            <a:ext cx="827201" cy="80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" name="Google Shape;1105;p75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5562958" y="746644"/>
            <a:ext cx="3216123" cy="225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75"/>
          <p:cNvSpPr/>
          <p:nvPr/>
        </p:nvSpPr>
        <p:spPr>
          <a:xfrm>
            <a:off x="51124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5"/>
          <p:cNvSpPr/>
          <p:nvPr/>
        </p:nvSpPr>
        <p:spPr>
          <a:xfrm>
            <a:off x="51124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109" name="Google Shape;1109;p75"/>
          <p:cNvSpPr/>
          <p:nvPr/>
        </p:nvSpPr>
        <p:spPr>
          <a:xfrm>
            <a:off x="51045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10" name="Google Shape;1110;p75"/>
          <p:cNvSpPr/>
          <p:nvPr/>
        </p:nvSpPr>
        <p:spPr>
          <a:xfrm>
            <a:off x="59020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75"/>
          <p:cNvSpPr/>
          <p:nvPr/>
        </p:nvSpPr>
        <p:spPr>
          <a:xfrm>
            <a:off x="67889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2" name="Google Shape;1112;p75"/>
          <p:cNvCxnSpPr/>
          <p:nvPr/>
        </p:nvCxnSpPr>
        <p:spPr>
          <a:xfrm>
            <a:off x="49931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3" name="Google Shape;1113;p75"/>
          <p:cNvCxnSpPr/>
          <p:nvPr/>
        </p:nvCxnSpPr>
        <p:spPr>
          <a:xfrm rot="10800000">
            <a:off x="51218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4" name="Google Shape;1114;p75"/>
          <p:cNvCxnSpPr/>
          <p:nvPr/>
        </p:nvCxnSpPr>
        <p:spPr>
          <a:xfrm>
            <a:off x="51033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5" name="Google Shape;1115;p75"/>
          <p:cNvCxnSpPr/>
          <p:nvPr/>
        </p:nvCxnSpPr>
        <p:spPr>
          <a:xfrm>
            <a:off x="61498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6" name="Google Shape;1116;p75"/>
          <p:cNvSpPr txBox="1"/>
          <p:nvPr>
            <p:ph idx="1" type="body"/>
          </p:nvPr>
        </p:nvSpPr>
        <p:spPr>
          <a:xfrm>
            <a:off x="57413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117" name="Google Shape;1117;p75"/>
          <p:cNvSpPr txBox="1"/>
          <p:nvPr>
            <p:ph idx="1" type="body"/>
          </p:nvPr>
        </p:nvSpPr>
        <p:spPr>
          <a:xfrm>
            <a:off x="64354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118" name="Google Shape;1118;p75"/>
          <p:cNvSpPr txBox="1"/>
          <p:nvPr>
            <p:ph idx="1" type="body"/>
          </p:nvPr>
        </p:nvSpPr>
        <p:spPr>
          <a:xfrm>
            <a:off x="53632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119" name="Google Shape;1119;p75"/>
          <p:cNvSpPr txBox="1"/>
          <p:nvPr>
            <p:ph idx="1" type="body"/>
          </p:nvPr>
        </p:nvSpPr>
        <p:spPr>
          <a:xfrm>
            <a:off x="44896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120" name="Google Shape;1120;p75"/>
          <p:cNvSpPr txBox="1"/>
          <p:nvPr>
            <p:ph idx="1" type="body"/>
          </p:nvPr>
        </p:nvSpPr>
        <p:spPr>
          <a:xfrm>
            <a:off x="57852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121" name="Google Shape;1121;p75"/>
          <p:cNvSpPr txBox="1"/>
          <p:nvPr>
            <p:ph idx="1" type="body"/>
          </p:nvPr>
        </p:nvSpPr>
        <p:spPr>
          <a:xfrm>
            <a:off x="66848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122" name="Google Shape;1122;p75"/>
          <p:cNvCxnSpPr/>
          <p:nvPr/>
        </p:nvCxnSpPr>
        <p:spPr>
          <a:xfrm>
            <a:off x="54964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75"/>
          <p:cNvCxnSpPr/>
          <p:nvPr/>
        </p:nvCxnSpPr>
        <p:spPr>
          <a:xfrm>
            <a:off x="58526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4" name="Google Shape;1124;p75"/>
          <p:cNvSpPr txBox="1"/>
          <p:nvPr>
            <p:ph idx="1" type="body"/>
          </p:nvPr>
        </p:nvSpPr>
        <p:spPr>
          <a:xfrm>
            <a:off x="49299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125" name="Google Shape;1125;p75"/>
          <p:cNvSpPr txBox="1"/>
          <p:nvPr>
            <p:ph idx="1" type="body"/>
          </p:nvPr>
        </p:nvSpPr>
        <p:spPr>
          <a:xfrm>
            <a:off x="60729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126" name="Google Shape;1126;p75"/>
          <p:cNvSpPr txBox="1"/>
          <p:nvPr>
            <p:ph idx="1" type="body"/>
          </p:nvPr>
        </p:nvSpPr>
        <p:spPr>
          <a:xfrm>
            <a:off x="71106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127" name="Google Shape;1127;p75"/>
          <p:cNvSpPr txBox="1"/>
          <p:nvPr>
            <p:ph idx="1" type="body"/>
          </p:nvPr>
        </p:nvSpPr>
        <p:spPr>
          <a:xfrm>
            <a:off x="49200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sp>
        <p:nvSpPr>
          <p:cNvPr id="1128" name="Google Shape;1128;p75"/>
          <p:cNvSpPr txBox="1"/>
          <p:nvPr>
            <p:ph idx="1" type="body"/>
          </p:nvPr>
        </p:nvSpPr>
        <p:spPr>
          <a:xfrm>
            <a:off x="5696775" y="892025"/>
            <a:ext cx="2854800" cy="9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can see that all the </a:t>
            </a:r>
            <a:r>
              <a:rPr lang="en-GB" sz="1800">
                <a:solidFill>
                  <a:schemeClr val="accent4"/>
                </a:solidFill>
              </a:rPr>
              <a:t>angles</a:t>
            </a:r>
            <a:r>
              <a:rPr lang="en-GB" sz="1800"/>
              <a:t> and </a:t>
            </a:r>
            <a:r>
              <a:rPr lang="en-GB" sz="1800">
                <a:solidFill>
                  <a:schemeClr val="accent4"/>
                </a:solidFill>
              </a:rPr>
              <a:t>lengths</a:t>
            </a:r>
            <a:r>
              <a:rPr lang="en-GB" sz="1800"/>
              <a:t> are the same in each shape.</a:t>
            </a:r>
            <a:endParaRPr sz="1800"/>
          </a:p>
        </p:txBody>
      </p:sp>
      <p:sp>
        <p:nvSpPr>
          <p:cNvPr id="1129" name="Google Shape;1129;p75"/>
          <p:cNvSpPr txBox="1"/>
          <p:nvPr>
            <p:ph idx="1" type="body"/>
          </p:nvPr>
        </p:nvSpPr>
        <p:spPr>
          <a:xfrm>
            <a:off x="5665100" y="1958825"/>
            <a:ext cx="2938200" cy="6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So, yes, I can now be sure that they are </a:t>
            </a:r>
            <a:r>
              <a:rPr lang="en-GB" sz="1800">
                <a:solidFill>
                  <a:schemeClr val="accent4"/>
                </a:solidFill>
              </a:rPr>
              <a:t>congruent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130" name="Google Shape;1130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853" y="2271347"/>
            <a:ext cx="584400" cy="655954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75"/>
          <p:cNvSpPr txBox="1"/>
          <p:nvPr/>
        </p:nvSpPr>
        <p:spPr>
          <a:xfrm>
            <a:off x="385750" y="292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2" name="Google Shape;1132;p75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324000" y="788675"/>
            <a:ext cx="4499999" cy="13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75"/>
          <p:cNvSpPr txBox="1"/>
          <p:nvPr>
            <p:ph idx="1" type="body"/>
          </p:nvPr>
        </p:nvSpPr>
        <p:spPr>
          <a:xfrm>
            <a:off x="724950" y="896775"/>
            <a:ext cx="4099200" cy="9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if I tell you all of the </a:t>
            </a:r>
            <a:r>
              <a:rPr lang="en-GB" sz="1800">
                <a:solidFill>
                  <a:schemeClr val="accent4"/>
                </a:solidFill>
              </a:rPr>
              <a:t>lengths</a:t>
            </a:r>
            <a:r>
              <a:rPr lang="en-GB" sz="1800"/>
              <a:t>? Can you</a:t>
            </a:r>
            <a:r>
              <a:rPr lang="en-GB" sz="1800"/>
              <a:t> determine if they are </a:t>
            </a:r>
            <a:r>
              <a:rPr lang="en-GB" sz="1800">
                <a:solidFill>
                  <a:schemeClr val="accent4"/>
                </a:solidFill>
              </a:rPr>
              <a:t>congruent</a:t>
            </a:r>
            <a:r>
              <a:rPr lang="en-GB" sz="1800"/>
              <a:t> now?</a:t>
            </a:r>
            <a:endParaRPr sz="1800"/>
          </a:p>
        </p:txBody>
      </p:sp>
      <p:sp>
        <p:nvSpPr>
          <p:cNvPr id="1134" name="Google Shape;1134;p75"/>
          <p:cNvSpPr/>
          <p:nvPr/>
        </p:nvSpPr>
        <p:spPr>
          <a:xfrm>
            <a:off x="17596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75"/>
          <p:cNvSpPr/>
          <p:nvPr/>
        </p:nvSpPr>
        <p:spPr>
          <a:xfrm>
            <a:off x="17596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75"/>
          <p:cNvSpPr/>
          <p:nvPr/>
        </p:nvSpPr>
        <p:spPr>
          <a:xfrm>
            <a:off x="17517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7" name="Google Shape;1137;p75"/>
          <p:cNvSpPr/>
          <p:nvPr/>
        </p:nvSpPr>
        <p:spPr>
          <a:xfrm>
            <a:off x="25492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75"/>
          <p:cNvSpPr/>
          <p:nvPr/>
        </p:nvSpPr>
        <p:spPr>
          <a:xfrm>
            <a:off x="34361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9" name="Google Shape;1139;p75"/>
          <p:cNvCxnSpPr/>
          <p:nvPr/>
        </p:nvCxnSpPr>
        <p:spPr>
          <a:xfrm>
            <a:off x="16403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0" name="Google Shape;1140;p75"/>
          <p:cNvCxnSpPr/>
          <p:nvPr/>
        </p:nvCxnSpPr>
        <p:spPr>
          <a:xfrm rot="10800000">
            <a:off x="17690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1" name="Google Shape;1141;p75"/>
          <p:cNvCxnSpPr/>
          <p:nvPr/>
        </p:nvCxnSpPr>
        <p:spPr>
          <a:xfrm>
            <a:off x="17505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2" name="Google Shape;1142;p75"/>
          <p:cNvCxnSpPr/>
          <p:nvPr/>
        </p:nvCxnSpPr>
        <p:spPr>
          <a:xfrm>
            <a:off x="27970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3" name="Google Shape;1143;p75"/>
          <p:cNvSpPr txBox="1"/>
          <p:nvPr>
            <p:ph idx="1" type="body"/>
          </p:nvPr>
        </p:nvSpPr>
        <p:spPr>
          <a:xfrm>
            <a:off x="23885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144" name="Google Shape;1144;p75"/>
          <p:cNvSpPr txBox="1"/>
          <p:nvPr>
            <p:ph idx="1" type="body"/>
          </p:nvPr>
        </p:nvSpPr>
        <p:spPr>
          <a:xfrm>
            <a:off x="30826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145" name="Google Shape;1145;p75"/>
          <p:cNvSpPr txBox="1"/>
          <p:nvPr>
            <p:ph idx="1" type="body"/>
          </p:nvPr>
        </p:nvSpPr>
        <p:spPr>
          <a:xfrm>
            <a:off x="20104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146" name="Google Shape;1146;p75"/>
          <p:cNvSpPr txBox="1"/>
          <p:nvPr>
            <p:ph idx="1" type="body"/>
          </p:nvPr>
        </p:nvSpPr>
        <p:spPr>
          <a:xfrm>
            <a:off x="11368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147" name="Google Shape;1147;p75"/>
          <p:cNvSpPr txBox="1"/>
          <p:nvPr>
            <p:ph idx="1" type="body"/>
          </p:nvPr>
        </p:nvSpPr>
        <p:spPr>
          <a:xfrm>
            <a:off x="24324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148" name="Google Shape;1148;p75"/>
          <p:cNvSpPr txBox="1"/>
          <p:nvPr>
            <p:ph idx="1" type="body"/>
          </p:nvPr>
        </p:nvSpPr>
        <p:spPr>
          <a:xfrm>
            <a:off x="33320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149" name="Google Shape;1149;p75"/>
          <p:cNvCxnSpPr/>
          <p:nvPr/>
        </p:nvCxnSpPr>
        <p:spPr>
          <a:xfrm>
            <a:off x="21436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0" name="Google Shape;1150;p75"/>
          <p:cNvCxnSpPr/>
          <p:nvPr/>
        </p:nvCxnSpPr>
        <p:spPr>
          <a:xfrm>
            <a:off x="24998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1" name="Google Shape;1151;p75"/>
          <p:cNvSpPr txBox="1"/>
          <p:nvPr>
            <p:ph idx="1" type="body"/>
          </p:nvPr>
        </p:nvSpPr>
        <p:spPr>
          <a:xfrm>
            <a:off x="15771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152" name="Google Shape;1152;p75"/>
          <p:cNvSpPr txBox="1"/>
          <p:nvPr>
            <p:ph idx="1" type="body"/>
          </p:nvPr>
        </p:nvSpPr>
        <p:spPr>
          <a:xfrm>
            <a:off x="27201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153" name="Google Shape;1153;p75"/>
          <p:cNvSpPr txBox="1"/>
          <p:nvPr>
            <p:ph idx="1" type="body"/>
          </p:nvPr>
        </p:nvSpPr>
        <p:spPr>
          <a:xfrm>
            <a:off x="37578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154" name="Google Shape;1154;p75"/>
          <p:cNvSpPr txBox="1"/>
          <p:nvPr>
            <p:ph idx="1" type="body"/>
          </p:nvPr>
        </p:nvSpPr>
        <p:spPr>
          <a:xfrm>
            <a:off x="15672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155" name="Google Shape;1155;p75"/>
          <p:cNvSpPr txBox="1"/>
          <p:nvPr/>
        </p:nvSpPr>
        <p:spPr>
          <a:xfrm>
            <a:off x="7988475" y="3884250"/>
            <a:ext cx="615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6" name="Google Shape;1156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8675" y="3025244"/>
            <a:ext cx="827201" cy="80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1" name="Google Shape;1161;p76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5363297" y="746650"/>
            <a:ext cx="3415777" cy="225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76"/>
          <p:cNvSpPr/>
          <p:nvPr/>
        </p:nvSpPr>
        <p:spPr>
          <a:xfrm>
            <a:off x="51124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76"/>
          <p:cNvSpPr/>
          <p:nvPr/>
        </p:nvSpPr>
        <p:spPr>
          <a:xfrm>
            <a:off x="51124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165" name="Google Shape;1165;p76"/>
          <p:cNvSpPr/>
          <p:nvPr/>
        </p:nvSpPr>
        <p:spPr>
          <a:xfrm>
            <a:off x="51045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6" name="Google Shape;1166;p76"/>
          <p:cNvSpPr/>
          <p:nvPr/>
        </p:nvSpPr>
        <p:spPr>
          <a:xfrm>
            <a:off x="67889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7" name="Google Shape;1167;p76"/>
          <p:cNvCxnSpPr/>
          <p:nvPr/>
        </p:nvCxnSpPr>
        <p:spPr>
          <a:xfrm>
            <a:off x="49931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8" name="Google Shape;1168;p76"/>
          <p:cNvCxnSpPr/>
          <p:nvPr/>
        </p:nvCxnSpPr>
        <p:spPr>
          <a:xfrm rot="10800000">
            <a:off x="51218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9" name="Google Shape;1169;p76"/>
          <p:cNvCxnSpPr/>
          <p:nvPr/>
        </p:nvCxnSpPr>
        <p:spPr>
          <a:xfrm>
            <a:off x="51033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70" name="Google Shape;1170;p76"/>
          <p:cNvCxnSpPr/>
          <p:nvPr/>
        </p:nvCxnSpPr>
        <p:spPr>
          <a:xfrm>
            <a:off x="61498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1" name="Google Shape;1171;p76"/>
          <p:cNvSpPr txBox="1"/>
          <p:nvPr>
            <p:ph idx="1" type="body"/>
          </p:nvPr>
        </p:nvSpPr>
        <p:spPr>
          <a:xfrm>
            <a:off x="64354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172" name="Google Shape;1172;p76"/>
          <p:cNvSpPr txBox="1"/>
          <p:nvPr>
            <p:ph idx="1" type="body"/>
          </p:nvPr>
        </p:nvSpPr>
        <p:spPr>
          <a:xfrm>
            <a:off x="53632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173" name="Google Shape;1173;p76"/>
          <p:cNvSpPr txBox="1"/>
          <p:nvPr>
            <p:ph idx="1" type="body"/>
          </p:nvPr>
        </p:nvSpPr>
        <p:spPr>
          <a:xfrm>
            <a:off x="44896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174" name="Google Shape;1174;p76"/>
          <p:cNvSpPr txBox="1"/>
          <p:nvPr>
            <p:ph idx="1" type="body"/>
          </p:nvPr>
        </p:nvSpPr>
        <p:spPr>
          <a:xfrm>
            <a:off x="57852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175" name="Google Shape;1175;p76"/>
          <p:cNvSpPr txBox="1"/>
          <p:nvPr>
            <p:ph idx="1" type="body"/>
          </p:nvPr>
        </p:nvSpPr>
        <p:spPr>
          <a:xfrm>
            <a:off x="66848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176" name="Google Shape;1176;p76"/>
          <p:cNvCxnSpPr/>
          <p:nvPr/>
        </p:nvCxnSpPr>
        <p:spPr>
          <a:xfrm>
            <a:off x="54964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76"/>
          <p:cNvCxnSpPr/>
          <p:nvPr/>
        </p:nvCxnSpPr>
        <p:spPr>
          <a:xfrm>
            <a:off x="58526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8" name="Google Shape;1178;p76"/>
          <p:cNvSpPr txBox="1"/>
          <p:nvPr>
            <p:ph idx="1" type="body"/>
          </p:nvPr>
        </p:nvSpPr>
        <p:spPr>
          <a:xfrm>
            <a:off x="49299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179" name="Google Shape;1179;p76"/>
          <p:cNvSpPr txBox="1"/>
          <p:nvPr>
            <p:ph idx="1" type="body"/>
          </p:nvPr>
        </p:nvSpPr>
        <p:spPr>
          <a:xfrm>
            <a:off x="60729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180" name="Google Shape;1180;p76"/>
          <p:cNvSpPr txBox="1"/>
          <p:nvPr>
            <p:ph idx="1" type="body"/>
          </p:nvPr>
        </p:nvSpPr>
        <p:spPr>
          <a:xfrm>
            <a:off x="71106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181" name="Google Shape;1181;p76"/>
          <p:cNvSpPr txBox="1"/>
          <p:nvPr>
            <p:ph idx="1" type="body"/>
          </p:nvPr>
        </p:nvSpPr>
        <p:spPr>
          <a:xfrm>
            <a:off x="49200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sp>
        <p:nvSpPr>
          <p:cNvPr id="1182" name="Google Shape;1182;p76"/>
          <p:cNvSpPr txBox="1"/>
          <p:nvPr>
            <p:ph idx="1" type="body"/>
          </p:nvPr>
        </p:nvSpPr>
        <p:spPr>
          <a:xfrm>
            <a:off x="5497816" y="892025"/>
            <a:ext cx="3188400" cy="9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could work out ∠EFG by </a:t>
            </a:r>
            <a:r>
              <a:rPr lang="en-GB" sz="1800">
                <a:solidFill>
                  <a:schemeClr val="accent4"/>
                </a:solidFill>
              </a:rPr>
              <a:t>subtracting</a:t>
            </a:r>
            <a:r>
              <a:rPr lang="en-GB" sz="1800"/>
              <a:t> the remaining three angles </a:t>
            </a:r>
            <a:r>
              <a:rPr lang="en-GB" sz="1800">
                <a:solidFill>
                  <a:schemeClr val="accent4"/>
                </a:solidFill>
              </a:rPr>
              <a:t>from 360°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183" name="Google Shape;1183;p76"/>
          <p:cNvSpPr txBox="1"/>
          <p:nvPr>
            <p:ph idx="1" type="body"/>
          </p:nvPr>
        </p:nvSpPr>
        <p:spPr>
          <a:xfrm>
            <a:off x="5493261" y="1911783"/>
            <a:ext cx="2810400" cy="6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So, yes, I can still be sure that they are congruent.</a:t>
            </a:r>
            <a:endParaRPr sz="1800"/>
          </a:p>
        </p:txBody>
      </p:sp>
      <p:pic>
        <p:nvPicPr>
          <p:cNvPr id="1184" name="Google Shape;118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853" y="2271347"/>
            <a:ext cx="584400" cy="655954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76"/>
          <p:cNvSpPr txBox="1"/>
          <p:nvPr/>
        </p:nvSpPr>
        <p:spPr>
          <a:xfrm>
            <a:off x="385750" y="292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6" name="Google Shape;1186;p76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390325" y="788675"/>
            <a:ext cx="4029276" cy="1476435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76"/>
          <p:cNvSpPr txBox="1"/>
          <p:nvPr>
            <p:ph idx="1" type="body"/>
          </p:nvPr>
        </p:nvSpPr>
        <p:spPr>
          <a:xfrm>
            <a:off x="724950" y="896775"/>
            <a:ext cx="36123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have removed </a:t>
            </a:r>
            <a:r>
              <a:rPr lang="en-GB" sz="1800">
                <a:solidFill>
                  <a:schemeClr val="accent4"/>
                </a:solidFill>
              </a:rPr>
              <a:t>∠EFG</a:t>
            </a:r>
            <a:r>
              <a:rPr lang="en-GB" sz="1800"/>
              <a:t>. </a:t>
            </a:r>
            <a:endParaRPr sz="1800"/>
          </a:p>
        </p:txBody>
      </p:sp>
      <p:sp>
        <p:nvSpPr>
          <p:cNvPr id="1188" name="Google Shape;1188;p76"/>
          <p:cNvSpPr/>
          <p:nvPr/>
        </p:nvSpPr>
        <p:spPr>
          <a:xfrm>
            <a:off x="17596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76"/>
          <p:cNvSpPr/>
          <p:nvPr/>
        </p:nvSpPr>
        <p:spPr>
          <a:xfrm>
            <a:off x="17596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76"/>
          <p:cNvSpPr/>
          <p:nvPr/>
        </p:nvSpPr>
        <p:spPr>
          <a:xfrm>
            <a:off x="17517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1" name="Google Shape;1191;p76"/>
          <p:cNvSpPr/>
          <p:nvPr/>
        </p:nvSpPr>
        <p:spPr>
          <a:xfrm>
            <a:off x="25492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6"/>
          <p:cNvSpPr/>
          <p:nvPr/>
        </p:nvSpPr>
        <p:spPr>
          <a:xfrm>
            <a:off x="34361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3" name="Google Shape;1193;p76"/>
          <p:cNvCxnSpPr/>
          <p:nvPr/>
        </p:nvCxnSpPr>
        <p:spPr>
          <a:xfrm>
            <a:off x="16403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94" name="Google Shape;1194;p76"/>
          <p:cNvCxnSpPr/>
          <p:nvPr/>
        </p:nvCxnSpPr>
        <p:spPr>
          <a:xfrm rot="10800000">
            <a:off x="17690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95" name="Google Shape;1195;p76"/>
          <p:cNvCxnSpPr/>
          <p:nvPr/>
        </p:nvCxnSpPr>
        <p:spPr>
          <a:xfrm>
            <a:off x="17505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96" name="Google Shape;1196;p76"/>
          <p:cNvCxnSpPr/>
          <p:nvPr/>
        </p:nvCxnSpPr>
        <p:spPr>
          <a:xfrm>
            <a:off x="27970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97" name="Google Shape;1197;p76"/>
          <p:cNvSpPr txBox="1"/>
          <p:nvPr>
            <p:ph idx="1" type="body"/>
          </p:nvPr>
        </p:nvSpPr>
        <p:spPr>
          <a:xfrm>
            <a:off x="23885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198" name="Google Shape;1198;p76"/>
          <p:cNvSpPr txBox="1"/>
          <p:nvPr>
            <p:ph idx="1" type="body"/>
          </p:nvPr>
        </p:nvSpPr>
        <p:spPr>
          <a:xfrm>
            <a:off x="30826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199" name="Google Shape;1199;p76"/>
          <p:cNvSpPr txBox="1"/>
          <p:nvPr>
            <p:ph idx="1" type="body"/>
          </p:nvPr>
        </p:nvSpPr>
        <p:spPr>
          <a:xfrm>
            <a:off x="20104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200" name="Google Shape;1200;p76"/>
          <p:cNvSpPr txBox="1"/>
          <p:nvPr>
            <p:ph idx="1" type="body"/>
          </p:nvPr>
        </p:nvSpPr>
        <p:spPr>
          <a:xfrm>
            <a:off x="11368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201" name="Google Shape;1201;p76"/>
          <p:cNvSpPr txBox="1"/>
          <p:nvPr>
            <p:ph idx="1" type="body"/>
          </p:nvPr>
        </p:nvSpPr>
        <p:spPr>
          <a:xfrm>
            <a:off x="24324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202" name="Google Shape;1202;p76"/>
          <p:cNvSpPr txBox="1"/>
          <p:nvPr>
            <p:ph idx="1" type="body"/>
          </p:nvPr>
        </p:nvSpPr>
        <p:spPr>
          <a:xfrm>
            <a:off x="33320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203" name="Google Shape;1203;p76"/>
          <p:cNvCxnSpPr/>
          <p:nvPr/>
        </p:nvCxnSpPr>
        <p:spPr>
          <a:xfrm>
            <a:off x="21436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4" name="Google Shape;1204;p76"/>
          <p:cNvCxnSpPr/>
          <p:nvPr/>
        </p:nvCxnSpPr>
        <p:spPr>
          <a:xfrm>
            <a:off x="24998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5" name="Google Shape;1205;p76"/>
          <p:cNvSpPr txBox="1"/>
          <p:nvPr>
            <p:ph idx="1" type="body"/>
          </p:nvPr>
        </p:nvSpPr>
        <p:spPr>
          <a:xfrm>
            <a:off x="15771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206" name="Google Shape;1206;p76"/>
          <p:cNvSpPr txBox="1"/>
          <p:nvPr>
            <p:ph idx="1" type="body"/>
          </p:nvPr>
        </p:nvSpPr>
        <p:spPr>
          <a:xfrm>
            <a:off x="27201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207" name="Google Shape;1207;p76"/>
          <p:cNvSpPr txBox="1"/>
          <p:nvPr>
            <p:ph idx="1" type="body"/>
          </p:nvPr>
        </p:nvSpPr>
        <p:spPr>
          <a:xfrm>
            <a:off x="37578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208" name="Google Shape;1208;p76"/>
          <p:cNvSpPr txBox="1"/>
          <p:nvPr>
            <p:ph idx="1" type="body"/>
          </p:nvPr>
        </p:nvSpPr>
        <p:spPr>
          <a:xfrm>
            <a:off x="15672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209" name="Google Shape;1209;p76"/>
          <p:cNvSpPr/>
          <p:nvPr/>
        </p:nvSpPr>
        <p:spPr>
          <a:xfrm>
            <a:off x="5750514" y="3109360"/>
            <a:ext cx="468900" cy="339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76"/>
          <p:cNvSpPr txBox="1"/>
          <p:nvPr>
            <p:ph idx="1" type="body"/>
          </p:nvPr>
        </p:nvSpPr>
        <p:spPr>
          <a:xfrm>
            <a:off x="724950" y="1334536"/>
            <a:ext cx="3612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there still </a:t>
            </a:r>
            <a:r>
              <a:rPr lang="en-GB" sz="1800">
                <a:solidFill>
                  <a:schemeClr val="accent4"/>
                </a:solidFill>
              </a:rPr>
              <a:t>enough information</a:t>
            </a:r>
            <a:r>
              <a:rPr lang="en-GB" sz="1800"/>
              <a:t> to determine congruence?</a:t>
            </a:r>
            <a:endParaRPr sz="1800"/>
          </a:p>
        </p:txBody>
      </p:sp>
      <p:sp>
        <p:nvSpPr>
          <p:cNvPr id="1211" name="Google Shape;1211;p76"/>
          <p:cNvSpPr txBox="1"/>
          <p:nvPr/>
        </p:nvSpPr>
        <p:spPr>
          <a:xfrm>
            <a:off x="7988475" y="3884250"/>
            <a:ext cx="615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2" name="Google Shape;1212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8675" y="3025244"/>
            <a:ext cx="827201" cy="80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77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692901" y="746650"/>
            <a:ext cx="4336399" cy="247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77"/>
          <p:cNvSpPr/>
          <p:nvPr/>
        </p:nvSpPr>
        <p:spPr>
          <a:xfrm>
            <a:off x="51124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220" name="Google Shape;1220;p77"/>
          <p:cNvSpPr/>
          <p:nvPr/>
        </p:nvSpPr>
        <p:spPr>
          <a:xfrm>
            <a:off x="67889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1" name="Google Shape;1221;p77"/>
          <p:cNvCxnSpPr/>
          <p:nvPr/>
        </p:nvCxnSpPr>
        <p:spPr>
          <a:xfrm>
            <a:off x="49931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22" name="Google Shape;1222;p77"/>
          <p:cNvCxnSpPr/>
          <p:nvPr/>
        </p:nvCxnSpPr>
        <p:spPr>
          <a:xfrm rot="10800000">
            <a:off x="51218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23" name="Google Shape;1223;p77"/>
          <p:cNvCxnSpPr/>
          <p:nvPr/>
        </p:nvCxnSpPr>
        <p:spPr>
          <a:xfrm>
            <a:off x="51033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24" name="Google Shape;1224;p77"/>
          <p:cNvCxnSpPr/>
          <p:nvPr/>
        </p:nvCxnSpPr>
        <p:spPr>
          <a:xfrm>
            <a:off x="61498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25" name="Google Shape;1225;p77"/>
          <p:cNvSpPr txBox="1"/>
          <p:nvPr>
            <p:ph idx="1" type="body"/>
          </p:nvPr>
        </p:nvSpPr>
        <p:spPr>
          <a:xfrm>
            <a:off x="64354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226" name="Google Shape;1226;p77"/>
          <p:cNvSpPr txBox="1"/>
          <p:nvPr>
            <p:ph idx="1" type="body"/>
          </p:nvPr>
        </p:nvSpPr>
        <p:spPr>
          <a:xfrm>
            <a:off x="53632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227" name="Google Shape;1227;p77"/>
          <p:cNvSpPr txBox="1"/>
          <p:nvPr>
            <p:ph idx="1" type="body"/>
          </p:nvPr>
        </p:nvSpPr>
        <p:spPr>
          <a:xfrm>
            <a:off x="44896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228" name="Google Shape;1228;p77"/>
          <p:cNvSpPr txBox="1"/>
          <p:nvPr>
            <p:ph idx="1" type="body"/>
          </p:nvPr>
        </p:nvSpPr>
        <p:spPr>
          <a:xfrm>
            <a:off x="57852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229" name="Google Shape;1229;p77"/>
          <p:cNvSpPr txBox="1"/>
          <p:nvPr>
            <p:ph idx="1" type="body"/>
          </p:nvPr>
        </p:nvSpPr>
        <p:spPr>
          <a:xfrm>
            <a:off x="66848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230" name="Google Shape;1230;p77"/>
          <p:cNvCxnSpPr/>
          <p:nvPr/>
        </p:nvCxnSpPr>
        <p:spPr>
          <a:xfrm>
            <a:off x="54964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1" name="Google Shape;1231;p77"/>
          <p:cNvCxnSpPr/>
          <p:nvPr/>
        </p:nvCxnSpPr>
        <p:spPr>
          <a:xfrm>
            <a:off x="58526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2" name="Google Shape;1232;p77"/>
          <p:cNvSpPr txBox="1"/>
          <p:nvPr>
            <p:ph idx="1" type="body"/>
          </p:nvPr>
        </p:nvSpPr>
        <p:spPr>
          <a:xfrm>
            <a:off x="49299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233" name="Google Shape;1233;p77"/>
          <p:cNvSpPr txBox="1"/>
          <p:nvPr>
            <p:ph idx="1" type="body"/>
          </p:nvPr>
        </p:nvSpPr>
        <p:spPr>
          <a:xfrm>
            <a:off x="60729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234" name="Google Shape;1234;p77"/>
          <p:cNvSpPr txBox="1"/>
          <p:nvPr>
            <p:ph idx="1" type="body"/>
          </p:nvPr>
        </p:nvSpPr>
        <p:spPr>
          <a:xfrm>
            <a:off x="71106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235" name="Google Shape;1235;p77"/>
          <p:cNvSpPr txBox="1"/>
          <p:nvPr>
            <p:ph idx="1" type="body"/>
          </p:nvPr>
        </p:nvSpPr>
        <p:spPr>
          <a:xfrm>
            <a:off x="49200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sp>
        <p:nvSpPr>
          <p:cNvPr id="1236" name="Google Shape;1236;p77"/>
          <p:cNvSpPr txBox="1"/>
          <p:nvPr>
            <p:ph idx="1" type="body"/>
          </p:nvPr>
        </p:nvSpPr>
        <p:spPr>
          <a:xfrm>
            <a:off x="4840750" y="882306"/>
            <a:ext cx="3693000" cy="12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can see that two of the sides of </a:t>
            </a:r>
            <a:r>
              <a:rPr lang="en-GB" sz="1800">
                <a:solidFill>
                  <a:schemeClr val="accent4"/>
                </a:solidFill>
              </a:rPr>
              <a:t>parallel</a:t>
            </a:r>
            <a:r>
              <a:rPr lang="en-GB" sz="1800"/>
              <a:t>. I could use the fact that co-interior angles sum to 180° to work out the two missing angles.</a:t>
            </a:r>
            <a:endParaRPr sz="1800"/>
          </a:p>
        </p:txBody>
      </p:sp>
      <p:sp>
        <p:nvSpPr>
          <p:cNvPr id="1237" name="Google Shape;1237;p77"/>
          <p:cNvSpPr txBox="1"/>
          <p:nvPr>
            <p:ph idx="1" type="body"/>
          </p:nvPr>
        </p:nvSpPr>
        <p:spPr>
          <a:xfrm>
            <a:off x="4840750" y="2140375"/>
            <a:ext cx="3838800" cy="6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So, yes, I can still be sure that they are congruent.</a:t>
            </a:r>
            <a:endParaRPr sz="1800"/>
          </a:p>
        </p:txBody>
      </p:sp>
      <p:pic>
        <p:nvPicPr>
          <p:cNvPr id="1238" name="Google Shape;123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853" y="2271347"/>
            <a:ext cx="584400" cy="655954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77"/>
          <p:cNvSpPr txBox="1"/>
          <p:nvPr/>
        </p:nvSpPr>
        <p:spPr>
          <a:xfrm>
            <a:off x="385750" y="292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0" name="Google Shape;1240;p77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390325" y="788675"/>
            <a:ext cx="4029276" cy="1476435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77"/>
          <p:cNvSpPr txBox="1"/>
          <p:nvPr>
            <p:ph idx="1" type="body"/>
          </p:nvPr>
        </p:nvSpPr>
        <p:spPr>
          <a:xfrm>
            <a:off x="724950" y="896775"/>
            <a:ext cx="3612300" cy="9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if I also remove </a:t>
            </a:r>
            <a:r>
              <a:rPr lang="en-GB" sz="1800">
                <a:solidFill>
                  <a:schemeClr val="accent4"/>
                </a:solidFill>
              </a:rPr>
              <a:t>∠HEF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242" name="Google Shape;1242;p77"/>
          <p:cNvSpPr/>
          <p:nvPr/>
        </p:nvSpPr>
        <p:spPr>
          <a:xfrm>
            <a:off x="51045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3" name="Google Shape;1243;p77"/>
          <p:cNvSpPr/>
          <p:nvPr/>
        </p:nvSpPr>
        <p:spPr>
          <a:xfrm>
            <a:off x="17596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77"/>
          <p:cNvSpPr/>
          <p:nvPr/>
        </p:nvSpPr>
        <p:spPr>
          <a:xfrm>
            <a:off x="17596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77"/>
          <p:cNvSpPr/>
          <p:nvPr/>
        </p:nvSpPr>
        <p:spPr>
          <a:xfrm>
            <a:off x="17517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6" name="Google Shape;1246;p77"/>
          <p:cNvSpPr/>
          <p:nvPr/>
        </p:nvSpPr>
        <p:spPr>
          <a:xfrm>
            <a:off x="25492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77"/>
          <p:cNvSpPr/>
          <p:nvPr/>
        </p:nvSpPr>
        <p:spPr>
          <a:xfrm>
            <a:off x="34361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8" name="Google Shape;1248;p77"/>
          <p:cNvCxnSpPr/>
          <p:nvPr/>
        </p:nvCxnSpPr>
        <p:spPr>
          <a:xfrm>
            <a:off x="16403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49" name="Google Shape;1249;p77"/>
          <p:cNvCxnSpPr/>
          <p:nvPr/>
        </p:nvCxnSpPr>
        <p:spPr>
          <a:xfrm rot="10800000">
            <a:off x="17690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0" name="Google Shape;1250;p77"/>
          <p:cNvCxnSpPr/>
          <p:nvPr/>
        </p:nvCxnSpPr>
        <p:spPr>
          <a:xfrm>
            <a:off x="17505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1" name="Google Shape;1251;p77"/>
          <p:cNvCxnSpPr/>
          <p:nvPr/>
        </p:nvCxnSpPr>
        <p:spPr>
          <a:xfrm>
            <a:off x="27970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52" name="Google Shape;1252;p77"/>
          <p:cNvSpPr txBox="1"/>
          <p:nvPr>
            <p:ph idx="1" type="body"/>
          </p:nvPr>
        </p:nvSpPr>
        <p:spPr>
          <a:xfrm>
            <a:off x="23885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253" name="Google Shape;1253;p77"/>
          <p:cNvSpPr txBox="1"/>
          <p:nvPr>
            <p:ph idx="1" type="body"/>
          </p:nvPr>
        </p:nvSpPr>
        <p:spPr>
          <a:xfrm>
            <a:off x="30826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254" name="Google Shape;1254;p77"/>
          <p:cNvSpPr txBox="1"/>
          <p:nvPr>
            <p:ph idx="1" type="body"/>
          </p:nvPr>
        </p:nvSpPr>
        <p:spPr>
          <a:xfrm>
            <a:off x="20104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255" name="Google Shape;1255;p77"/>
          <p:cNvSpPr txBox="1"/>
          <p:nvPr>
            <p:ph idx="1" type="body"/>
          </p:nvPr>
        </p:nvSpPr>
        <p:spPr>
          <a:xfrm>
            <a:off x="11368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256" name="Google Shape;1256;p77"/>
          <p:cNvSpPr txBox="1"/>
          <p:nvPr>
            <p:ph idx="1" type="body"/>
          </p:nvPr>
        </p:nvSpPr>
        <p:spPr>
          <a:xfrm>
            <a:off x="24324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257" name="Google Shape;1257;p77"/>
          <p:cNvSpPr txBox="1"/>
          <p:nvPr>
            <p:ph idx="1" type="body"/>
          </p:nvPr>
        </p:nvSpPr>
        <p:spPr>
          <a:xfrm>
            <a:off x="33320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258" name="Google Shape;1258;p77"/>
          <p:cNvCxnSpPr/>
          <p:nvPr/>
        </p:nvCxnSpPr>
        <p:spPr>
          <a:xfrm>
            <a:off x="21436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9" name="Google Shape;1259;p77"/>
          <p:cNvCxnSpPr/>
          <p:nvPr/>
        </p:nvCxnSpPr>
        <p:spPr>
          <a:xfrm>
            <a:off x="24998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0" name="Google Shape;1260;p77"/>
          <p:cNvSpPr txBox="1"/>
          <p:nvPr>
            <p:ph idx="1" type="body"/>
          </p:nvPr>
        </p:nvSpPr>
        <p:spPr>
          <a:xfrm>
            <a:off x="15771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261" name="Google Shape;1261;p77"/>
          <p:cNvSpPr txBox="1"/>
          <p:nvPr>
            <p:ph idx="1" type="body"/>
          </p:nvPr>
        </p:nvSpPr>
        <p:spPr>
          <a:xfrm>
            <a:off x="27201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262" name="Google Shape;1262;p77"/>
          <p:cNvSpPr txBox="1"/>
          <p:nvPr>
            <p:ph idx="1" type="body"/>
          </p:nvPr>
        </p:nvSpPr>
        <p:spPr>
          <a:xfrm>
            <a:off x="37578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263" name="Google Shape;1263;p77"/>
          <p:cNvSpPr txBox="1"/>
          <p:nvPr>
            <p:ph idx="1" type="body"/>
          </p:nvPr>
        </p:nvSpPr>
        <p:spPr>
          <a:xfrm>
            <a:off x="15672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264" name="Google Shape;1264;p77"/>
          <p:cNvSpPr/>
          <p:nvPr/>
        </p:nvSpPr>
        <p:spPr>
          <a:xfrm>
            <a:off x="5037111" y="3109360"/>
            <a:ext cx="468900" cy="339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77"/>
          <p:cNvSpPr txBox="1"/>
          <p:nvPr>
            <p:ph idx="1" type="body"/>
          </p:nvPr>
        </p:nvSpPr>
        <p:spPr>
          <a:xfrm>
            <a:off x="724950" y="1334536"/>
            <a:ext cx="3612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there still </a:t>
            </a:r>
            <a:r>
              <a:rPr lang="en-GB" sz="1800">
                <a:solidFill>
                  <a:schemeClr val="accent4"/>
                </a:solidFill>
              </a:rPr>
              <a:t>enough information</a:t>
            </a:r>
            <a:r>
              <a:rPr lang="en-GB" sz="1800"/>
              <a:t> to determine congruence?</a:t>
            </a:r>
            <a:endParaRPr sz="1800"/>
          </a:p>
        </p:txBody>
      </p:sp>
      <p:sp>
        <p:nvSpPr>
          <p:cNvPr id="1266" name="Google Shape;1266;p77"/>
          <p:cNvSpPr txBox="1"/>
          <p:nvPr/>
        </p:nvSpPr>
        <p:spPr>
          <a:xfrm>
            <a:off x="7988475" y="3884250"/>
            <a:ext cx="615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7" name="Google Shape;1267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8675" y="3025244"/>
            <a:ext cx="827201" cy="80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78"/>
          <p:cNvSpPr/>
          <p:nvPr/>
        </p:nvSpPr>
        <p:spPr>
          <a:xfrm>
            <a:off x="51045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73" name="Google Shape;1273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274" name="Google Shape;1274;p78"/>
          <p:cNvSpPr/>
          <p:nvPr/>
        </p:nvSpPr>
        <p:spPr>
          <a:xfrm>
            <a:off x="67889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5" name="Google Shape;1275;p78"/>
          <p:cNvCxnSpPr/>
          <p:nvPr/>
        </p:nvCxnSpPr>
        <p:spPr>
          <a:xfrm>
            <a:off x="49931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6" name="Google Shape;1276;p78"/>
          <p:cNvCxnSpPr/>
          <p:nvPr/>
        </p:nvCxnSpPr>
        <p:spPr>
          <a:xfrm rot="10800000">
            <a:off x="51218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7" name="Google Shape;1277;p78"/>
          <p:cNvCxnSpPr/>
          <p:nvPr/>
        </p:nvCxnSpPr>
        <p:spPr>
          <a:xfrm>
            <a:off x="51033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8" name="Google Shape;1278;p78"/>
          <p:cNvCxnSpPr/>
          <p:nvPr/>
        </p:nvCxnSpPr>
        <p:spPr>
          <a:xfrm>
            <a:off x="61498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9" name="Google Shape;1279;p78"/>
          <p:cNvSpPr txBox="1"/>
          <p:nvPr>
            <p:ph idx="1" type="body"/>
          </p:nvPr>
        </p:nvSpPr>
        <p:spPr>
          <a:xfrm>
            <a:off x="64354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280" name="Google Shape;1280;p78"/>
          <p:cNvSpPr txBox="1"/>
          <p:nvPr>
            <p:ph idx="1" type="body"/>
          </p:nvPr>
        </p:nvSpPr>
        <p:spPr>
          <a:xfrm>
            <a:off x="53632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281" name="Google Shape;1281;p78"/>
          <p:cNvSpPr txBox="1"/>
          <p:nvPr>
            <p:ph idx="1" type="body"/>
          </p:nvPr>
        </p:nvSpPr>
        <p:spPr>
          <a:xfrm>
            <a:off x="44896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282" name="Google Shape;1282;p78"/>
          <p:cNvSpPr txBox="1"/>
          <p:nvPr>
            <p:ph idx="1" type="body"/>
          </p:nvPr>
        </p:nvSpPr>
        <p:spPr>
          <a:xfrm>
            <a:off x="57852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283" name="Google Shape;1283;p78"/>
          <p:cNvSpPr txBox="1"/>
          <p:nvPr>
            <p:ph idx="1" type="body"/>
          </p:nvPr>
        </p:nvSpPr>
        <p:spPr>
          <a:xfrm>
            <a:off x="66848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284" name="Google Shape;1284;p78"/>
          <p:cNvCxnSpPr/>
          <p:nvPr/>
        </p:nvCxnSpPr>
        <p:spPr>
          <a:xfrm>
            <a:off x="54964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5" name="Google Shape;1285;p78"/>
          <p:cNvCxnSpPr/>
          <p:nvPr/>
        </p:nvCxnSpPr>
        <p:spPr>
          <a:xfrm>
            <a:off x="58526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6" name="Google Shape;1286;p78"/>
          <p:cNvSpPr txBox="1"/>
          <p:nvPr>
            <p:ph idx="1" type="body"/>
          </p:nvPr>
        </p:nvSpPr>
        <p:spPr>
          <a:xfrm>
            <a:off x="49299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287" name="Google Shape;1287;p78"/>
          <p:cNvSpPr txBox="1"/>
          <p:nvPr>
            <p:ph idx="1" type="body"/>
          </p:nvPr>
        </p:nvSpPr>
        <p:spPr>
          <a:xfrm>
            <a:off x="60729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288" name="Google Shape;1288;p78"/>
          <p:cNvSpPr txBox="1"/>
          <p:nvPr>
            <p:ph idx="1" type="body"/>
          </p:nvPr>
        </p:nvSpPr>
        <p:spPr>
          <a:xfrm>
            <a:off x="71106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289" name="Google Shape;1289;p78"/>
          <p:cNvSpPr txBox="1"/>
          <p:nvPr>
            <p:ph idx="1" type="body"/>
          </p:nvPr>
        </p:nvSpPr>
        <p:spPr>
          <a:xfrm>
            <a:off x="49200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pic>
        <p:nvPicPr>
          <p:cNvPr id="1290" name="Google Shape;129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53" y="2271347"/>
            <a:ext cx="584400" cy="655954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78"/>
          <p:cNvSpPr txBox="1"/>
          <p:nvPr/>
        </p:nvSpPr>
        <p:spPr>
          <a:xfrm>
            <a:off x="385750" y="292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2" name="Google Shape;1292;p78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390325" y="788675"/>
            <a:ext cx="4029276" cy="1476435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78"/>
          <p:cNvSpPr txBox="1"/>
          <p:nvPr>
            <p:ph idx="1" type="body"/>
          </p:nvPr>
        </p:nvSpPr>
        <p:spPr>
          <a:xfrm>
            <a:off x="724950" y="896775"/>
            <a:ext cx="3612300" cy="9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if I also remove ∠GHE?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4" name="Google Shape;1294;p78"/>
          <p:cNvSpPr/>
          <p:nvPr/>
        </p:nvSpPr>
        <p:spPr>
          <a:xfrm>
            <a:off x="17596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78"/>
          <p:cNvSpPr/>
          <p:nvPr/>
        </p:nvSpPr>
        <p:spPr>
          <a:xfrm>
            <a:off x="17596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78"/>
          <p:cNvSpPr/>
          <p:nvPr/>
        </p:nvSpPr>
        <p:spPr>
          <a:xfrm>
            <a:off x="17517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97" name="Google Shape;1297;p78"/>
          <p:cNvSpPr/>
          <p:nvPr/>
        </p:nvSpPr>
        <p:spPr>
          <a:xfrm>
            <a:off x="25492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78"/>
          <p:cNvSpPr/>
          <p:nvPr/>
        </p:nvSpPr>
        <p:spPr>
          <a:xfrm>
            <a:off x="34361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9" name="Google Shape;1299;p78"/>
          <p:cNvCxnSpPr/>
          <p:nvPr/>
        </p:nvCxnSpPr>
        <p:spPr>
          <a:xfrm>
            <a:off x="16403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00" name="Google Shape;1300;p78"/>
          <p:cNvCxnSpPr/>
          <p:nvPr/>
        </p:nvCxnSpPr>
        <p:spPr>
          <a:xfrm rot="10800000">
            <a:off x="17690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01" name="Google Shape;1301;p78"/>
          <p:cNvCxnSpPr/>
          <p:nvPr/>
        </p:nvCxnSpPr>
        <p:spPr>
          <a:xfrm>
            <a:off x="17505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02" name="Google Shape;1302;p78"/>
          <p:cNvCxnSpPr/>
          <p:nvPr/>
        </p:nvCxnSpPr>
        <p:spPr>
          <a:xfrm>
            <a:off x="27970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03" name="Google Shape;1303;p78"/>
          <p:cNvSpPr txBox="1"/>
          <p:nvPr>
            <p:ph idx="1" type="body"/>
          </p:nvPr>
        </p:nvSpPr>
        <p:spPr>
          <a:xfrm>
            <a:off x="23885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304" name="Google Shape;1304;p78"/>
          <p:cNvSpPr txBox="1"/>
          <p:nvPr>
            <p:ph idx="1" type="body"/>
          </p:nvPr>
        </p:nvSpPr>
        <p:spPr>
          <a:xfrm>
            <a:off x="30826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305" name="Google Shape;1305;p78"/>
          <p:cNvSpPr txBox="1"/>
          <p:nvPr>
            <p:ph idx="1" type="body"/>
          </p:nvPr>
        </p:nvSpPr>
        <p:spPr>
          <a:xfrm>
            <a:off x="20104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306" name="Google Shape;1306;p78"/>
          <p:cNvSpPr txBox="1"/>
          <p:nvPr>
            <p:ph idx="1" type="body"/>
          </p:nvPr>
        </p:nvSpPr>
        <p:spPr>
          <a:xfrm>
            <a:off x="11368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307" name="Google Shape;1307;p78"/>
          <p:cNvSpPr txBox="1"/>
          <p:nvPr>
            <p:ph idx="1" type="body"/>
          </p:nvPr>
        </p:nvSpPr>
        <p:spPr>
          <a:xfrm>
            <a:off x="24324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308" name="Google Shape;1308;p78"/>
          <p:cNvSpPr txBox="1"/>
          <p:nvPr>
            <p:ph idx="1" type="body"/>
          </p:nvPr>
        </p:nvSpPr>
        <p:spPr>
          <a:xfrm>
            <a:off x="33320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309" name="Google Shape;1309;p78"/>
          <p:cNvCxnSpPr/>
          <p:nvPr/>
        </p:nvCxnSpPr>
        <p:spPr>
          <a:xfrm>
            <a:off x="21436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0" name="Google Shape;1310;p78"/>
          <p:cNvCxnSpPr/>
          <p:nvPr/>
        </p:nvCxnSpPr>
        <p:spPr>
          <a:xfrm>
            <a:off x="24998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1" name="Google Shape;1311;p78"/>
          <p:cNvSpPr txBox="1"/>
          <p:nvPr>
            <p:ph idx="1" type="body"/>
          </p:nvPr>
        </p:nvSpPr>
        <p:spPr>
          <a:xfrm>
            <a:off x="15771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312" name="Google Shape;1312;p78"/>
          <p:cNvSpPr txBox="1"/>
          <p:nvPr>
            <p:ph idx="1" type="body"/>
          </p:nvPr>
        </p:nvSpPr>
        <p:spPr>
          <a:xfrm>
            <a:off x="27201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313" name="Google Shape;1313;p78"/>
          <p:cNvSpPr txBox="1"/>
          <p:nvPr>
            <p:ph idx="1" type="body"/>
          </p:nvPr>
        </p:nvSpPr>
        <p:spPr>
          <a:xfrm>
            <a:off x="37578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314" name="Google Shape;1314;p78"/>
          <p:cNvSpPr txBox="1"/>
          <p:nvPr>
            <p:ph idx="1" type="body"/>
          </p:nvPr>
        </p:nvSpPr>
        <p:spPr>
          <a:xfrm>
            <a:off x="15672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315" name="Google Shape;1315;p78"/>
          <p:cNvSpPr/>
          <p:nvPr/>
        </p:nvSpPr>
        <p:spPr>
          <a:xfrm>
            <a:off x="5046831" y="4166441"/>
            <a:ext cx="468900" cy="339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78"/>
          <p:cNvSpPr txBox="1"/>
          <p:nvPr>
            <p:ph idx="1" type="body"/>
          </p:nvPr>
        </p:nvSpPr>
        <p:spPr>
          <a:xfrm>
            <a:off x="724950" y="1334536"/>
            <a:ext cx="3612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there still enough information to determine congruence?</a:t>
            </a:r>
            <a:endParaRPr sz="1800"/>
          </a:p>
        </p:txBody>
      </p:sp>
      <p:sp>
        <p:nvSpPr>
          <p:cNvPr id="1317" name="Google Shape;1317;p78"/>
          <p:cNvSpPr txBox="1"/>
          <p:nvPr/>
        </p:nvSpPr>
        <p:spPr>
          <a:xfrm>
            <a:off x="7988475" y="3884250"/>
            <a:ext cx="615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8" name="Google Shape;1318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8675" y="3025244"/>
            <a:ext cx="827201" cy="80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324" name="Google Shape;1324;p79"/>
          <p:cNvSpPr/>
          <p:nvPr/>
        </p:nvSpPr>
        <p:spPr>
          <a:xfrm>
            <a:off x="67889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5" name="Google Shape;1325;p79"/>
          <p:cNvCxnSpPr/>
          <p:nvPr/>
        </p:nvCxnSpPr>
        <p:spPr>
          <a:xfrm>
            <a:off x="61498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26" name="Google Shape;1326;p79"/>
          <p:cNvSpPr txBox="1"/>
          <p:nvPr>
            <p:ph idx="1" type="body"/>
          </p:nvPr>
        </p:nvSpPr>
        <p:spPr>
          <a:xfrm>
            <a:off x="5597294" y="33101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327" name="Google Shape;1327;p79"/>
          <p:cNvSpPr txBox="1"/>
          <p:nvPr>
            <p:ph idx="1" type="body"/>
          </p:nvPr>
        </p:nvSpPr>
        <p:spPr>
          <a:xfrm>
            <a:off x="66848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328" name="Google Shape;1328;p79"/>
          <p:cNvCxnSpPr/>
          <p:nvPr/>
        </p:nvCxnSpPr>
        <p:spPr>
          <a:xfrm>
            <a:off x="5656985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9" name="Google Shape;1329;p79"/>
          <p:cNvCxnSpPr/>
          <p:nvPr/>
        </p:nvCxnSpPr>
        <p:spPr>
          <a:xfrm>
            <a:off x="60812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0" name="Google Shape;1330;p79"/>
          <p:cNvSpPr txBox="1"/>
          <p:nvPr>
            <p:ph idx="1" type="body"/>
          </p:nvPr>
        </p:nvSpPr>
        <p:spPr>
          <a:xfrm>
            <a:off x="60729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331" name="Google Shape;1331;p79"/>
          <p:cNvSpPr txBox="1"/>
          <p:nvPr>
            <p:ph idx="1" type="body"/>
          </p:nvPr>
        </p:nvSpPr>
        <p:spPr>
          <a:xfrm>
            <a:off x="71106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pic>
        <p:nvPicPr>
          <p:cNvPr id="1332" name="Google Shape;133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53" y="2271347"/>
            <a:ext cx="584400" cy="655954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79"/>
          <p:cNvSpPr txBox="1"/>
          <p:nvPr/>
        </p:nvSpPr>
        <p:spPr>
          <a:xfrm>
            <a:off x="385750" y="292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4" name="Google Shape;1334;p79"/>
          <p:cNvCxnSpPr/>
          <p:nvPr/>
        </p:nvCxnSpPr>
        <p:spPr>
          <a:xfrm rot="10800000">
            <a:off x="5313800" y="3165976"/>
            <a:ext cx="76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35" name="Google Shape;1335;p79"/>
          <p:cNvCxnSpPr/>
          <p:nvPr/>
        </p:nvCxnSpPr>
        <p:spPr>
          <a:xfrm rot="10800000">
            <a:off x="6115688" y="4455964"/>
            <a:ext cx="952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36" name="Google Shape;1336;p79"/>
          <p:cNvCxnSpPr/>
          <p:nvPr/>
        </p:nvCxnSpPr>
        <p:spPr>
          <a:xfrm rot="10800000">
            <a:off x="6073050" y="3169350"/>
            <a:ext cx="975900" cy="1282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7" name="Google Shape;1337;p79"/>
          <p:cNvSpPr/>
          <p:nvPr/>
        </p:nvSpPr>
        <p:spPr>
          <a:xfrm>
            <a:off x="5911163" y="3014713"/>
            <a:ext cx="339000" cy="339000"/>
          </a:xfrm>
          <a:prstGeom prst="arc">
            <a:avLst>
              <a:gd fmla="val 3434323" name="adj1"/>
              <a:gd fmla="val 1077998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8" name="Google Shape;1338;p79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4955300" y="1069375"/>
            <a:ext cx="3693000" cy="170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79"/>
          <p:cNvSpPr txBox="1"/>
          <p:nvPr>
            <p:ph idx="1" type="body"/>
          </p:nvPr>
        </p:nvSpPr>
        <p:spPr>
          <a:xfrm>
            <a:off x="5145550" y="1339500"/>
            <a:ext cx="3340500" cy="115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Well, I could work out ∠GHE by using co-interior angles between parallel lines.</a:t>
            </a:r>
            <a:endParaRPr sz="1800"/>
          </a:p>
        </p:txBody>
      </p:sp>
      <p:sp>
        <p:nvSpPr>
          <p:cNvPr id="1340" name="Google Shape;1340;p79"/>
          <p:cNvSpPr/>
          <p:nvPr/>
        </p:nvSpPr>
        <p:spPr>
          <a:xfrm>
            <a:off x="17596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79"/>
          <p:cNvSpPr/>
          <p:nvPr/>
        </p:nvSpPr>
        <p:spPr>
          <a:xfrm>
            <a:off x="17596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79"/>
          <p:cNvSpPr/>
          <p:nvPr/>
        </p:nvSpPr>
        <p:spPr>
          <a:xfrm>
            <a:off x="17517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43" name="Google Shape;1343;p79"/>
          <p:cNvSpPr/>
          <p:nvPr/>
        </p:nvSpPr>
        <p:spPr>
          <a:xfrm>
            <a:off x="25492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79"/>
          <p:cNvSpPr/>
          <p:nvPr/>
        </p:nvSpPr>
        <p:spPr>
          <a:xfrm>
            <a:off x="34361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5" name="Google Shape;1345;p79"/>
          <p:cNvCxnSpPr/>
          <p:nvPr/>
        </p:nvCxnSpPr>
        <p:spPr>
          <a:xfrm>
            <a:off x="16403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6" name="Google Shape;1346;p79"/>
          <p:cNvCxnSpPr/>
          <p:nvPr/>
        </p:nvCxnSpPr>
        <p:spPr>
          <a:xfrm rot="10800000">
            <a:off x="17690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7" name="Google Shape;1347;p79"/>
          <p:cNvCxnSpPr/>
          <p:nvPr/>
        </p:nvCxnSpPr>
        <p:spPr>
          <a:xfrm>
            <a:off x="17505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8" name="Google Shape;1348;p79"/>
          <p:cNvCxnSpPr/>
          <p:nvPr/>
        </p:nvCxnSpPr>
        <p:spPr>
          <a:xfrm>
            <a:off x="27970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9" name="Google Shape;1349;p79"/>
          <p:cNvSpPr txBox="1"/>
          <p:nvPr>
            <p:ph idx="1" type="body"/>
          </p:nvPr>
        </p:nvSpPr>
        <p:spPr>
          <a:xfrm>
            <a:off x="23885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350" name="Google Shape;1350;p79"/>
          <p:cNvSpPr txBox="1"/>
          <p:nvPr>
            <p:ph idx="1" type="body"/>
          </p:nvPr>
        </p:nvSpPr>
        <p:spPr>
          <a:xfrm>
            <a:off x="30826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351" name="Google Shape;1351;p79"/>
          <p:cNvSpPr txBox="1"/>
          <p:nvPr>
            <p:ph idx="1" type="body"/>
          </p:nvPr>
        </p:nvSpPr>
        <p:spPr>
          <a:xfrm>
            <a:off x="20104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352" name="Google Shape;1352;p79"/>
          <p:cNvSpPr txBox="1"/>
          <p:nvPr>
            <p:ph idx="1" type="body"/>
          </p:nvPr>
        </p:nvSpPr>
        <p:spPr>
          <a:xfrm>
            <a:off x="11368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353" name="Google Shape;1353;p79"/>
          <p:cNvSpPr txBox="1"/>
          <p:nvPr>
            <p:ph idx="1" type="body"/>
          </p:nvPr>
        </p:nvSpPr>
        <p:spPr>
          <a:xfrm>
            <a:off x="24324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354" name="Google Shape;1354;p79"/>
          <p:cNvSpPr txBox="1"/>
          <p:nvPr>
            <p:ph idx="1" type="body"/>
          </p:nvPr>
        </p:nvSpPr>
        <p:spPr>
          <a:xfrm>
            <a:off x="33320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355" name="Google Shape;1355;p79"/>
          <p:cNvCxnSpPr/>
          <p:nvPr/>
        </p:nvCxnSpPr>
        <p:spPr>
          <a:xfrm>
            <a:off x="21436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6" name="Google Shape;1356;p79"/>
          <p:cNvCxnSpPr/>
          <p:nvPr/>
        </p:nvCxnSpPr>
        <p:spPr>
          <a:xfrm>
            <a:off x="24998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7" name="Google Shape;1357;p79"/>
          <p:cNvSpPr txBox="1"/>
          <p:nvPr>
            <p:ph idx="1" type="body"/>
          </p:nvPr>
        </p:nvSpPr>
        <p:spPr>
          <a:xfrm>
            <a:off x="15771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358" name="Google Shape;1358;p79"/>
          <p:cNvSpPr txBox="1"/>
          <p:nvPr>
            <p:ph idx="1" type="body"/>
          </p:nvPr>
        </p:nvSpPr>
        <p:spPr>
          <a:xfrm>
            <a:off x="27201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359" name="Google Shape;1359;p79"/>
          <p:cNvSpPr txBox="1"/>
          <p:nvPr>
            <p:ph idx="1" type="body"/>
          </p:nvPr>
        </p:nvSpPr>
        <p:spPr>
          <a:xfrm>
            <a:off x="37578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360" name="Google Shape;1360;p79"/>
          <p:cNvSpPr txBox="1"/>
          <p:nvPr>
            <p:ph idx="1" type="body"/>
          </p:nvPr>
        </p:nvSpPr>
        <p:spPr>
          <a:xfrm>
            <a:off x="15672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361" name="Google Shape;1361;p79"/>
          <p:cNvSpPr txBox="1"/>
          <p:nvPr/>
        </p:nvSpPr>
        <p:spPr>
          <a:xfrm>
            <a:off x="7988475" y="3884250"/>
            <a:ext cx="615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2" name="Google Shape;1362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8675" y="3025244"/>
            <a:ext cx="827201" cy="80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80"/>
          <p:cNvSpPr/>
          <p:nvPr/>
        </p:nvSpPr>
        <p:spPr>
          <a:xfrm>
            <a:off x="51045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68" name="Google Shape;136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369" name="Google Shape;1369;p80"/>
          <p:cNvSpPr/>
          <p:nvPr/>
        </p:nvSpPr>
        <p:spPr>
          <a:xfrm>
            <a:off x="67889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0" name="Google Shape;1370;p80"/>
          <p:cNvCxnSpPr/>
          <p:nvPr/>
        </p:nvCxnSpPr>
        <p:spPr>
          <a:xfrm>
            <a:off x="61498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1" name="Google Shape;1371;p80"/>
          <p:cNvSpPr txBox="1"/>
          <p:nvPr>
            <p:ph idx="1" type="body"/>
          </p:nvPr>
        </p:nvSpPr>
        <p:spPr>
          <a:xfrm>
            <a:off x="5597294" y="33101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372" name="Google Shape;1372;p80"/>
          <p:cNvSpPr txBox="1"/>
          <p:nvPr>
            <p:ph idx="1" type="body"/>
          </p:nvPr>
        </p:nvSpPr>
        <p:spPr>
          <a:xfrm>
            <a:off x="66848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373" name="Google Shape;1373;p80"/>
          <p:cNvCxnSpPr/>
          <p:nvPr/>
        </p:nvCxnSpPr>
        <p:spPr>
          <a:xfrm>
            <a:off x="5656985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4" name="Google Shape;1374;p80"/>
          <p:cNvCxnSpPr/>
          <p:nvPr/>
        </p:nvCxnSpPr>
        <p:spPr>
          <a:xfrm>
            <a:off x="60812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5" name="Google Shape;1375;p80"/>
          <p:cNvSpPr txBox="1"/>
          <p:nvPr>
            <p:ph idx="1" type="body"/>
          </p:nvPr>
        </p:nvSpPr>
        <p:spPr>
          <a:xfrm>
            <a:off x="60729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376" name="Google Shape;1376;p80"/>
          <p:cNvSpPr txBox="1"/>
          <p:nvPr>
            <p:ph idx="1" type="body"/>
          </p:nvPr>
        </p:nvSpPr>
        <p:spPr>
          <a:xfrm>
            <a:off x="71106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pic>
        <p:nvPicPr>
          <p:cNvPr id="1377" name="Google Shape;137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53" y="2271347"/>
            <a:ext cx="584400" cy="655954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80"/>
          <p:cNvSpPr txBox="1"/>
          <p:nvPr/>
        </p:nvSpPr>
        <p:spPr>
          <a:xfrm>
            <a:off x="385750" y="292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9" name="Google Shape;1379;p80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5244501" y="975250"/>
            <a:ext cx="3710449" cy="182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80"/>
          <p:cNvSpPr txBox="1"/>
          <p:nvPr>
            <p:ph idx="1" type="body"/>
          </p:nvPr>
        </p:nvSpPr>
        <p:spPr>
          <a:xfrm>
            <a:off x="5374150" y="1110900"/>
            <a:ext cx="3058200" cy="7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Then, if I draw EF as 6 cm and GH as 12 cm…</a:t>
            </a:r>
            <a:endParaRPr sz="1800"/>
          </a:p>
        </p:txBody>
      </p:sp>
      <p:cxnSp>
        <p:nvCxnSpPr>
          <p:cNvPr id="1381" name="Google Shape;1381;p80"/>
          <p:cNvCxnSpPr/>
          <p:nvPr/>
        </p:nvCxnSpPr>
        <p:spPr>
          <a:xfrm rot="10800000">
            <a:off x="6115688" y="4455964"/>
            <a:ext cx="952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82" name="Google Shape;1382;p80"/>
          <p:cNvCxnSpPr/>
          <p:nvPr/>
        </p:nvCxnSpPr>
        <p:spPr>
          <a:xfrm rot="10800000">
            <a:off x="6073050" y="3169350"/>
            <a:ext cx="975900" cy="1282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3" name="Google Shape;1383;p80"/>
          <p:cNvSpPr/>
          <p:nvPr/>
        </p:nvSpPr>
        <p:spPr>
          <a:xfrm>
            <a:off x="5911163" y="3014713"/>
            <a:ext cx="339000" cy="339000"/>
          </a:xfrm>
          <a:prstGeom prst="arc">
            <a:avLst>
              <a:gd fmla="val 3434323" name="adj1"/>
              <a:gd fmla="val 1077998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4" name="Google Shape;1384;p80"/>
          <p:cNvCxnSpPr/>
          <p:nvPr/>
        </p:nvCxnSpPr>
        <p:spPr>
          <a:xfrm rot="10800000">
            <a:off x="51218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5" name="Google Shape;1385;p80"/>
          <p:cNvCxnSpPr/>
          <p:nvPr/>
        </p:nvCxnSpPr>
        <p:spPr>
          <a:xfrm>
            <a:off x="51033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86" name="Google Shape;1386;p80"/>
          <p:cNvSpPr txBox="1"/>
          <p:nvPr>
            <p:ph idx="1" type="body"/>
          </p:nvPr>
        </p:nvSpPr>
        <p:spPr>
          <a:xfrm>
            <a:off x="53632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387" name="Google Shape;1387;p80"/>
          <p:cNvSpPr txBox="1"/>
          <p:nvPr>
            <p:ph idx="1" type="body"/>
          </p:nvPr>
        </p:nvSpPr>
        <p:spPr>
          <a:xfrm>
            <a:off x="57852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388" name="Google Shape;1388;p80"/>
          <p:cNvSpPr txBox="1"/>
          <p:nvPr>
            <p:ph idx="1" type="body"/>
          </p:nvPr>
        </p:nvSpPr>
        <p:spPr>
          <a:xfrm>
            <a:off x="49299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389" name="Google Shape;1389;p80"/>
          <p:cNvSpPr txBox="1"/>
          <p:nvPr>
            <p:ph idx="1" type="body"/>
          </p:nvPr>
        </p:nvSpPr>
        <p:spPr>
          <a:xfrm>
            <a:off x="49200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cxnSp>
        <p:nvCxnSpPr>
          <p:cNvPr id="1390" name="Google Shape;1390;p80"/>
          <p:cNvCxnSpPr/>
          <p:nvPr/>
        </p:nvCxnSpPr>
        <p:spPr>
          <a:xfrm rot="10800000">
            <a:off x="5111904" y="3166108"/>
            <a:ext cx="971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1" name="Google Shape;1391;p80"/>
          <p:cNvCxnSpPr/>
          <p:nvPr/>
        </p:nvCxnSpPr>
        <p:spPr>
          <a:xfrm rot="10800000">
            <a:off x="5098187" y="4454655"/>
            <a:ext cx="1944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2" name="Google Shape;1392;p80"/>
          <p:cNvSpPr txBox="1"/>
          <p:nvPr>
            <p:ph idx="1" type="body"/>
          </p:nvPr>
        </p:nvSpPr>
        <p:spPr>
          <a:xfrm>
            <a:off x="64354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393" name="Google Shape;1393;p80"/>
          <p:cNvSpPr txBox="1"/>
          <p:nvPr>
            <p:ph idx="1" type="body"/>
          </p:nvPr>
        </p:nvSpPr>
        <p:spPr>
          <a:xfrm>
            <a:off x="5297950" y="1796700"/>
            <a:ext cx="3445800" cy="7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…there is only one way to draw the remaining 8 cm length.</a:t>
            </a:r>
            <a:endParaRPr sz="1800"/>
          </a:p>
        </p:txBody>
      </p:sp>
      <p:cxnSp>
        <p:nvCxnSpPr>
          <p:cNvPr id="1394" name="Google Shape;1394;p80"/>
          <p:cNvCxnSpPr/>
          <p:nvPr/>
        </p:nvCxnSpPr>
        <p:spPr>
          <a:xfrm>
            <a:off x="49931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5" name="Google Shape;1395;p80"/>
          <p:cNvSpPr txBox="1"/>
          <p:nvPr>
            <p:ph idx="1" type="body"/>
          </p:nvPr>
        </p:nvSpPr>
        <p:spPr>
          <a:xfrm>
            <a:off x="44896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396" name="Google Shape;1396;p80"/>
          <p:cNvSpPr/>
          <p:nvPr/>
        </p:nvSpPr>
        <p:spPr>
          <a:xfrm>
            <a:off x="17596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80"/>
          <p:cNvSpPr/>
          <p:nvPr/>
        </p:nvSpPr>
        <p:spPr>
          <a:xfrm>
            <a:off x="17596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80"/>
          <p:cNvSpPr/>
          <p:nvPr/>
        </p:nvSpPr>
        <p:spPr>
          <a:xfrm>
            <a:off x="17517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99" name="Google Shape;1399;p80"/>
          <p:cNvSpPr/>
          <p:nvPr/>
        </p:nvSpPr>
        <p:spPr>
          <a:xfrm>
            <a:off x="25492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80"/>
          <p:cNvSpPr/>
          <p:nvPr/>
        </p:nvSpPr>
        <p:spPr>
          <a:xfrm>
            <a:off x="34361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1" name="Google Shape;1401;p80"/>
          <p:cNvCxnSpPr/>
          <p:nvPr/>
        </p:nvCxnSpPr>
        <p:spPr>
          <a:xfrm>
            <a:off x="16403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2" name="Google Shape;1402;p80"/>
          <p:cNvCxnSpPr/>
          <p:nvPr/>
        </p:nvCxnSpPr>
        <p:spPr>
          <a:xfrm rot="10800000">
            <a:off x="17690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3" name="Google Shape;1403;p80"/>
          <p:cNvCxnSpPr/>
          <p:nvPr/>
        </p:nvCxnSpPr>
        <p:spPr>
          <a:xfrm>
            <a:off x="17505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4" name="Google Shape;1404;p80"/>
          <p:cNvCxnSpPr/>
          <p:nvPr/>
        </p:nvCxnSpPr>
        <p:spPr>
          <a:xfrm>
            <a:off x="27970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5" name="Google Shape;1405;p80"/>
          <p:cNvSpPr txBox="1"/>
          <p:nvPr>
            <p:ph idx="1" type="body"/>
          </p:nvPr>
        </p:nvSpPr>
        <p:spPr>
          <a:xfrm>
            <a:off x="23885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406" name="Google Shape;1406;p80"/>
          <p:cNvSpPr txBox="1"/>
          <p:nvPr>
            <p:ph idx="1" type="body"/>
          </p:nvPr>
        </p:nvSpPr>
        <p:spPr>
          <a:xfrm>
            <a:off x="30826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407" name="Google Shape;1407;p80"/>
          <p:cNvSpPr txBox="1"/>
          <p:nvPr>
            <p:ph idx="1" type="body"/>
          </p:nvPr>
        </p:nvSpPr>
        <p:spPr>
          <a:xfrm>
            <a:off x="20104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408" name="Google Shape;1408;p80"/>
          <p:cNvSpPr txBox="1"/>
          <p:nvPr>
            <p:ph idx="1" type="body"/>
          </p:nvPr>
        </p:nvSpPr>
        <p:spPr>
          <a:xfrm>
            <a:off x="11368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409" name="Google Shape;1409;p80"/>
          <p:cNvSpPr txBox="1"/>
          <p:nvPr>
            <p:ph idx="1" type="body"/>
          </p:nvPr>
        </p:nvSpPr>
        <p:spPr>
          <a:xfrm>
            <a:off x="24324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410" name="Google Shape;1410;p80"/>
          <p:cNvSpPr txBox="1"/>
          <p:nvPr>
            <p:ph idx="1" type="body"/>
          </p:nvPr>
        </p:nvSpPr>
        <p:spPr>
          <a:xfrm>
            <a:off x="33320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411" name="Google Shape;1411;p80"/>
          <p:cNvCxnSpPr/>
          <p:nvPr/>
        </p:nvCxnSpPr>
        <p:spPr>
          <a:xfrm>
            <a:off x="21436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2" name="Google Shape;1412;p80"/>
          <p:cNvCxnSpPr/>
          <p:nvPr/>
        </p:nvCxnSpPr>
        <p:spPr>
          <a:xfrm>
            <a:off x="24998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3" name="Google Shape;1413;p80"/>
          <p:cNvSpPr txBox="1"/>
          <p:nvPr>
            <p:ph idx="1" type="body"/>
          </p:nvPr>
        </p:nvSpPr>
        <p:spPr>
          <a:xfrm>
            <a:off x="15771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414" name="Google Shape;1414;p80"/>
          <p:cNvSpPr txBox="1"/>
          <p:nvPr>
            <p:ph idx="1" type="body"/>
          </p:nvPr>
        </p:nvSpPr>
        <p:spPr>
          <a:xfrm>
            <a:off x="27201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415" name="Google Shape;1415;p80"/>
          <p:cNvSpPr txBox="1"/>
          <p:nvPr>
            <p:ph idx="1" type="body"/>
          </p:nvPr>
        </p:nvSpPr>
        <p:spPr>
          <a:xfrm>
            <a:off x="37578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416" name="Google Shape;1416;p80"/>
          <p:cNvSpPr txBox="1"/>
          <p:nvPr>
            <p:ph idx="1" type="body"/>
          </p:nvPr>
        </p:nvSpPr>
        <p:spPr>
          <a:xfrm>
            <a:off x="15672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417" name="Google Shape;1417;p80"/>
          <p:cNvSpPr txBox="1"/>
          <p:nvPr/>
        </p:nvSpPr>
        <p:spPr>
          <a:xfrm>
            <a:off x="7988475" y="3884250"/>
            <a:ext cx="615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8" name="Google Shape;1418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8675" y="3025244"/>
            <a:ext cx="827201" cy="80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81"/>
          <p:cNvSpPr/>
          <p:nvPr/>
        </p:nvSpPr>
        <p:spPr>
          <a:xfrm>
            <a:off x="51045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24" name="Google Shape;142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425" name="Google Shape;1425;p81"/>
          <p:cNvSpPr/>
          <p:nvPr/>
        </p:nvSpPr>
        <p:spPr>
          <a:xfrm>
            <a:off x="67889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6" name="Google Shape;1426;p81"/>
          <p:cNvCxnSpPr/>
          <p:nvPr/>
        </p:nvCxnSpPr>
        <p:spPr>
          <a:xfrm>
            <a:off x="49931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7" name="Google Shape;1427;p81"/>
          <p:cNvCxnSpPr/>
          <p:nvPr/>
        </p:nvCxnSpPr>
        <p:spPr>
          <a:xfrm rot="10800000">
            <a:off x="51218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8" name="Google Shape;1428;p81"/>
          <p:cNvCxnSpPr/>
          <p:nvPr/>
        </p:nvCxnSpPr>
        <p:spPr>
          <a:xfrm>
            <a:off x="51033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9" name="Google Shape;1429;p81"/>
          <p:cNvCxnSpPr/>
          <p:nvPr/>
        </p:nvCxnSpPr>
        <p:spPr>
          <a:xfrm>
            <a:off x="61498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0" name="Google Shape;1430;p81"/>
          <p:cNvSpPr txBox="1"/>
          <p:nvPr>
            <p:ph idx="1" type="body"/>
          </p:nvPr>
        </p:nvSpPr>
        <p:spPr>
          <a:xfrm>
            <a:off x="64354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431" name="Google Shape;1431;p81"/>
          <p:cNvSpPr txBox="1"/>
          <p:nvPr>
            <p:ph idx="1" type="body"/>
          </p:nvPr>
        </p:nvSpPr>
        <p:spPr>
          <a:xfrm>
            <a:off x="53632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432" name="Google Shape;1432;p81"/>
          <p:cNvSpPr txBox="1"/>
          <p:nvPr>
            <p:ph idx="1" type="body"/>
          </p:nvPr>
        </p:nvSpPr>
        <p:spPr>
          <a:xfrm>
            <a:off x="44896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433" name="Google Shape;1433;p81"/>
          <p:cNvSpPr txBox="1"/>
          <p:nvPr>
            <p:ph idx="1" type="body"/>
          </p:nvPr>
        </p:nvSpPr>
        <p:spPr>
          <a:xfrm>
            <a:off x="57852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434" name="Google Shape;1434;p81"/>
          <p:cNvSpPr txBox="1"/>
          <p:nvPr>
            <p:ph idx="1" type="body"/>
          </p:nvPr>
        </p:nvSpPr>
        <p:spPr>
          <a:xfrm>
            <a:off x="66848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435" name="Google Shape;1435;p81"/>
          <p:cNvCxnSpPr/>
          <p:nvPr/>
        </p:nvCxnSpPr>
        <p:spPr>
          <a:xfrm>
            <a:off x="54964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6" name="Google Shape;1436;p81"/>
          <p:cNvCxnSpPr/>
          <p:nvPr/>
        </p:nvCxnSpPr>
        <p:spPr>
          <a:xfrm>
            <a:off x="58526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7" name="Google Shape;1437;p81"/>
          <p:cNvSpPr txBox="1"/>
          <p:nvPr>
            <p:ph idx="1" type="body"/>
          </p:nvPr>
        </p:nvSpPr>
        <p:spPr>
          <a:xfrm>
            <a:off x="49299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438" name="Google Shape;1438;p81"/>
          <p:cNvSpPr txBox="1"/>
          <p:nvPr>
            <p:ph idx="1" type="body"/>
          </p:nvPr>
        </p:nvSpPr>
        <p:spPr>
          <a:xfrm>
            <a:off x="60729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439" name="Google Shape;1439;p81"/>
          <p:cNvSpPr txBox="1"/>
          <p:nvPr>
            <p:ph idx="1" type="body"/>
          </p:nvPr>
        </p:nvSpPr>
        <p:spPr>
          <a:xfrm>
            <a:off x="71106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440" name="Google Shape;1440;p81"/>
          <p:cNvSpPr txBox="1"/>
          <p:nvPr>
            <p:ph idx="1" type="body"/>
          </p:nvPr>
        </p:nvSpPr>
        <p:spPr>
          <a:xfrm>
            <a:off x="49200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pic>
        <p:nvPicPr>
          <p:cNvPr id="1441" name="Google Shape;144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53" y="2271347"/>
            <a:ext cx="584400" cy="655954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81"/>
          <p:cNvSpPr txBox="1"/>
          <p:nvPr/>
        </p:nvSpPr>
        <p:spPr>
          <a:xfrm>
            <a:off x="385750" y="292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3" name="Google Shape;1443;p81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5513733" y="1069375"/>
            <a:ext cx="3106473" cy="170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81"/>
          <p:cNvSpPr txBox="1"/>
          <p:nvPr>
            <p:ph idx="1" type="body"/>
          </p:nvPr>
        </p:nvSpPr>
        <p:spPr>
          <a:xfrm>
            <a:off x="5678950" y="1339500"/>
            <a:ext cx="2878500" cy="115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So, yes. This is still enough information to determine congruence.</a:t>
            </a:r>
            <a:endParaRPr sz="1800"/>
          </a:p>
        </p:txBody>
      </p:sp>
      <p:sp>
        <p:nvSpPr>
          <p:cNvPr id="1445" name="Google Shape;1445;p81"/>
          <p:cNvSpPr/>
          <p:nvPr/>
        </p:nvSpPr>
        <p:spPr>
          <a:xfrm>
            <a:off x="17596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81"/>
          <p:cNvSpPr/>
          <p:nvPr/>
        </p:nvSpPr>
        <p:spPr>
          <a:xfrm>
            <a:off x="17596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81"/>
          <p:cNvSpPr/>
          <p:nvPr/>
        </p:nvSpPr>
        <p:spPr>
          <a:xfrm>
            <a:off x="17517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48" name="Google Shape;1448;p81"/>
          <p:cNvSpPr/>
          <p:nvPr/>
        </p:nvSpPr>
        <p:spPr>
          <a:xfrm>
            <a:off x="25492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81"/>
          <p:cNvSpPr/>
          <p:nvPr/>
        </p:nvSpPr>
        <p:spPr>
          <a:xfrm>
            <a:off x="34361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0" name="Google Shape;1450;p81"/>
          <p:cNvCxnSpPr/>
          <p:nvPr/>
        </p:nvCxnSpPr>
        <p:spPr>
          <a:xfrm>
            <a:off x="16403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1" name="Google Shape;1451;p81"/>
          <p:cNvCxnSpPr/>
          <p:nvPr/>
        </p:nvCxnSpPr>
        <p:spPr>
          <a:xfrm rot="10800000">
            <a:off x="17690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2" name="Google Shape;1452;p81"/>
          <p:cNvCxnSpPr/>
          <p:nvPr/>
        </p:nvCxnSpPr>
        <p:spPr>
          <a:xfrm>
            <a:off x="17505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3" name="Google Shape;1453;p81"/>
          <p:cNvCxnSpPr/>
          <p:nvPr/>
        </p:nvCxnSpPr>
        <p:spPr>
          <a:xfrm>
            <a:off x="27970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4" name="Google Shape;1454;p81"/>
          <p:cNvSpPr txBox="1"/>
          <p:nvPr>
            <p:ph idx="1" type="body"/>
          </p:nvPr>
        </p:nvSpPr>
        <p:spPr>
          <a:xfrm>
            <a:off x="23885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455" name="Google Shape;1455;p81"/>
          <p:cNvSpPr txBox="1"/>
          <p:nvPr>
            <p:ph idx="1" type="body"/>
          </p:nvPr>
        </p:nvSpPr>
        <p:spPr>
          <a:xfrm>
            <a:off x="30826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456" name="Google Shape;1456;p81"/>
          <p:cNvSpPr txBox="1"/>
          <p:nvPr>
            <p:ph idx="1" type="body"/>
          </p:nvPr>
        </p:nvSpPr>
        <p:spPr>
          <a:xfrm>
            <a:off x="20104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457" name="Google Shape;1457;p81"/>
          <p:cNvSpPr txBox="1"/>
          <p:nvPr>
            <p:ph idx="1" type="body"/>
          </p:nvPr>
        </p:nvSpPr>
        <p:spPr>
          <a:xfrm>
            <a:off x="11368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458" name="Google Shape;1458;p81"/>
          <p:cNvSpPr txBox="1"/>
          <p:nvPr>
            <p:ph idx="1" type="body"/>
          </p:nvPr>
        </p:nvSpPr>
        <p:spPr>
          <a:xfrm>
            <a:off x="24324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459" name="Google Shape;1459;p81"/>
          <p:cNvSpPr txBox="1"/>
          <p:nvPr>
            <p:ph idx="1" type="body"/>
          </p:nvPr>
        </p:nvSpPr>
        <p:spPr>
          <a:xfrm>
            <a:off x="33320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460" name="Google Shape;1460;p81"/>
          <p:cNvCxnSpPr/>
          <p:nvPr/>
        </p:nvCxnSpPr>
        <p:spPr>
          <a:xfrm>
            <a:off x="21436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1" name="Google Shape;1461;p81"/>
          <p:cNvCxnSpPr/>
          <p:nvPr/>
        </p:nvCxnSpPr>
        <p:spPr>
          <a:xfrm>
            <a:off x="24998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2" name="Google Shape;1462;p81"/>
          <p:cNvSpPr txBox="1"/>
          <p:nvPr>
            <p:ph idx="1" type="body"/>
          </p:nvPr>
        </p:nvSpPr>
        <p:spPr>
          <a:xfrm>
            <a:off x="15771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463" name="Google Shape;1463;p81"/>
          <p:cNvSpPr txBox="1"/>
          <p:nvPr>
            <p:ph idx="1" type="body"/>
          </p:nvPr>
        </p:nvSpPr>
        <p:spPr>
          <a:xfrm>
            <a:off x="27201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464" name="Google Shape;1464;p81"/>
          <p:cNvSpPr txBox="1"/>
          <p:nvPr>
            <p:ph idx="1" type="body"/>
          </p:nvPr>
        </p:nvSpPr>
        <p:spPr>
          <a:xfrm>
            <a:off x="37578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465" name="Google Shape;1465;p81"/>
          <p:cNvSpPr txBox="1"/>
          <p:nvPr>
            <p:ph idx="1" type="body"/>
          </p:nvPr>
        </p:nvSpPr>
        <p:spPr>
          <a:xfrm>
            <a:off x="15672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466" name="Google Shape;1466;p81"/>
          <p:cNvSpPr txBox="1"/>
          <p:nvPr/>
        </p:nvSpPr>
        <p:spPr>
          <a:xfrm>
            <a:off x="7988475" y="3884250"/>
            <a:ext cx="615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7" name="Google Shape;146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8675" y="3025244"/>
            <a:ext cx="827201" cy="80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82"/>
          <p:cNvSpPr/>
          <p:nvPr/>
        </p:nvSpPr>
        <p:spPr>
          <a:xfrm>
            <a:off x="51045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73" name="Google Shape;1473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474" name="Google Shape;1474;p82"/>
          <p:cNvSpPr/>
          <p:nvPr/>
        </p:nvSpPr>
        <p:spPr>
          <a:xfrm>
            <a:off x="67889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75" name="Google Shape;1475;p82"/>
          <p:cNvCxnSpPr/>
          <p:nvPr/>
        </p:nvCxnSpPr>
        <p:spPr>
          <a:xfrm rot="10800000">
            <a:off x="51218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6" name="Google Shape;1476;p82"/>
          <p:cNvCxnSpPr/>
          <p:nvPr/>
        </p:nvCxnSpPr>
        <p:spPr>
          <a:xfrm>
            <a:off x="61498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77" name="Google Shape;1477;p82"/>
          <p:cNvSpPr txBox="1"/>
          <p:nvPr>
            <p:ph idx="1" type="body"/>
          </p:nvPr>
        </p:nvSpPr>
        <p:spPr>
          <a:xfrm>
            <a:off x="64354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478" name="Google Shape;1478;p82"/>
          <p:cNvSpPr txBox="1"/>
          <p:nvPr>
            <p:ph idx="1" type="body"/>
          </p:nvPr>
        </p:nvSpPr>
        <p:spPr>
          <a:xfrm>
            <a:off x="57852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479" name="Google Shape;1479;p82"/>
          <p:cNvSpPr txBox="1"/>
          <p:nvPr>
            <p:ph idx="1" type="body"/>
          </p:nvPr>
        </p:nvSpPr>
        <p:spPr>
          <a:xfrm>
            <a:off x="66848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480" name="Google Shape;1480;p82"/>
          <p:cNvCxnSpPr/>
          <p:nvPr/>
        </p:nvCxnSpPr>
        <p:spPr>
          <a:xfrm>
            <a:off x="54964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1" name="Google Shape;1481;p82"/>
          <p:cNvCxnSpPr/>
          <p:nvPr/>
        </p:nvCxnSpPr>
        <p:spPr>
          <a:xfrm>
            <a:off x="58526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2" name="Google Shape;1482;p82"/>
          <p:cNvSpPr txBox="1"/>
          <p:nvPr>
            <p:ph idx="1" type="body"/>
          </p:nvPr>
        </p:nvSpPr>
        <p:spPr>
          <a:xfrm>
            <a:off x="49299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483" name="Google Shape;1483;p82"/>
          <p:cNvSpPr txBox="1"/>
          <p:nvPr>
            <p:ph idx="1" type="body"/>
          </p:nvPr>
        </p:nvSpPr>
        <p:spPr>
          <a:xfrm>
            <a:off x="60729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484" name="Google Shape;1484;p82"/>
          <p:cNvSpPr txBox="1"/>
          <p:nvPr>
            <p:ph idx="1" type="body"/>
          </p:nvPr>
        </p:nvSpPr>
        <p:spPr>
          <a:xfrm>
            <a:off x="71106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485" name="Google Shape;1485;p82"/>
          <p:cNvSpPr txBox="1"/>
          <p:nvPr>
            <p:ph idx="1" type="body"/>
          </p:nvPr>
        </p:nvSpPr>
        <p:spPr>
          <a:xfrm>
            <a:off x="49200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pic>
        <p:nvPicPr>
          <p:cNvPr id="1486" name="Google Shape;148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53" y="2271347"/>
            <a:ext cx="584400" cy="655954"/>
          </a:xfrm>
          <a:prstGeom prst="rect">
            <a:avLst/>
          </a:prstGeom>
          <a:noFill/>
          <a:ln>
            <a:noFill/>
          </a:ln>
        </p:spPr>
      </p:pic>
      <p:sp>
        <p:nvSpPr>
          <p:cNvPr id="1487" name="Google Shape;1487;p82"/>
          <p:cNvSpPr txBox="1"/>
          <p:nvPr/>
        </p:nvSpPr>
        <p:spPr>
          <a:xfrm>
            <a:off x="385750" y="292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8" name="Google Shape;1488;p82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259785" y="769433"/>
            <a:ext cx="4198298" cy="14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82"/>
          <p:cNvSpPr txBox="1"/>
          <p:nvPr>
            <p:ph idx="1" type="body"/>
          </p:nvPr>
        </p:nvSpPr>
        <p:spPr>
          <a:xfrm>
            <a:off x="553300" y="896775"/>
            <a:ext cx="3999600" cy="5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if I remove the length of EH? </a:t>
            </a:r>
            <a:endParaRPr sz="1800"/>
          </a:p>
        </p:txBody>
      </p:sp>
      <p:sp>
        <p:nvSpPr>
          <p:cNvPr id="1490" name="Google Shape;1490;p82"/>
          <p:cNvSpPr/>
          <p:nvPr/>
        </p:nvSpPr>
        <p:spPr>
          <a:xfrm>
            <a:off x="17596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82"/>
          <p:cNvSpPr/>
          <p:nvPr/>
        </p:nvSpPr>
        <p:spPr>
          <a:xfrm>
            <a:off x="17596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82"/>
          <p:cNvSpPr/>
          <p:nvPr/>
        </p:nvSpPr>
        <p:spPr>
          <a:xfrm>
            <a:off x="17517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93" name="Google Shape;1493;p82"/>
          <p:cNvSpPr/>
          <p:nvPr/>
        </p:nvSpPr>
        <p:spPr>
          <a:xfrm>
            <a:off x="25492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82"/>
          <p:cNvSpPr/>
          <p:nvPr/>
        </p:nvSpPr>
        <p:spPr>
          <a:xfrm>
            <a:off x="34361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5" name="Google Shape;1495;p82"/>
          <p:cNvCxnSpPr/>
          <p:nvPr/>
        </p:nvCxnSpPr>
        <p:spPr>
          <a:xfrm>
            <a:off x="16403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6" name="Google Shape;1496;p82"/>
          <p:cNvCxnSpPr/>
          <p:nvPr/>
        </p:nvCxnSpPr>
        <p:spPr>
          <a:xfrm rot="10800000">
            <a:off x="17690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7" name="Google Shape;1497;p82"/>
          <p:cNvCxnSpPr/>
          <p:nvPr/>
        </p:nvCxnSpPr>
        <p:spPr>
          <a:xfrm>
            <a:off x="17505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8" name="Google Shape;1498;p82"/>
          <p:cNvCxnSpPr/>
          <p:nvPr/>
        </p:nvCxnSpPr>
        <p:spPr>
          <a:xfrm>
            <a:off x="27970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9" name="Google Shape;1499;p82"/>
          <p:cNvSpPr txBox="1"/>
          <p:nvPr>
            <p:ph idx="1" type="body"/>
          </p:nvPr>
        </p:nvSpPr>
        <p:spPr>
          <a:xfrm>
            <a:off x="23885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500" name="Google Shape;1500;p82"/>
          <p:cNvSpPr txBox="1"/>
          <p:nvPr>
            <p:ph idx="1" type="body"/>
          </p:nvPr>
        </p:nvSpPr>
        <p:spPr>
          <a:xfrm>
            <a:off x="30826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501" name="Google Shape;1501;p82"/>
          <p:cNvSpPr txBox="1"/>
          <p:nvPr>
            <p:ph idx="1" type="body"/>
          </p:nvPr>
        </p:nvSpPr>
        <p:spPr>
          <a:xfrm>
            <a:off x="20104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502" name="Google Shape;1502;p82"/>
          <p:cNvSpPr txBox="1"/>
          <p:nvPr>
            <p:ph idx="1" type="body"/>
          </p:nvPr>
        </p:nvSpPr>
        <p:spPr>
          <a:xfrm>
            <a:off x="11368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503" name="Google Shape;1503;p82"/>
          <p:cNvSpPr txBox="1"/>
          <p:nvPr>
            <p:ph idx="1" type="body"/>
          </p:nvPr>
        </p:nvSpPr>
        <p:spPr>
          <a:xfrm>
            <a:off x="24324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504" name="Google Shape;1504;p82"/>
          <p:cNvSpPr txBox="1"/>
          <p:nvPr>
            <p:ph idx="1" type="body"/>
          </p:nvPr>
        </p:nvSpPr>
        <p:spPr>
          <a:xfrm>
            <a:off x="33320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505" name="Google Shape;1505;p82"/>
          <p:cNvCxnSpPr/>
          <p:nvPr/>
        </p:nvCxnSpPr>
        <p:spPr>
          <a:xfrm>
            <a:off x="21436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6" name="Google Shape;1506;p82"/>
          <p:cNvCxnSpPr/>
          <p:nvPr/>
        </p:nvCxnSpPr>
        <p:spPr>
          <a:xfrm>
            <a:off x="24998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7" name="Google Shape;1507;p82"/>
          <p:cNvSpPr txBox="1"/>
          <p:nvPr>
            <p:ph idx="1" type="body"/>
          </p:nvPr>
        </p:nvSpPr>
        <p:spPr>
          <a:xfrm>
            <a:off x="15771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508" name="Google Shape;1508;p82"/>
          <p:cNvSpPr txBox="1"/>
          <p:nvPr>
            <p:ph idx="1" type="body"/>
          </p:nvPr>
        </p:nvSpPr>
        <p:spPr>
          <a:xfrm>
            <a:off x="27201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09" name="Google Shape;1509;p82"/>
          <p:cNvSpPr txBox="1"/>
          <p:nvPr>
            <p:ph idx="1" type="body"/>
          </p:nvPr>
        </p:nvSpPr>
        <p:spPr>
          <a:xfrm>
            <a:off x="37578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510" name="Google Shape;1510;p82"/>
          <p:cNvSpPr txBox="1"/>
          <p:nvPr>
            <p:ph idx="1" type="body"/>
          </p:nvPr>
        </p:nvSpPr>
        <p:spPr>
          <a:xfrm>
            <a:off x="15672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cxnSp>
        <p:nvCxnSpPr>
          <p:cNvPr id="1511" name="Google Shape;1511;p82"/>
          <p:cNvCxnSpPr/>
          <p:nvPr/>
        </p:nvCxnSpPr>
        <p:spPr>
          <a:xfrm>
            <a:off x="51033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2" name="Google Shape;1512;p82"/>
          <p:cNvSpPr txBox="1"/>
          <p:nvPr>
            <p:ph idx="1" type="body"/>
          </p:nvPr>
        </p:nvSpPr>
        <p:spPr>
          <a:xfrm>
            <a:off x="53632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grpSp>
        <p:nvGrpSpPr>
          <p:cNvPr id="1513" name="Google Shape;1513;p82"/>
          <p:cNvGrpSpPr/>
          <p:nvPr/>
        </p:nvGrpSpPr>
        <p:grpSpPr>
          <a:xfrm>
            <a:off x="5098187" y="3166108"/>
            <a:ext cx="1950763" cy="1288547"/>
            <a:chOff x="5098187" y="3166108"/>
            <a:chExt cx="1950763" cy="1288547"/>
          </a:xfrm>
        </p:grpSpPr>
        <p:cxnSp>
          <p:nvCxnSpPr>
            <p:cNvPr id="1514" name="Google Shape;1514;p82"/>
            <p:cNvCxnSpPr/>
            <p:nvPr/>
          </p:nvCxnSpPr>
          <p:spPr>
            <a:xfrm rot="10800000">
              <a:off x="6073050" y="3169350"/>
              <a:ext cx="975900" cy="1282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5" name="Google Shape;1515;p82"/>
            <p:cNvCxnSpPr/>
            <p:nvPr/>
          </p:nvCxnSpPr>
          <p:spPr>
            <a:xfrm rot="10800000">
              <a:off x="5111904" y="3166108"/>
              <a:ext cx="9711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6" name="Google Shape;1516;p82"/>
            <p:cNvCxnSpPr/>
            <p:nvPr/>
          </p:nvCxnSpPr>
          <p:spPr>
            <a:xfrm rot="10800000">
              <a:off x="5098187" y="4454655"/>
              <a:ext cx="1944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517" name="Google Shape;1517;p82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3656599" y="746650"/>
            <a:ext cx="5487401" cy="247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518" name="Google Shape;1518;p82"/>
          <p:cNvSpPr txBox="1"/>
          <p:nvPr>
            <p:ph idx="1" type="body"/>
          </p:nvPr>
        </p:nvSpPr>
        <p:spPr>
          <a:xfrm>
            <a:off x="3757875" y="882300"/>
            <a:ext cx="5036100" cy="13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Like before, I can work out the co-interior angle and draw three edges that I know. </a:t>
            </a:r>
            <a:br>
              <a:rPr lang="en-GB" sz="1800"/>
            </a:br>
            <a:r>
              <a:rPr lang="en-GB" sz="1800"/>
              <a:t>Then it doesn’t matter if I know how long EH is because there is only one place it can go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519" name="Google Shape;1519;p82"/>
          <p:cNvSpPr txBox="1"/>
          <p:nvPr>
            <p:ph idx="1" type="body"/>
          </p:nvPr>
        </p:nvSpPr>
        <p:spPr>
          <a:xfrm>
            <a:off x="3757875" y="2149888"/>
            <a:ext cx="5036100" cy="6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So, yes, I can still be sure that they are congruent.</a:t>
            </a:r>
            <a:endParaRPr sz="1800"/>
          </a:p>
        </p:txBody>
      </p:sp>
      <p:sp>
        <p:nvSpPr>
          <p:cNvPr id="1520" name="Google Shape;1520;p82"/>
          <p:cNvSpPr txBox="1"/>
          <p:nvPr>
            <p:ph idx="1" type="body"/>
          </p:nvPr>
        </p:nvSpPr>
        <p:spPr>
          <a:xfrm>
            <a:off x="5597294" y="33101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521" name="Google Shape;1521;p82"/>
          <p:cNvSpPr/>
          <p:nvPr/>
        </p:nvSpPr>
        <p:spPr>
          <a:xfrm>
            <a:off x="5911163" y="3014713"/>
            <a:ext cx="339000" cy="339000"/>
          </a:xfrm>
          <a:prstGeom prst="arc">
            <a:avLst>
              <a:gd fmla="val 3434323" name="adj1"/>
              <a:gd fmla="val 1077998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82"/>
          <p:cNvSpPr/>
          <p:nvPr/>
        </p:nvSpPr>
        <p:spPr>
          <a:xfrm>
            <a:off x="4560473" y="3652480"/>
            <a:ext cx="468900" cy="339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82"/>
          <p:cNvSpPr txBox="1"/>
          <p:nvPr>
            <p:ph idx="1" type="body"/>
          </p:nvPr>
        </p:nvSpPr>
        <p:spPr>
          <a:xfrm>
            <a:off x="572550" y="1334536"/>
            <a:ext cx="3612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there still enough information to determine congruence?</a:t>
            </a:r>
            <a:endParaRPr sz="1800"/>
          </a:p>
        </p:txBody>
      </p:sp>
      <p:sp>
        <p:nvSpPr>
          <p:cNvPr id="1524" name="Google Shape;1524;p82"/>
          <p:cNvSpPr txBox="1"/>
          <p:nvPr/>
        </p:nvSpPr>
        <p:spPr>
          <a:xfrm>
            <a:off x="7988475" y="3884250"/>
            <a:ext cx="615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5" name="Google Shape;1525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8675" y="3025244"/>
            <a:ext cx="827201" cy="80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0" name="Google Shape;1530;p83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692901" y="746650"/>
            <a:ext cx="4336399" cy="247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83"/>
          <p:cNvSpPr/>
          <p:nvPr/>
        </p:nvSpPr>
        <p:spPr>
          <a:xfrm>
            <a:off x="51045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32" name="Google Shape;1532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533" name="Google Shape;1533;p83"/>
          <p:cNvSpPr/>
          <p:nvPr/>
        </p:nvSpPr>
        <p:spPr>
          <a:xfrm>
            <a:off x="67889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4" name="Google Shape;1534;p83"/>
          <p:cNvCxnSpPr/>
          <p:nvPr/>
        </p:nvCxnSpPr>
        <p:spPr>
          <a:xfrm rot="10800000">
            <a:off x="51218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5" name="Google Shape;1535;p83"/>
          <p:cNvCxnSpPr/>
          <p:nvPr/>
        </p:nvCxnSpPr>
        <p:spPr>
          <a:xfrm>
            <a:off x="61498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36" name="Google Shape;1536;p83"/>
          <p:cNvSpPr txBox="1"/>
          <p:nvPr>
            <p:ph idx="1" type="body"/>
          </p:nvPr>
        </p:nvSpPr>
        <p:spPr>
          <a:xfrm>
            <a:off x="64354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537" name="Google Shape;1537;p83"/>
          <p:cNvSpPr txBox="1"/>
          <p:nvPr>
            <p:ph idx="1" type="body"/>
          </p:nvPr>
        </p:nvSpPr>
        <p:spPr>
          <a:xfrm>
            <a:off x="57852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538" name="Google Shape;1538;p83"/>
          <p:cNvSpPr txBox="1"/>
          <p:nvPr>
            <p:ph idx="1" type="body"/>
          </p:nvPr>
        </p:nvSpPr>
        <p:spPr>
          <a:xfrm>
            <a:off x="66848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sp>
        <p:nvSpPr>
          <p:cNvPr id="1539" name="Google Shape;1539;p83"/>
          <p:cNvSpPr txBox="1"/>
          <p:nvPr>
            <p:ph idx="1" type="body"/>
          </p:nvPr>
        </p:nvSpPr>
        <p:spPr>
          <a:xfrm>
            <a:off x="49299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540" name="Google Shape;1540;p83"/>
          <p:cNvSpPr txBox="1"/>
          <p:nvPr>
            <p:ph idx="1" type="body"/>
          </p:nvPr>
        </p:nvSpPr>
        <p:spPr>
          <a:xfrm>
            <a:off x="60729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541" name="Google Shape;1541;p83"/>
          <p:cNvSpPr txBox="1"/>
          <p:nvPr>
            <p:ph idx="1" type="body"/>
          </p:nvPr>
        </p:nvSpPr>
        <p:spPr>
          <a:xfrm>
            <a:off x="71106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542" name="Google Shape;1542;p83"/>
          <p:cNvSpPr txBox="1"/>
          <p:nvPr>
            <p:ph idx="1" type="body"/>
          </p:nvPr>
        </p:nvSpPr>
        <p:spPr>
          <a:xfrm>
            <a:off x="49200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pic>
        <p:nvPicPr>
          <p:cNvPr id="1543" name="Google Shape;1543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853" y="2271347"/>
            <a:ext cx="584400" cy="655954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83"/>
          <p:cNvSpPr txBox="1"/>
          <p:nvPr/>
        </p:nvSpPr>
        <p:spPr>
          <a:xfrm>
            <a:off x="385750" y="292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5" name="Google Shape;1545;p83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452200" y="769425"/>
            <a:ext cx="4005873" cy="1802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83"/>
          <p:cNvSpPr txBox="1"/>
          <p:nvPr>
            <p:ph idx="1" type="body"/>
          </p:nvPr>
        </p:nvSpPr>
        <p:spPr>
          <a:xfrm>
            <a:off x="801150" y="867900"/>
            <a:ext cx="3586200" cy="6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if I remove the parallel markers? </a:t>
            </a:r>
            <a:endParaRPr sz="1800"/>
          </a:p>
        </p:txBody>
      </p:sp>
      <p:sp>
        <p:nvSpPr>
          <p:cNvPr id="1547" name="Google Shape;1547;p83"/>
          <p:cNvSpPr/>
          <p:nvPr/>
        </p:nvSpPr>
        <p:spPr>
          <a:xfrm>
            <a:off x="1759684" y="4310864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83"/>
          <p:cNvSpPr/>
          <p:nvPr/>
        </p:nvSpPr>
        <p:spPr>
          <a:xfrm>
            <a:off x="1759684" y="3167963"/>
            <a:ext cx="141300" cy="141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83"/>
          <p:cNvSpPr/>
          <p:nvPr/>
        </p:nvSpPr>
        <p:spPr>
          <a:xfrm>
            <a:off x="1751736" y="3163894"/>
            <a:ext cx="1948213" cy="1292673"/>
          </a:xfrm>
          <a:custGeom>
            <a:rect b="b" l="l" r="r" t="t"/>
            <a:pathLst>
              <a:path extrusionOk="0" h="61315" w="92409">
                <a:moveTo>
                  <a:pt x="45914" y="0"/>
                </a:moveTo>
                <a:lnTo>
                  <a:pt x="0" y="0"/>
                </a:lnTo>
                <a:lnTo>
                  <a:pt x="0" y="61315"/>
                </a:lnTo>
                <a:lnTo>
                  <a:pt x="92409" y="61315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50" name="Google Shape;1550;p83"/>
          <p:cNvSpPr/>
          <p:nvPr/>
        </p:nvSpPr>
        <p:spPr>
          <a:xfrm>
            <a:off x="2549221" y="3008249"/>
            <a:ext cx="339000" cy="339000"/>
          </a:xfrm>
          <a:prstGeom prst="arc">
            <a:avLst>
              <a:gd fmla="val 3323608" name="adj1"/>
              <a:gd fmla="val 1075242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83"/>
          <p:cNvSpPr/>
          <p:nvPr/>
        </p:nvSpPr>
        <p:spPr>
          <a:xfrm>
            <a:off x="3436186" y="4208685"/>
            <a:ext cx="468900" cy="468900"/>
          </a:xfrm>
          <a:prstGeom prst="arc">
            <a:avLst>
              <a:gd fmla="val 10846592" name="adj1"/>
              <a:gd fmla="val 1396567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2" name="Google Shape;1552;p83"/>
          <p:cNvCxnSpPr/>
          <p:nvPr/>
        </p:nvCxnSpPr>
        <p:spPr>
          <a:xfrm>
            <a:off x="1640357" y="3163367"/>
            <a:ext cx="0" cy="131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3" name="Google Shape;1553;p83"/>
          <p:cNvCxnSpPr/>
          <p:nvPr/>
        </p:nvCxnSpPr>
        <p:spPr>
          <a:xfrm rot="10800000">
            <a:off x="1769032" y="4586255"/>
            <a:ext cx="19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4" name="Google Shape;1554;p83"/>
          <p:cNvCxnSpPr/>
          <p:nvPr/>
        </p:nvCxnSpPr>
        <p:spPr>
          <a:xfrm>
            <a:off x="17505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5" name="Google Shape;1555;p83"/>
          <p:cNvCxnSpPr/>
          <p:nvPr/>
        </p:nvCxnSpPr>
        <p:spPr>
          <a:xfrm>
            <a:off x="2797040" y="3099108"/>
            <a:ext cx="981900" cy="13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6" name="Google Shape;1556;p83"/>
          <p:cNvSpPr txBox="1"/>
          <p:nvPr>
            <p:ph idx="1" type="body"/>
          </p:nvPr>
        </p:nvSpPr>
        <p:spPr>
          <a:xfrm>
            <a:off x="2388506" y="332490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</a:t>
            </a:r>
            <a:endParaRPr sz="1600"/>
          </a:p>
        </p:txBody>
      </p:sp>
      <p:sp>
        <p:nvSpPr>
          <p:cNvPr id="1557" name="Google Shape;1557;p83"/>
          <p:cNvSpPr txBox="1"/>
          <p:nvPr>
            <p:ph idx="1" type="body"/>
          </p:nvPr>
        </p:nvSpPr>
        <p:spPr>
          <a:xfrm>
            <a:off x="3082694" y="4224537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53°</a:t>
            </a:r>
            <a:endParaRPr sz="1600"/>
          </a:p>
        </p:txBody>
      </p:sp>
      <p:sp>
        <p:nvSpPr>
          <p:cNvPr id="1558" name="Google Shape;1558;p83"/>
          <p:cNvSpPr txBox="1"/>
          <p:nvPr>
            <p:ph idx="1" type="body"/>
          </p:nvPr>
        </p:nvSpPr>
        <p:spPr>
          <a:xfrm>
            <a:off x="20104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559" name="Google Shape;1559;p83"/>
          <p:cNvSpPr txBox="1"/>
          <p:nvPr>
            <p:ph idx="1" type="body"/>
          </p:nvPr>
        </p:nvSpPr>
        <p:spPr>
          <a:xfrm>
            <a:off x="1136887" y="3744187"/>
            <a:ext cx="5844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560" name="Google Shape;1560;p83"/>
          <p:cNvSpPr txBox="1"/>
          <p:nvPr>
            <p:ph idx="1" type="body"/>
          </p:nvPr>
        </p:nvSpPr>
        <p:spPr>
          <a:xfrm>
            <a:off x="2432406" y="4594869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561" name="Google Shape;1561;p83"/>
          <p:cNvSpPr txBox="1"/>
          <p:nvPr>
            <p:ph idx="1" type="body"/>
          </p:nvPr>
        </p:nvSpPr>
        <p:spPr>
          <a:xfrm>
            <a:off x="3332039" y="3566718"/>
            <a:ext cx="620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562" name="Google Shape;1562;p83"/>
          <p:cNvCxnSpPr/>
          <p:nvPr/>
        </p:nvCxnSpPr>
        <p:spPr>
          <a:xfrm>
            <a:off x="2143679" y="3165543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3" name="Google Shape;1563;p83"/>
          <p:cNvCxnSpPr/>
          <p:nvPr/>
        </p:nvCxnSpPr>
        <p:spPr>
          <a:xfrm>
            <a:off x="2499802" y="4452670"/>
            <a:ext cx="20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4" name="Google Shape;1564;p83"/>
          <p:cNvSpPr txBox="1"/>
          <p:nvPr>
            <p:ph idx="1" type="body"/>
          </p:nvPr>
        </p:nvSpPr>
        <p:spPr>
          <a:xfrm>
            <a:off x="1577154" y="2929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565" name="Google Shape;1565;p83"/>
          <p:cNvSpPr txBox="1"/>
          <p:nvPr>
            <p:ph idx="1" type="body"/>
          </p:nvPr>
        </p:nvSpPr>
        <p:spPr>
          <a:xfrm>
            <a:off x="2720154" y="2907937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66" name="Google Shape;1566;p83"/>
          <p:cNvSpPr txBox="1"/>
          <p:nvPr>
            <p:ph idx="1" type="body"/>
          </p:nvPr>
        </p:nvSpPr>
        <p:spPr>
          <a:xfrm>
            <a:off x="3757870" y="43775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567" name="Google Shape;1567;p83"/>
          <p:cNvSpPr txBox="1"/>
          <p:nvPr>
            <p:ph idx="1" type="body"/>
          </p:nvPr>
        </p:nvSpPr>
        <p:spPr>
          <a:xfrm>
            <a:off x="1567202" y="445370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cxnSp>
        <p:nvCxnSpPr>
          <p:cNvPr id="1568" name="Google Shape;1568;p83"/>
          <p:cNvCxnSpPr/>
          <p:nvPr/>
        </p:nvCxnSpPr>
        <p:spPr>
          <a:xfrm>
            <a:off x="5103316" y="3034848"/>
            <a:ext cx="940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69" name="Google Shape;1569;p83"/>
          <p:cNvSpPr txBox="1"/>
          <p:nvPr>
            <p:ph idx="1" type="body"/>
          </p:nvPr>
        </p:nvSpPr>
        <p:spPr>
          <a:xfrm>
            <a:off x="5363294" y="2810146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570" name="Google Shape;1570;p83"/>
          <p:cNvSpPr txBox="1"/>
          <p:nvPr>
            <p:ph idx="1" type="body"/>
          </p:nvPr>
        </p:nvSpPr>
        <p:spPr>
          <a:xfrm>
            <a:off x="4840750" y="882300"/>
            <a:ext cx="4005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That means I can’t work out ∠EFG.</a:t>
            </a:r>
            <a:endParaRPr sz="1800"/>
          </a:p>
        </p:txBody>
      </p:sp>
      <p:sp>
        <p:nvSpPr>
          <p:cNvPr id="1571" name="Google Shape;1571;p83"/>
          <p:cNvSpPr txBox="1"/>
          <p:nvPr>
            <p:ph idx="1" type="body"/>
          </p:nvPr>
        </p:nvSpPr>
        <p:spPr>
          <a:xfrm>
            <a:off x="4845300" y="2153950"/>
            <a:ext cx="3838800" cy="6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So, no, I cannot be certain they are congruent.</a:t>
            </a:r>
            <a:endParaRPr sz="1800"/>
          </a:p>
        </p:txBody>
      </p:sp>
      <p:sp>
        <p:nvSpPr>
          <p:cNvPr id="1572" name="Google Shape;1572;p83"/>
          <p:cNvSpPr txBox="1"/>
          <p:nvPr>
            <p:ph idx="1" type="body"/>
          </p:nvPr>
        </p:nvSpPr>
        <p:spPr>
          <a:xfrm>
            <a:off x="4840750" y="1224815"/>
            <a:ext cx="3838800" cy="89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now options for which way EF could go, which would affect the length of EH.</a:t>
            </a:r>
            <a:endParaRPr sz="1800"/>
          </a:p>
        </p:txBody>
      </p:sp>
      <p:cxnSp>
        <p:nvCxnSpPr>
          <p:cNvPr id="1573" name="Google Shape;1573;p83"/>
          <p:cNvCxnSpPr/>
          <p:nvPr/>
        </p:nvCxnSpPr>
        <p:spPr>
          <a:xfrm flipH="1" rot="10800000">
            <a:off x="5136800" y="3111000"/>
            <a:ext cx="907200" cy="8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4" name="Google Shape;1574;p83"/>
          <p:cNvSpPr txBox="1"/>
          <p:nvPr>
            <p:ph idx="1" type="body"/>
          </p:nvPr>
        </p:nvSpPr>
        <p:spPr>
          <a:xfrm>
            <a:off x="5360251" y="2926029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575" name="Google Shape;1575;p83"/>
          <p:cNvSpPr/>
          <p:nvPr/>
        </p:nvSpPr>
        <p:spPr>
          <a:xfrm>
            <a:off x="5109425" y="3164850"/>
            <a:ext cx="1947600" cy="1290300"/>
          </a:xfrm>
          <a:custGeom>
            <a:rect b="b" l="l" r="r" t="t"/>
            <a:pathLst>
              <a:path extrusionOk="0" h="51612" w="77904">
                <a:moveTo>
                  <a:pt x="0" y="51612"/>
                </a:moveTo>
                <a:lnTo>
                  <a:pt x="77904" y="51612"/>
                </a:lnTo>
                <a:lnTo>
                  <a:pt x="38587" y="0"/>
                </a:lnTo>
                <a:lnTo>
                  <a:pt x="1826" y="3652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76" name="Google Shape;1576;p83"/>
          <p:cNvSpPr txBox="1"/>
          <p:nvPr>
            <p:ph idx="1" type="body"/>
          </p:nvPr>
        </p:nvSpPr>
        <p:spPr>
          <a:xfrm>
            <a:off x="5006154" y="3055048"/>
            <a:ext cx="2037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grpSp>
        <p:nvGrpSpPr>
          <p:cNvPr id="1577" name="Google Shape;1577;p83"/>
          <p:cNvGrpSpPr/>
          <p:nvPr/>
        </p:nvGrpSpPr>
        <p:grpSpPr>
          <a:xfrm>
            <a:off x="5388953" y="3080202"/>
            <a:ext cx="811022" cy="1452842"/>
            <a:chOff x="5388953" y="3080202"/>
            <a:chExt cx="811022" cy="1452842"/>
          </a:xfrm>
        </p:grpSpPr>
        <p:sp>
          <p:nvSpPr>
            <p:cNvPr id="1578" name="Google Shape;1578;p83"/>
            <p:cNvSpPr/>
            <p:nvPr/>
          </p:nvSpPr>
          <p:spPr>
            <a:xfrm>
              <a:off x="5388953" y="3080202"/>
              <a:ext cx="468900" cy="3390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9" name="Google Shape;1579;p83"/>
            <p:cNvSpPr/>
            <p:nvPr/>
          </p:nvSpPr>
          <p:spPr>
            <a:xfrm>
              <a:off x="5731076" y="4194044"/>
              <a:ext cx="468900" cy="3390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0" name="Google Shape;1580;p83"/>
          <p:cNvSpPr txBox="1"/>
          <p:nvPr>
            <p:ph idx="1" type="body"/>
          </p:nvPr>
        </p:nvSpPr>
        <p:spPr>
          <a:xfrm>
            <a:off x="771992" y="1582575"/>
            <a:ext cx="3612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there still enough information to determine congruence?</a:t>
            </a:r>
            <a:endParaRPr sz="1800"/>
          </a:p>
        </p:txBody>
      </p:sp>
      <p:sp>
        <p:nvSpPr>
          <p:cNvPr id="1581" name="Google Shape;1581;p83"/>
          <p:cNvSpPr txBox="1"/>
          <p:nvPr/>
        </p:nvSpPr>
        <p:spPr>
          <a:xfrm>
            <a:off x="7988475" y="3884250"/>
            <a:ext cx="6150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2" name="Google Shape;1582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8675" y="3025244"/>
            <a:ext cx="827201" cy="80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84"/>
          <p:cNvSpPr txBox="1"/>
          <p:nvPr>
            <p:ph idx="1" type="body"/>
          </p:nvPr>
        </p:nvSpPr>
        <p:spPr>
          <a:xfrm>
            <a:off x="324000" y="759300"/>
            <a:ext cx="8237700" cy="4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size of the three remaining interior angles.</a:t>
            </a:r>
            <a:endParaRPr/>
          </a:p>
        </p:txBody>
      </p:sp>
      <p:sp>
        <p:nvSpPr>
          <p:cNvPr id="1588" name="Google Shape;158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grpSp>
        <p:nvGrpSpPr>
          <p:cNvPr id="1589" name="Google Shape;1589;p84"/>
          <p:cNvGrpSpPr/>
          <p:nvPr/>
        </p:nvGrpSpPr>
        <p:grpSpPr>
          <a:xfrm flipH="1" rot="5400000">
            <a:off x="3071325" y="1972800"/>
            <a:ext cx="2624100" cy="1764912"/>
            <a:chOff x="3071325" y="1820400"/>
            <a:chExt cx="2624100" cy="1764912"/>
          </a:xfrm>
        </p:grpSpPr>
        <p:sp>
          <p:nvSpPr>
            <p:cNvPr id="1590" name="Google Shape;1590;p84"/>
            <p:cNvSpPr/>
            <p:nvPr/>
          </p:nvSpPr>
          <p:spPr>
            <a:xfrm>
              <a:off x="3071325" y="1820400"/>
              <a:ext cx="2624100" cy="1759200"/>
            </a:xfrm>
            <a:prstGeom prst="parallelogram">
              <a:avLst>
                <a:gd fmla="val 25000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91" name="Google Shape;1591;p84"/>
            <p:cNvCxnSpPr/>
            <p:nvPr/>
          </p:nvCxnSpPr>
          <p:spPr>
            <a:xfrm>
              <a:off x="4392356" y="1821546"/>
              <a:ext cx="203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2" name="Google Shape;1592;p84"/>
            <p:cNvCxnSpPr/>
            <p:nvPr/>
          </p:nvCxnSpPr>
          <p:spPr>
            <a:xfrm>
              <a:off x="4176202" y="3585312"/>
              <a:ext cx="203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3" name="Google Shape;1593;p84"/>
            <p:cNvCxnSpPr/>
            <p:nvPr/>
          </p:nvCxnSpPr>
          <p:spPr>
            <a:xfrm>
              <a:off x="4239956" y="1821546"/>
              <a:ext cx="203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4" name="Google Shape;1594;p84"/>
            <p:cNvCxnSpPr/>
            <p:nvPr/>
          </p:nvCxnSpPr>
          <p:spPr>
            <a:xfrm>
              <a:off x="4023802" y="3585312"/>
              <a:ext cx="203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595" name="Google Shape;1595;p84"/>
          <p:cNvCxnSpPr/>
          <p:nvPr/>
        </p:nvCxnSpPr>
        <p:spPr>
          <a:xfrm flipH="1" rot="10800000">
            <a:off x="4246870" y="3907898"/>
            <a:ext cx="294000" cy="73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6" name="Google Shape;1596;p84"/>
          <p:cNvCxnSpPr/>
          <p:nvPr/>
        </p:nvCxnSpPr>
        <p:spPr>
          <a:xfrm flipH="1" rot="10800000">
            <a:off x="4141586" y="1745214"/>
            <a:ext cx="294000" cy="73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7" name="Google Shape;1597;p84"/>
          <p:cNvSpPr/>
          <p:nvPr/>
        </p:nvSpPr>
        <p:spPr>
          <a:xfrm>
            <a:off x="3274067" y="3921769"/>
            <a:ext cx="468900" cy="468900"/>
          </a:xfrm>
          <a:prstGeom prst="arc">
            <a:avLst>
              <a:gd fmla="val 16462667" name="adj1"/>
              <a:gd fmla="val 20634721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84"/>
          <p:cNvSpPr/>
          <p:nvPr/>
        </p:nvSpPr>
        <p:spPr>
          <a:xfrm>
            <a:off x="3274067" y="1755910"/>
            <a:ext cx="468900" cy="468900"/>
          </a:xfrm>
          <a:prstGeom prst="arc">
            <a:avLst>
              <a:gd fmla="val 20891682" name="adj1"/>
              <a:gd fmla="val 514566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84"/>
          <p:cNvSpPr/>
          <p:nvPr/>
        </p:nvSpPr>
        <p:spPr>
          <a:xfrm rot="10800000">
            <a:off x="5026667" y="3486739"/>
            <a:ext cx="468900" cy="468900"/>
          </a:xfrm>
          <a:prstGeom prst="arc">
            <a:avLst>
              <a:gd fmla="val 20891682" name="adj1"/>
              <a:gd fmla="val 514566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84"/>
          <p:cNvSpPr/>
          <p:nvPr/>
        </p:nvSpPr>
        <p:spPr>
          <a:xfrm rot="10800000">
            <a:off x="5032110" y="1320083"/>
            <a:ext cx="468900" cy="468900"/>
          </a:xfrm>
          <a:prstGeom prst="arc">
            <a:avLst>
              <a:gd fmla="val 16462667" name="adj1"/>
              <a:gd fmla="val 20634721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84"/>
          <p:cNvSpPr txBox="1"/>
          <p:nvPr>
            <p:ph idx="1" type="body"/>
          </p:nvPr>
        </p:nvSpPr>
        <p:spPr>
          <a:xfrm>
            <a:off x="3625813" y="367014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80°</a:t>
            </a:r>
            <a:endParaRPr sz="2000"/>
          </a:p>
        </p:txBody>
      </p:sp>
      <p:sp>
        <p:nvSpPr>
          <p:cNvPr id="1602" name="Google Shape;1602;p84"/>
          <p:cNvSpPr txBox="1"/>
          <p:nvPr>
            <p:ph idx="1" type="body"/>
          </p:nvPr>
        </p:nvSpPr>
        <p:spPr>
          <a:xfrm>
            <a:off x="3625825" y="2146150"/>
            <a:ext cx="6573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100°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3" name="Google Shape;1603;p84"/>
          <p:cNvSpPr txBox="1"/>
          <p:nvPr>
            <p:ph idx="1" type="body"/>
          </p:nvPr>
        </p:nvSpPr>
        <p:spPr>
          <a:xfrm>
            <a:off x="4540225" y="3365350"/>
            <a:ext cx="6573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100°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4" name="Google Shape;1604;p84"/>
          <p:cNvSpPr txBox="1"/>
          <p:nvPr>
            <p:ph idx="1" type="body"/>
          </p:nvPr>
        </p:nvSpPr>
        <p:spPr>
          <a:xfrm>
            <a:off x="4768813" y="176514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80°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5" name="Google Shape;1605;p84"/>
          <p:cNvSpPr txBox="1"/>
          <p:nvPr>
            <p:ph idx="1" type="body"/>
          </p:nvPr>
        </p:nvSpPr>
        <p:spPr>
          <a:xfrm>
            <a:off x="3244825" y="1688950"/>
            <a:ext cx="294000" cy="3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606" name="Google Shape;1606;p84"/>
          <p:cNvSpPr txBox="1"/>
          <p:nvPr>
            <p:ph idx="1" type="body"/>
          </p:nvPr>
        </p:nvSpPr>
        <p:spPr>
          <a:xfrm>
            <a:off x="5302225" y="1231750"/>
            <a:ext cx="294000" cy="3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1607" name="Google Shape;1607;p84"/>
          <p:cNvSpPr txBox="1"/>
          <p:nvPr>
            <p:ph idx="1" type="body"/>
          </p:nvPr>
        </p:nvSpPr>
        <p:spPr>
          <a:xfrm>
            <a:off x="5302225" y="3670150"/>
            <a:ext cx="294000" cy="3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608" name="Google Shape;1608;p84"/>
          <p:cNvSpPr txBox="1"/>
          <p:nvPr>
            <p:ph idx="1" type="body"/>
          </p:nvPr>
        </p:nvSpPr>
        <p:spPr>
          <a:xfrm>
            <a:off x="3321025" y="4127350"/>
            <a:ext cx="294000" cy="3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1609" name="Google Shape;1609;p84"/>
          <p:cNvSpPr txBox="1"/>
          <p:nvPr/>
        </p:nvSpPr>
        <p:spPr>
          <a:xfrm>
            <a:off x="6375900" y="1870425"/>
            <a:ext cx="1764900" cy="1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∠DAB = 100°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∠ABC = 80°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∠BCD = 100°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85"/>
          <p:cNvSpPr txBox="1"/>
          <p:nvPr>
            <p:ph idx="1" type="subTitle"/>
          </p:nvPr>
        </p:nvSpPr>
        <p:spPr>
          <a:xfrm>
            <a:off x="980575" y="3064238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is not enough information on the diagram to be able to use any angle facts for the missing angles.</a:t>
            </a:r>
            <a:endParaRPr sz="2000"/>
          </a:p>
        </p:txBody>
      </p:sp>
      <p:sp>
        <p:nvSpPr>
          <p:cNvPr id="1615" name="Google Shape;1615;p85"/>
          <p:cNvSpPr txBox="1"/>
          <p:nvPr>
            <p:ph idx="2" type="subTitle"/>
          </p:nvPr>
        </p:nvSpPr>
        <p:spPr>
          <a:xfrm>
            <a:off x="324000" y="1080000"/>
            <a:ext cx="59328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is possible to work out all the remaining interior angles in this shape.</a:t>
            </a:r>
            <a:endParaRPr sz="2000"/>
          </a:p>
        </p:txBody>
      </p:sp>
      <p:sp>
        <p:nvSpPr>
          <p:cNvPr id="1616" name="Google Shape;1616;p85"/>
          <p:cNvSpPr txBox="1"/>
          <p:nvPr>
            <p:ph idx="3" type="subTitle"/>
          </p:nvPr>
        </p:nvSpPr>
        <p:spPr>
          <a:xfrm>
            <a:off x="980575" y="395459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Facts about c</a:t>
            </a:r>
            <a:r>
              <a:rPr lang="en-GB" sz="2000"/>
              <a:t>o-interior angles could be used to work out the remaining angles.</a:t>
            </a:r>
            <a:endParaRPr sz="2000"/>
          </a:p>
        </p:txBody>
      </p:sp>
      <p:sp>
        <p:nvSpPr>
          <p:cNvPr id="1617" name="Google Shape;1617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618" name="Google Shape;1618;p85"/>
          <p:cNvSpPr/>
          <p:nvPr/>
        </p:nvSpPr>
        <p:spPr>
          <a:xfrm flipH="1" rot="10800000">
            <a:off x="6606252" y="1149885"/>
            <a:ext cx="2055458" cy="1377981"/>
          </a:xfrm>
          <a:prstGeom prst="parallelogram">
            <a:avLst>
              <a:gd fmla="val 25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85"/>
          <p:cNvSpPr/>
          <p:nvPr/>
        </p:nvSpPr>
        <p:spPr>
          <a:xfrm rot="5400000">
            <a:off x="6431419" y="967644"/>
            <a:ext cx="367200" cy="367200"/>
          </a:xfrm>
          <a:prstGeom prst="arc">
            <a:avLst>
              <a:gd fmla="val 16462667" name="adj1"/>
              <a:gd fmla="val 20634721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85"/>
          <p:cNvSpPr txBox="1"/>
          <p:nvPr>
            <p:ph idx="4294967295" type="body"/>
          </p:nvPr>
        </p:nvSpPr>
        <p:spPr>
          <a:xfrm>
            <a:off x="6826213" y="1231743"/>
            <a:ext cx="468900" cy="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75</a:t>
            </a:r>
            <a:r>
              <a:rPr lang="en-GB" sz="2000"/>
              <a:t>°</a:t>
            </a:r>
            <a:endParaRPr sz="2000"/>
          </a:p>
        </p:txBody>
      </p:sp>
      <p:pic>
        <p:nvPicPr>
          <p:cNvPr id="1621" name="Google Shape;162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2633" y="20005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6258" y="33759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86"/>
          <p:cNvSpPr/>
          <p:nvPr/>
        </p:nvSpPr>
        <p:spPr>
          <a:xfrm>
            <a:off x="1436793" y="1992097"/>
            <a:ext cx="2288400" cy="1716000"/>
          </a:xfrm>
          <a:prstGeom prst="trapezoid">
            <a:avLst>
              <a:gd fmla="val 3973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86"/>
          <p:cNvSpPr txBox="1"/>
          <p:nvPr>
            <p:ph idx="1" type="body"/>
          </p:nvPr>
        </p:nvSpPr>
        <p:spPr>
          <a:xfrm>
            <a:off x="324000" y="759300"/>
            <a:ext cx="82377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there enough information to determine whether the shapes are congruent? Justify your reasoning.</a:t>
            </a:r>
            <a:endParaRPr sz="2000"/>
          </a:p>
        </p:txBody>
      </p:sp>
      <p:sp>
        <p:nvSpPr>
          <p:cNvPr id="1629" name="Google Shape;162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630" name="Google Shape;1630;p86"/>
          <p:cNvSpPr/>
          <p:nvPr/>
        </p:nvSpPr>
        <p:spPr>
          <a:xfrm>
            <a:off x="1196950" y="3434113"/>
            <a:ext cx="510000" cy="510000"/>
          </a:xfrm>
          <a:prstGeom prst="arc">
            <a:avLst>
              <a:gd fmla="val 17734219" name="adj1"/>
              <a:gd fmla="val 21478782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86"/>
          <p:cNvSpPr txBox="1"/>
          <p:nvPr>
            <p:ph idx="1" type="body"/>
          </p:nvPr>
        </p:nvSpPr>
        <p:spPr>
          <a:xfrm>
            <a:off x="1731297" y="3336801"/>
            <a:ext cx="510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67</a:t>
            </a:r>
            <a:r>
              <a:rPr lang="en-GB" sz="1800"/>
              <a:t>°</a:t>
            </a:r>
            <a:endParaRPr sz="1800"/>
          </a:p>
        </p:txBody>
      </p:sp>
      <p:sp>
        <p:nvSpPr>
          <p:cNvPr id="1632" name="Google Shape;1632;p86"/>
          <p:cNvSpPr/>
          <p:nvPr/>
        </p:nvSpPr>
        <p:spPr>
          <a:xfrm>
            <a:off x="1828339" y="1752825"/>
            <a:ext cx="510000" cy="510000"/>
          </a:xfrm>
          <a:prstGeom prst="arc">
            <a:avLst>
              <a:gd fmla="val 101857" name="adj1"/>
              <a:gd fmla="val 6032348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86"/>
          <p:cNvSpPr txBox="1"/>
          <p:nvPr>
            <p:ph idx="1" type="body"/>
          </p:nvPr>
        </p:nvSpPr>
        <p:spPr>
          <a:xfrm>
            <a:off x="2001072" y="2259384"/>
            <a:ext cx="608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113</a:t>
            </a:r>
            <a:r>
              <a:rPr lang="en-GB" sz="1800"/>
              <a:t>°</a:t>
            </a:r>
            <a:endParaRPr sz="1800"/>
          </a:p>
        </p:txBody>
      </p:sp>
      <p:sp>
        <p:nvSpPr>
          <p:cNvPr id="1634" name="Google Shape;1634;p86"/>
          <p:cNvSpPr/>
          <p:nvPr/>
        </p:nvSpPr>
        <p:spPr>
          <a:xfrm flipH="1">
            <a:off x="2822864" y="1752825"/>
            <a:ext cx="510000" cy="510000"/>
          </a:xfrm>
          <a:prstGeom prst="arc">
            <a:avLst>
              <a:gd fmla="val 101857" name="adj1"/>
              <a:gd fmla="val 6032348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86"/>
          <p:cNvSpPr/>
          <p:nvPr/>
        </p:nvSpPr>
        <p:spPr>
          <a:xfrm flipH="1">
            <a:off x="3452400" y="3440033"/>
            <a:ext cx="510000" cy="510000"/>
          </a:xfrm>
          <a:prstGeom prst="arc">
            <a:avLst>
              <a:gd fmla="val 17734219" name="adj1"/>
              <a:gd fmla="val 21478782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86"/>
          <p:cNvSpPr txBox="1"/>
          <p:nvPr>
            <p:ph idx="1" type="body"/>
          </p:nvPr>
        </p:nvSpPr>
        <p:spPr>
          <a:xfrm>
            <a:off x="3057341" y="3336801"/>
            <a:ext cx="510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637" name="Google Shape;1637;p86"/>
          <p:cNvSpPr txBox="1"/>
          <p:nvPr>
            <p:ph idx="1" type="body"/>
          </p:nvPr>
        </p:nvSpPr>
        <p:spPr>
          <a:xfrm>
            <a:off x="2710988" y="2259384"/>
            <a:ext cx="608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113°</a:t>
            </a:r>
            <a:endParaRPr sz="1800"/>
          </a:p>
        </p:txBody>
      </p:sp>
      <p:sp>
        <p:nvSpPr>
          <p:cNvPr id="1638" name="Google Shape;1638;p86"/>
          <p:cNvSpPr/>
          <p:nvPr/>
        </p:nvSpPr>
        <p:spPr>
          <a:xfrm>
            <a:off x="5170593" y="1992097"/>
            <a:ext cx="2288400" cy="1716000"/>
          </a:xfrm>
          <a:prstGeom prst="trapezoid">
            <a:avLst>
              <a:gd fmla="val 3973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86"/>
          <p:cNvSpPr/>
          <p:nvPr/>
        </p:nvSpPr>
        <p:spPr>
          <a:xfrm>
            <a:off x="4930750" y="3434113"/>
            <a:ext cx="510000" cy="510000"/>
          </a:xfrm>
          <a:prstGeom prst="arc">
            <a:avLst>
              <a:gd fmla="val 17734219" name="adj1"/>
              <a:gd fmla="val 21478782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86"/>
          <p:cNvSpPr txBox="1"/>
          <p:nvPr>
            <p:ph idx="1" type="body"/>
          </p:nvPr>
        </p:nvSpPr>
        <p:spPr>
          <a:xfrm>
            <a:off x="5465097" y="3336801"/>
            <a:ext cx="510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641" name="Google Shape;1641;p86"/>
          <p:cNvSpPr/>
          <p:nvPr/>
        </p:nvSpPr>
        <p:spPr>
          <a:xfrm>
            <a:off x="5562139" y="1752825"/>
            <a:ext cx="510000" cy="510000"/>
          </a:xfrm>
          <a:prstGeom prst="arc">
            <a:avLst>
              <a:gd fmla="val 101857" name="adj1"/>
              <a:gd fmla="val 6032348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86"/>
          <p:cNvSpPr txBox="1"/>
          <p:nvPr>
            <p:ph idx="1" type="body"/>
          </p:nvPr>
        </p:nvSpPr>
        <p:spPr>
          <a:xfrm>
            <a:off x="5734872" y="2259384"/>
            <a:ext cx="608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113°</a:t>
            </a:r>
            <a:endParaRPr sz="1800"/>
          </a:p>
        </p:txBody>
      </p:sp>
      <p:sp>
        <p:nvSpPr>
          <p:cNvPr id="1643" name="Google Shape;1643;p86"/>
          <p:cNvSpPr/>
          <p:nvPr/>
        </p:nvSpPr>
        <p:spPr>
          <a:xfrm flipH="1">
            <a:off x="6556664" y="1752825"/>
            <a:ext cx="510000" cy="510000"/>
          </a:xfrm>
          <a:prstGeom prst="arc">
            <a:avLst>
              <a:gd fmla="val 101857" name="adj1"/>
              <a:gd fmla="val 6032348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86"/>
          <p:cNvSpPr/>
          <p:nvPr/>
        </p:nvSpPr>
        <p:spPr>
          <a:xfrm flipH="1">
            <a:off x="7186200" y="3440033"/>
            <a:ext cx="510000" cy="510000"/>
          </a:xfrm>
          <a:prstGeom prst="arc">
            <a:avLst>
              <a:gd fmla="val 17734219" name="adj1"/>
              <a:gd fmla="val 21478782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86"/>
          <p:cNvSpPr txBox="1"/>
          <p:nvPr>
            <p:ph idx="1" type="body"/>
          </p:nvPr>
        </p:nvSpPr>
        <p:spPr>
          <a:xfrm>
            <a:off x="6791141" y="3336801"/>
            <a:ext cx="510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646" name="Google Shape;1646;p86"/>
          <p:cNvSpPr txBox="1"/>
          <p:nvPr>
            <p:ph idx="1" type="body"/>
          </p:nvPr>
        </p:nvSpPr>
        <p:spPr>
          <a:xfrm>
            <a:off x="6444788" y="2259384"/>
            <a:ext cx="608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113°</a:t>
            </a:r>
            <a:endParaRPr sz="1800"/>
          </a:p>
        </p:txBody>
      </p:sp>
      <p:cxnSp>
        <p:nvCxnSpPr>
          <p:cNvPr id="1647" name="Google Shape;1647;p86"/>
          <p:cNvCxnSpPr/>
          <p:nvPr/>
        </p:nvCxnSpPr>
        <p:spPr>
          <a:xfrm>
            <a:off x="2135950" y="1870436"/>
            <a:ext cx="88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8" name="Google Shape;1648;p86"/>
          <p:cNvCxnSpPr/>
          <p:nvPr/>
        </p:nvCxnSpPr>
        <p:spPr>
          <a:xfrm>
            <a:off x="1420691" y="3851636"/>
            <a:ext cx="229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9" name="Google Shape;1649;p86"/>
          <p:cNvCxnSpPr/>
          <p:nvPr/>
        </p:nvCxnSpPr>
        <p:spPr>
          <a:xfrm flipH="1" rot="10800000">
            <a:off x="1330750" y="1993275"/>
            <a:ext cx="678900" cy="16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0" name="Google Shape;1650;p86"/>
          <p:cNvCxnSpPr/>
          <p:nvPr/>
        </p:nvCxnSpPr>
        <p:spPr>
          <a:xfrm rot="10800000">
            <a:off x="3179189" y="1993275"/>
            <a:ext cx="678900" cy="16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1" name="Google Shape;1651;p86"/>
          <p:cNvSpPr txBox="1"/>
          <p:nvPr>
            <p:ph idx="1" type="body"/>
          </p:nvPr>
        </p:nvSpPr>
        <p:spPr>
          <a:xfrm>
            <a:off x="2265194" y="38332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18 cm</a:t>
            </a:r>
            <a:endParaRPr sz="1800"/>
          </a:p>
        </p:txBody>
      </p:sp>
      <p:sp>
        <p:nvSpPr>
          <p:cNvPr id="1652" name="Google Shape;1652;p86"/>
          <p:cNvSpPr txBox="1"/>
          <p:nvPr>
            <p:ph idx="1" type="body"/>
          </p:nvPr>
        </p:nvSpPr>
        <p:spPr>
          <a:xfrm>
            <a:off x="969794" y="25378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 cm</a:t>
            </a:r>
            <a:endParaRPr sz="1800"/>
          </a:p>
        </p:txBody>
      </p:sp>
      <p:sp>
        <p:nvSpPr>
          <p:cNvPr id="1653" name="Google Shape;1653;p86"/>
          <p:cNvSpPr txBox="1"/>
          <p:nvPr>
            <p:ph idx="1" type="body"/>
          </p:nvPr>
        </p:nvSpPr>
        <p:spPr>
          <a:xfrm>
            <a:off x="3560594" y="25378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 cm</a:t>
            </a:r>
            <a:endParaRPr sz="1800"/>
          </a:p>
        </p:txBody>
      </p:sp>
      <p:sp>
        <p:nvSpPr>
          <p:cNvPr id="1654" name="Google Shape;1654;p86"/>
          <p:cNvSpPr txBox="1"/>
          <p:nvPr>
            <p:ph idx="1" type="body"/>
          </p:nvPr>
        </p:nvSpPr>
        <p:spPr>
          <a:xfrm>
            <a:off x="2282477" y="155709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1655" name="Google Shape;1655;p86"/>
          <p:cNvSpPr txBox="1"/>
          <p:nvPr>
            <p:ph idx="1" type="body"/>
          </p:nvPr>
        </p:nvSpPr>
        <p:spPr>
          <a:xfrm>
            <a:off x="400200" y="4112100"/>
            <a:ext cx="82377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No. Congruence can not be determined without knowing any of the lengths (e.g. one shape could be 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enlargement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the other).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56" name="Google Shape;1656;p86"/>
          <p:cNvCxnSpPr/>
          <p:nvPr/>
        </p:nvCxnSpPr>
        <p:spPr>
          <a:xfrm flipH="1" rot="10800000">
            <a:off x="6211549" y="1995740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7" name="Google Shape;1657;p86"/>
          <p:cNvCxnSpPr/>
          <p:nvPr/>
        </p:nvCxnSpPr>
        <p:spPr>
          <a:xfrm flipH="1" rot="10800000">
            <a:off x="6191910" y="3701599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8" name="Google Shape;1658;p86"/>
          <p:cNvCxnSpPr/>
          <p:nvPr/>
        </p:nvCxnSpPr>
        <p:spPr>
          <a:xfrm flipH="1" rot="10800000">
            <a:off x="2492516" y="1995740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9" name="Google Shape;1659;p86"/>
          <p:cNvCxnSpPr/>
          <p:nvPr/>
        </p:nvCxnSpPr>
        <p:spPr>
          <a:xfrm flipH="1" rot="10800000">
            <a:off x="2472877" y="3701599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4" name="Google Shape;1664;p87"/>
          <p:cNvCxnSpPr/>
          <p:nvPr/>
        </p:nvCxnSpPr>
        <p:spPr>
          <a:xfrm>
            <a:off x="5869750" y="1870436"/>
            <a:ext cx="88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5" name="Google Shape;1665;p87"/>
          <p:cNvCxnSpPr/>
          <p:nvPr/>
        </p:nvCxnSpPr>
        <p:spPr>
          <a:xfrm>
            <a:off x="5154491" y="3851636"/>
            <a:ext cx="229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6" name="Google Shape;1666;p87"/>
          <p:cNvCxnSpPr/>
          <p:nvPr/>
        </p:nvCxnSpPr>
        <p:spPr>
          <a:xfrm flipH="1" rot="10800000">
            <a:off x="5064550" y="1993275"/>
            <a:ext cx="678900" cy="16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7" name="Google Shape;1667;p87"/>
          <p:cNvSpPr txBox="1"/>
          <p:nvPr>
            <p:ph idx="1" type="body"/>
          </p:nvPr>
        </p:nvSpPr>
        <p:spPr>
          <a:xfrm>
            <a:off x="5998994" y="38332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18 cm</a:t>
            </a:r>
            <a:endParaRPr sz="1800"/>
          </a:p>
        </p:txBody>
      </p:sp>
      <p:sp>
        <p:nvSpPr>
          <p:cNvPr id="1668" name="Google Shape;1668;p87"/>
          <p:cNvSpPr txBox="1"/>
          <p:nvPr>
            <p:ph idx="1" type="body"/>
          </p:nvPr>
        </p:nvSpPr>
        <p:spPr>
          <a:xfrm>
            <a:off x="4703594" y="25378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 cm</a:t>
            </a:r>
            <a:endParaRPr sz="1800"/>
          </a:p>
        </p:txBody>
      </p:sp>
      <p:sp>
        <p:nvSpPr>
          <p:cNvPr id="1669" name="Google Shape;1669;p87"/>
          <p:cNvSpPr txBox="1"/>
          <p:nvPr>
            <p:ph idx="1" type="body"/>
          </p:nvPr>
        </p:nvSpPr>
        <p:spPr>
          <a:xfrm>
            <a:off x="6016277" y="155709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cm</a:t>
            </a:r>
            <a:endParaRPr sz="1800"/>
          </a:p>
        </p:txBody>
      </p:sp>
      <p:sp>
        <p:nvSpPr>
          <p:cNvPr id="1670" name="Google Shape;1670;p87"/>
          <p:cNvSpPr/>
          <p:nvPr/>
        </p:nvSpPr>
        <p:spPr>
          <a:xfrm>
            <a:off x="1436793" y="1992097"/>
            <a:ext cx="2288400" cy="1716000"/>
          </a:xfrm>
          <a:prstGeom prst="trapezoid">
            <a:avLst>
              <a:gd fmla="val 3973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87"/>
          <p:cNvSpPr txBox="1"/>
          <p:nvPr>
            <p:ph idx="1" type="body"/>
          </p:nvPr>
        </p:nvSpPr>
        <p:spPr>
          <a:xfrm>
            <a:off x="324000" y="759300"/>
            <a:ext cx="82377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there enough information to determine whether the shapes are congruent? Justify your reasoning.</a:t>
            </a:r>
            <a:endParaRPr sz="2000"/>
          </a:p>
        </p:txBody>
      </p:sp>
      <p:sp>
        <p:nvSpPr>
          <p:cNvPr id="1672" name="Google Shape;167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673" name="Google Shape;1673;p87"/>
          <p:cNvSpPr/>
          <p:nvPr/>
        </p:nvSpPr>
        <p:spPr>
          <a:xfrm>
            <a:off x="1196950" y="3434113"/>
            <a:ext cx="510000" cy="510000"/>
          </a:xfrm>
          <a:prstGeom prst="arc">
            <a:avLst>
              <a:gd fmla="val 17734219" name="adj1"/>
              <a:gd fmla="val 21478782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87"/>
          <p:cNvSpPr txBox="1"/>
          <p:nvPr>
            <p:ph idx="1" type="body"/>
          </p:nvPr>
        </p:nvSpPr>
        <p:spPr>
          <a:xfrm>
            <a:off x="1731297" y="3336801"/>
            <a:ext cx="510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675" name="Google Shape;1675;p87"/>
          <p:cNvSpPr/>
          <p:nvPr/>
        </p:nvSpPr>
        <p:spPr>
          <a:xfrm>
            <a:off x="1828339" y="1752825"/>
            <a:ext cx="510000" cy="510000"/>
          </a:xfrm>
          <a:prstGeom prst="arc">
            <a:avLst>
              <a:gd fmla="val 101857" name="adj1"/>
              <a:gd fmla="val 6032348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87"/>
          <p:cNvSpPr txBox="1"/>
          <p:nvPr>
            <p:ph idx="1" type="body"/>
          </p:nvPr>
        </p:nvSpPr>
        <p:spPr>
          <a:xfrm>
            <a:off x="2001072" y="2259384"/>
            <a:ext cx="608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113°</a:t>
            </a:r>
            <a:endParaRPr sz="1800"/>
          </a:p>
        </p:txBody>
      </p:sp>
      <p:sp>
        <p:nvSpPr>
          <p:cNvPr id="1677" name="Google Shape;1677;p87"/>
          <p:cNvSpPr/>
          <p:nvPr/>
        </p:nvSpPr>
        <p:spPr>
          <a:xfrm flipH="1">
            <a:off x="2822864" y="1752825"/>
            <a:ext cx="510000" cy="510000"/>
          </a:xfrm>
          <a:prstGeom prst="arc">
            <a:avLst>
              <a:gd fmla="val 101857" name="adj1"/>
              <a:gd fmla="val 6032348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87"/>
          <p:cNvSpPr/>
          <p:nvPr/>
        </p:nvSpPr>
        <p:spPr>
          <a:xfrm flipH="1">
            <a:off x="3452400" y="3440033"/>
            <a:ext cx="510000" cy="510000"/>
          </a:xfrm>
          <a:prstGeom prst="arc">
            <a:avLst>
              <a:gd fmla="val 17734219" name="adj1"/>
              <a:gd fmla="val 21478782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87"/>
          <p:cNvSpPr txBox="1"/>
          <p:nvPr>
            <p:ph idx="1" type="body"/>
          </p:nvPr>
        </p:nvSpPr>
        <p:spPr>
          <a:xfrm>
            <a:off x="3057341" y="3336801"/>
            <a:ext cx="510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680" name="Google Shape;1680;p87"/>
          <p:cNvSpPr txBox="1"/>
          <p:nvPr>
            <p:ph idx="1" type="body"/>
          </p:nvPr>
        </p:nvSpPr>
        <p:spPr>
          <a:xfrm>
            <a:off x="2710988" y="2259384"/>
            <a:ext cx="608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113°</a:t>
            </a:r>
            <a:endParaRPr sz="1800"/>
          </a:p>
        </p:txBody>
      </p:sp>
      <p:sp>
        <p:nvSpPr>
          <p:cNvPr id="1681" name="Google Shape;1681;p87"/>
          <p:cNvSpPr/>
          <p:nvPr/>
        </p:nvSpPr>
        <p:spPr>
          <a:xfrm>
            <a:off x="5170593" y="1992097"/>
            <a:ext cx="2288400" cy="1716000"/>
          </a:xfrm>
          <a:prstGeom prst="trapezoid">
            <a:avLst>
              <a:gd fmla="val 3973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87"/>
          <p:cNvSpPr/>
          <p:nvPr/>
        </p:nvSpPr>
        <p:spPr>
          <a:xfrm>
            <a:off x="4930750" y="3434113"/>
            <a:ext cx="510000" cy="510000"/>
          </a:xfrm>
          <a:prstGeom prst="arc">
            <a:avLst>
              <a:gd fmla="val 17734219" name="adj1"/>
              <a:gd fmla="val 21478782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87"/>
          <p:cNvSpPr txBox="1"/>
          <p:nvPr>
            <p:ph idx="1" type="body"/>
          </p:nvPr>
        </p:nvSpPr>
        <p:spPr>
          <a:xfrm>
            <a:off x="5465097" y="3336801"/>
            <a:ext cx="510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cxnSp>
        <p:nvCxnSpPr>
          <p:cNvPr id="1684" name="Google Shape;1684;p87"/>
          <p:cNvCxnSpPr/>
          <p:nvPr/>
        </p:nvCxnSpPr>
        <p:spPr>
          <a:xfrm>
            <a:off x="2135950" y="1870436"/>
            <a:ext cx="88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5" name="Google Shape;1685;p87"/>
          <p:cNvCxnSpPr/>
          <p:nvPr/>
        </p:nvCxnSpPr>
        <p:spPr>
          <a:xfrm>
            <a:off x="1420691" y="3851636"/>
            <a:ext cx="229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6" name="Google Shape;1686;p87"/>
          <p:cNvCxnSpPr/>
          <p:nvPr/>
        </p:nvCxnSpPr>
        <p:spPr>
          <a:xfrm flipH="1" rot="10800000">
            <a:off x="1330750" y="1993275"/>
            <a:ext cx="678900" cy="16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7" name="Google Shape;1687;p87"/>
          <p:cNvCxnSpPr/>
          <p:nvPr/>
        </p:nvCxnSpPr>
        <p:spPr>
          <a:xfrm rot="10800000">
            <a:off x="3179189" y="1993275"/>
            <a:ext cx="678900" cy="16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8" name="Google Shape;1688;p87"/>
          <p:cNvSpPr txBox="1"/>
          <p:nvPr>
            <p:ph idx="1" type="body"/>
          </p:nvPr>
        </p:nvSpPr>
        <p:spPr>
          <a:xfrm>
            <a:off x="2265194" y="38332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18 cm</a:t>
            </a:r>
            <a:endParaRPr sz="1800"/>
          </a:p>
        </p:txBody>
      </p:sp>
      <p:sp>
        <p:nvSpPr>
          <p:cNvPr id="1689" name="Google Shape;1689;p87"/>
          <p:cNvSpPr txBox="1"/>
          <p:nvPr>
            <p:ph idx="1" type="body"/>
          </p:nvPr>
        </p:nvSpPr>
        <p:spPr>
          <a:xfrm>
            <a:off x="969794" y="25378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 cm</a:t>
            </a:r>
            <a:endParaRPr sz="1800"/>
          </a:p>
        </p:txBody>
      </p:sp>
      <p:sp>
        <p:nvSpPr>
          <p:cNvPr id="1690" name="Google Shape;1690;p87"/>
          <p:cNvSpPr txBox="1"/>
          <p:nvPr>
            <p:ph idx="1" type="body"/>
          </p:nvPr>
        </p:nvSpPr>
        <p:spPr>
          <a:xfrm>
            <a:off x="3560594" y="25378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 cm</a:t>
            </a:r>
            <a:endParaRPr sz="1800"/>
          </a:p>
        </p:txBody>
      </p:sp>
      <p:sp>
        <p:nvSpPr>
          <p:cNvPr id="1691" name="Google Shape;1691;p87"/>
          <p:cNvSpPr txBox="1"/>
          <p:nvPr>
            <p:ph idx="1" type="body"/>
          </p:nvPr>
        </p:nvSpPr>
        <p:spPr>
          <a:xfrm>
            <a:off x="2282477" y="155709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cm</a:t>
            </a:r>
            <a:endParaRPr sz="1800"/>
          </a:p>
        </p:txBody>
      </p:sp>
      <p:sp>
        <p:nvSpPr>
          <p:cNvPr id="1692" name="Google Shape;1692;p87"/>
          <p:cNvSpPr txBox="1"/>
          <p:nvPr>
            <p:ph idx="1" type="body"/>
          </p:nvPr>
        </p:nvSpPr>
        <p:spPr>
          <a:xfrm>
            <a:off x="316616" y="4188300"/>
            <a:ext cx="85488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Yes. The hash markings on the edges mean that the missing length is 13 cm.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Therefore, we know that all the lengths and angles in each shape are the same.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93" name="Google Shape;1693;p87"/>
          <p:cNvCxnSpPr/>
          <p:nvPr/>
        </p:nvCxnSpPr>
        <p:spPr>
          <a:xfrm>
            <a:off x="5478531" y="2700000"/>
            <a:ext cx="176700" cy="8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87"/>
          <p:cNvCxnSpPr/>
          <p:nvPr/>
        </p:nvCxnSpPr>
        <p:spPr>
          <a:xfrm flipH="1">
            <a:off x="7002531" y="2700000"/>
            <a:ext cx="176700" cy="8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5" name="Google Shape;1695;p87"/>
          <p:cNvSpPr/>
          <p:nvPr/>
        </p:nvSpPr>
        <p:spPr>
          <a:xfrm>
            <a:off x="5569523" y="1752825"/>
            <a:ext cx="510000" cy="510000"/>
          </a:xfrm>
          <a:prstGeom prst="arc">
            <a:avLst>
              <a:gd fmla="val 101857" name="adj1"/>
              <a:gd fmla="val 6032348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87"/>
          <p:cNvSpPr txBox="1"/>
          <p:nvPr>
            <p:ph idx="1" type="body"/>
          </p:nvPr>
        </p:nvSpPr>
        <p:spPr>
          <a:xfrm>
            <a:off x="5742256" y="2259384"/>
            <a:ext cx="608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113°</a:t>
            </a:r>
            <a:endParaRPr sz="1800"/>
          </a:p>
        </p:txBody>
      </p:sp>
      <p:sp>
        <p:nvSpPr>
          <p:cNvPr id="1697" name="Google Shape;1697;p87"/>
          <p:cNvSpPr/>
          <p:nvPr/>
        </p:nvSpPr>
        <p:spPr>
          <a:xfrm flipH="1">
            <a:off x="6564047" y="1752825"/>
            <a:ext cx="510000" cy="510000"/>
          </a:xfrm>
          <a:prstGeom prst="arc">
            <a:avLst>
              <a:gd fmla="val 101857" name="adj1"/>
              <a:gd fmla="val 6032348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87"/>
          <p:cNvSpPr/>
          <p:nvPr/>
        </p:nvSpPr>
        <p:spPr>
          <a:xfrm flipH="1">
            <a:off x="7193584" y="3440033"/>
            <a:ext cx="510000" cy="510000"/>
          </a:xfrm>
          <a:prstGeom prst="arc">
            <a:avLst>
              <a:gd fmla="val 17734219" name="adj1"/>
              <a:gd fmla="val 21478782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87"/>
          <p:cNvSpPr txBox="1"/>
          <p:nvPr>
            <p:ph idx="1" type="body"/>
          </p:nvPr>
        </p:nvSpPr>
        <p:spPr>
          <a:xfrm>
            <a:off x="6798524" y="3336801"/>
            <a:ext cx="510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700" name="Google Shape;1700;p87"/>
          <p:cNvSpPr txBox="1"/>
          <p:nvPr>
            <p:ph idx="1" type="body"/>
          </p:nvPr>
        </p:nvSpPr>
        <p:spPr>
          <a:xfrm>
            <a:off x="6452171" y="2259384"/>
            <a:ext cx="608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113°</a:t>
            </a:r>
            <a:endParaRPr sz="1800"/>
          </a:p>
        </p:txBody>
      </p:sp>
      <p:cxnSp>
        <p:nvCxnSpPr>
          <p:cNvPr id="1701" name="Google Shape;1701;p87"/>
          <p:cNvCxnSpPr/>
          <p:nvPr/>
        </p:nvCxnSpPr>
        <p:spPr>
          <a:xfrm>
            <a:off x="1729964" y="2700000"/>
            <a:ext cx="176700" cy="8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2" name="Google Shape;1702;p87"/>
          <p:cNvCxnSpPr/>
          <p:nvPr/>
        </p:nvCxnSpPr>
        <p:spPr>
          <a:xfrm flipH="1">
            <a:off x="3253964" y="2700000"/>
            <a:ext cx="176700" cy="8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3" name="Google Shape;1703;p87"/>
          <p:cNvCxnSpPr/>
          <p:nvPr/>
        </p:nvCxnSpPr>
        <p:spPr>
          <a:xfrm flipH="1" rot="10800000">
            <a:off x="6211549" y="1995740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4" name="Google Shape;1704;p87"/>
          <p:cNvCxnSpPr/>
          <p:nvPr/>
        </p:nvCxnSpPr>
        <p:spPr>
          <a:xfrm flipH="1" rot="10800000">
            <a:off x="6191910" y="3701599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5" name="Google Shape;1705;p87"/>
          <p:cNvCxnSpPr/>
          <p:nvPr/>
        </p:nvCxnSpPr>
        <p:spPr>
          <a:xfrm flipH="1" rot="10800000">
            <a:off x="2492516" y="1995740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6" name="Google Shape;1706;p87"/>
          <p:cNvCxnSpPr/>
          <p:nvPr/>
        </p:nvCxnSpPr>
        <p:spPr>
          <a:xfrm flipH="1" rot="10800000">
            <a:off x="2472877" y="3701599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1" name="Google Shape;1711;p88"/>
          <p:cNvCxnSpPr/>
          <p:nvPr/>
        </p:nvCxnSpPr>
        <p:spPr>
          <a:xfrm>
            <a:off x="5869750" y="1870436"/>
            <a:ext cx="88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2" name="Google Shape;1712;p88"/>
          <p:cNvCxnSpPr/>
          <p:nvPr/>
        </p:nvCxnSpPr>
        <p:spPr>
          <a:xfrm>
            <a:off x="5154491" y="3851636"/>
            <a:ext cx="229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3" name="Google Shape;1713;p88"/>
          <p:cNvCxnSpPr/>
          <p:nvPr/>
        </p:nvCxnSpPr>
        <p:spPr>
          <a:xfrm flipH="1" rot="10800000">
            <a:off x="5064550" y="1993275"/>
            <a:ext cx="678900" cy="16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14" name="Google Shape;1714;p88"/>
          <p:cNvSpPr txBox="1"/>
          <p:nvPr>
            <p:ph idx="1" type="body"/>
          </p:nvPr>
        </p:nvSpPr>
        <p:spPr>
          <a:xfrm>
            <a:off x="5998994" y="38332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18 cm</a:t>
            </a:r>
            <a:endParaRPr sz="1800"/>
          </a:p>
        </p:txBody>
      </p:sp>
      <p:sp>
        <p:nvSpPr>
          <p:cNvPr id="1715" name="Google Shape;1715;p88"/>
          <p:cNvSpPr txBox="1"/>
          <p:nvPr>
            <p:ph idx="1" type="body"/>
          </p:nvPr>
        </p:nvSpPr>
        <p:spPr>
          <a:xfrm>
            <a:off x="4703594" y="25378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 cm</a:t>
            </a:r>
            <a:endParaRPr sz="1800"/>
          </a:p>
        </p:txBody>
      </p:sp>
      <p:sp>
        <p:nvSpPr>
          <p:cNvPr id="1716" name="Google Shape;1716;p88"/>
          <p:cNvSpPr txBox="1"/>
          <p:nvPr>
            <p:ph idx="1" type="body"/>
          </p:nvPr>
        </p:nvSpPr>
        <p:spPr>
          <a:xfrm>
            <a:off x="6016277" y="155709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cm</a:t>
            </a:r>
            <a:endParaRPr sz="1800"/>
          </a:p>
        </p:txBody>
      </p:sp>
      <p:sp>
        <p:nvSpPr>
          <p:cNvPr id="1717" name="Google Shape;1717;p88"/>
          <p:cNvSpPr/>
          <p:nvPr/>
        </p:nvSpPr>
        <p:spPr>
          <a:xfrm>
            <a:off x="1436793" y="1992097"/>
            <a:ext cx="2288400" cy="1716000"/>
          </a:xfrm>
          <a:prstGeom prst="trapezoid">
            <a:avLst>
              <a:gd fmla="val 3973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88"/>
          <p:cNvSpPr txBox="1"/>
          <p:nvPr>
            <p:ph idx="1" type="body"/>
          </p:nvPr>
        </p:nvSpPr>
        <p:spPr>
          <a:xfrm>
            <a:off x="324000" y="759300"/>
            <a:ext cx="82377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there enough information to determine whether the shapes are congruent? Justify your reasoning.</a:t>
            </a:r>
            <a:endParaRPr sz="2000"/>
          </a:p>
        </p:txBody>
      </p:sp>
      <p:sp>
        <p:nvSpPr>
          <p:cNvPr id="1719" name="Google Shape;171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720" name="Google Shape;1720;p88"/>
          <p:cNvSpPr/>
          <p:nvPr/>
        </p:nvSpPr>
        <p:spPr>
          <a:xfrm>
            <a:off x="1196950" y="3434113"/>
            <a:ext cx="510000" cy="510000"/>
          </a:xfrm>
          <a:prstGeom prst="arc">
            <a:avLst>
              <a:gd fmla="val 17734219" name="adj1"/>
              <a:gd fmla="val 21478782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88"/>
          <p:cNvSpPr txBox="1"/>
          <p:nvPr>
            <p:ph idx="1" type="body"/>
          </p:nvPr>
        </p:nvSpPr>
        <p:spPr>
          <a:xfrm>
            <a:off x="1731297" y="3336801"/>
            <a:ext cx="510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722" name="Google Shape;1722;p88"/>
          <p:cNvSpPr/>
          <p:nvPr/>
        </p:nvSpPr>
        <p:spPr>
          <a:xfrm>
            <a:off x="1828339" y="1752825"/>
            <a:ext cx="510000" cy="510000"/>
          </a:xfrm>
          <a:prstGeom prst="arc">
            <a:avLst>
              <a:gd fmla="val 101857" name="adj1"/>
              <a:gd fmla="val 6032348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88"/>
          <p:cNvSpPr txBox="1"/>
          <p:nvPr>
            <p:ph idx="1" type="body"/>
          </p:nvPr>
        </p:nvSpPr>
        <p:spPr>
          <a:xfrm>
            <a:off x="2001072" y="2259384"/>
            <a:ext cx="608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113°</a:t>
            </a:r>
            <a:endParaRPr sz="1800"/>
          </a:p>
        </p:txBody>
      </p:sp>
      <p:sp>
        <p:nvSpPr>
          <p:cNvPr id="1724" name="Google Shape;1724;p88"/>
          <p:cNvSpPr/>
          <p:nvPr/>
        </p:nvSpPr>
        <p:spPr>
          <a:xfrm flipH="1">
            <a:off x="2822864" y="1752825"/>
            <a:ext cx="510000" cy="510000"/>
          </a:xfrm>
          <a:prstGeom prst="arc">
            <a:avLst>
              <a:gd fmla="val 101857" name="adj1"/>
              <a:gd fmla="val 6032348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88"/>
          <p:cNvSpPr/>
          <p:nvPr/>
        </p:nvSpPr>
        <p:spPr>
          <a:xfrm flipH="1">
            <a:off x="3452400" y="3440033"/>
            <a:ext cx="510000" cy="510000"/>
          </a:xfrm>
          <a:prstGeom prst="arc">
            <a:avLst>
              <a:gd fmla="val 17734219" name="adj1"/>
              <a:gd fmla="val 21478782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88"/>
          <p:cNvSpPr txBox="1"/>
          <p:nvPr>
            <p:ph idx="1" type="body"/>
          </p:nvPr>
        </p:nvSpPr>
        <p:spPr>
          <a:xfrm>
            <a:off x="3057341" y="3336801"/>
            <a:ext cx="510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727" name="Google Shape;1727;p88"/>
          <p:cNvSpPr txBox="1"/>
          <p:nvPr>
            <p:ph idx="1" type="body"/>
          </p:nvPr>
        </p:nvSpPr>
        <p:spPr>
          <a:xfrm>
            <a:off x="2710988" y="2259384"/>
            <a:ext cx="6087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113°</a:t>
            </a:r>
            <a:endParaRPr sz="1800"/>
          </a:p>
        </p:txBody>
      </p:sp>
      <p:sp>
        <p:nvSpPr>
          <p:cNvPr id="1728" name="Google Shape;1728;p88"/>
          <p:cNvSpPr/>
          <p:nvPr/>
        </p:nvSpPr>
        <p:spPr>
          <a:xfrm>
            <a:off x="5170593" y="1992097"/>
            <a:ext cx="2288400" cy="1716000"/>
          </a:xfrm>
          <a:prstGeom prst="trapezoid">
            <a:avLst>
              <a:gd fmla="val 3973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88"/>
          <p:cNvSpPr/>
          <p:nvPr/>
        </p:nvSpPr>
        <p:spPr>
          <a:xfrm>
            <a:off x="4930750" y="3434113"/>
            <a:ext cx="510000" cy="510000"/>
          </a:xfrm>
          <a:prstGeom prst="arc">
            <a:avLst>
              <a:gd fmla="val 17734219" name="adj1"/>
              <a:gd fmla="val 21478782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88"/>
          <p:cNvSpPr txBox="1"/>
          <p:nvPr>
            <p:ph idx="1" type="body"/>
          </p:nvPr>
        </p:nvSpPr>
        <p:spPr>
          <a:xfrm>
            <a:off x="5465097" y="3336801"/>
            <a:ext cx="510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cxnSp>
        <p:nvCxnSpPr>
          <p:cNvPr id="1731" name="Google Shape;1731;p88"/>
          <p:cNvCxnSpPr/>
          <p:nvPr/>
        </p:nvCxnSpPr>
        <p:spPr>
          <a:xfrm>
            <a:off x="2135950" y="1870436"/>
            <a:ext cx="88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2" name="Google Shape;1732;p88"/>
          <p:cNvCxnSpPr/>
          <p:nvPr/>
        </p:nvCxnSpPr>
        <p:spPr>
          <a:xfrm>
            <a:off x="1420691" y="3851636"/>
            <a:ext cx="229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3" name="Google Shape;1733;p88"/>
          <p:cNvCxnSpPr/>
          <p:nvPr/>
        </p:nvCxnSpPr>
        <p:spPr>
          <a:xfrm flipH="1" rot="10800000">
            <a:off x="1330750" y="1993275"/>
            <a:ext cx="678900" cy="16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4" name="Google Shape;1734;p88"/>
          <p:cNvCxnSpPr/>
          <p:nvPr/>
        </p:nvCxnSpPr>
        <p:spPr>
          <a:xfrm rot="10800000">
            <a:off x="3179189" y="1993275"/>
            <a:ext cx="678900" cy="16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5" name="Google Shape;1735;p88"/>
          <p:cNvSpPr txBox="1"/>
          <p:nvPr>
            <p:ph idx="1" type="body"/>
          </p:nvPr>
        </p:nvSpPr>
        <p:spPr>
          <a:xfrm>
            <a:off x="2265194" y="38332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18 cm</a:t>
            </a:r>
            <a:endParaRPr sz="1800"/>
          </a:p>
        </p:txBody>
      </p:sp>
      <p:sp>
        <p:nvSpPr>
          <p:cNvPr id="1736" name="Google Shape;1736;p88"/>
          <p:cNvSpPr txBox="1"/>
          <p:nvPr>
            <p:ph idx="1" type="body"/>
          </p:nvPr>
        </p:nvSpPr>
        <p:spPr>
          <a:xfrm>
            <a:off x="969794" y="25378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 cm</a:t>
            </a:r>
            <a:endParaRPr sz="1800"/>
          </a:p>
        </p:txBody>
      </p:sp>
      <p:sp>
        <p:nvSpPr>
          <p:cNvPr id="1737" name="Google Shape;1737;p88"/>
          <p:cNvSpPr txBox="1"/>
          <p:nvPr>
            <p:ph idx="1" type="body"/>
          </p:nvPr>
        </p:nvSpPr>
        <p:spPr>
          <a:xfrm>
            <a:off x="3560594" y="253787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 cm</a:t>
            </a:r>
            <a:endParaRPr sz="1800"/>
          </a:p>
        </p:txBody>
      </p:sp>
      <p:sp>
        <p:nvSpPr>
          <p:cNvPr id="1738" name="Google Shape;1738;p88"/>
          <p:cNvSpPr txBox="1"/>
          <p:nvPr>
            <p:ph idx="1" type="body"/>
          </p:nvPr>
        </p:nvSpPr>
        <p:spPr>
          <a:xfrm>
            <a:off x="2282477" y="1557098"/>
            <a:ext cx="788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cm</a:t>
            </a:r>
            <a:endParaRPr sz="1800"/>
          </a:p>
        </p:txBody>
      </p:sp>
      <p:sp>
        <p:nvSpPr>
          <p:cNvPr id="1739" name="Google Shape;1739;p88"/>
          <p:cNvSpPr txBox="1"/>
          <p:nvPr>
            <p:ph idx="1" type="body"/>
          </p:nvPr>
        </p:nvSpPr>
        <p:spPr>
          <a:xfrm>
            <a:off x="400200" y="4112100"/>
            <a:ext cx="82377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Yes. We know the missing length is 13 cm. </a:t>
            </a:r>
            <a:br>
              <a:rPr lang="en-GB" sz="1900">
                <a:latin typeface="Kalam"/>
                <a:ea typeface="Kalam"/>
                <a:cs typeface="Kalam"/>
                <a:sym typeface="Kalam"/>
              </a:rPr>
            </a:br>
            <a:r>
              <a:rPr lang="en-GB" sz="1900">
                <a:latin typeface="Kalam"/>
                <a:ea typeface="Kalam"/>
                <a:cs typeface="Kalam"/>
                <a:sym typeface="Kalam"/>
              </a:rPr>
              <a:t>Co-interior angles and symmetry can be used to find all the remaining angles.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40" name="Google Shape;1740;p88"/>
          <p:cNvCxnSpPr/>
          <p:nvPr/>
        </p:nvCxnSpPr>
        <p:spPr>
          <a:xfrm flipH="1" rot="10800000">
            <a:off x="6211549" y="1995740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1" name="Google Shape;1741;p88"/>
          <p:cNvCxnSpPr/>
          <p:nvPr/>
        </p:nvCxnSpPr>
        <p:spPr>
          <a:xfrm flipH="1" rot="10800000">
            <a:off x="6191910" y="3701599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2" name="Google Shape;1742;p88"/>
          <p:cNvCxnSpPr/>
          <p:nvPr/>
        </p:nvCxnSpPr>
        <p:spPr>
          <a:xfrm flipH="1" rot="10800000">
            <a:off x="2492516" y="1995740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3" name="Google Shape;1743;p88"/>
          <p:cNvCxnSpPr/>
          <p:nvPr/>
        </p:nvCxnSpPr>
        <p:spPr>
          <a:xfrm flipH="1" rot="10800000">
            <a:off x="2472877" y="3701599"/>
            <a:ext cx="49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4" name="Google Shape;1744;p88"/>
          <p:cNvCxnSpPr/>
          <p:nvPr/>
        </p:nvCxnSpPr>
        <p:spPr>
          <a:xfrm>
            <a:off x="5478531" y="2700000"/>
            <a:ext cx="176700" cy="8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5" name="Google Shape;1745;p88"/>
          <p:cNvCxnSpPr/>
          <p:nvPr/>
        </p:nvCxnSpPr>
        <p:spPr>
          <a:xfrm flipH="1">
            <a:off x="7002531" y="2700000"/>
            <a:ext cx="176700" cy="8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6" name="Google Shape;1746;p88"/>
          <p:cNvCxnSpPr/>
          <p:nvPr/>
        </p:nvCxnSpPr>
        <p:spPr>
          <a:xfrm>
            <a:off x="1729964" y="2700000"/>
            <a:ext cx="176700" cy="8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88"/>
          <p:cNvCxnSpPr/>
          <p:nvPr/>
        </p:nvCxnSpPr>
        <p:spPr>
          <a:xfrm flipH="1">
            <a:off x="3253964" y="2700000"/>
            <a:ext cx="176700" cy="8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89"/>
          <p:cNvSpPr txBox="1"/>
          <p:nvPr>
            <p:ph idx="1" type="body"/>
          </p:nvPr>
        </p:nvSpPr>
        <p:spPr>
          <a:xfrm>
            <a:off x="324000" y="759300"/>
            <a:ext cx="8499600" cy="6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shapes below contain three pairs of congruent shapes. Match the shapes which </a:t>
            </a:r>
            <a:br>
              <a:rPr lang="en-GB" sz="1600"/>
            </a:br>
            <a:r>
              <a:rPr lang="en-GB" sz="1600"/>
              <a:t>    are congruent. You may use a ruler and protractor to determine congruence.</a:t>
            </a:r>
            <a:endParaRPr sz="1600"/>
          </a:p>
        </p:txBody>
      </p:sp>
      <p:sp>
        <p:nvSpPr>
          <p:cNvPr id="1753" name="Google Shape;1753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754" name="Google Shape;1754;p89"/>
          <p:cNvSpPr/>
          <p:nvPr/>
        </p:nvSpPr>
        <p:spPr>
          <a:xfrm rot="1512291">
            <a:off x="4646906" y="1816020"/>
            <a:ext cx="1219910" cy="1532149"/>
          </a:xfrm>
          <a:custGeom>
            <a:rect b="b" l="l" r="r" t="t"/>
            <a:pathLst>
              <a:path extrusionOk="0" h="124637" w="99237">
                <a:moveTo>
                  <a:pt x="0" y="124637"/>
                </a:moveTo>
                <a:lnTo>
                  <a:pt x="0" y="0"/>
                </a:lnTo>
                <a:lnTo>
                  <a:pt x="93330" y="0"/>
                </a:lnTo>
                <a:lnTo>
                  <a:pt x="99237" y="76791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55" name="Google Shape;1755;p89"/>
          <p:cNvSpPr/>
          <p:nvPr/>
        </p:nvSpPr>
        <p:spPr>
          <a:xfrm rot="-3548888">
            <a:off x="7555902" y="1655945"/>
            <a:ext cx="1220095" cy="1532382"/>
          </a:xfrm>
          <a:custGeom>
            <a:rect b="b" l="l" r="r" t="t"/>
            <a:pathLst>
              <a:path extrusionOk="0" h="124637" w="99237">
                <a:moveTo>
                  <a:pt x="0" y="124637"/>
                </a:moveTo>
                <a:lnTo>
                  <a:pt x="0" y="0"/>
                </a:lnTo>
                <a:lnTo>
                  <a:pt x="93330" y="0"/>
                </a:lnTo>
                <a:lnTo>
                  <a:pt x="99237" y="76791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56" name="Google Shape;1756;p89"/>
          <p:cNvSpPr/>
          <p:nvPr/>
        </p:nvSpPr>
        <p:spPr>
          <a:xfrm rot="4806973">
            <a:off x="2400243" y="1436513"/>
            <a:ext cx="1277959" cy="1535720"/>
          </a:xfrm>
          <a:custGeom>
            <a:rect b="b" l="l" r="r" t="t"/>
            <a:pathLst>
              <a:path extrusionOk="0" h="124932" w="103963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57" name="Google Shape;1757;p89"/>
          <p:cNvSpPr/>
          <p:nvPr/>
        </p:nvSpPr>
        <p:spPr>
          <a:xfrm flipH="1">
            <a:off x="5920582" y="2925377"/>
            <a:ext cx="1503565" cy="1806517"/>
          </a:xfrm>
          <a:custGeom>
            <a:rect b="b" l="l" r="r" t="t"/>
            <a:pathLst>
              <a:path extrusionOk="0" h="124932" w="103963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58" name="Google Shape;1758;p89"/>
          <p:cNvSpPr/>
          <p:nvPr/>
        </p:nvSpPr>
        <p:spPr>
          <a:xfrm rot="-5169109">
            <a:off x="3066666" y="3156599"/>
            <a:ext cx="1277988" cy="1535754"/>
          </a:xfrm>
          <a:custGeom>
            <a:rect b="b" l="l" r="r" t="t"/>
            <a:pathLst>
              <a:path extrusionOk="0" h="124932" w="103963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59" name="Google Shape;1759;p89"/>
          <p:cNvSpPr/>
          <p:nvPr/>
        </p:nvSpPr>
        <p:spPr>
          <a:xfrm rot="1920197">
            <a:off x="755011" y="2545091"/>
            <a:ext cx="1503632" cy="1806479"/>
          </a:xfrm>
          <a:custGeom>
            <a:rect b="b" l="l" r="r" t="t"/>
            <a:pathLst>
              <a:path extrusionOk="0" h="124932" w="103963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60" name="Google Shape;1760;p89"/>
          <p:cNvSpPr txBox="1"/>
          <p:nvPr>
            <p:ph idx="1" type="body"/>
          </p:nvPr>
        </p:nvSpPr>
        <p:spPr>
          <a:xfrm>
            <a:off x="1350337" y="3142375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761" name="Google Shape;1761;p89"/>
          <p:cNvSpPr txBox="1"/>
          <p:nvPr>
            <p:ph idx="1" type="body"/>
          </p:nvPr>
        </p:nvSpPr>
        <p:spPr>
          <a:xfrm>
            <a:off x="3007098" y="1982093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762" name="Google Shape;1762;p89"/>
          <p:cNvSpPr txBox="1"/>
          <p:nvPr>
            <p:ph idx="1" type="body"/>
          </p:nvPr>
        </p:nvSpPr>
        <p:spPr>
          <a:xfrm>
            <a:off x="5140698" y="2286893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763" name="Google Shape;1763;p89"/>
          <p:cNvSpPr txBox="1"/>
          <p:nvPr>
            <p:ph idx="1" type="body"/>
          </p:nvPr>
        </p:nvSpPr>
        <p:spPr>
          <a:xfrm>
            <a:off x="7864259" y="2230332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764" name="Google Shape;1764;p89"/>
          <p:cNvSpPr txBox="1"/>
          <p:nvPr>
            <p:ph idx="1" type="body"/>
          </p:nvPr>
        </p:nvSpPr>
        <p:spPr>
          <a:xfrm>
            <a:off x="3491400" y="3859990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765" name="Google Shape;1765;p89"/>
          <p:cNvSpPr txBox="1"/>
          <p:nvPr>
            <p:ph idx="1" type="body"/>
          </p:nvPr>
        </p:nvSpPr>
        <p:spPr>
          <a:xfrm>
            <a:off x="6662341" y="3555190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90"/>
          <p:cNvSpPr/>
          <p:nvPr/>
        </p:nvSpPr>
        <p:spPr>
          <a:xfrm>
            <a:off x="316206" y="4406502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90"/>
          <p:cNvSpPr/>
          <p:nvPr/>
        </p:nvSpPr>
        <p:spPr>
          <a:xfrm>
            <a:off x="5178653" y="1872795"/>
            <a:ext cx="210600" cy="210600"/>
          </a:xfrm>
          <a:prstGeom prst="arc">
            <a:avLst>
              <a:gd fmla="val 67639" name="adj1"/>
              <a:gd fmla="val 6716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90"/>
          <p:cNvSpPr txBox="1"/>
          <p:nvPr>
            <p:ph idx="1" type="body"/>
          </p:nvPr>
        </p:nvSpPr>
        <p:spPr>
          <a:xfrm>
            <a:off x="324000" y="759300"/>
            <a:ext cx="8499600" cy="7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Which shapes contain enough information to be able to determine whether it is </a:t>
            </a:r>
            <a:br>
              <a:rPr lang="en-GB" sz="1600"/>
            </a:br>
            <a:r>
              <a:rPr lang="en-GB" sz="1600"/>
              <a:t>    congruent to shape A? Tick the shapes where congruence can be determined. </a:t>
            </a:r>
            <a:br>
              <a:rPr lang="en-GB" sz="1600"/>
            </a:br>
            <a:r>
              <a:rPr lang="en-GB" sz="1600"/>
              <a:t>    </a:t>
            </a:r>
            <a:r>
              <a:rPr lang="en-GB" sz="1600"/>
              <a:t>The diagrams are not drawn accurately and all lengths are given in the same units. </a:t>
            </a:r>
            <a:endParaRPr sz="1600"/>
          </a:p>
        </p:txBody>
      </p:sp>
      <p:sp>
        <p:nvSpPr>
          <p:cNvPr id="1773" name="Google Shape;1773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774" name="Google Shape;1774;p90"/>
          <p:cNvSpPr/>
          <p:nvPr/>
        </p:nvSpPr>
        <p:spPr>
          <a:xfrm>
            <a:off x="734573" y="1872795"/>
            <a:ext cx="210600" cy="210600"/>
          </a:xfrm>
          <a:prstGeom prst="arc">
            <a:avLst>
              <a:gd fmla="val 67639" name="adj1"/>
              <a:gd fmla="val 6716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5" name="Google Shape;1775;p90"/>
          <p:cNvCxnSpPr/>
          <p:nvPr/>
        </p:nvCxnSpPr>
        <p:spPr>
          <a:xfrm>
            <a:off x="489387" y="2991435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76" name="Google Shape;1776;p90"/>
          <p:cNvCxnSpPr/>
          <p:nvPr/>
        </p:nvCxnSpPr>
        <p:spPr>
          <a:xfrm flipH="1" rot="10800000">
            <a:off x="379089" y="1983993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77" name="Google Shape;1777;p90"/>
          <p:cNvCxnSpPr/>
          <p:nvPr/>
        </p:nvCxnSpPr>
        <p:spPr>
          <a:xfrm flipH="1" rot="10800000">
            <a:off x="1057887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8" name="Google Shape;1778;p90"/>
          <p:cNvCxnSpPr/>
          <p:nvPr/>
        </p:nvCxnSpPr>
        <p:spPr>
          <a:xfrm flipH="1" rot="10800000">
            <a:off x="947589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9" name="Google Shape;1779;p90"/>
          <p:cNvCxnSpPr/>
          <p:nvPr/>
        </p:nvCxnSpPr>
        <p:spPr>
          <a:xfrm flipH="1" rot="10800000">
            <a:off x="1388782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0" name="Google Shape;1780;p90"/>
          <p:cNvCxnSpPr/>
          <p:nvPr/>
        </p:nvCxnSpPr>
        <p:spPr>
          <a:xfrm flipH="1" rot="10800000">
            <a:off x="1278484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1" name="Google Shape;1781;p90"/>
          <p:cNvCxnSpPr/>
          <p:nvPr/>
        </p:nvCxnSpPr>
        <p:spPr>
          <a:xfrm flipH="1" rot="10800000">
            <a:off x="640164" y="2304653"/>
            <a:ext cx="7110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2" name="Google Shape;1782;p90"/>
          <p:cNvCxnSpPr/>
          <p:nvPr/>
        </p:nvCxnSpPr>
        <p:spPr>
          <a:xfrm flipH="1" rot="10800000">
            <a:off x="1879950" y="2328947"/>
            <a:ext cx="68100" cy="20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3" name="Google Shape;1783;p90"/>
          <p:cNvCxnSpPr/>
          <p:nvPr/>
        </p:nvCxnSpPr>
        <p:spPr>
          <a:xfrm>
            <a:off x="829536" y="1865706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84" name="Google Shape;1784;p90"/>
          <p:cNvCxnSpPr/>
          <p:nvPr/>
        </p:nvCxnSpPr>
        <p:spPr>
          <a:xfrm flipH="1" rot="10800000">
            <a:off x="1868117" y="1983993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5" name="Google Shape;1785;p90"/>
          <p:cNvSpPr/>
          <p:nvPr/>
        </p:nvSpPr>
        <p:spPr>
          <a:xfrm>
            <a:off x="384246" y="2788424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90"/>
          <p:cNvSpPr/>
          <p:nvPr/>
        </p:nvSpPr>
        <p:spPr>
          <a:xfrm>
            <a:off x="1928424" y="1853364"/>
            <a:ext cx="249600" cy="249600"/>
          </a:xfrm>
          <a:prstGeom prst="arc">
            <a:avLst>
              <a:gd fmla="val 5946582" name="adj1"/>
              <a:gd fmla="val 1079795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90"/>
          <p:cNvSpPr/>
          <p:nvPr/>
        </p:nvSpPr>
        <p:spPr>
          <a:xfrm>
            <a:off x="1616960" y="2802935"/>
            <a:ext cx="210600" cy="210600"/>
          </a:xfrm>
          <a:prstGeom prst="arc">
            <a:avLst>
              <a:gd fmla="val 10783655" name="adj1"/>
              <a:gd fmla="val 1735951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90"/>
          <p:cNvSpPr/>
          <p:nvPr/>
        </p:nvSpPr>
        <p:spPr>
          <a:xfrm>
            <a:off x="480431" y="1977808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90"/>
          <p:cNvSpPr txBox="1"/>
          <p:nvPr>
            <p:ph idx="4294967295" type="body"/>
          </p:nvPr>
        </p:nvSpPr>
        <p:spPr>
          <a:xfrm>
            <a:off x="840998" y="208341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790" name="Google Shape;1790;p90"/>
          <p:cNvSpPr txBox="1"/>
          <p:nvPr>
            <p:ph idx="4294967295" type="body"/>
          </p:nvPr>
        </p:nvSpPr>
        <p:spPr>
          <a:xfrm>
            <a:off x="1652468" y="2083411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791" name="Google Shape;1791;p90"/>
          <p:cNvSpPr txBox="1"/>
          <p:nvPr>
            <p:ph idx="4294967295" type="body"/>
          </p:nvPr>
        </p:nvSpPr>
        <p:spPr>
          <a:xfrm>
            <a:off x="1357388" y="259980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792" name="Google Shape;1792;p90"/>
          <p:cNvSpPr txBox="1"/>
          <p:nvPr>
            <p:ph idx="4294967295" type="body"/>
          </p:nvPr>
        </p:nvSpPr>
        <p:spPr>
          <a:xfrm>
            <a:off x="619688" y="2617619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793" name="Google Shape;1793;p90"/>
          <p:cNvSpPr txBox="1"/>
          <p:nvPr>
            <p:ph idx="4294967295" type="body"/>
          </p:nvPr>
        </p:nvSpPr>
        <p:spPr>
          <a:xfrm>
            <a:off x="1357388" y="1640791"/>
            <a:ext cx="171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1794" name="Google Shape;1794;p90"/>
          <p:cNvSpPr txBox="1"/>
          <p:nvPr>
            <p:ph idx="4294967295" type="body"/>
          </p:nvPr>
        </p:nvSpPr>
        <p:spPr>
          <a:xfrm>
            <a:off x="1062308" y="2968650"/>
            <a:ext cx="171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795" name="Google Shape;1795;p90"/>
          <p:cNvSpPr txBox="1"/>
          <p:nvPr>
            <p:ph idx="4294967295" type="body"/>
          </p:nvPr>
        </p:nvSpPr>
        <p:spPr>
          <a:xfrm>
            <a:off x="343125" y="2271055"/>
            <a:ext cx="210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796" name="Google Shape;1796;p90"/>
          <p:cNvSpPr txBox="1"/>
          <p:nvPr>
            <p:ph idx="4294967295" type="body"/>
          </p:nvPr>
        </p:nvSpPr>
        <p:spPr>
          <a:xfrm>
            <a:off x="2035381" y="2418594"/>
            <a:ext cx="210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797" name="Google Shape;1797;p90"/>
          <p:cNvSpPr txBox="1"/>
          <p:nvPr>
            <p:ph idx="4294967295" type="body"/>
          </p:nvPr>
        </p:nvSpPr>
        <p:spPr>
          <a:xfrm>
            <a:off x="1193630" y="2311293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cxnSp>
        <p:nvCxnSpPr>
          <p:cNvPr id="1798" name="Google Shape;1798;p90"/>
          <p:cNvCxnSpPr/>
          <p:nvPr/>
        </p:nvCxnSpPr>
        <p:spPr>
          <a:xfrm>
            <a:off x="2702487" y="2991435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9" name="Google Shape;1799;p90"/>
          <p:cNvCxnSpPr/>
          <p:nvPr/>
        </p:nvCxnSpPr>
        <p:spPr>
          <a:xfrm flipH="1" rot="10800000">
            <a:off x="2592189" y="1983993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0" name="Google Shape;1800;p90"/>
          <p:cNvCxnSpPr/>
          <p:nvPr/>
        </p:nvCxnSpPr>
        <p:spPr>
          <a:xfrm flipH="1" rot="10800000">
            <a:off x="3270987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1" name="Google Shape;1801;p90"/>
          <p:cNvCxnSpPr/>
          <p:nvPr/>
        </p:nvCxnSpPr>
        <p:spPr>
          <a:xfrm flipH="1" rot="10800000">
            <a:off x="3160689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2" name="Google Shape;1802;p90"/>
          <p:cNvCxnSpPr/>
          <p:nvPr/>
        </p:nvCxnSpPr>
        <p:spPr>
          <a:xfrm flipH="1" rot="10800000">
            <a:off x="3601882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3" name="Google Shape;1803;p90"/>
          <p:cNvCxnSpPr/>
          <p:nvPr/>
        </p:nvCxnSpPr>
        <p:spPr>
          <a:xfrm flipH="1" rot="10800000">
            <a:off x="3491584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4" name="Google Shape;1804;p90"/>
          <p:cNvCxnSpPr/>
          <p:nvPr/>
        </p:nvCxnSpPr>
        <p:spPr>
          <a:xfrm flipH="1" rot="10800000">
            <a:off x="2853264" y="2304653"/>
            <a:ext cx="7110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5" name="Google Shape;1805;p90"/>
          <p:cNvCxnSpPr/>
          <p:nvPr/>
        </p:nvCxnSpPr>
        <p:spPr>
          <a:xfrm flipH="1" rot="10800000">
            <a:off x="4093050" y="2328947"/>
            <a:ext cx="68100" cy="20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6" name="Google Shape;1806;p90"/>
          <p:cNvSpPr txBox="1"/>
          <p:nvPr>
            <p:ph idx="4294967295" type="body"/>
          </p:nvPr>
        </p:nvSpPr>
        <p:spPr>
          <a:xfrm>
            <a:off x="3349178" y="2968656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1807" name="Google Shape;1807;p90"/>
          <p:cNvSpPr txBox="1"/>
          <p:nvPr>
            <p:ph idx="4294967295" type="body"/>
          </p:nvPr>
        </p:nvSpPr>
        <p:spPr>
          <a:xfrm>
            <a:off x="2632425" y="2271055"/>
            <a:ext cx="171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808" name="Google Shape;1808;p90"/>
          <p:cNvSpPr txBox="1"/>
          <p:nvPr>
            <p:ph idx="4294967295" type="body"/>
          </p:nvPr>
        </p:nvSpPr>
        <p:spPr>
          <a:xfrm>
            <a:off x="3406731" y="2311293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809" name="Google Shape;1809;p90"/>
          <p:cNvSpPr/>
          <p:nvPr/>
        </p:nvSpPr>
        <p:spPr>
          <a:xfrm>
            <a:off x="2921197" y="3490313"/>
            <a:ext cx="210600" cy="210600"/>
          </a:xfrm>
          <a:prstGeom prst="arc">
            <a:avLst>
              <a:gd fmla="val 67639" name="adj1"/>
              <a:gd fmla="val 6716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0" name="Google Shape;1810;p90"/>
          <p:cNvCxnSpPr/>
          <p:nvPr/>
        </p:nvCxnSpPr>
        <p:spPr>
          <a:xfrm>
            <a:off x="2676011" y="4608953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1" name="Google Shape;1811;p90"/>
          <p:cNvCxnSpPr/>
          <p:nvPr/>
        </p:nvCxnSpPr>
        <p:spPr>
          <a:xfrm flipH="1" rot="10800000">
            <a:off x="2565712" y="3601511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2" name="Google Shape;1812;p90"/>
          <p:cNvSpPr/>
          <p:nvPr/>
        </p:nvSpPr>
        <p:spPr>
          <a:xfrm>
            <a:off x="2570870" y="4405942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90"/>
          <p:cNvSpPr/>
          <p:nvPr/>
        </p:nvSpPr>
        <p:spPr>
          <a:xfrm>
            <a:off x="3803584" y="4420453"/>
            <a:ext cx="210600" cy="210600"/>
          </a:xfrm>
          <a:prstGeom prst="arc">
            <a:avLst>
              <a:gd fmla="val 10783655" name="adj1"/>
              <a:gd fmla="val 1735951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90"/>
          <p:cNvSpPr txBox="1"/>
          <p:nvPr>
            <p:ph idx="4294967295" type="body"/>
          </p:nvPr>
        </p:nvSpPr>
        <p:spPr>
          <a:xfrm>
            <a:off x="3027622" y="3700936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815" name="Google Shape;1815;p90"/>
          <p:cNvSpPr txBox="1"/>
          <p:nvPr>
            <p:ph idx="4294967295" type="body"/>
          </p:nvPr>
        </p:nvSpPr>
        <p:spPr>
          <a:xfrm>
            <a:off x="3544012" y="4217325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816" name="Google Shape;1816;p90"/>
          <p:cNvSpPr txBox="1"/>
          <p:nvPr>
            <p:ph idx="4294967295" type="body"/>
          </p:nvPr>
        </p:nvSpPr>
        <p:spPr>
          <a:xfrm>
            <a:off x="2806312" y="423513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817" name="Google Shape;1817;p90"/>
          <p:cNvSpPr txBox="1"/>
          <p:nvPr>
            <p:ph idx="4294967295" type="body"/>
          </p:nvPr>
        </p:nvSpPr>
        <p:spPr>
          <a:xfrm>
            <a:off x="3322702" y="4586175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818" name="Google Shape;1818;p90"/>
          <p:cNvSpPr txBox="1"/>
          <p:nvPr>
            <p:ph idx="4294967295" type="body"/>
          </p:nvPr>
        </p:nvSpPr>
        <p:spPr>
          <a:xfrm>
            <a:off x="2529749" y="3888573"/>
            <a:ext cx="171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819" name="Google Shape;1819;p90"/>
          <p:cNvSpPr txBox="1"/>
          <p:nvPr>
            <p:ph idx="4294967295" type="body"/>
          </p:nvPr>
        </p:nvSpPr>
        <p:spPr>
          <a:xfrm>
            <a:off x="3380254" y="3928811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cxnSp>
        <p:nvCxnSpPr>
          <p:cNvPr id="1820" name="Google Shape;1820;p90"/>
          <p:cNvCxnSpPr/>
          <p:nvPr/>
        </p:nvCxnSpPr>
        <p:spPr>
          <a:xfrm>
            <a:off x="7152425" y="3009313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1" name="Google Shape;1821;p90"/>
          <p:cNvCxnSpPr/>
          <p:nvPr/>
        </p:nvCxnSpPr>
        <p:spPr>
          <a:xfrm flipH="1" rot="10800000">
            <a:off x="7042127" y="2001871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2" name="Google Shape;1822;p90"/>
          <p:cNvCxnSpPr/>
          <p:nvPr/>
        </p:nvCxnSpPr>
        <p:spPr>
          <a:xfrm flipH="1" rot="10800000">
            <a:off x="7720925" y="29308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3" name="Google Shape;1823;p90"/>
          <p:cNvCxnSpPr/>
          <p:nvPr/>
        </p:nvCxnSpPr>
        <p:spPr>
          <a:xfrm flipH="1" rot="10800000">
            <a:off x="7610627" y="29308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4" name="Google Shape;1824;p90"/>
          <p:cNvCxnSpPr/>
          <p:nvPr/>
        </p:nvCxnSpPr>
        <p:spPr>
          <a:xfrm flipH="1" rot="10800000">
            <a:off x="8051821" y="1993360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5" name="Google Shape;1825;p90"/>
          <p:cNvCxnSpPr/>
          <p:nvPr/>
        </p:nvCxnSpPr>
        <p:spPr>
          <a:xfrm flipH="1" rot="10800000">
            <a:off x="7941522" y="1993360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6" name="Google Shape;1826;p90"/>
          <p:cNvCxnSpPr/>
          <p:nvPr/>
        </p:nvCxnSpPr>
        <p:spPr>
          <a:xfrm flipH="1" rot="10800000">
            <a:off x="7303202" y="2322531"/>
            <a:ext cx="7110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7" name="Google Shape;1827;p90"/>
          <p:cNvCxnSpPr/>
          <p:nvPr/>
        </p:nvCxnSpPr>
        <p:spPr>
          <a:xfrm flipH="1" rot="10800000">
            <a:off x="8542988" y="2346825"/>
            <a:ext cx="68100" cy="20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8" name="Google Shape;1828;p90"/>
          <p:cNvSpPr/>
          <p:nvPr/>
        </p:nvSpPr>
        <p:spPr>
          <a:xfrm>
            <a:off x="7047285" y="2806302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90"/>
          <p:cNvSpPr txBox="1"/>
          <p:nvPr>
            <p:ph idx="4294967295" type="body"/>
          </p:nvPr>
        </p:nvSpPr>
        <p:spPr>
          <a:xfrm>
            <a:off x="7282727" y="263549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830" name="Google Shape;1830;p90"/>
          <p:cNvSpPr txBox="1"/>
          <p:nvPr>
            <p:ph idx="4294967295" type="body"/>
          </p:nvPr>
        </p:nvSpPr>
        <p:spPr>
          <a:xfrm>
            <a:off x="7799117" y="2986534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1831" name="Google Shape;1831;p90"/>
          <p:cNvSpPr txBox="1"/>
          <p:nvPr>
            <p:ph idx="4294967295" type="body"/>
          </p:nvPr>
        </p:nvSpPr>
        <p:spPr>
          <a:xfrm>
            <a:off x="7006164" y="2288933"/>
            <a:ext cx="171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832" name="Google Shape;1832;p90"/>
          <p:cNvSpPr txBox="1"/>
          <p:nvPr>
            <p:ph idx="4294967295" type="body"/>
          </p:nvPr>
        </p:nvSpPr>
        <p:spPr>
          <a:xfrm>
            <a:off x="7856669" y="2329171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cxnSp>
        <p:nvCxnSpPr>
          <p:cNvPr id="1833" name="Google Shape;1833;p90"/>
          <p:cNvCxnSpPr/>
          <p:nvPr/>
        </p:nvCxnSpPr>
        <p:spPr>
          <a:xfrm>
            <a:off x="421347" y="4609513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4" name="Google Shape;1834;p90"/>
          <p:cNvCxnSpPr/>
          <p:nvPr/>
        </p:nvCxnSpPr>
        <p:spPr>
          <a:xfrm flipH="1" rot="10800000">
            <a:off x="989847" y="45310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5" name="Google Shape;1835;p90"/>
          <p:cNvCxnSpPr/>
          <p:nvPr/>
        </p:nvCxnSpPr>
        <p:spPr>
          <a:xfrm flipH="1" rot="10800000">
            <a:off x="879549" y="45310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6" name="Google Shape;1836;p90"/>
          <p:cNvCxnSpPr/>
          <p:nvPr/>
        </p:nvCxnSpPr>
        <p:spPr>
          <a:xfrm flipH="1" rot="10800000">
            <a:off x="1320742" y="3593560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7" name="Google Shape;1837;p90"/>
          <p:cNvCxnSpPr/>
          <p:nvPr/>
        </p:nvCxnSpPr>
        <p:spPr>
          <a:xfrm flipH="1" rot="10800000">
            <a:off x="1210444" y="3593560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8" name="Google Shape;1838;p90"/>
          <p:cNvCxnSpPr/>
          <p:nvPr/>
        </p:nvCxnSpPr>
        <p:spPr>
          <a:xfrm flipH="1" rot="10800000">
            <a:off x="572124" y="3922731"/>
            <a:ext cx="7110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9" name="Google Shape;1839;p90"/>
          <p:cNvCxnSpPr/>
          <p:nvPr/>
        </p:nvCxnSpPr>
        <p:spPr>
          <a:xfrm flipH="1" rot="10800000">
            <a:off x="1811910" y="3947025"/>
            <a:ext cx="68100" cy="20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0" name="Google Shape;1840;p90"/>
          <p:cNvCxnSpPr/>
          <p:nvPr/>
        </p:nvCxnSpPr>
        <p:spPr>
          <a:xfrm>
            <a:off x="761496" y="3483784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1" name="Google Shape;1841;p90"/>
          <p:cNvSpPr txBox="1"/>
          <p:nvPr>
            <p:ph idx="4294967295" type="body"/>
          </p:nvPr>
        </p:nvSpPr>
        <p:spPr>
          <a:xfrm>
            <a:off x="551648" y="423569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842" name="Google Shape;1842;p90"/>
          <p:cNvSpPr txBox="1"/>
          <p:nvPr>
            <p:ph idx="4294967295" type="body"/>
          </p:nvPr>
        </p:nvSpPr>
        <p:spPr>
          <a:xfrm>
            <a:off x="1363118" y="3258876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843" name="Google Shape;1843;p90"/>
          <p:cNvSpPr txBox="1"/>
          <p:nvPr>
            <p:ph idx="4294967295" type="body"/>
          </p:nvPr>
        </p:nvSpPr>
        <p:spPr>
          <a:xfrm>
            <a:off x="1068038" y="4586734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1844" name="Google Shape;1844;p90"/>
          <p:cNvSpPr txBox="1"/>
          <p:nvPr>
            <p:ph idx="4294967295" type="body"/>
          </p:nvPr>
        </p:nvSpPr>
        <p:spPr>
          <a:xfrm>
            <a:off x="1125591" y="3929371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cxnSp>
        <p:nvCxnSpPr>
          <p:cNvPr id="1845" name="Google Shape;1845;p90"/>
          <p:cNvCxnSpPr/>
          <p:nvPr/>
        </p:nvCxnSpPr>
        <p:spPr>
          <a:xfrm>
            <a:off x="4906557" y="4609513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6" name="Google Shape;1846;p90"/>
          <p:cNvCxnSpPr/>
          <p:nvPr/>
        </p:nvCxnSpPr>
        <p:spPr>
          <a:xfrm flipH="1" rot="10800000">
            <a:off x="4796259" y="3602071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7" name="Google Shape;1847;p90"/>
          <p:cNvSpPr/>
          <p:nvPr/>
        </p:nvSpPr>
        <p:spPr>
          <a:xfrm>
            <a:off x="4801416" y="4406502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8" name="Google Shape;1848;p90"/>
          <p:cNvSpPr/>
          <p:nvPr/>
        </p:nvSpPr>
        <p:spPr>
          <a:xfrm>
            <a:off x="6034130" y="4421013"/>
            <a:ext cx="210600" cy="210600"/>
          </a:xfrm>
          <a:prstGeom prst="arc">
            <a:avLst>
              <a:gd fmla="val 10783655" name="adj1"/>
              <a:gd fmla="val 1735951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90"/>
          <p:cNvSpPr txBox="1"/>
          <p:nvPr>
            <p:ph idx="4294967295" type="body"/>
          </p:nvPr>
        </p:nvSpPr>
        <p:spPr>
          <a:xfrm>
            <a:off x="5774558" y="4217885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850" name="Google Shape;1850;p90"/>
          <p:cNvSpPr txBox="1"/>
          <p:nvPr>
            <p:ph idx="4294967295" type="body"/>
          </p:nvPr>
        </p:nvSpPr>
        <p:spPr>
          <a:xfrm>
            <a:off x="5036858" y="423569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851" name="Google Shape;1851;p90"/>
          <p:cNvSpPr txBox="1"/>
          <p:nvPr>
            <p:ph idx="4294967295" type="body"/>
          </p:nvPr>
        </p:nvSpPr>
        <p:spPr>
          <a:xfrm>
            <a:off x="5553248" y="4586734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1852" name="Google Shape;1852;p90"/>
          <p:cNvSpPr txBox="1"/>
          <p:nvPr>
            <p:ph idx="4294967295" type="body"/>
          </p:nvPr>
        </p:nvSpPr>
        <p:spPr>
          <a:xfrm>
            <a:off x="4760295" y="3889133"/>
            <a:ext cx="210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853" name="Google Shape;1853;p90"/>
          <p:cNvSpPr txBox="1"/>
          <p:nvPr>
            <p:ph idx="4294967295" type="body"/>
          </p:nvPr>
        </p:nvSpPr>
        <p:spPr>
          <a:xfrm>
            <a:off x="5610800" y="3929371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cxnSp>
        <p:nvCxnSpPr>
          <p:cNvPr id="1854" name="Google Shape;1854;p90"/>
          <p:cNvCxnSpPr/>
          <p:nvPr/>
        </p:nvCxnSpPr>
        <p:spPr>
          <a:xfrm>
            <a:off x="4933467" y="2991435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5" name="Google Shape;1855;p90"/>
          <p:cNvCxnSpPr/>
          <p:nvPr/>
        </p:nvCxnSpPr>
        <p:spPr>
          <a:xfrm flipH="1" rot="10800000">
            <a:off x="5578167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6" name="Google Shape;1856;p90"/>
          <p:cNvCxnSpPr/>
          <p:nvPr/>
        </p:nvCxnSpPr>
        <p:spPr>
          <a:xfrm flipH="1" rot="10800000">
            <a:off x="5467869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7" name="Google Shape;1857;p90"/>
          <p:cNvCxnSpPr/>
          <p:nvPr/>
        </p:nvCxnSpPr>
        <p:spPr>
          <a:xfrm flipH="1" rot="10800000">
            <a:off x="5832862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8" name="Google Shape;1858;p90"/>
          <p:cNvCxnSpPr/>
          <p:nvPr/>
        </p:nvCxnSpPr>
        <p:spPr>
          <a:xfrm flipH="1" rot="10800000">
            <a:off x="5722564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9" name="Google Shape;1859;p90"/>
          <p:cNvCxnSpPr/>
          <p:nvPr/>
        </p:nvCxnSpPr>
        <p:spPr>
          <a:xfrm flipH="1" rot="10800000">
            <a:off x="5084244" y="2304653"/>
            <a:ext cx="7110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0" name="Google Shape;1860;p90"/>
          <p:cNvCxnSpPr/>
          <p:nvPr/>
        </p:nvCxnSpPr>
        <p:spPr>
          <a:xfrm flipH="1" rot="10800000">
            <a:off x="6324030" y="2328947"/>
            <a:ext cx="68100" cy="20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1" name="Google Shape;1861;p90"/>
          <p:cNvSpPr/>
          <p:nvPr/>
        </p:nvSpPr>
        <p:spPr>
          <a:xfrm>
            <a:off x="4828326" y="2788424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90"/>
          <p:cNvSpPr/>
          <p:nvPr/>
        </p:nvSpPr>
        <p:spPr>
          <a:xfrm>
            <a:off x="6372504" y="1853364"/>
            <a:ext cx="249600" cy="249600"/>
          </a:xfrm>
          <a:prstGeom prst="arc">
            <a:avLst>
              <a:gd fmla="val 5946582" name="adj1"/>
              <a:gd fmla="val 1079795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90"/>
          <p:cNvSpPr/>
          <p:nvPr/>
        </p:nvSpPr>
        <p:spPr>
          <a:xfrm>
            <a:off x="6061041" y="2802935"/>
            <a:ext cx="210600" cy="210600"/>
          </a:xfrm>
          <a:prstGeom prst="arc">
            <a:avLst>
              <a:gd fmla="val 10783655" name="adj1"/>
              <a:gd fmla="val 1735951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90"/>
          <p:cNvSpPr txBox="1"/>
          <p:nvPr>
            <p:ph idx="4294967295" type="body"/>
          </p:nvPr>
        </p:nvSpPr>
        <p:spPr>
          <a:xfrm>
            <a:off x="5285078" y="208341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865" name="Google Shape;1865;p90"/>
          <p:cNvSpPr txBox="1"/>
          <p:nvPr>
            <p:ph idx="4294967295" type="body"/>
          </p:nvPr>
        </p:nvSpPr>
        <p:spPr>
          <a:xfrm>
            <a:off x="6096548" y="2083411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866" name="Google Shape;1866;p90"/>
          <p:cNvSpPr txBox="1"/>
          <p:nvPr>
            <p:ph idx="4294967295" type="body"/>
          </p:nvPr>
        </p:nvSpPr>
        <p:spPr>
          <a:xfrm>
            <a:off x="5801468" y="259980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867" name="Google Shape;1867;p90"/>
          <p:cNvSpPr txBox="1"/>
          <p:nvPr>
            <p:ph idx="4294967295" type="body"/>
          </p:nvPr>
        </p:nvSpPr>
        <p:spPr>
          <a:xfrm>
            <a:off x="5063768" y="2617619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868" name="Google Shape;1868;p90"/>
          <p:cNvSpPr txBox="1"/>
          <p:nvPr>
            <p:ph idx="4294967295" type="body"/>
          </p:nvPr>
        </p:nvSpPr>
        <p:spPr>
          <a:xfrm>
            <a:off x="5580158" y="2968656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869" name="Google Shape;1869;p90"/>
          <p:cNvSpPr txBox="1"/>
          <p:nvPr>
            <p:ph idx="4294967295" type="body"/>
          </p:nvPr>
        </p:nvSpPr>
        <p:spPr>
          <a:xfrm>
            <a:off x="5637711" y="2311293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cxnSp>
        <p:nvCxnSpPr>
          <p:cNvPr id="1870" name="Google Shape;1870;p90"/>
          <p:cNvCxnSpPr/>
          <p:nvPr/>
        </p:nvCxnSpPr>
        <p:spPr>
          <a:xfrm>
            <a:off x="7067067" y="4609513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1" name="Google Shape;1871;p90"/>
          <p:cNvCxnSpPr/>
          <p:nvPr/>
        </p:nvCxnSpPr>
        <p:spPr>
          <a:xfrm flipH="1" rot="10800000">
            <a:off x="6956769" y="3602071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2" name="Google Shape;1872;p90"/>
          <p:cNvCxnSpPr/>
          <p:nvPr/>
        </p:nvCxnSpPr>
        <p:spPr>
          <a:xfrm flipH="1" rot="10800000">
            <a:off x="8445797" y="3602071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73" name="Google Shape;1873;p90"/>
          <p:cNvSpPr/>
          <p:nvPr/>
        </p:nvSpPr>
        <p:spPr>
          <a:xfrm>
            <a:off x="6961926" y="4406502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4" name="Google Shape;1874;p90"/>
          <p:cNvSpPr/>
          <p:nvPr/>
        </p:nvSpPr>
        <p:spPr>
          <a:xfrm>
            <a:off x="8194641" y="4421013"/>
            <a:ext cx="210600" cy="210600"/>
          </a:xfrm>
          <a:prstGeom prst="arc">
            <a:avLst>
              <a:gd fmla="val 10783655" name="adj1"/>
              <a:gd fmla="val 1735951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90"/>
          <p:cNvSpPr txBox="1"/>
          <p:nvPr>
            <p:ph idx="4294967295" type="body"/>
          </p:nvPr>
        </p:nvSpPr>
        <p:spPr>
          <a:xfrm>
            <a:off x="7935068" y="4217885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876" name="Google Shape;1876;p90"/>
          <p:cNvSpPr txBox="1"/>
          <p:nvPr>
            <p:ph idx="4294967295" type="body"/>
          </p:nvPr>
        </p:nvSpPr>
        <p:spPr>
          <a:xfrm>
            <a:off x="7197368" y="423569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877" name="Google Shape;1877;p90"/>
          <p:cNvSpPr txBox="1"/>
          <p:nvPr>
            <p:ph idx="4294967295" type="body"/>
          </p:nvPr>
        </p:nvSpPr>
        <p:spPr>
          <a:xfrm>
            <a:off x="7713758" y="4586734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1878" name="Google Shape;1878;p90"/>
          <p:cNvSpPr txBox="1"/>
          <p:nvPr>
            <p:ph idx="4294967295" type="body"/>
          </p:nvPr>
        </p:nvSpPr>
        <p:spPr>
          <a:xfrm>
            <a:off x="6920805" y="3889133"/>
            <a:ext cx="210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879" name="Google Shape;1879;p90"/>
          <p:cNvSpPr txBox="1"/>
          <p:nvPr>
            <p:ph idx="4294967295" type="body"/>
          </p:nvPr>
        </p:nvSpPr>
        <p:spPr>
          <a:xfrm>
            <a:off x="8613061" y="4036672"/>
            <a:ext cx="210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880" name="Google Shape;1880;p90"/>
          <p:cNvSpPr txBox="1"/>
          <p:nvPr>
            <p:ph idx="4294967295" type="body"/>
          </p:nvPr>
        </p:nvSpPr>
        <p:spPr>
          <a:xfrm>
            <a:off x="7771311" y="3929371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sp>
        <p:nvSpPr>
          <p:cNvPr id="1881" name="Google Shape;1881;p90"/>
          <p:cNvSpPr/>
          <p:nvPr/>
        </p:nvSpPr>
        <p:spPr>
          <a:xfrm>
            <a:off x="2667055" y="3595327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90"/>
          <p:cNvSpPr/>
          <p:nvPr/>
        </p:nvSpPr>
        <p:spPr>
          <a:xfrm>
            <a:off x="7058111" y="3595886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90"/>
          <p:cNvSpPr/>
          <p:nvPr/>
        </p:nvSpPr>
        <p:spPr>
          <a:xfrm>
            <a:off x="7143469" y="1995686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90"/>
          <p:cNvSpPr/>
          <p:nvPr/>
        </p:nvSpPr>
        <p:spPr>
          <a:xfrm>
            <a:off x="4924511" y="1977808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90"/>
          <p:cNvSpPr/>
          <p:nvPr/>
        </p:nvSpPr>
        <p:spPr>
          <a:xfrm>
            <a:off x="2693531" y="1977808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90"/>
          <p:cNvSpPr/>
          <p:nvPr/>
        </p:nvSpPr>
        <p:spPr>
          <a:xfrm>
            <a:off x="412391" y="3595886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90"/>
          <p:cNvSpPr/>
          <p:nvPr/>
        </p:nvSpPr>
        <p:spPr>
          <a:xfrm>
            <a:off x="4897601" y="3595886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91"/>
          <p:cNvSpPr txBox="1"/>
          <p:nvPr>
            <p:ph idx="1" type="body"/>
          </p:nvPr>
        </p:nvSpPr>
        <p:spPr>
          <a:xfrm>
            <a:off x="324000" y="759300"/>
            <a:ext cx="8496000" cy="74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shapes below contain three pairs of congruent shapes. Match the shapes which </a:t>
            </a:r>
            <a:br>
              <a:rPr lang="en-GB" sz="1600"/>
            </a:br>
            <a:r>
              <a:rPr lang="en-GB" sz="1600"/>
              <a:t>    are congruent. You may use a ruler and protractor to determine congruence.</a:t>
            </a:r>
            <a:endParaRPr sz="1600"/>
          </a:p>
        </p:txBody>
      </p:sp>
      <p:sp>
        <p:nvSpPr>
          <p:cNvPr id="1893" name="Google Shape;1893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894" name="Google Shape;1894;p91"/>
          <p:cNvSpPr/>
          <p:nvPr/>
        </p:nvSpPr>
        <p:spPr>
          <a:xfrm rot="1512291">
            <a:off x="4646906" y="1816020"/>
            <a:ext cx="1219910" cy="1532149"/>
          </a:xfrm>
          <a:custGeom>
            <a:rect b="b" l="l" r="r" t="t"/>
            <a:pathLst>
              <a:path extrusionOk="0" h="124637" w="99237">
                <a:moveTo>
                  <a:pt x="0" y="124637"/>
                </a:moveTo>
                <a:lnTo>
                  <a:pt x="0" y="0"/>
                </a:lnTo>
                <a:lnTo>
                  <a:pt x="93330" y="0"/>
                </a:lnTo>
                <a:lnTo>
                  <a:pt x="99237" y="76791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95" name="Google Shape;1895;p91"/>
          <p:cNvSpPr/>
          <p:nvPr/>
        </p:nvSpPr>
        <p:spPr>
          <a:xfrm rot="-3548888">
            <a:off x="7555902" y="1655945"/>
            <a:ext cx="1220095" cy="1532382"/>
          </a:xfrm>
          <a:custGeom>
            <a:rect b="b" l="l" r="r" t="t"/>
            <a:pathLst>
              <a:path extrusionOk="0" h="124637" w="99237">
                <a:moveTo>
                  <a:pt x="0" y="124637"/>
                </a:moveTo>
                <a:lnTo>
                  <a:pt x="0" y="0"/>
                </a:lnTo>
                <a:lnTo>
                  <a:pt x="93330" y="0"/>
                </a:lnTo>
                <a:lnTo>
                  <a:pt x="99237" y="76791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96" name="Google Shape;1896;p91"/>
          <p:cNvSpPr/>
          <p:nvPr/>
        </p:nvSpPr>
        <p:spPr>
          <a:xfrm rot="4806973">
            <a:off x="2400243" y="1436513"/>
            <a:ext cx="1277959" cy="1535720"/>
          </a:xfrm>
          <a:custGeom>
            <a:rect b="b" l="l" r="r" t="t"/>
            <a:pathLst>
              <a:path extrusionOk="0" h="124932" w="103963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97" name="Google Shape;1897;p91"/>
          <p:cNvSpPr/>
          <p:nvPr/>
        </p:nvSpPr>
        <p:spPr>
          <a:xfrm flipH="1">
            <a:off x="5920582" y="2925377"/>
            <a:ext cx="1503565" cy="1806517"/>
          </a:xfrm>
          <a:custGeom>
            <a:rect b="b" l="l" r="r" t="t"/>
            <a:pathLst>
              <a:path extrusionOk="0" h="124932" w="103963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98" name="Google Shape;1898;p91"/>
          <p:cNvSpPr/>
          <p:nvPr/>
        </p:nvSpPr>
        <p:spPr>
          <a:xfrm rot="-5169109">
            <a:off x="3066666" y="3156599"/>
            <a:ext cx="1277988" cy="1535754"/>
          </a:xfrm>
          <a:custGeom>
            <a:rect b="b" l="l" r="r" t="t"/>
            <a:pathLst>
              <a:path extrusionOk="0" h="124932" w="103963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99" name="Google Shape;1899;p91"/>
          <p:cNvSpPr/>
          <p:nvPr/>
        </p:nvSpPr>
        <p:spPr>
          <a:xfrm rot="1920197">
            <a:off x="755011" y="2545091"/>
            <a:ext cx="1503632" cy="1806479"/>
          </a:xfrm>
          <a:custGeom>
            <a:rect b="b" l="l" r="r" t="t"/>
            <a:pathLst>
              <a:path extrusionOk="0" h="124932" w="103963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0" name="Google Shape;1900;p91"/>
          <p:cNvSpPr txBox="1"/>
          <p:nvPr>
            <p:ph idx="1" type="body"/>
          </p:nvPr>
        </p:nvSpPr>
        <p:spPr>
          <a:xfrm>
            <a:off x="1350337" y="3142375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901" name="Google Shape;1901;p91"/>
          <p:cNvSpPr txBox="1"/>
          <p:nvPr>
            <p:ph idx="1" type="body"/>
          </p:nvPr>
        </p:nvSpPr>
        <p:spPr>
          <a:xfrm>
            <a:off x="3007098" y="1982093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902" name="Google Shape;1902;p91"/>
          <p:cNvSpPr txBox="1"/>
          <p:nvPr>
            <p:ph idx="1" type="body"/>
          </p:nvPr>
        </p:nvSpPr>
        <p:spPr>
          <a:xfrm>
            <a:off x="5140698" y="2286893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903" name="Google Shape;1903;p91"/>
          <p:cNvSpPr txBox="1"/>
          <p:nvPr>
            <p:ph idx="1" type="body"/>
          </p:nvPr>
        </p:nvSpPr>
        <p:spPr>
          <a:xfrm>
            <a:off x="7864259" y="2230332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904" name="Google Shape;1904;p91"/>
          <p:cNvSpPr txBox="1"/>
          <p:nvPr>
            <p:ph idx="1" type="body"/>
          </p:nvPr>
        </p:nvSpPr>
        <p:spPr>
          <a:xfrm>
            <a:off x="3491400" y="3859990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905" name="Google Shape;1905;p91"/>
          <p:cNvSpPr txBox="1"/>
          <p:nvPr>
            <p:ph idx="1" type="body"/>
          </p:nvPr>
        </p:nvSpPr>
        <p:spPr>
          <a:xfrm>
            <a:off x="6662341" y="3555190"/>
            <a:ext cx="3093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906" name="Google Shape;1906;p91"/>
          <p:cNvSpPr txBox="1"/>
          <p:nvPr>
            <p:ph idx="1" type="body"/>
          </p:nvPr>
        </p:nvSpPr>
        <p:spPr>
          <a:xfrm>
            <a:off x="529380" y="1321038"/>
            <a:ext cx="9927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 and F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7" name="Google Shape;1907;p91"/>
          <p:cNvSpPr txBox="1"/>
          <p:nvPr>
            <p:ph idx="1" type="body"/>
          </p:nvPr>
        </p:nvSpPr>
        <p:spPr>
          <a:xfrm>
            <a:off x="529380" y="1625838"/>
            <a:ext cx="9927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 and 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8" name="Google Shape;1908;p91"/>
          <p:cNvSpPr txBox="1"/>
          <p:nvPr>
            <p:ph idx="1" type="body"/>
          </p:nvPr>
        </p:nvSpPr>
        <p:spPr>
          <a:xfrm>
            <a:off x="529380" y="1930638"/>
            <a:ext cx="9927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 and 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92"/>
          <p:cNvSpPr/>
          <p:nvPr/>
        </p:nvSpPr>
        <p:spPr>
          <a:xfrm>
            <a:off x="316206" y="4406502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92"/>
          <p:cNvSpPr/>
          <p:nvPr/>
        </p:nvSpPr>
        <p:spPr>
          <a:xfrm>
            <a:off x="5178653" y="1872795"/>
            <a:ext cx="210600" cy="210600"/>
          </a:xfrm>
          <a:prstGeom prst="arc">
            <a:avLst>
              <a:gd fmla="val 67639" name="adj1"/>
              <a:gd fmla="val 6716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92"/>
          <p:cNvSpPr txBox="1"/>
          <p:nvPr>
            <p:ph idx="1" type="body"/>
          </p:nvPr>
        </p:nvSpPr>
        <p:spPr>
          <a:xfrm>
            <a:off x="324000" y="759300"/>
            <a:ext cx="8499600" cy="9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Which shapes contain enough information to be able to determine whether it is </a:t>
            </a:r>
            <a:br>
              <a:rPr lang="en-GB" sz="1600"/>
            </a:br>
            <a:r>
              <a:rPr lang="en-GB" sz="1600"/>
              <a:t>    congruent to shape A? Tick the shapes where congruence can be determined. </a:t>
            </a:r>
            <a:br>
              <a:rPr lang="en-GB" sz="1600"/>
            </a:br>
            <a:r>
              <a:rPr lang="en-GB" sz="1600"/>
              <a:t>    The diagrams are not drawn accurately and all lengths are given in the same units. </a:t>
            </a:r>
            <a:endParaRPr sz="1600"/>
          </a:p>
        </p:txBody>
      </p:sp>
      <p:sp>
        <p:nvSpPr>
          <p:cNvPr id="1916" name="Google Shape;1916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1917" name="Google Shape;1917;p92"/>
          <p:cNvSpPr/>
          <p:nvPr/>
        </p:nvSpPr>
        <p:spPr>
          <a:xfrm>
            <a:off x="734573" y="1872795"/>
            <a:ext cx="210600" cy="210600"/>
          </a:xfrm>
          <a:prstGeom prst="arc">
            <a:avLst>
              <a:gd fmla="val 67639" name="adj1"/>
              <a:gd fmla="val 6716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8" name="Google Shape;1918;p92"/>
          <p:cNvCxnSpPr/>
          <p:nvPr/>
        </p:nvCxnSpPr>
        <p:spPr>
          <a:xfrm>
            <a:off x="489387" y="2991435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9" name="Google Shape;1919;p92"/>
          <p:cNvCxnSpPr/>
          <p:nvPr/>
        </p:nvCxnSpPr>
        <p:spPr>
          <a:xfrm flipH="1" rot="10800000">
            <a:off x="379089" y="1983993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0" name="Google Shape;1920;p92"/>
          <p:cNvCxnSpPr/>
          <p:nvPr/>
        </p:nvCxnSpPr>
        <p:spPr>
          <a:xfrm flipH="1" rot="10800000">
            <a:off x="1057887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1" name="Google Shape;1921;p92"/>
          <p:cNvCxnSpPr/>
          <p:nvPr/>
        </p:nvCxnSpPr>
        <p:spPr>
          <a:xfrm flipH="1" rot="10800000">
            <a:off x="947589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2" name="Google Shape;1922;p92"/>
          <p:cNvCxnSpPr/>
          <p:nvPr/>
        </p:nvCxnSpPr>
        <p:spPr>
          <a:xfrm flipH="1" rot="10800000">
            <a:off x="1388782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3" name="Google Shape;1923;p92"/>
          <p:cNvCxnSpPr/>
          <p:nvPr/>
        </p:nvCxnSpPr>
        <p:spPr>
          <a:xfrm flipH="1" rot="10800000">
            <a:off x="1278484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4" name="Google Shape;1924;p92"/>
          <p:cNvCxnSpPr/>
          <p:nvPr/>
        </p:nvCxnSpPr>
        <p:spPr>
          <a:xfrm flipH="1" rot="10800000">
            <a:off x="640164" y="2304653"/>
            <a:ext cx="7110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5" name="Google Shape;1925;p92"/>
          <p:cNvCxnSpPr/>
          <p:nvPr/>
        </p:nvCxnSpPr>
        <p:spPr>
          <a:xfrm flipH="1" rot="10800000">
            <a:off x="1879950" y="2328947"/>
            <a:ext cx="68100" cy="20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6" name="Google Shape;1926;p92"/>
          <p:cNvCxnSpPr/>
          <p:nvPr/>
        </p:nvCxnSpPr>
        <p:spPr>
          <a:xfrm>
            <a:off x="829536" y="1865706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7" name="Google Shape;1927;p92"/>
          <p:cNvCxnSpPr/>
          <p:nvPr/>
        </p:nvCxnSpPr>
        <p:spPr>
          <a:xfrm flipH="1" rot="10800000">
            <a:off x="1868117" y="1983993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28" name="Google Shape;1928;p92"/>
          <p:cNvSpPr/>
          <p:nvPr/>
        </p:nvSpPr>
        <p:spPr>
          <a:xfrm>
            <a:off x="384246" y="2788424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92"/>
          <p:cNvSpPr/>
          <p:nvPr/>
        </p:nvSpPr>
        <p:spPr>
          <a:xfrm>
            <a:off x="1928424" y="1853364"/>
            <a:ext cx="249600" cy="249600"/>
          </a:xfrm>
          <a:prstGeom prst="arc">
            <a:avLst>
              <a:gd fmla="val 5946582" name="adj1"/>
              <a:gd fmla="val 1079795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92"/>
          <p:cNvSpPr/>
          <p:nvPr/>
        </p:nvSpPr>
        <p:spPr>
          <a:xfrm>
            <a:off x="1616960" y="2802935"/>
            <a:ext cx="210600" cy="210600"/>
          </a:xfrm>
          <a:prstGeom prst="arc">
            <a:avLst>
              <a:gd fmla="val 10783655" name="adj1"/>
              <a:gd fmla="val 1735951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92"/>
          <p:cNvSpPr/>
          <p:nvPr/>
        </p:nvSpPr>
        <p:spPr>
          <a:xfrm>
            <a:off x="480431" y="1977808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92"/>
          <p:cNvSpPr txBox="1"/>
          <p:nvPr>
            <p:ph idx="4294967295" type="body"/>
          </p:nvPr>
        </p:nvSpPr>
        <p:spPr>
          <a:xfrm>
            <a:off x="840998" y="208341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933" name="Google Shape;1933;p92"/>
          <p:cNvSpPr txBox="1"/>
          <p:nvPr>
            <p:ph idx="4294967295" type="body"/>
          </p:nvPr>
        </p:nvSpPr>
        <p:spPr>
          <a:xfrm>
            <a:off x="1652468" y="2083411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934" name="Google Shape;1934;p92"/>
          <p:cNvSpPr txBox="1"/>
          <p:nvPr>
            <p:ph idx="4294967295" type="body"/>
          </p:nvPr>
        </p:nvSpPr>
        <p:spPr>
          <a:xfrm>
            <a:off x="1357388" y="259980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935" name="Google Shape;1935;p92"/>
          <p:cNvSpPr txBox="1"/>
          <p:nvPr>
            <p:ph idx="4294967295" type="body"/>
          </p:nvPr>
        </p:nvSpPr>
        <p:spPr>
          <a:xfrm>
            <a:off x="619688" y="2617619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936" name="Google Shape;1936;p92"/>
          <p:cNvSpPr txBox="1"/>
          <p:nvPr>
            <p:ph idx="4294967295" type="body"/>
          </p:nvPr>
        </p:nvSpPr>
        <p:spPr>
          <a:xfrm>
            <a:off x="1357388" y="1640791"/>
            <a:ext cx="171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1937" name="Google Shape;1937;p92"/>
          <p:cNvSpPr txBox="1"/>
          <p:nvPr>
            <p:ph idx="4294967295" type="body"/>
          </p:nvPr>
        </p:nvSpPr>
        <p:spPr>
          <a:xfrm>
            <a:off x="1062308" y="2968650"/>
            <a:ext cx="171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938" name="Google Shape;1938;p92"/>
          <p:cNvSpPr txBox="1"/>
          <p:nvPr>
            <p:ph idx="4294967295" type="body"/>
          </p:nvPr>
        </p:nvSpPr>
        <p:spPr>
          <a:xfrm>
            <a:off x="343125" y="2271055"/>
            <a:ext cx="210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939" name="Google Shape;1939;p92"/>
          <p:cNvSpPr txBox="1"/>
          <p:nvPr>
            <p:ph idx="4294967295" type="body"/>
          </p:nvPr>
        </p:nvSpPr>
        <p:spPr>
          <a:xfrm>
            <a:off x="2035381" y="2418594"/>
            <a:ext cx="210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940" name="Google Shape;1940;p92"/>
          <p:cNvSpPr txBox="1"/>
          <p:nvPr>
            <p:ph idx="4294967295" type="body"/>
          </p:nvPr>
        </p:nvSpPr>
        <p:spPr>
          <a:xfrm>
            <a:off x="1193630" y="2311293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cxnSp>
        <p:nvCxnSpPr>
          <p:cNvPr id="1941" name="Google Shape;1941;p92"/>
          <p:cNvCxnSpPr/>
          <p:nvPr/>
        </p:nvCxnSpPr>
        <p:spPr>
          <a:xfrm>
            <a:off x="2702487" y="2991435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2" name="Google Shape;1942;p92"/>
          <p:cNvCxnSpPr/>
          <p:nvPr/>
        </p:nvCxnSpPr>
        <p:spPr>
          <a:xfrm flipH="1" rot="10800000">
            <a:off x="2592189" y="1983993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3" name="Google Shape;1943;p92"/>
          <p:cNvCxnSpPr/>
          <p:nvPr/>
        </p:nvCxnSpPr>
        <p:spPr>
          <a:xfrm flipH="1" rot="10800000">
            <a:off x="3270987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4" name="Google Shape;1944;p92"/>
          <p:cNvCxnSpPr/>
          <p:nvPr/>
        </p:nvCxnSpPr>
        <p:spPr>
          <a:xfrm flipH="1" rot="10800000">
            <a:off x="3160689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5" name="Google Shape;1945;p92"/>
          <p:cNvCxnSpPr/>
          <p:nvPr/>
        </p:nvCxnSpPr>
        <p:spPr>
          <a:xfrm flipH="1" rot="10800000">
            <a:off x="3601882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6" name="Google Shape;1946;p92"/>
          <p:cNvCxnSpPr/>
          <p:nvPr/>
        </p:nvCxnSpPr>
        <p:spPr>
          <a:xfrm flipH="1" rot="10800000">
            <a:off x="3491584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7" name="Google Shape;1947;p92"/>
          <p:cNvCxnSpPr/>
          <p:nvPr/>
        </p:nvCxnSpPr>
        <p:spPr>
          <a:xfrm flipH="1" rot="10800000">
            <a:off x="2853264" y="2304653"/>
            <a:ext cx="7110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8" name="Google Shape;1948;p92"/>
          <p:cNvCxnSpPr/>
          <p:nvPr/>
        </p:nvCxnSpPr>
        <p:spPr>
          <a:xfrm flipH="1" rot="10800000">
            <a:off x="4093050" y="2328947"/>
            <a:ext cx="68100" cy="20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9" name="Google Shape;1949;p92"/>
          <p:cNvSpPr txBox="1"/>
          <p:nvPr>
            <p:ph idx="4294967295" type="body"/>
          </p:nvPr>
        </p:nvSpPr>
        <p:spPr>
          <a:xfrm>
            <a:off x="3349178" y="2968656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1950" name="Google Shape;1950;p92"/>
          <p:cNvSpPr txBox="1"/>
          <p:nvPr>
            <p:ph idx="4294967295" type="body"/>
          </p:nvPr>
        </p:nvSpPr>
        <p:spPr>
          <a:xfrm>
            <a:off x="2632425" y="2271055"/>
            <a:ext cx="171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951" name="Google Shape;1951;p92"/>
          <p:cNvSpPr txBox="1"/>
          <p:nvPr>
            <p:ph idx="4294967295" type="body"/>
          </p:nvPr>
        </p:nvSpPr>
        <p:spPr>
          <a:xfrm>
            <a:off x="3406731" y="2311293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952" name="Google Shape;1952;p92"/>
          <p:cNvSpPr/>
          <p:nvPr/>
        </p:nvSpPr>
        <p:spPr>
          <a:xfrm>
            <a:off x="2921197" y="3490313"/>
            <a:ext cx="210600" cy="210600"/>
          </a:xfrm>
          <a:prstGeom prst="arc">
            <a:avLst>
              <a:gd fmla="val 67639" name="adj1"/>
              <a:gd fmla="val 6716822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3" name="Google Shape;1953;p92"/>
          <p:cNvCxnSpPr/>
          <p:nvPr/>
        </p:nvCxnSpPr>
        <p:spPr>
          <a:xfrm>
            <a:off x="2676011" y="4608953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4" name="Google Shape;1954;p92"/>
          <p:cNvCxnSpPr/>
          <p:nvPr/>
        </p:nvCxnSpPr>
        <p:spPr>
          <a:xfrm flipH="1" rot="10800000">
            <a:off x="2565712" y="3601511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55" name="Google Shape;1955;p92"/>
          <p:cNvSpPr/>
          <p:nvPr/>
        </p:nvSpPr>
        <p:spPr>
          <a:xfrm>
            <a:off x="2570870" y="4405942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92"/>
          <p:cNvSpPr/>
          <p:nvPr/>
        </p:nvSpPr>
        <p:spPr>
          <a:xfrm>
            <a:off x="3803584" y="4420453"/>
            <a:ext cx="210600" cy="210600"/>
          </a:xfrm>
          <a:prstGeom prst="arc">
            <a:avLst>
              <a:gd fmla="val 10783655" name="adj1"/>
              <a:gd fmla="val 1735951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92"/>
          <p:cNvSpPr txBox="1"/>
          <p:nvPr>
            <p:ph idx="4294967295" type="body"/>
          </p:nvPr>
        </p:nvSpPr>
        <p:spPr>
          <a:xfrm>
            <a:off x="3027622" y="3700936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958" name="Google Shape;1958;p92"/>
          <p:cNvSpPr txBox="1"/>
          <p:nvPr>
            <p:ph idx="4294967295" type="body"/>
          </p:nvPr>
        </p:nvSpPr>
        <p:spPr>
          <a:xfrm>
            <a:off x="3544012" y="4217325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959" name="Google Shape;1959;p92"/>
          <p:cNvSpPr txBox="1"/>
          <p:nvPr>
            <p:ph idx="4294967295" type="body"/>
          </p:nvPr>
        </p:nvSpPr>
        <p:spPr>
          <a:xfrm>
            <a:off x="2806312" y="423513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960" name="Google Shape;1960;p92"/>
          <p:cNvSpPr txBox="1"/>
          <p:nvPr>
            <p:ph idx="4294967295" type="body"/>
          </p:nvPr>
        </p:nvSpPr>
        <p:spPr>
          <a:xfrm>
            <a:off x="3322702" y="4586175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961" name="Google Shape;1961;p92"/>
          <p:cNvSpPr txBox="1"/>
          <p:nvPr>
            <p:ph idx="4294967295" type="body"/>
          </p:nvPr>
        </p:nvSpPr>
        <p:spPr>
          <a:xfrm>
            <a:off x="2529749" y="3888573"/>
            <a:ext cx="171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962" name="Google Shape;1962;p92"/>
          <p:cNvSpPr txBox="1"/>
          <p:nvPr>
            <p:ph idx="4294967295" type="body"/>
          </p:nvPr>
        </p:nvSpPr>
        <p:spPr>
          <a:xfrm>
            <a:off x="3380254" y="3928811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cxnSp>
        <p:nvCxnSpPr>
          <p:cNvPr id="1963" name="Google Shape;1963;p92"/>
          <p:cNvCxnSpPr/>
          <p:nvPr/>
        </p:nvCxnSpPr>
        <p:spPr>
          <a:xfrm>
            <a:off x="7152425" y="3009313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64" name="Google Shape;1964;p92"/>
          <p:cNvCxnSpPr/>
          <p:nvPr/>
        </p:nvCxnSpPr>
        <p:spPr>
          <a:xfrm flipH="1" rot="10800000">
            <a:off x="7042127" y="2001871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65" name="Google Shape;1965;p92"/>
          <p:cNvCxnSpPr/>
          <p:nvPr/>
        </p:nvCxnSpPr>
        <p:spPr>
          <a:xfrm flipH="1" rot="10800000">
            <a:off x="7720925" y="29308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6" name="Google Shape;1966;p92"/>
          <p:cNvCxnSpPr/>
          <p:nvPr/>
        </p:nvCxnSpPr>
        <p:spPr>
          <a:xfrm flipH="1" rot="10800000">
            <a:off x="7610627" y="29308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7" name="Google Shape;1967;p92"/>
          <p:cNvCxnSpPr/>
          <p:nvPr/>
        </p:nvCxnSpPr>
        <p:spPr>
          <a:xfrm flipH="1" rot="10800000">
            <a:off x="8051821" y="1993360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8" name="Google Shape;1968;p92"/>
          <p:cNvCxnSpPr/>
          <p:nvPr/>
        </p:nvCxnSpPr>
        <p:spPr>
          <a:xfrm flipH="1" rot="10800000">
            <a:off x="7941522" y="1993360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9" name="Google Shape;1969;p92"/>
          <p:cNvCxnSpPr/>
          <p:nvPr/>
        </p:nvCxnSpPr>
        <p:spPr>
          <a:xfrm flipH="1" rot="10800000">
            <a:off x="7303202" y="2322531"/>
            <a:ext cx="7110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0" name="Google Shape;1970;p92"/>
          <p:cNvCxnSpPr/>
          <p:nvPr/>
        </p:nvCxnSpPr>
        <p:spPr>
          <a:xfrm flipH="1" rot="10800000">
            <a:off x="8542988" y="2346825"/>
            <a:ext cx="68100" cy="20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1" name="Google Shape;1971;p92"/>
          <p:cNvSpPr/>
          <p:nvPr/>
        </p:nvSpPr>
        <p:spPr>
          <a:xfrm>
            <a:off x="7047285" y="2806302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92"/>
          <p:cNvSpPr txBox="1"/>
          <p:nvPr>
            <p:ph idx="4294967295" type="body"/>
          </p:nvPr>
        </p:nvSpPr>
        <p:spPr>
          <a:xfrm>
            <a:off x="7282727" y="263549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973" name="Google Shape;1973;p92"/>
          <p:cNvSpPr txBox="1"/>
          <p:nvPr>
            <p:ph idx="4294967295" type="body"/>
          </p:nvPr>
        </p:nvSpPr>
        <p:spPr>
          <a:xfrm>
            <a:off x="7799117" y="2986534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1974" name="Google Shape;1974;p92"/>
          <p:cNvSpPr txBox="1"/>
          <p:nvPr>
            <p:ph idx="4294967295" type="body"/>
          </p:nvPr>
        </p:nvSpPr>
        <p:spPr>
          <a:xfrm>
            <a:off x="7006164" y="2288933"/>
            <a:ext cx="171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975" name="Google Shape;1975;p92"/>
          <p:cNvSpPr txBox="1"/>
          <p:nvPr>
            <p:ph idx="4294967295" type="body"/>
          </p:nvPr>
        </p:nvSpPr>
        <p:spPr>
          <a:xfrm>
            <a:off x="7856669" y="2329171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cxnSp>
        <p:nvCxnSpPr>
          <p:cNvPr id="1976" name="Google Shape;1976;p92"/>
          <p:cNvCxnSpPr/>
          <p:nvPr/>
        </p:nvCxnSpPr>
        <p:spPr>
          <a:xfrm>
            <a:off x="421347" y="4609513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77" name="Google Shape;1977;p92"/>
          <p:cNvCxnSpPr/>
          <p:nvPr/>
        </p:nvCxnSpPr>
        <p:spPr>
          <a:xfrm flipH="1" rot="10800000">
            <a:off x="989847" y="45310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8" name="Google Shape;1978;p92"/>
          <p:cNvCxnSpPr/>
          <p:nvPr/>
        </p:nvCxnSpPr>
        <p:spPr>
          <a:xfrm flipH="1" rot="10800000">
            <a:off x="879549" y="45310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9" name="Google Shape;1979;p92"/>
          <p:cNvCxnSpPr/>
          <p:nvPr/>
        </p:nvCxnSpPr>
        <p:spPr>
          <a:xfrm flipH="1" rot="10800000">
            <a:off x="1320742" y="3593560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0" name="Google Shape;1980;p92"/>
          <p:cNvCxnSpPr/>
          <p:nvPr/>
        </p:nvCxnSpPr>
        <p:spPr>
          <a:xfrm flipH="1" rot="10800000">
            <a:off x="1210444" y="3593560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1" name="Google Shape;1981;p92"/>
          <p:cNvCxnSpPr/>
          <p:nvPr/>
        </p:nvCxnSpPr>
        <p:spPr>
          <a:xfrm flipH="1" rot="10800000">
            <a:off x="572124" y="3922731"/>
            <a:ext cx="7110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2" name="Google Shape;1982;p92"/>
          <p:cNvCxnSpPr/>
          <p:nvPr/>
        </p:nvCxnSpPr>
        <p:spPr>
          <a:xfrm flipH="1" rot="10800000">
            <a:off x="1811910" y="3947025"/>
            <a:ext cx="68100" cy="20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3" name="Google Shape;1983;p92"/>
          <p:cNvCxnSpPr/>
          <p:nvPr/>
        </p:nvCxnSpPr>
        <p:spPr>
          <a:xfrm>
            <a:off x="761496" y="3483784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4" name="Google Shape;1984;p92"/>
          <p:cNvSpPr txBox="1"/>
          <p:nvPr>
            <p:ph idx="4294967295" type="body"/>
          </p:nvPr>
        </p:nvSpPr>
        <p:spPr>
          <a:xfrm>
            <a:off x="551648" y="423569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985" name="Google Shape;1985;p92"/>
          <p:cNvSpPr txBox="1"/>
          <p:nvPr>
            <p:ph idx="4294967295" type="body"/>
          </p:nvPr>
        </p:nvSpPr>
        <p:spPr>
          <a:xfrm>
            <a:off x="1363118" y="3258876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986" name="Google Shape;1986;p92"/>
          <p:cNvSpPr txBox="1"/>
          <p:nvPr>
            <p:ph idx="4294967295" type="body"/>
          </p:nvPr>
        </p:nvSpPr>
        <p:spPr>
          <a:xfrm>
            <a:off x="1068038" y="4586734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1987" name="Google Shape;1987;p92"/>
          <p:cNvSpPr txBox="1"/>
          <p:nvPr>
            <p:ph idx="4294967295" type="body"/>
          </p:nvPr>
        </p:nvSpPr>
        <p:spPr>
          <a:xfrm>
            <a:off x="1125591" y="3929371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cxnSp>
        <p:nvCxnSpPr>
          <p:cNvPr id="1988" name="Google Shape;1988;p92"/>
          <p:cNvCxnSpPr/>
          <p:nvPr/>
        </p:nvCxnSpPr>
        <p:spPr>
          <a:xfrm>
            <a:off x="4906557" y="4609513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9" name="Google Shape;1989;p92"/>
          <p:cNvCxnSpPr/>
          <p:nvPr/>
        </p:nvCxnSpPr>
        <p:spPr>
          <a:xfrm flipH="1" rot="10800000">
            <a:off x="4796259" y="3602071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90" name="Google Shape;1990;p92"/>
          <p:cNvSpPr/>
          <p:nvPr/>
        </p:nvSpPr>
        <p:spPr>
          <a:xfrm>
            <a:off x="4801416" y="4406502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92"/>
          <p:cNvSpPr/>
          <p:nvPr/>
        </p:nvSpPr>
        <p:spPr>
          <a:xfrm>
            <a:off x="6034130" y="4421013"/>
            <a:ext cx="210600" cy="210600"/>
          </a:xfrm>
          <a:prstGeom prst="arc">
            <a:avLst>
              <a:gd fmla="val 10783655" name="adj1"/>
              <a:gd fmla="val 1735951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92"/>
          <p:cNvSpPr txBox="1"/>
          <p:nvPr>
            <p:ph idx="4294967295" type="body"/>
          </p:nvPr>
        </p:nvSpPr>
        <p:spPr>
          <a:xfrm>
            <a:off x="5774558" y="4217885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1993" name="Google Shape;1993;p92"/>
          <p:cNvSpPr txBox="1"/>
          <p:nvPr>
            <p:ph idx="4294967295" type="body"/>
          </p:nvPr>
        </p:nvSpPr>
        <p:spPr>
          <a:xfrm>
            <a:off x="5036858" y="423569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1994" name="Google Shape;1994;p92"/>
          <p:cNvSpPr txBox="1"/>
          <p:nvPr>
            <p:ph idx="4294967295" type="body"/>
          </p:nvPr>
        </p:nvSpPr>
        <p:spPr>
          <a:xfrm>
            <a:off x="5553248" y="4586734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1995" name="Google Shape;1995;p92"/>
          <p:cNvSpPr txBox="1"/>
          <p:nvPr>
            <p:ph idx="4294967295" type="body"/>
          </p:nvPr>
        </p:nvSpPr>
        <p:spPr>
          <a:xfrm>
            <a:off x="4760295" y="3889133"/>
            <a:ext cx="210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1996" name="Google Shape;1996;p92"/>
          <p:cNvSpPr txBox="1"/>
          <p:nvPr>
            <p:ph idx="4294967295" type="body"/>
          </p:nvPr>
        </p:nvSpPr>
        <p:spPr>
          <a:xfrm>
            <a:off x="5610800" y="3929371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cxnSp>
        <p:nvCxnSpPr>
          <p:cNvPr id="1997" name="Google Shape;1997;p92"/>
          <p:cNvCxnSpPr/>
          <p:nvPr/>
        </p:nvCxnSpPr>
        <p:spPr>
          <a:xfrm>
            <a:off x="4933467" y="2991435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98" name="Google Shape;1998;p92"/>
          <p:cNvCxnSpPr/>
          <p:nvPr/>
        </p:nvCxnSpPr>
        <p:spPr>
          <a:xfrm flipH="1" rot="10800000">
            <a:off x="5578167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9" name="Google Shape;1999;p92"/>
          <p:cNvCxnSpPr/>
          <p:nvPr/>
        </p:nvCxnSpPr>
        <p:spPr>
          <a:xfrm flipH="1" rot="10800000">
            <a:off x="5467869" y="2913004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0" name="Google Shape;2000;p92"/>
          <p:cNvCxnSpPr/>
          <p:nvPr/>
        </p:nvCxnSpPr>
        <p:spPr>
          <a:xfrm flipH="1" rot="10800000">
            <a:off x="5832862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1" name="Google Shape;2001;p92"/>
          <p:cNvCxnSpPr/>
          <p:nvPr/>
        </p:nvCxnSpPr>
        <p:spPr>
          <a:xfrm flipH="1" rot="10800000">
            <a:off x="5722564" y="1975482"/>
            <a:ext cx="1716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2" name="Google Shape;2002;p92"/>
          <p:cNvCxnSpPr/>
          <p:nvPr/>
        </p:nvCxnSpPr>
        <p:spPr>
          <a:xfrm flipH="1" rot="10800000">
            <a:off x="5084244" y="2304653"/>
            <a:ext cx="71100" cy="20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3" name="Google Shape;2003;p92"/>
          <p:cNvCxnSpPr/>
          <p:nvPr/>
        </p:nvCxnSpPr>
        <p:spPr>
          <a:xfrm flipH="1" rot="10800000">
            <a:off x="6324030" y="2328947"/>
            <a:ext cx="68100" cy="20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4" name="Google Shape;2004;p92"/>
          <p:cNvSpPr/>
          <p:nvPr/>
        </p:nvSpPr>
        <p:spPr>
          <a:xfrm>
            <a:off x="4828326" y="2788424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92"/>
          <p:cNvSpPr/>
          <p:nvPr/>
        </p:nvSpPr>
        <p:spPr>
          <a:xfrm>
            <a:off x="6372504" y="1853364"/>
            <a:ext cx="249600" cy="249600"/>
          </a:xfrm>
          <a:prstGeom prst="arc">
            <a:avLst>
              <a:gd fmla="val 5946582" name="adj1"/>
              <a:gd fmla="val 1079795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92"/>
          <p:cNvSpPr/>
          <p:nvPr/>
        </p:nvSpPr>
        <p:spPr>
          <a:xfrm>
            <a:off x="6061041" y="2802935"/>
            <a:ext cx="210600" cy="210600"/>
          </a:xfrm>
          <a:prstGeom prst="arc">
            <a:avLst>
              <a:gd fmla="val 10783655" name="adj1"/>
              <a:gd fmla="val 1735951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92"/>
          <p:cNvSpPr txBox="1"/>
          <p:nvPr>
            <p:ph idx="4294967295" type="body"/>
          </p:nvPr>
        </p:nvSpPr>
        <p:spPr>
          <a:xfrm>
            <a:off x="5285078" y="208341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2008" name="Google Shape;2008;p92"/>
          <p:cNvSpPr txBox="1"/>
          <p:nvPr>
            <p:ph idx="4294967295" type="body"/>
          </p:nvPr>
        </p:nvSpPr>
        <p:spPr>
          <a:xfrm>
            <a:off x="6096548" y="2083411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2009" name="Google Shape;2009;p92"/>
          <p:cNvSpPr txBox="1"/>
          <p:nvPr>
            <p:ph idx="4294967295" type="body"/>
          </p:nvPr>
        </p:nvSpPr>
        <p:spPr>
          <a:xfrm>
            <a:off x="5801468" y="259980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2010" name="Google Shape;2010;p92"/>
          <p:cNvSpPr txBox="1"/>
          <p:nvPr>
            <p:ph idx="4294967295" type="body"/>
          </p:nvPr>
        </p:nvSpPr>
        <p:spPr>
          <a:xfrm>
            <a:off x="5063768" y="2617619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2011" name="Google Shape;2011;p92"/>
          <p:cNvSpPr txBox="1"/>
          <p:nvPr>
            <p:ph idx="4294967295" type="body"/>
          </p:nvPr>
        </p:nvSpPr>
        <p:spPr>
          <a:xfrm>
            <a:off x="5580158" y="2968656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2012" name="Google Shape;2012;p92"/>
          <p:cNvSpPr txBox="1"/>
          <p:nvPr>
            <p:ph idx="4294967295" type="body"/>
          </p:nvPr>
        </p:nvSpPr>
        <p:spPr>
          <a:xfrm>
            <a:off x="5637711" y="2311293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cxnSp>
        <p:nvCxnSpPr>
          <p:cNvPr id="2013" name="Google Shape;2013;p92"/>
          <p:cNvCxnSpPr/>
          <p:nvPr/>
        </p:nvCxnSpPr>
        <p:spPr>
          <a:xfrm>
            <a:off x="7067067" y="4609513"/>
            <a:ext cx="123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4" name="Google Shape;2014;p92"/>
          <p:cNvCxnSpPr/>
          <p:nvPr/>
        </p:nvCxnSpPr>
        <p:spPr>
          <a:xfrm flipH="1" rot="10800000">
            <a:off x="6956769" y="3602071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5" name="Google Shape;2015;p92"/>
          <p:cNvCxnSpPr/>
          <p:nvPr/>
        </p:nvCxnSpPr>
        <p:spPr>
          <a:xfrm flipH="1" rot="10800000">
            <a:off x="8445797" y="3602071"/>
            <a:ext cx="352500" cy="929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6" name="Google Shape;2016;p92"/>
          <p:cNvSpPr/>
          <p:nvPr/>
        </p:nvSpPr>
        <p:spPr>
          <a:xfrm>
            <a:off x="6961926" y="4406502"/>
            <a:ext cx="249600" cy="249600"/>
          </a:xfrm>
          <a:prstGeom prst="arc">
            <a:avLst>
              <a:gd fmla="val 17116715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92"/>
          <p:cNvSpPr/>
          <p:nvPr/>
        </p:nvSpPr>
        <p:spPr>
          <a:xfrm>
            <a:off x="8194641" y="4421013"/>
            <a:ext cx="210600" cy="210600"/>
          </a:xfrm>
          <a:prstGeom prst="arc">
            <a:avLst>
              <a:gd fmla="val 10783655" name="adj1"/>
              <a:gd fmla="val 1735951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8" name="Google Shape;2018;p92"/>
          <p:cNvSpPr txBox="1"/>
          <p:nvPr>
            <p:ph idx="4294967295" type="body"/>
          </p:nvPr>
        </p:nvSpPr>
        <p:spPr>
          <a:xfrm>
            <a:off x="7935068" y="4217885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112°</a:t>
            </a:r>
            <a:endParaRPr sz="1600"/>
          </a:p>
        </p:txBody>
      </p:sp>
      <p:sp>
        <p:nvSpPr>
          <p:cNvPr id="2019" name="Google Shape;2019;p92"/>
          <p:cNvSpPr txBox="1"/>
          <p:nvPr>
            <p:ph idx="4294967295" type="body"/>
          </p:nvPr>
        </p:nvSpPr>
        <p:spPr>
          <a:xfrm>
            <a:off x="7197368" y="4235697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68°</a:t>
            </a:r>
            <a:endParaRPr sz="1600"/>
          </a:p>
        </p:txBody>
      </p:sp>
      <p:sp>
        <p:nvSpPr>
          <p:cNvPr id="2020" name="Google Shape;2020;p92"/>
          <p:cNvSpPr txBox="1"/>
          <p:nvPr>
            <p:ph idx="4294967295" type="body"/>
          </p:nvPr>
        </p:nvSpPr>
        <p:spPr>
          <a:xfrm>
            <a:off x="7713758" y="4586734"/>
            <a:ext cx="456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</a:t>
            </a:r>
            <a:endParaRPr sz="1600"/>
          </a:p>
        </p:txBody>
      </p:sp>
      <p:sp>
        <p:nvSpPr>
          <p:cNvPr id="2021" name="Google Shape;2021;p92"/>
          <p:cNvSpPr txBox="1"/>
          <p:nvPr>
            <p:ph idx="4294967295" type="body"/>
          </p:nvPr>
        </p:nvSpPr>
        <p:spPr>
          <a:xfrm>
            <a:off x="6920805" y="3889133"/>
            <a:ext cx="210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2022" name="Google Shape;2022;p92"/>
          <p:cNvSpPr txBox="1"/>
          <p:nvPr>
            <p:ph idx="4294967295" type="body"/>
          </p:nvPr>
        </p:nvSpPr>
        <p:spPr>
          <a:xfrm>
            <a:off x="8613061" y="4036672"/>
            <a:ext cx="210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</a:t>
            </a:r>
            <a:endParaRPr sz="1600"/>
          </a:p>
        </p:txBody>
      </p:sp>
      <p:sp>
        <p:nvSpPr>
          <p:cNvPr id="2023" name="Google Shape;2023;p92"/>
          <p:cNvSpPr txBox="1"/>
          <p:nvPr>
            <p:ph idx="4294967295" type="body"/>
          </p:nvPr>
        </p:nvSpPr>
        <p:spPr>
          <a:xfrm>
            <a:off x="7771311" y="3929371"/>
            <a:ext cx="249600" cy="2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sp>
        <p:nvSpPr>
          <p:cNvPr id="2024" name="Google Shape;2024;p92"/>
          <p:cNvSpPr/>
          <p:nvPr/>
        </p:nvSpPr>
        <p:spPr>
          <a:xfrm>
            <a:off x="2667055" y="3595327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92"/>
          <p:cNvSpPr/>
          <p:nvPr/>
        </p:nvSpPr>
        <p:spPr>
          <a:xfrm>
            <a:off x="7058111" y="3595886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92"/>
          <p:cNvSpPr/>
          <p:nvPr/>
        </p:nvSpPr>
        <p:spPr>
          <a:xfrm>
            <a:off x="7143469" y="1995686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7" name="Google Shape;2027;p92"/>
          <p:cNvSpPr/>
          <p:nvPr/>
        </p:nvSpPr>
        <p:spPr>
          <a:xfrm>
            <a:off x="4924511" y="1977808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92"/>
          <p:cNvSpPr/>
          <p:nvPr/>
        </p:nvSpPr>
        <p:spPr>
          <a:xfrm>
            <a:off x="2693531" y="1977808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92"/>
          <p:cNvSpPr/>
          <p:nvPr/>
        </p:nvSpPr>
        <p:spPr>
          <a:xfrm>
            <a:off x="412391" y="3595886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92"/>
          <p:cNvSpPr/>
          <p:nvPr/>
        </p:nvSpPr>
        <p:spPr>
          <a:xfrm>
            <a:off x="4897601" y="3595886"/>
            <a:ext cx="1607400" cy="935400"/>
          </a:xfrm>
          <a:prstGeom prst="parallelogram">
            <a:avLst>
              <a:gd fmla="val 3818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1" name="Google Shape;203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1258" y="380381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2" name="Google Shape;203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4633" y="2128051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3" name="Google Shape;203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6983" y="3701876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9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congruence</a:t>
            </a:r>
            <a:endParaRPr/>
          </a:p>
        </p:txBody>
      </p:sp>
      <p:sp>
        <p:nvSpPr>
          <p:cNvPr id="2039" name="Google Shape;2039;p9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congruent shapes</a:t>
            </a:r>
            <a:endParaRPr/>
          </a:p>
        </p:txBody>
      </p:sp>
      <p:sp>
        <p:nvSpPr>
          <p:cNvPr id="2040" name="Google Shape;2040;p9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Congruence in shapes</a:t>
            </a:r>
            <a:endParaRPr/>
          </a:p>
        </p:txBody>
      </p:sp>
      <p:pic>
        <p:nvPicPr>
          <p:cNvPr id="2041" name="Google Shape;204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4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94"/>
          <p:cNvSpPr txBox="1"/>
          <p:nvPr>
            <p:ph idx="1" type="body"/>
          </p:nvPr>
        </p:nvSpPr>
        <p:spPr>
          <a:xfrm>
            <a:off x="324000" y="759300"/>
            <a:ext cx="25335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Draw a rectangle.</a:t>
            </a:r>
            <a:endParaRPr sz="2000"/>
          </a:p>
        </p:txBody>
      </p:sp>
      <p:sp>
        <p:nvSpPr>
          <p:cNvPr id="2047" name="Google Shape;204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congruence</a:t>
            </a:r>
            <a:endParaRPr/>
          </a:p>
        </p:txBody>
      </p:sp>
      <p:sp>
        <p:nvSpPr>
          <p:cNvPr id="2048" name="Google Shape;2048;p94"/>
          <p:cNvSpPr txBox="1"/>
          <p:nvPr>
            <p:ph idx="1" type="body"/>
          </p:nvPr>
        </p:nvSpPr>
        <p:spPr>
          <a:xfrm>
            <a:off x="324000" y="1145743"/>
            <a:ext cx="84960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Rest your pencil over the rectangle so that it splits it into two shapes.</a:t>
            </a:r>
            <a:endParaRPr sz="2000"/>
          </a:p>
        </p:txBody>
      </p:sp>
      <p:sp>
        <p:nvSpPr>
          <p:cNvPr id="2049" name="Google Shape;2049;p94"/>
          <p:cNvSpPr txBox="1"/>
          <p:nvPr>
            <p:ph idx="1" type="body"/>
          </p:nvPr>
        </p:nvSpPr>
        <p:spPr>
          <a:xfrm>
            <a:off x="324000" y="1532186"/>
            <a:ext cx="84960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Are the two shapes </a:t>
            </a:r>
            <a:r>
              <a:rPr lang="en-GB" sz="2000">
                <a:solidFill>
                  <a:schemeClr val="accent5"/>
                </a:solidFill>
              </a:rPr>
              <a:t>congruent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2050" name="Google Shape;2050;p94"/>
          <p:cNvSpPr/>
          <p:nvPr/>
        </p:nvSpPr>
        <p:spPr>
          <a:xfrm>
            <a:off x="876325" y="2244050"/>
            <a:ext cx="1300800" cy="18669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1" name="Google Shape;205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307408">
            <a:off x="527457" y="1809078"/>
            <a:ext cx="1892737" cy="2866707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94"/>
          <p:cNvSpPr txBox="1"/>
          <p:nvPr/>
        </p:nvSpPr>
        <p:spPr>
          <a:xfrm>
            <a:off x="5964893" y="4157698"/>
            <a:ext cx="585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94"/>
          <p:cNvSpPr txBox="1"/>
          <p:nvPr/>
        </p:nvSpPr>
        <p:spPr>
          <a:xfrm>
            <a:off x="4073749" y="4157751"/>
            <a:ext cx="573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94"/>
          <p:cNvSpPr txBox="1"/>
          <p:nvPr/>
        </p:nvSpPr>
        <p:spPr>
          <a:xfrm>
            <a:off x="8129404" y="4171661"/>
            <a:ext cx="585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5" name="Google Shape;2055;p94"/>
          <p:cNvGrpSpPr/>
          <p:nvPr/>
        </p:nvGrpSpPr>
        <p:grpSpPr>
          <a:xfrm>
            <a:off x="2349325" y="1959633"/>
            <a:ext cx="2187650" cy="2193659"/>
            <a:chOff x="2349325" y="1959633"/>
            <a:chExt cx="2187650" cy="2193659"/>
          </a:xfrm>
        </p:grpSpPr>
        <p:pic>
          <p:nvPicPr>
            <p:cNvPr id="2056" name="Google Shape;205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108225" y="3343709"/>
              <a:ext cx="428750" cy="809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7" name="Google Shape;2057;p94"/>
            <p:cNvPicPr preferRelativeResize="0"/>
            <p:nvPr/>
          </p:nvPicPr>
          <p:blipFill rotWithShape="1">
            <a:blip r:embed="rId5">
              <a:alphaModFix/>
            </a:blip>
            <a:srcRect b="0" l="0" r="70143" t="56280"/>
            <a:stretch/>
          </p:blipFill>
          <p:spPr>
            <a:xfrm>
              <a:off x="2349325" y="1959633"/>
              <a:ext cx="2001802" cy="15634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8" name="Google Shape;2058;p94"/>
          <p:cNvSpPr txBox="1"/>
          <p:nvPr>
            <p:ph idx="1" type="body"/>
          </p:nvPr>
        </p:nvSpPr>
        <p:spPr>
          <a:xfrm>
            <a:off x="2468493" y="2188738"/>
            <a:ext cx="1831500" cy="8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 think the two shapes will </a:t>
            </a:r>
            <a:r>
              <a:rPr lang="en-GB" sz="1600">
                <a:solidFill>
                  <a:schemeClr val="accent5"/>
                </a:solidFill>
              </a:rPr>
              <a:t>always</a:t>
            </a:r>
            <a:r>
              <a:rPr lang="en-GB" sz="1600"/>
              <a:t> be congruent.</a:t>
            </a:r>
            <a:endParaRPr sz="1600"/>
          </a:p>
        </p:txBody>
      </p:sp>
      <p:grpSp>
        <p:nvGrpSpPr>
          <p:cNvPr id="2059" name="Google Shape;2059;p94"/>
          <p:cNvGrpSpPr/>
          <p:nvPr/>
        </p:nvGrpSpPr>
        <p:grpSpPr>
          <a:xfrm>
            <a:off x="4747796" y="1959629"/>
            <a:ext cx="1819727" cy="2199105"/>
            <a:chOff x="4747796" y="1959629"/>
            <a:chExt cx="1819727" cy="2199105"/>
          </a:xfrm>
        </p:grpSpPr>
        <p:pic>
          <p:nvPicPr>
            <p:cNvPr id="2060" name="Google Shape;2060;p9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6067357" y="3533278"/>
              <a:ext cx="500165" cy="625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1" name="Google Shape;2061;p94"/>
            <p:cNvPicPr preferRelativeResize="0"/>
            <p:nvPr/>
          </p:nvPicPr>
          <p:blipFill rotWithShape="1">
            <a:blip r:embed="rId5">
              <a:alphaModFix/>
            </a:blip>
            <a:srcRect b="0" l="0" r="70143" t="56280"/>
            <a:stretch/>
          </p:blipFill>
          <p:spPr>
            <a:xfrm>
              <a:off x="4747796" y="1959629"/>
              <a:ext cx="1660723" cy="15634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2" name="Google Shape;2062;p94"/>
          <p:cNvSpPr txBox="1"/>
          <p:nvPr>
            <p:ph idx="1" type="body"/>
          </p:nvPr>
        </p:nvSpPr>
        <p:spPr>
          <a:xfrm>
            <a:off x="4857907" y="2188750"/>
            <a:ext cx="1494000" cy="8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 think they can </a:t>
            </a:r>
            <a:r>
              <a:rPr lang="en-GB" sz="1600">
                <a:solidFill>
                  <a:schemeClr val="accent5"/>
                </a:solidFill>
              </a:rPr>
              <a:t>never</a:t>
            </a:r>
            <a:r>
              <a:rPr lang="en-GB" sz="1600"/>
              <a:t> be congruent.</a:t>
            </a:r>
            <a:endParaRPr sz="1600"/>
          </a:p>
        </p:txBody>
      </p:sp>
      <p:grpSp>
        <p:nvGrpSpPr>
          <p:cNvPr id="2063" name="Google Shape;2063;p94"/>
          <p:cNvGrpSpPr/>
          <p:nvPr/>
        </p:nvGrpSpPr>
        <p:grpSpPr>
          <a:xfrm>
            <a:off x="6616523" y="1959633"/>
            <a:ext cx="2110594" cy="2212544"/>
            <a:chOff x="6616523" y="1959633"/>
            <a:chExt cx="2110594" cy="2212544"/>
          </a:xfrm>
        </p:grpSpPr>
        <p:pic>
          <p:nvPicPr>
            <p:cNvPr id="2064" name="Google Shape;2064;p9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174104" y="3558677"/>
              <a:ext cx="553013" cy="61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5" name="Google Shape;2065;p94"/>
            <p:cNvPicPr preferRelativeResize="0"/>
            <p:nvPr/>
          </p:nvPicPr>
          <p:blipFill rotWithShape="1">
            <a:blip r:embed="rId5">
              <a:alphaModFix/>
            </a:blip>
            <a:srcRect b="0" l="0" r="70143" t="56280"/>
            <a:stretch/>
          </p:blipFill>
          <p:spPr>
            <a:xfrm>
              <a:off x="6616523" y="1959633"/>
              <a:ext cx="2001802" cy="15634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6" name="Google Shape;2066;p94"/>
          <p:cNvSpPr txBox="1"/>
          <p:nvPr>
            <p:ph idx="1" type="body"/>
          </p:nvPr>
        </p:nvSpPr>
        <p:spPr>
          <a:xfrm>
            <a:off x="6735700" y="2188750"/>
            <a:ext cx="1798800" cy="10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 think they can </a:t>
            </a:r>
            <a:r>
              <a:rPr lang="en-GB" sz="1600">
                <a:solidFill>
                  <a:schemeClr val="accent5"/>
                </a:solidFill>
              </a:rPr>
              <a:t>sometimes</a:t>
            </a:r>
            <a:r>
              <a:rPr lang="en-GB" sz="1600"/>
              <a:t> be congruent and sometimes not.</a:t>
            </a:r>
            <a:endParaRPr sz="1600"/>
          </a:p>
        </p:txBody>
      </p:sp>
      <p:sp>
        <p:nvSpPr>
          <p:cNvPr id="2067" name="Google Shape;2067;p94"/>
          <p:cNvSpPr txBox="1"/>
          <p:nvPr>
            <p:ph idx="1" type="body"/>
          </p:nvPr>
        </p:nvSpPr>
        <p:spPr>
          <a:xfrm>
            <a:off x="324000" y="4498549"/>
            <a:ext cx="3045600" cy="3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Who do you agree with?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95"/>
          <p:cNvSpPr txBox="1"/>
          <p:nvPr>
            <p:ph idx="1" type="body"/>
          </p:nvPr>
        </p:nvSpPr>
        <p:spPr>
          <a:xfrm>
            <a:off x="324000" y="759300"/>
            <a:ext cx="50973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is Aisha incorrect?</a:t>
            </a:r>
            <a:endParaRPr sz="2000"/>
          </a:p>
        </p:txBody>
      </p:sp>
      <p:sp>
        <p:nvSpPr>
          <p:cNvPr id="2073" name="Google Shape;207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congruence</a:t>
            </a:r>
            <a:endParaRPr/>
          </a:p>
        </p:txBody>
      </p:sp>
      <p:sp>
        <p:nvSpPr>
          <p:cNvPr id="2074" name="Google Shape;2074;p95"/>
          <p:cNvSpPr/>
          <p:nvPr/>
        </p:nvSpPr>
        <p:spPr>
          <a:xfrm>
            <a:off x="3848125" y="2167850"/>
            <a:ext cx="1300800" cy="18669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5" name="Google Shape;207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222684">
            <a:off x="3499256" y="1346436"/>
            <a:ext cx="1892737" cy="2866707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95"/>
          <p:cNvSpPr txBox="1"/>
          <p:nvPr/>
        </p:nvSpPr>
        <p:spPr>
          <a:xfrm>
            <a:off x="475999" y="3434844"/>
            <a:ext cx="573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7" name="Google Shape;2077;p95"/>
          <p:cNvGrpSpPr/>
          <p:nvPr/>
        </p:nvGrpSpPr>
        <p:grpSpPr>
          <a:xfrm flipH="1">
            <a:off x="520525" y="1241175"/>
            <a:ext cx="2187650" cy="2193659"/>
            <a:chOff x="2349325" y="1959633"/>
            <a:chExt cx="2187650" cy="2193659"/>
          </a:xfrm>
        </p:grpSpPr>
        <p:pic>
          <p:nvPicPr>
            <p:cNvPr id="2078" name="Google Shape;207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108225" y="3343709"/>
              <a:ext cx="428750" cy="809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9" name="Google Shape;2079;p95"/>
            <p:cNvPicPr preferRelativeResize="0"/>
            <p:nvPr/>
          </p:nvPicPr>
          <p:blipFill rotWithShape="1">
            <a:blip r:embed="rId5">
              <a:alphaModFix/>
            </a:blip>
            <a:srcRect b="0" l="0" r="70143" t="56280"/>
            <a:stretch/>
          </p:blipFill>
          <p:spPr>
            <a:xfrm>
              <a:off x="2349325" y="1959633"/>
              <a:ext cx="2001802" cy="15634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80" name="Google Shape;2080;p95"/>
          <p:cNvSpPr txBox="1"/>
          <p:nvPr>
            <p:ph idx="1" type="body"/>
          </p:nvPr>
        </p:nvSpPr>
        <p:spPr>
          <a:xfrm>
            <a:off x="792093" y="1502938"/>
            <a:ext cx="1831500" cy="8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 think the two shapes will </a:t>
            </a:r>
            <a:r>
              <a:rPr lang="en-GB" sz="1600">
                <a:solidFill>
                  <a:schemeClr val="accent5"/>
                </a:solidFill>
              </a:rPr>
              <a:t>always</a:t>
            </a:r>
            <a:r>
              <a:rPr lang="en-GB" sz="1600"/>
              <a:t> be congruent.</a:t>
            </a:r>
            <a:endParaRPr sz="1600"/>
          </a:p>
        </p:txBody>
      </p:sp>
      <p:sp>
        <p:nvSpPr>
          <p:cNvPr id="2081" name="Google Shape;2081;p95"/>
          <p:cNvSpPr txBox="1"/>
          <p:nvPr>
            <p:ph idx="1" type="body"/>
          </p:nvPr>
        </p:nvSpPr>
        <p:spPr>
          <a:xfrm>
            <a:off x="5593850" y="2208550"/>
            <a:ext cx="2966700" cy="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triangle and a trapezium</a:t>
            </a:r>
            <a:endParaRPr sz="1800"/>
          </a:p>
        </p:txBody>
      </p:sp>
      <p:sp>
        <p:nvSpPr>
          <p:cNvPr id="2082" name="Google Shape;2082;p95"/>
          <p:cNvSpPr txBox="1"/>
          <p:nvPr>
            <p:ph idx="1" type="body"/>
          </p:nvPr>
        </p:nvSpPr>
        <p:spPr>
          <a:xfrm>
            <a:off x="3372000" y="1368900"/>
            <a:ext cx="50973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 of </a:t>
            </a:r>
            <a:r>
              <a:rPr lang="en-GB" sz="2000">
                <a:solidFill>
                  <a:schemeClr val="accent5"/>
                </a:solidFill>
              </a:rPr>
              <a:t>incongruent</a:t>
            </a:r>
            <a:r>
              <a:rPr lang="en-GB" sz="2000"/>
              <a:t> shapes:</a:t>
            </a:r>
            <a:endParaRPr sz="2000"/>
          </a:p>
        </p:txBody>
      </p:sp>
      <p:sp>
        <p:nvSpPr>
          <p:cNvPr id="2083" name="Google Shape;2083;p95"/>
          <p:cNvSpPr/>
          <p:nvPr/>
        </p:nvSpPr>
        <p:spPr>
          <a:xfrm>
            <a:off x="3951575" y="2167850"/>
            <a:ext cx="1208325" cy="1175650"/>
          </a:xfrm>
          <a:custGeom>
            <a:rect b="b" l="l" r="r" t="t"/>
            <a:pathLst>
              <a:path extrusionOk="0" h="47026" w="48333">
                <a:moveTo>
                  <a:pt x="0" y="0"/>
                </a:moveTo>
                <a:lnTo>
                  <a:pt x="48333" y="0"/>
                </a:lnTo>
                <a:lnTo>
                  <a:pt x="48333" y="47026"/>
                </a:lnTo>
                <a:close/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84" name="Google Shape;2084;p95"/>
          <p:cNvSpPr/>
          <p:nvPr/>
        </p:nvSpPr>
        <p:spPr>
          <a:xfrm>
            <a:off x="3848175" y="2336575"/>
            <a:ext cx="1311725" cy="1698175"/>
          </a:xfrm>
          <a:custGeom>
            <a:rect b="b" l="l" r="r" t="t"/>
            <a:pathLst>
              <a:path extrusionOk="0" h="67927" w="52469">
                <a:moveTo>
                  <a:pt x="0" y="0"/>
                </a:moveTo>
                <a:lnTo>
                  <a:pt x="0" y="67927"/>
                </a:lnTo>
                <a:lnTo>
                  <a:pt x="52469" y="67927"/>
                </a:lnTo>
                <a:lnTo>
                  <a:pt x="52469" y="49857"/>
                </a:lnTo>
                <a:close/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96"/>
          <p:cNvSpPr txBox="1"/>
          <p:nvPr>
            <p:ph idx="1" type="body"/>
          </p:nvPr>
        </p:nvSpPr>
        <p:spPr>
          <a:xfrm>
            <a:off x="324000" y="759300"/>
            <a:ext cx="50973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is Aisha incorrect?</a:t>
            </a:r>
            <a:endParaRPr sz="2000"/>
          </a:p>
        </p:txBody>
      </p:sp>
      <p:sp>
        <p:nvSpPr>
          <p:cNvPr id="2090" name="Google Shape;209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congruence</a:t>
            </a:r>
            <a:endParaRPr/>
          </a:p>
        </p:txBody>
      </p:sp>
      <p:sp>
        <p:nvSpPr>
          <p:cNvPr id="2091" name="Google Shape;2091;p96"/>
          <p:cNvSpPr txBox="1"/>
          <p:nvPr/>
        </p:nvSpPr>
        <p:spPr>
          <a:xfrm>
            <a:off x="475999" y="3434844"/>
            <a:ext cx="573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2" name="Google Shape;2092;p96"/>
          <p:cNvGrpSpPr/>
          <p:nvPr/>
        </p:nvGrpSpPr>
        <p:grpSpPr>
          <a:xfrm flipH="1">
            <a:off x="520525" y="1241175"/>
            <a:ext cx="2187650" cy="2193659"/>
            <a:chOff x="2349325" y="1959633"/>
            <a:chExt cx="2187650" cy="2193659"/>
          </a:xfrm>
        </p:grpSpPr>
        <p:pic>
          <p:nvPicPr>
            <p:cNvPr id="2093" name="Google Shape;2093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108225" y="3343709"/>
              <a:ext cx="428750" cy="809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4" name="Google Shape;2094;p96"/>
            <p:cNvPicPr preferRelativeResize="0"/>
            <p:nvPr/>
          </p:nvPicPr>
          <p:blipFill rotWithShape="1">
            <a:blip r:embed="rId4">
              <a:alphaModFix/>
            </a:blip>
            <a:srcRect b="0" l="0" r="70143" t="56280"/>
            <a:stretch/>
          </p:blipFill>
          <p:spPr>
            <a:xfrm>
              <a:off x="2349325" y="1959633"/>
              <a:ext cx="2001802" cy="15634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5" name="Google Shape;2095;p96"/>
          <p:cNvSpPr txBox="1"/>
          <p:nvPr>
            <p:ph idx="1" type="body"/>
          </p:nvPr>
        </p:nvSpPr>
        <p:spPr>
          <a:xfrm>
            <a:off x="792093" y="1502938"/>
            <a:ext cx="1831500" cy="8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 think the two shapes will </a:t>
            </a:r>
            <a:r>
              <a:rPr lang="en-GB" sz="1600">
                <a:solidFill>
                  <a:schemeClr val="accent5"/>
                </a:solidFill>
              </a:rPr>
              <a:t>always</a:t>
            </a:r>
            <a:r>
              <a:rPr lang="en-GB" sz="1600"/>
              <a:t> be congruent.</a:t>
            </a:r>
            <a:endParaRPr sz="1600"/>
          </a:p>
        </p:txBody>
      </p:sp>
      <p:sp>
        <p:nvSpPr>
          <p:cNvPr id="2096" name="Google Shape;2096;p96"/>
          <p:cNvSpPr/>
          <p:nvPr/>
        </p:nvSpPr>
        <p:spPr>
          <a:xfrm>
            <a:off x="3848125" y="2167850"/>
            <a:ext cx="1300800" cy="18669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7" name="Google Shape;2097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100003">
            <a:off x="3526031" y="1916411"/>
            <a:ext cx="1892737" cy="2866707"/>
          </a:xfrm>
          <a:prstGeom prst="rect">
            <a:avLst/>
          </a:prstGeom>
          <a:noFill/>
          <a:ln>
            <a:noFill/>
          </a:ln>
        </p:spPr>
      </p:pic>
      <p:sp>
        <p:nvSpPr>
          <p:cNvPr id="2098" name="Google Shape;2098;p96"/>
          <p:cNvSpPr txBox="1"/>
          <p:nvPr>
            <p:ph idx="1" type="body"/>
          </p:nvPr>
        </p:nvSpPr>
        <p:spPr>
          <a:xfrm>
            <a:off x="5774400" y="2178725"/>
            <a:ext cx="2924400" cy="73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 trapezia but with different vertical lengths </a:t>
            </a:r>
            <a:endParaRPr sz="1800"/>
          </a:p>
        </p:txBody>
      </p:sp>
      <p:sp>
        <p:nvSpPr>
          <p:cNvPr id="2099" name="Google Shape;2099;p96"/>
          <p:cNvSpPr txBox="1"/>
          <p:nvPr>
            <p:ph idx="1" type="body"/>
          </p:nvPr>
        </p:nvSpPr>
        <p:spPr>
          <a:xfrm>
            <a:off x="3372000" y="1368900"/>
            <a:ext cx="50973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 of </a:t>
            </a:r>
            <a:r>
              <a:rPr lang="en-GB" sz="2000">
                <a:solidFill>
                  <a:schemeClr val="accent5"/>
                </a:solidFill>
              </a:rPr>
              <a:t>incongruent</a:t>
            </a:r>
            <a:r>
              <a:rPr lang="en-GB" sz="2000"/>
              <a:t> shapes:</a:t>
            </a:r>
            <a:endParaRPr sz="2000"/>
          </a:p>
        </p:txBody>
      </p:sp>
      <p:sp>
        <p:nvSpPr>
          <p:cNvPr id="2100" name="Google Shape;2100;p96"/>
          <p:cNvSpPr/>
          <p:nvPr/>
        </p:nvSpPr>
        <p:spPr>
          <a:xfrm>
            <a:off x="3859050" y="2178725"/>
            <a:ext cx="1289950" cy="1404275"/>
          </a:xfrm>
          <a:custGeom>
            <a:rect b="b" l="l" r="r" t="t"/>
            <a:pathLst>
              <a:path extrusionOk="0" h="56171" w="51598">
                <a:moveTo>
                  <a:pt x="0" y="31134"/>
                </a:moveTo>
                <a:lnTo>
                  <a:pt x="0" y="0"/>
                </a:lnTo>
                <a:lnTo>
                  <a:pt x="51598" y="0"/>
                </a:lnTo>
                <a:lnTo>
                  <a:pt x="51598" y="56171"/>
                </a:lnTo>
                <a:close/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01" name="Google Shape;2101;p96"/>
          <p:cNvSpPr/>
          <p:nvPr/>
        </p:nvSpPr>
        <p:spPr>
          <a:xfrm>
            <a:off x="3852625" y="3163025"/>
            <a:ext cx="1301650" cy="869825"/>
          </a:xfrm>
          <a:custGeom>
            <a:rect b="b" l="l" r="r" t="t"/>
            <a:pathLst>
              <a:path extrusionOk="0" h="34793" w="52066">
                <a:moveTo>
                  <a:pt x="0" y="0"/>
                </a:moveTo>
                <a:lnTo>
                  <a:pt x="0" y="34793"/>
                </a:lnTo>
                <a:lnTo>
                  <a:pt x="52066" y="34793"/>
                </a:lnTo>
                <a:lnTo>
                  <a:pt x="52066" y="24380"/>
                </a:lnTo>
                <a:close/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97"/>
          <p:cNvSpPr/>
          <p:nvPr/>
        </p:nvSpPr>
        <p:spPr>
          <a:xfrm>
            <a:off x="3848125" y="2167850"/>
            <a:ext cx="1300800" cy="18669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97"/>
          <p:cNvSpPr txBox="1"/>
          <p:nvPr>
            <p:ph idx="1" type="body"/>
          </p:nvPr>
        </p:nvSpPr>
        <p:spPr>
          <a:xfrm>
            <a:off x="324000" y="759300"/>
            <a:ext cx="50973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is Jun incorrect?</a:t>
            </a:r>
            <a:endParaRPr sz="2000"/>
          </a:p>
        </p:txBody>
      </p:sp>
      <p:sp>
        <p:nvSpPr>
          <p:cNvPr id="2108" name="Google Shape;210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congruence</a:t>
            </a:r>
            <a:endParaRPr/>
          </a:p>
        </p:txBody>
      </p:sp>
      <p:pic>
        <p:nvPicPr>
          <p:cNvPr id="2109" name="Google Shape;2109;p97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 flipH="1">
            <a:off x="706373" y="1241175"/>
            <a:ext cx="2001802" cy="1563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815615">
            <a:off x="3380777" y="1359081"/>
            <a:ext cx="2195540" cy="332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111" name="Google Shape;2111;p97"/>
          <p:cNvSpPr txBox="1"/>
          <p:nvPr>
            <p:ph idx="1" type="body"/>
          </p:nvPr>
        </p:nvSpPr>
        <p:spPr>
          <a:xfrm>
            <a:off x="5774400" y="2149550"/>
            <a:ext cx="29244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 right-angles triangles</a:t>
            </a:r>
            <a:endParaRPr sz="1800"/>
          </a:p>
        </p:txBody>
      </p:sp>
      <p:sp>
        <p:nvSpPr>
          <p:cNvPr id="2112" name="Google Shape;2112;p97"/>
          <p:cNvSpPr txBox="1"/>
          <p:nvPr>
            <p:ph idx="1" type="body"/>
          </p:nvPr>
        </p:nvSpPr>
        <p:spPr>
          <a:xfrm>
            <a:off x="3372000" y="1368900"/>
            <a:ext cx="50973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 of </a:t>
            </a:r>
            <a:r>
              <a:rPr lang="en-GB" sz="2000">
                <a:solidFill>
                  <a:schemeClr val="accent5"/>
                </a:solidFill>
              </a:rPr>
              <a:t>congruent</a:t>
            </a:r>
            <a:r>
              <a:rPr lang="en-GB" sz="2000"/>
              <a:t> shapes:</a:t>
            </a:r>
            <a:endParaRPr sz="2000"/>
          </a:p>
        </p:txBody>
      </p:sp>
      <p:sp>
        <p:nvSpPr>
          <p:cNvPr id="2113" name="Google Shape;2113;p97"/>
          <p:cNvSpPr txBox="1"/>
          <p:nvPr/>
        </p:nvSpPr>
        <p:spPr>
          <a:xfrm>
            <a:off x="376990" y="3428272"/>
            <a:ext cx="585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4" name="Google Shape;2114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454" y="2803852"/>
            <a:ext cx="500165" cy="625455"/>
          </a:xfrm>
          <a:prstGeom prst="rect">
            <a:avLst/>
          </a:prstGeom>
          <a:noFill/>
          <a:ln>
            <a:noFill/>
          </a:ln>
        </p:spPr>
      </p:pic>
      <p:sp>
        <p:nvSpPr>
          <p:cNvPr id="2115" name="Google Shape;2115;p97"/>
          <p:cNvSpPr txBox="1"/>
          <p:nvPr>
            <p:ph idx="1" type="body"/>
          </p:nvPr>
        </p:nvSpPr>
        <p:spPr>
          <a:xfrm>
            <a:off x="882129" y="1514649"/>
            <a:ext cx="1494000" cy="8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 think they can </a:t>
            </a:r>
            <a:r>
              <a:rPr lang="en-GB" sz="1600">
                <a:solidFill>
                  <a:schemeClr val="accent5"/>
                </a:solidFill>
              </a:rPr>
              <a:t>never</a:t>
            </a:r>
            <a:r>
              <a:rPr lang="en-GB" sz="1600"/>
              <a:t> be congruent.</a:t>
            </a:r>
            <a:endParaRPr sz="1600"/>
          </a:p>
        </p:txBody>
      </p:sp>
      <p:sp>
        <p:nvSpPr>
          <p:cNvPr id="2116" name="Google Shape;2116;p97"/>
          <p:cNvSpPr txBox="1"/>
          <p:nvPr>
            <p:ph idx="1" type="body"/>
          </p:nvPr>
        </p:nvSpPr>
        <p:spPr>
          <a:xfrm>
            <a:off x="5774400" y="2645625"/>
            <a:ext cx="3109200" cy="6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Opposite edges in a rectangle are equal length.</a:t>
            </a:r>
            <a:endParaRPr sz="1800"/>
          </a:p>
        </p:txBody>
      </p:sp>
      <p:sp>
        <p:nvSpPr>
          <p:cNvPr id="2117" name="Google Shape;2117;p97"/>
          <p:cNvSpPr txBox="1"/>
          <p:nvPr>
            <p:ph idx="1" type="body"/>
          </p:nvPr>
        </p:nvSpPr>
        <p:spPr>
          <a:xfrm>
            <a:off x="5774400" y="3483822"/>
            <a:ext cx="2924400" cy="13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Opposite edges in a rectangle are parallel and alternate angles in parallel lines are equal.</a:t>
            </a:r>
            <a:endParaRPr sz="1800"/>
          </a:p>
        </p:txBody>
      </p:sp>
      <p:grpSp>
        <p:nvGrpSpPr>
          <p:cNvPr id="2118" name="Google Shape;2118;p97"/>
          <p:cNvGrpSpPr/>
          <p:nvPr/>
        </p:nvGrpSpPr>
        <p:grpSpPr>
          <a:xfrm>
            <a:off x="3848125" y="2154987"/>
            <a:ext cx="1312114" cy="1879763"/>
            <a:chOff x="3848125" y="2154987"/>
            <a:chExt cx="1312114" cy="1879763"/>
          </a:xfrm>
        </p:grpSpPr>
        <p:sp>
          <p:nvSpPr>
            <p:cNvPr id="2119" name="Google Shape;2119;p97"/>
            <p:cNvSpPr/>
            <p:nvPr/>
          </p:nvSpPr>
          <p:spPr>
            <a:xfrm>
              <a:off x="3848125" y="3892850"/>
              <a:ext cx="141900" cy="141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0" name="Google Shape;2120;p97"/>
            <p:cNvSpPr/>
            <p:nvPr/>
          </p:nvSpPr>
          <p:spPr>
            <a:xfrm>
              <a:off x="5018339" y="2162021"/>
              <a:ext cx="141900" cy="141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1" name="Google Shape;2121;p97"/>
            <p:cNvSpPr/>
            <p:nvPr/>
          </p:nvSpPr>
          <p:spPr>
            <a:xfrm>
              <a:off x="3853550" y="2368425"/>
              <a:ext cx="1219500" cy="1664400"/>
            </a:xfrm>
            <a:prstGeom prst="rtTriangl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2" name="Google Shape;2122;p97"/>
            <p:cNvSpPr/>
            <p:nvPr/>
          </p:nvSpPr>
          <p:spPr>
            <a:xfrm rot="10800000">
              <a:off x="3939469" y="2154987"/>
              <a:ext cx="1219500" cy="1664400"/>
            </a:xfrm>
            <a:prstGeom prst="rtTriangl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3" name="Google Shape;2123;p97"/>
          <p:cNvGrpSpPr/>
          <p:nvPr/>
        </p:nvGrpSpPr>
        <p:grpSpPr>
          <a:xfrm>
            <a:off x="3751375" y="2073442"/>
            <a:ext cx="1503940" cy="2050625"/>
            <a:chOff x="3751375" y="2073442"/>
            <a:chExt cx="1503940" cy="2050625"/>
          </a:xfrm>
        </p:grpSpPr>
        <p:cxnSp>
          <p:nvCxnSpPr>
            <p:cNvPr id="2124" name="Google Shape;2124;p97"/>
            <p:cNvCxnSpPr/>
            <p:nvPr/>
          </p:nvCxnSpPr>
          <p:spPr>
            <a:xfrm>
              <a:off x="3751375" y="3101300"/>
              <a:ext cx="188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5" name="Google Shape;2125;p97"/>
            <p:cNvCxnSpPr/>
            <p:nvPr/>
          </p:nvCxnSpPr>
          <p:spPr>
            <a:xfrm>
              <a:off x="3751375" y="3171950"/>
              <a:ext cx="188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6" name="Google Shape;2126;p97"/>
            <p:cNvCxnSpPr/>
            <p:nvPr/>
          </p:nvCxnSpPr>
          <p:spPr>
            <a:xfrm>
              <a:off x="5067215" y="2872700"/>
              <a:ext cx="188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7" name="Google Shape;2127;p97"/>
            <p:cNvCxnSpPr/>
            <p:nvPr/>
          </p:nvCxnSpPr>
          <p:spPr>
            <a:xfrm>
              <a:off x="5067215" y="2943350"/>
              <a:ext cx="188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8" name="Google Shape;2128;p97"/>
            <p:cNvCxnSpPr/>
            <p:nvPr/>
          </p:nvCxnSpPr>
          <p:spPr>
            <a:xfrm rot="10800000">
              <a:off x="4525151" y="2073442"/>
              <a:ext cx="0" cy="173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9" name="Google Shape;2129;p97"/>
            <p:cNvCxnSpPr/>
            <p:nvPr/>
          </p:nvCxnSpPr>
          <p:spPr>
            <a:xfrm rot="10800000">
              <a:off x="4498526" y="3950967"/>
              <a:ext cx="0" cy="173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30" name="Google Shape;2130;p97"/>
          <p:cNvGrpSpPr/>
          <p:nvPr/>
        </p:nvGrpSpPr>
        <p:grpSpPr>
          <a:xfrm>
            <a:off x="3684811" y="1951199"/>
            <a:ext cx="1629824" cy="2283900"/>
            <a:chOff x="3684811" y="1951199"/>
            <a:chExt cx="1629824" cy="2283900"/>
          </a:xfrm>
        </p:grpSpPr>
        <p:sp>
          <p:nvSpPr>
            <p:cNvPr id="2131" name="Google Shape;2131;p97"/>
            <p:cNvSpPr/>
            <p:nvPr/>
          </p:nvSpPr>
          <p:spPr>
            <a:xfrm>
              <a:off x="3684811" y="2231003"/>
              <a:ext cx="352800" cy="352800"/>
            </a:xfrm>
            <a:prstGeom prst="arc">
              <a:avLst>
                <a:gd fmla="val 3232553" name="adj1"/>
                <a:gd fmla="val 523295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32" name="Google Shape;2132;p97"/>
            <p:cNvGrpSpPr/>
            <p:nvPr/>
          </p:nvGrpSpPr>
          <p:grpSpPr>
            <a:xfrm>
              <a:off x="4803825" y="3779999"/>
              <a:ext cx="455100" cy="455100"/>
              <a:chOff x="4803825" y="3779999"/>
              <a:chExt cx="455100" cy="455100"/>
            </a:xfrm>
          </p:grpSpPr>
          <p:sp>
            <p:nvSpPr>
              <p:cNvPr id="2133" name="Google Shape;2133;p97"/>
              <p:cNvSpPr/>
              <p:nvPr/>
            </p:nvSpPr>
            <p:spPr>
              <a:xfrm>
                <a:off x="4855025" y="3831203"/>
                <a:ext cx="352800" cy="352800"/>
              </a:xfrm>
              <a:prstGeom prst="arc">
                <a:avLst>
                  <a:gd fmla="val 10529417" name="adj1"/>
                  <a:gd fmla="val 14100877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4" name="Google Shape;2134;p97"/>
              <p:cNvSpPr/>
              <p:nvPr/>
            </p:nvSpPr>
            <p:spPr>
              <a:xfrm>
                <a:off x="4803825" y="3779999"/>
                <a:ext cx="455100" cy="455100"/>
              </a:xfrm>
              <a:prstGeom prst="arc">
                <a:avLst>
                  <a:gd fmla="val 10529417" name="adj1"/>
                  <a:gd fmla="val 14100877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135" name="Google Shape;2135;p97"/>
            <p:cNvSpPr/>
            <p:nvPr/>
          </p:nvSpPr>
          <p:spPr>
            <a:xfrm>
              <a:off x="3737025" y="1951199"/>
              <a:ext cx="455100" cy="455100"/>
            </a:xfrm>
            <a:prstGeom prst="arc">
              <a:avLst>
                <a:gd fmla="val 119918" name="adj1"/>
                <a:gd fmla="val 302545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6" name="Google Shape;2136;p97"/>
            <p:cNvSpPr/>
            <p:nvPr/>
          </p:nvSpPr>
          <p:spPr>
            <a:xfrm>
              <a:off x="3788175" y="2002350"/>
              <a:ext cx="352800" cy="352800"/>
            </a:xfrm>
            <a:prstGeom prst="arc">
              <a:avLst>
                <a:gd fmla="val 78143" name="adj1"/>
                <a:gd fmla="val 298113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7" name="Google Shape;2137;p97"/>
            <p:cNvSpPr/>
            <p:nvPr/>
          </p:nvSpPr>
          <p:spPr>
            <a:xfrm>
              <a:off x="4961835" y="3581164"/>
              <a:ext cx="352800" cy="352800"/>
            </a:xfrm>
            <a:prstGeom prst="arc">
              <a:avLst>
                <a:gd fmla="val 13973506" name="adj1"/>
                <a:gd fmla="val 1616279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p98"/>
          <p:cNvSpPr txBox="1"/>
          <p:nvPr>
            <p:ph idx="1" type="body"/>
          </p:nvPr>
        </p:nvSpPr>
        <p:spPr>
          <a:xfrm>
            <a:off x="324000" y="759300"/>
            <a:ext cx="50973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is Jun incorrect?</a:t>
            </a:r>
            <a:endParaRPr sz="2000"/>
          </a:p>
        </p:txBody>
      </p:sp>
      <p:sp>
        <p:nvSpPr>
          <p:cNvPr id="2143" name="Google Shape;2143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congruence</a:t>
            </a:r>
            <a:endParaRPr/>
          </a:p>
        </p:txBody>
      </p:sp>
      <p:sp>
        <p:nvSpPr>
          <p:cNvPr id="2144" name="Google Shape;2144;p98"/>
          <p:cNvSpPr/>
          <p:nvPr/>
        </p:nvSpPr>
        <p:spPr>
          <a:xfrm>
            <a:off x="3848125" y="2167850"/>
            <a:ext cx="1300800" cy="18669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5" name="Google Shape;214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607379">
            <a:off x="3487101" y="1626190"/>
            <a:ext cx="1881198" cy="2849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6" name="Google Shape;2146;p98"/>
          <p:cNvPicPr preferRelativeResize="0"/>
          <p:nvPr/>
        </p:nvPicPr>
        <p:blipFill rotWithShape="1">
          <a:blip r:embed="rId4">
            <a:alphaModFix/>
          </a:blip>
          <a:srcRect b="0" l="0" r="70143" t="56280"/>
          <a:stretch/>
        </p:blipFill>
        <p:spPr>
          <a:xfrm flipH="1">
            <a:off x="706373" y="1241175"/>
            <a:ext cx="2001802" cy="1563495"/>
          </a:xfrm>
          <a:prstGeom prst="rect">
            <a:avLst/>
          </a:prstGeom>
          <a:noFill/>
          <a:ln>
            <a:noFill/>
          </a:ln>
        </p:spPr>
      </p:pic>
      <p:sp>
        <p:nvSpPr>
          <p:cNvPr id="2147" name="Google Shape;2147;p98"/>
          <p:cNvSpPr txBox="1"/>
          <p:nvPr>
            <p:ph idx="1" type="body"/>
          </p:nvPr>
        </p:nvSpPr>
        <p:spPr>
          <a:xfrm>
            <a:off x="5774400" y="2149550"/>
            <a:ext cx="29244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 trapezia where the vertical lengths are equal</a:t>
            </a:r>
            <a:endParaRPr sz="1800"/>
          </a:p>
        </p:txBody>
      </p:sp>
      <p:sp>
        <p:nvSpPr>
          <p:cNvPr id="2148" name="Google Shape;2148;p98"/>
          <p:cNvSpPr txBox="1"/>
          <p:nvPr>
            <p:ph idx="1" type="body"/>
          </p:nvPr>
        </p:nvSpPr>
        <p:spPr>
          <a:xfrm>
            <a:off x="3372000" y="1368900"/>
            <a:ext cx="50973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 of </a:t>
            </a:r>
            <a:r>
              <a:rPr lang="en-GB" sz="2000">
                <a:solidFill>
                  <a:schemeClr val="accent5"/>
                </a:solidFill>
              </a:rPr>
              <a:t>congruent</a:t>
            </a:r>
            <a:r>
              <a:rPr lang="en-GB" sz="2000"/>
              <a:t> shapes:</a:t>
            </a:r>
            <a:endParaRPr sz="2000"/>
          </a:p>
        </p:txBody>
      </p:sp>
      <p:sp>
        <p:nvSpPr>
          <p:cNvPr id="2149" name="Google Shape;2149;p98"/>
          <p:cNvSpPr txBox="1"/>
          <p:nvPr/>
        </p:nvSpPr>
        <p:spPr>
          <a:xfrm>
            <a:off x="376990" y="3428272"/>
            <a:ext cx="585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0" name="Google Shape;2150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454" y="2803852"/>
            <a:ext cx="500165" cy="625455"/>
          </a:xfrm>
          <a:prstGeom prst="rect">
            <a:avLst/>
          </a:prstGeom>
          <a:noFill/>
          <a:ln>
            <a:noFill/>
          </a:ln>
        </p:spPr>
      </p:pic>
      <p:sp>
        <p:nvSpPr>
          <p:cNvPr id="2151" name="Google Shape;2151;p98"/>
          <p:cNvSpPr txBox="1"/>
          <p:nvPr>
            <p:ph idx="1" type="body"/>
          </p:nvPr>
        </p:nvSpPr>
        <p:spPr>
          <a:xfrm>
            <a:off x="882129" y="1514649"/>
            <a:ext cx="1494000" cy="8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 think they can </a:t>
            </a:r>
            <a:r>
              <a:rPr lang="en-GB" sz="1600">
                <a:solidFill>
                  <a:schemeClr val="accent5"/>
                </a:solidFill>
              </a:rPr>
              <a:t>never</a:t>
            </a:r>
            <a:r>
              <a:rPr lang="en-GB" sz="1600"/>
              <a:t> be congruent.</a:t>
            </a:r>
            <a:endParaRPr sz="1600"/>
          </a:p>
        </p:txBody>
      </p:sp>
      <p:sp>
        <p:nvSpPr>
          <p:cNvPr id="2152" name="Google Shape;2152;p98"/>
          <p:cNvSpPr txBox="1"/>
          <p:nvPr>
            <p:ph idx="1" type="body"/>
          </p:nvPr>
        </p:nvSpPr>
        <p:spPr>
          <a:xfrm>
            <a:off x="5774400" y="3102825"/>
            <a:ext cx="2694900" cy="13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Both contain two right angles</a:t>
            </a:r>
            <a:r>
              <a:rPr lang="en-GB" sz="1800"/>
              <a:t> and alternate angles in parallel lines are equal.</a:t>
            </a:r>
            <a:endParaRPr sz="1800"/>
          </a:p>
        </p:txBody>
      </p:sp>
      <p:grpSp>
        <p:nvGrpSpPr>
          <p:cNvPr id="2153" name="Google Shape;2153;p98"/>
          <p:cNvGrpSpPr/>
          <p:nvPr/>
        </p:nvGrpSpPr>
        <p:grpSpPr>
          <a:xfrm>
            <a:off x="3584194" y="2166637"/>
            <a:ext cx="1718177" cy="1871252"/>
            <a:chOff x="3584194" y="2166637"/>
            <a:chExt cx="1718177" cy="1871252"/>
          </a:xfrm>
        </p:grpSpPr>
        <p:sp>
          <p:nvSpPr>
            <p:cNvPr id="2154" name="Google Shape;2154;p98"/>
            <p:cNvSpPr/>
            <p:nvPr/>
          </p:nvSpPr>
          <p:spPr>
            <a:xfrm>
              <a:off x="4949571" y="3299421"/>
              <a:ext cx="352800" cy="352800"/>
            </a:xfrm>
            <a:prstGeom prst="arc">
              <a:avLst>
                <a:gd fmla="val 13462893" name="adj1"/>
                <a:gd fmla="val 1616279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55" name="Google Shape;2155;p98"/>
            <p:cNvGrpSpPr/>
            <p:nvPr/>
          </p:nvGrpSpPr>
          <p:grpSpPr>
            <a:xfrm>
              <a:off x="3748899" y="2447497"/>
              <a:ext cx="224700" cy="224700"/>
              <a:chOff x="3748899" y="2447497"/>
              <a:chExt cx="224700" cy="224700"/>
            </a:xfrm>
          </p:grpSpPr>
          <p:sp>
            <p:nvSpPr>
              <p:cNvPr id="2156" name="Google Shape;2156;p98"/>
              <p:cNvSpPr/>
              <p:nvPr/>
            </p:nvSpPr>
            <p:spPr>
              <a:xfrm>
                <a:off x="3748899" y="2447497"/>
                <a:ext cx="224700" cy="224700"/>
              </a:xfrm>
              <a:prstGeom prst="arc">
                <a:avLst>
                  <a:gd fmla="val 16335972" name="adj1"/>
                  <a:gd fmla="val 264420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57" name="Google Shape;2157;p98"/>
              <p:cNvSpPr/>
              <p:nvPr/>
            </p:nvSpPr>
            <p:spPr>
              <a:xfrm>
                <a:off x="3798025" y="2496624"/>
                <a:ext cx="126600" cy="126600"/>
              </a:xfrm>
              <a:prstGeom prst="arc">
                <a:avLst>
                  <a:gd fmla="val 16335972" name="adj1"/>
                  <a:gd fmla="val 264420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158" name="Google Shape;2158;p98"/>
            <p:cNvSpPr/>
            <p:nvPr/>
          </p:nvSpPr>
          <p:spPr>
            <a:xfrm rot="9849301">
              <a:off x="3625643" y="2585127"/>
              <a:ext cx="352701" cy="352701"/>
            </a:xfrm>
            <a:prstGeom prst="arc">
              <a:avLst>
                <a:gd fmla="val 13462893" name="adj1"/>
                <a:gd fmla="val 1616279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59" name="Google Shape;2159;p98"/>
            <p:cNvGrpSpPr/>
            <p:nvPr/>
          </p:nvGrpSpPr>
          <p:grpSpPr>
            <a:xfrm rot="10800000">
              <a:off x="5023859" y="3530649"/>
              <a:ext cx="224700" cy="224700"/>
              <a:chOff x="3748899" y="2447497"/>
              <a:chExt cx="224700" cy="224700"/>
            </a:xfrm>
          </p:grpSpPr>
          <p:sp>
            <p:nvSpPr>
              <p:cNvPr id="2160" name="Google Shape;2160;p98"/>
              <p:cNvSpPr/>
              <p:nvPr/>
            </p:nvSpPr>
            <p:spPr>
              <a:xfrm>
                <a:off x="3748899" y="2447497"/>
                <a:ext cx="224700" cy="224700"/>
              </a:xfrm>
              <a:prstGeom prst="arc">
                <a:avLst>
                  <a:gd fmla="val 16335972" name="adj1"/>
                  <a:gd fmla="val 264420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61" name="Google Shape;2161;p98"/>
              <p:cNvSpPr/>
              <p:nvPr/>
            </p:nvSpPr>
            <p:spPr>
              <a:xfrm>
                <a:off x="3798025" y="2496624"/>
                <a:ext cx="126600" cy="126600"/>
              </a:xfrm>
              <a:prstGeom prst="arc">
                <a:avLst>
                  <a:gd fmla="val 16335972" name="adj1"/>
                  <a:gd fmla="val 264420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162" name="Google Shape;2162;p98"/>
            <p:cNvSpPr/>
            <p:nvPr/>
          </p:nvSpPr>
          <p:spPr>
            <a:xfrm>
              <a:off x="3846799" y="2166637"/>
              <a:ext cx="102300" cy="1023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3" name="Google Shape;2163;p98"/>
            <p:cNvSpPr/>
            <p:nvPr/>
          </p:nvSpPr>
          <p:spPr>
            <a:xfrm>
              <a:off x="5053735" y="2166637"/>
              <a:ext cx="102300" cy="1023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4" name="Google Shape;2164;p98"/>
            <p:cNvSpPr/>
            <p:nvPr/>
          </p:nvSpPr>
          <p:spPr>
            <a:xfrm>
              <a:off x="5045559" y="3935589"/>
              <a:ext cx="102300" cy="1023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5" name="Google Shape;2165;p98"/>
            <p:cNvSpPr/>
            <p:nvPr/>
          </p:nvSpPr>
          <p:spPr>
            <a:xfrm>
              <a:off x="3842711" y="3935589"/>
              <a:ext cx="102300" cy="1023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6" name="Google Shape;2166;p98"/>
          <p:cNvGrpSpPr/>
          <p:nvPr/>
        </p:nvGrpSpPr>
        <p:grpSpPr>
          <a:xfrm>
            <a:off x="3751375" y="2073442"/>
            <a:ext cx="1490771" cy="2050625"/>
            <a:chOff x="3751375" y="2073442"/>
            <a:chExt cx="1490771" cy="2050625"/>
          </a:xfrm>
        </p:grpSpPr>
        <p:sp>
          <p:nvSpPr>
            <p:cNvPr id="2167" name="Google Shape;2167;p98"/>
            <p:cNvSpPr/>
            <p:nvPr/>
          </p:nvSpPr>
          <p:spPr>
            <a:xfrm>
              <a:off x="3853625" y="2770250"/>
              <a:ext cx="1294250" cy="1272425"/>
            </a:xfrm>
            <a:custGeom>
              <a:rect b="b" l="l" r="r" t="t"/>
              <a:pathLst>
                <a:path extrusionOk="0" h="50897" w="51770">
                  <a:moveTo>
                    <a:pt x="0" y="0"/>
                  </a:moveTo>
                  <a:lnTo>
                    <a:pt x="0" y="50897"/>
                  </a:lnTo>
                  <a:lnTo>
                    <a:pt x="51770" y="50897"/>
                  </a:lnTo>
                  <a:lnTo>
                    <a:pt x="51770" y="35773"/>
                  </a:lnTo>
                  <a:close/>
                </a:path>
              </a:pathLst>
            </a:cu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68" name="Google Shape;2168;p98"/>
            <p:cNvSpPr/>
            <p:nvPr/>
          </p:nvSpPr>
          <p:spPr>
            <a:xfrm rot="10800000">
              <a:off x="3853625" y="2160650"/>
              <a:ext cx="1294250" cy="1272425"/>
            </a:xfrm>
            <a:custGeom>
              <a:rect b="b" l="l" r="r" t="t"/>
              <a:pathLst>
                <a:path extrusionOk="0" h="50897" w="51770">
                  <a:moveTo>
                    <a:pt x="0" y="0"/>
                  </a:moveTo>
                  <a:lnTo>
                    <a:pt x="0" y="50897"/>
                  </a:lnTo>
                  <a:lnTo>
                    <a:pt x="51770" y="50897"/>
                  </a:lnTo>
                  <a:lnTo>
                    <a:pt x="51770" y="35773"/>
                  </a:lnTo>
                  <a:close/>
                </a:path>
              </a:pathLst>
            </a:cu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2169" name="Google Shape;2169;p98"/>
            <p:cNvGrpSpPr/>
            <p:nvPr/>
          </p:nvGrpSpPr>
          <p:grpSpPr>
            <a:xfrm>
              <a:off x="3751375" y="2073442"/>
              <a:ext cx="1490771" cy="2050625"/>
              <a:chOff x="3751375" y="2073442"/>
              <a:chExt cx="1490771" cy="2050625"/>
            </a:xfrm>
          </p:grpSpPr>
          <p:grpSp>
            <p:nvGrpSpPr>
              <p:cNvPr id="2170" name="Google Shape;2170;p98"/>
              <p:cNvGrpSpPr/>
              <p:nvPr/>
            </p:nvGrpSpPr>
            <p:grpSpPr>
              <a:xfrm>
                <a:off x="3751375" y="2073442"/>
                <a:ext cx="1489398" cy="2050625"/>
                <a:chOff x="3751375" y="2073442"/>
                <a:chExt cx="1489398" cy="2050625"/>
              </a:xfrm>
            </p:grpSpPr>
            <p:cxnSp>
              <p:nvCxnSpPr>
                <p:cNvPr id="2171" name="Google Shape;2171;p98"/>
                <p:cNvCxnSpPr/>
                <p:nvPr/>
              </p:nvCxnSpPr>
              <p:spPr>
                <a:xfrm>
                  <a:off x="3751375" y="3406100"/>
                  <a:ext cx="1881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72" name="Google Shape;2172;p98"/>
                <p:cNvCxnSpPr/>
                <p:nvPr/>
              </p:nvCxnSpPr>
              <p:spPr>
                <a:xfrm>
                  <a:off x="3751375" y="3476750"/>
                  <a:ext cx="1881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73" name="Google Shape;2173;p98"/>
                <p:cNvCxnSpPr/>
                <p:nvPr/>
              </p:nvCxnSpPr>
              <p:spPr>
                <a:xfrm>
                  <a:off x="5052673" y="2720300"/>
                  <a:ext cx="1881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74" name="Google Shape;2174;p98"/>
                <p:cNvCxnSpPr/>
                <p:nvPr/>
              </p:nvCxnSpPr>
              <p:spPr>
                <a:xfrm>
                  <a:off x="5052673" y="2790950"/>
                  <a:ext cx="1881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75" name="Google Shape;2175;p98"/>
                <p:cNvCxnSpPr/>
                <p:nvPr/>
              </p:nvCxnSpPr>
              <p:spPr>
                <a:xfrm rot="10800000">
                  <a:off x="4525151" y="2073442"/>
                  <a:ext cx="0" cy="173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76" name="Google Shape;2176;p98"/>
                <p:cNvCxnSpPr/>
                <p:nvPr/>
              </p:nvCxnSpPr>
              <p:spPr>
                <a:xfrm rot="10800000">
                  <a:off x="4498526" y="3950967"/>
                  <a:ext cx="0" cy="173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2177" name="Google Shape;2177;p98"/>
              <p:cNvCxnSpPr/>
              <p:nvPr/>
            </p:nvCxnSpPr>
            <p:spPr>
              <a:xfrm rot="10800000">
                <a:off x="4574726" y="3950967"/>
                <a:ext cx="0" cy="173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8" name="Google Shape;2178;p98"/>
              <p:cNvCxnSpPr/>
              <p:nvPr/>
            </p:nvCxnSpPr>
            <p:spPr>
              <a:xfrm rot="10800000">
                <a:off x="4601351" y="2073442"/>
                <a:ext cx="0" cy="173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9" name="Google Shape;2179;p98"/>
              <p:cNvCxnSpPr/>
              <p:nvPr/>
            </p:nvCxnSpPr>
            <p:spPr>
              <a:xfrm>
                <a:off x="5054046" y="3828666"/>
                <a:ext cx="188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0" name="Google Shape;2180;p98"/>
              <p:cNvCxnSpPr/>
              <p:nvPr/>
            </p:nvCxnSpPr>
            <p:spPr>
              <a:xfrm>
                <a:off x="3758646" y="2359053"/>
                <a:ext cx="188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1" name="Google Shape;2181;p98"/>
              <p:cNvCxnSpPr/>
              <p:nvPr/>
            </p:nvCxnSpPr>
            <p:spPr>
              <a:xfrm>
                <a:off x="5052673" y="2867150"/>
                <a:ext cx="188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2" name="Google Shape;2182;p98"/>
              <p:cNvCxnSpPr/>
              <p:nvPr/>
            </p:nvCxnSpPr>
            <p:spPr>
              <a:xfrm>
                <a:off x="3751375" y="3552950"/>
                <a:ext cx="188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99"/>
          <p:cNvSpPr txBox="1"/>
          <p:nvPr>
            <p:ph idx="1" type="body"/>
          </p:nvPr>
        </p:nvSpPr>
        <p:spPr>
          <a:xfrm>
            <a:off x="324000" y="759300"/>
            <a:ext cx="61401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two shapes are </a:t>
            </a:r>
            <a:r>
              <a:rPr lang="en-GB" sz="2000">
                <a:solidFill>
                  <a:schemeClr val="accent5"/>
                </a:solidFill>
              </a:rPr>
              <a:t>sometimes</a:t>
            </a:r>
            <a:r>
              <a:rPr lang="en-GB" sz="2000"/>
              <a:t> congruent.</a:t>
            </a:r>
            <a:endParaRPr sz="2000"/>
          </a:p>
        </p:txBody>
      </p:sp>
      <p:sp>
        <p:nvSpPr>
          <p:cNvPr id="2188" name="Google Shape;2188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congruence</a:t>
            </a:r>
            <a:endParaRPr/>
          </a:p>
        </p:txBody>
      </p:sp>
      <p:sp>
        <p:nvSpPr>
          <p:cNvPr id="2189" name="Google Shape;2189;p99"/>
          <p:cNvSpPr txBox="1"/>
          <p:nvPr/>
        </p:nvSpPr>
        <p:spPr>
          <a:xfrm>
            <a:off x="8205604" y="3562061"/>
            <a:ext cx="585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0" name="Google Shape;2190;p99"/>
          <p:cNvGrpSpPr/>
          <p:nvPr/>
        </p:nvGrpSpPr>
        <p:grpSpPr>
          <a:xfrm>
            <a:off x="6692723" y="1350033"/>
            <a:ext cx="2110594" cy="2212544"/>
            <a:chOff x="6616523" y="1959633"/>
            <a:chExt cx="2110594" cy="2212544"/>
          </a:xfrm>
        </p:grpSpPr>
        <p:pic>
          <p:nvPicPr>
            <p:cNvPr id="2191" name="Google Shape;2191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74104" y="3558677"/>
              <a:ext cx="553013" cy="61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2" name="Google Shape;2192;p99"/>
            <p:cNvPicPr preferRelativeResize="0"/>
            <p:nvPr/>
          </p:nvPicPr>
          <p:blipFill rotWithShape="1">
            <a:blip r:embed="rId4">
              <a:alphaModFix/>
            </a:blip>
            <a:srcRect b="0" l="0" r="70143" t="56280"/>
            <a:stretch/>
          </p:blipFill>
          <p:spPr>
            <a:xfrm>
              <a:off x="6616523" y="1959633"/>
              <a:ext cx="2001802" cy="15634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3" name="Google Shape;2193;p99"/>
          <p:cNvSpPr txBox="1"/>
          <p:nvPr>
            <p:ph idx="1" type="body"/>
          </p:nvPr>
        </p:nvSpPr>
        <p:spPr>
          <a:xfrm>
            <a:off x="6811900" y="1579150"/>
            <a:ext cx="1798800" cy="10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 think they can </a:t>
            </a:r>
            <a:r>
              <a:rPr lang="en-GB" sz="1600">
                <a:solidFill>
                  <a:schemeClr val="accent5"/>
                </a:solidFill>
              </a:rPr>
              <a:t>sometimes</a:t>
            </a:r>
            <a:r>
              <a:rPr lang="en-GB" sz="1600"/>
              <a:t> be congruent and sometimes not.</a:t>
            </a:r>
            <a:endParaRPr sz="1600"/>
          </a:p>
        </p:txBody>
      </p:sp>
      <p:sp>
        <p:nvSpPr>
          <p:cNvPr id="2194" name="Google Shape;2194;p99"/>
          <p:cNvSpPr/>
          <p:nvPr/>
        </p:nvSpPr>
        <p:spPr>
          <a:xfrm>
            <a:off x="1181125" y="1939250"/>
            <a:ext cx="1300800" cy="18669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5" name="Google Shape;2195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607379">
            <a:off x="820101" y="1397590"/>
            <a:ext cx="1881198" cy="2849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6" name="Google Shape;2196;p99"/>
          <p:cNvGrpSpPr/>
          <p:nvPr/>
        </p:nvGrpSpPr>
        <p:grpSpPr>
          <a:xfrm>
            <a:off x="917194" y="1938037"/>
            <a:ext cx="1718177" cy="1871252"/>
            <a:chOff x="3584194" y="2166637"/>
            <a:chExt cx="1718177" cy="1871252"/>
          </a:xfrm>
        </p:grpSpPr>
        <p:sp>
          <p:nvSpPr>
            <p:cNvPr id="2197" name="Google Shape;2197;p99"/>
            <p:cNvSpPr/>
            <p:nvPr/>
          </p:nvSpPr>
          <p:spPr>
            <a:xfrm>
              <a:off x="4949571" y="3299421"/>
              <a:ext cx="352800" cy="352800"/>
            </a:xfrm>
            <a:prstGeom prst="arc">
              <a:avLst>
                <a:gd fmla="val 13462893" name="adj1"/>
                <a:gd fmla="val 1616279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98" name="Google Shape;2198;p99"/>
            <p:cNvGrpSpPr/>
            <p:nvPr/>
          </p:nvGrpSpPr>
          <p:grpSpPr>
            <a:xfrm>
              <a:off x="3748899" y="2447497"/>
              <a:ext cx="224700" cy="224700"/>
              <a:chOff x="3748899" y="2447497"/>
              <a:chExt cx="224700" cy="224700"/>
            </a:xfrm>
          </p:grpSpPr>
          <p:sp>
            <p:nvSpPr>
              <p:cNvPr id="2199" name="Google Shape;2199;p99"/>
              <p:cNvSpPr/>
              <p:nvPr/>
            </p:nvSpPr>
            <p:spPr>
              <a:xfrm>
                <a:off x="3748899" y="2447497"/>
                <a:ext cx="224700" cy="224700"/>
              </a:xfrm>
              <a:prstGeom prst="arc">
                <a:avLst>
                  <a:gd fmla="val 16335972" name="adj1"/>
                  <a:gd fmla="val 264420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00" name="Google Shape;2200;p99"/>
              <p:cNvSpPr/>
              <p:nvPr/>
            </p:nvSpPr>
            <p:spPr>
              <a:xfrm>
                <a:off x="3798025" y="2496624"/>
                <a:ext cx="126600" cy="126600"/>
              </a:xfrm>
              <a:prstGeom prst="arc">
                <a:avLst>
                  <a:gd fmla="val 16335972" name="adj1"/>
                  <a:gd fmla="val 264420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201" name="Google Shape;2201;p99"/>
            <p:cNvSpPr/>
            <p:nvPr/>
          </p:nvSpPr>
          <p:spPr>
            <a:xfrm rot="9849301">
              <a:off x="3625643" y="2585127"/>
              <a:ext cx="352701" cy="352701"/>
            </a:xfrm>
            <a:prstGeom prst="arc">
              <a:avLst>
                <a:gd fmla="val 13462893" name="adj1"/>
                <a:gd fmla="val 1616279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02" name="Google Shape;2202;p99"/>
            <p:cNvGrpSpPr/>
            <p:nvPr/>
          </p:nvGrpSpPr>
          <p:grpSpPr>
            <a:xfrm rot="10800000">
              <a:off x="5023859" y="3530649"/>
              <a:ext cx="224700" cy="224700"/>
              <a:chOff x="3748899" y="2447497"/>
              <a:chExt cx="224700" cy="224700"/>
            </a:xfrm>
          </p:grpSpPr>
          <p:sp>
            <p:nvSpPr>
              <p:cNvPr id="2203" name="Google Shape;2203;p99"/>
              <p:cNvSpPr/>
              <p:nvPr/>
            </p:nvSpPr>
            <p:spPr>
              <a:xfrm>
                <a:off x="3748899" y="2447497"/>
                <a:ext cx="224700" cy="224700"/>
              </a:xfrm>
              <a:prstGeom prst="arc">
                <a:avLst>
                  <a:gd fmla="val 16335972" name="adj1"/>
                  <a:gd fmla="val 264420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04" name="Google Shape;2204;p99"/>
              <p:cNvSpPr/>
              <p:nvPr/>
            </p:nvSpPr>
            <p:spPr>
              <a:xfrm>
                <a:off x="3798025" y="2496624"/>
                <a:ext cx="126600" cy="126600"/>
              </a:xfrm>
              <a:prstGeom prst="arc">
                <a:avLst>
                  <a:gd fmla="val 16335972" name="adj1"/>
                  <a:gd fmla="val 264420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205" name="Google Shape;2205;p99"/>
            <p:cNvSpPr/>
            <p:nvPr/>
          </p:nvSpPr>
          <p:spPr>
            <a:xfrm>
              <a:off x="3846799" y="2166637"/>
              <a:ext cx="102300" cy="1023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6" name="Google Shape;2206;p99"/>
            <p:cNvSpPr/>
            <p:nvPr/>
          </p:nvSpPr>
          <p:spPr>
            <a:xfrm>
              <a:off x="5053735" y="2166637"/>
              <a:ext cx="102300" cy="1023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7" name="Google Shape;2207;p99"/>
            <p:cNvSpPr/>
            <p:nvPr/>
          </p:nvSpPr>
          <p:spPr>
            <a:xfrm>
              <a:off x="5045559" y="3935589"/>
              <a:ext cx="102300" cy="1023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8" name="Google Shape;2208;p99"/>
            <p:cNvSpPr/>
            <p:nvPr/>
          </p:nvSpPr>
          <p:spPr>
            <a:xfrm>
              <a:off x="3842711" y="3935589"/>
              <a:ext cx="102300" cy="1023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9" name="Google Shape;2209;p99"/>
          <p:cNvGrpSpPr/>
          <p:nvPr/>
        </p:nvGrpSpPr>
        <p:grpSpPr>
          <a:xfrm>
            <a:off x="1084375" y="1844842"/>
            <a:ext cx="1490771" cy="2050625"/>
            <a:chOff x="3751375" y="2073442"/>
            <a:chExt cx="1490771" cy="2050625"/>
          </a:xfrm>
        </p:grpSpPr>
        <p:sp>
          <p:nvSpPr>
            <p:cNvPr id="2210" name="Google Shape;2210;p99"/>
            <p:cNvSpPr/>
            <p:nvPr/>
          </p:nvSpPr>
          <p:spPr>
            <a:xfrm>
              <a:off x="3853625" y="2770250"/>
              <a:ext cx="1294250" cy="1272425"/>
            </a:xfrm>
            <a:custGeom>
              <a:rect b="b" l="l" r="r" t="t"/>
              <a:pathLst>
                <a:path extrusionOk="0" h="50897" w="51770">
                  <a:moveTo>
                    <a:pt x="0" y="0"/>
                  </a:moveTo>
                  <a:lnTo>
                    <a:pt x="0" y="50897"/>
                  </a:lnTo>
                  <a:lnTo>
                    <a:pt x="51770" y="50897"/>
                  </a:lnTo>
                  <a:lnTo>
                    <a:pt x="51770" y="35773"/>
                  </a:lnTo>
                  <a:close/>
                </a:path>
              </a:pathLst>
            </a:cu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11" name="Google Shape;2211;p99"/>
            <p:cNvSpPr/>
            <p:nvPr/>
          </p:nvSpPr>
          <p:spPr>
            <a:xfrm rot="10800000">
              <a:off x="3853625" y="2160650"/>
              <a:ext cx="1294250" cy="1272425"/>
            </a:xfrm>
            <a:custGeom>
              <a:rect b="b" l="l" r="r" t="t"/>
              <a:pathLst>
                <a:path extrusionOk="0" h="50897" w="51770">
                  <a:moveTo>
                    <a:pt x="0" y="0"/>
                  </a:moveTo>
                  <a:lnTo>
                    <a:pt x="0" y="50897"/>
                  </a:lnTo>
                  <a:lnTo>
                    <a:pt x="51770" y="50897"/>
                  </a:lnTo>
                  <a:lnTo>
                    <a:pt x="51770" y="35773"/>
                  </a:lnTo>
                  <a:close/>
                </a:path>
              </a:pathLst>
            </a:cu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2212" name="Google Shape;2212;p99"/>
            <p:cNvGrpSpPr/>
            <p:nvPr/>
          </p:nvGrpSpPr>
          <p:grpSpPr>
            <a:xfrm>
              <a:off x="3751375" y="2073442"/>
              <a:ext cx="1490771" cy="2050625"/>
              <a:chOff x="3751375" y="2073442"/>
              <a:chExt cx="1490771" cy="2050625"/>
            </a:xfrm>
          </p:grpSpPr>
          <p:grpSp>
            <p:nvGrpSpPr>
              <p:cNvPr id="2213" name="Google Shape;2213;p99"/>
              <p:cNvGrpSpPr/>
              <p:nvPr/>
            </p:nvGrpSpPr>
            <p:grpSpPr>
              <a:xfrm>
                <a:off x="3751375" y="2073442"/>
                <a:ext cx="1489398" cy="2050625"/>
                <a:chOff x="3751375" y="2073442"/>
                <a:chExt cx="1489398" cy="2050625"/>
              </a:xfrm>
            </p:grpSpPr>
            <p:cxnSp>
              <p:nvCxnSpPr>
                <p:cNvPr id="2214" name="Google Shape;2214;p99"/>
                <p:cNvCxnSpPr/>
                <p:nvPr/>
              </p:nvCxnSpPr>
              <p:spPr>
                <a:xfrm>
                  <a:off x="3751375" y="3406100"/>
                  <a:ext cx="1881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15" name="Google Shape;2215;p99"/>
                <p:cNvCxnSpPr/>
                <p:nvPr/>
              </p:nvCxnSpPr>
              <p:spPr>
                <a:xfrm>
                  <a:off x="3751375" y="3476750"/>
                  <a:ext cx="1881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16" name="Google Shape;2216;p99"/>
                <p:cNvCxnSpPr/>
                <p:nvPr/>
              </p:nvCxnSpPr>
              <p:spPr>
                <a:xfrm>
                  <a:off x="5052673" y="2720300"/>
                  <a:ext cx="1881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17" name="Google Shape;2217;p99"/>
                <p:cNvCxnSpPr/>
                <p:nvPr/>
              </p:nvCxnSpPr>
              <p:spPr>
                <a:xfrm>
                  <a:off x="5052673" y="2790950"/>
                  <a:ext cx="1881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18" name="Google Shape;2218;p99"/>
                <p:cNvCxnSpPr/>
                <p:nvPr/>
              </p:nvCxnSpPr>
              <p:spPr>
                <a:xfrm rot="10800000">
                  <a:off x="4525151" y="2073442"/>
                  <a:ext cx="0" cy="173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19" name="Google Shape;2219;p99"/>
                <p:cNvCxnSpPr/>
                <p:nvPr/>
              </p:nvCxnSpPr>
              <p:spPr>
                <a:xfrm rot="10800000">
                  <a:off x="4498526" y="3950967"/>
                  <a:ext cx="0" cy="173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2220" name="Google Shape;2220;p99"/>
              <p:cNvCxnSpPr/>
              <p:nvPr/>
            </p:nvCxnSpPr>
            <p:spPr>
              <a:xfrm rot="10800000">
                <a:off x="4574726" y="3950967"/>
                <a:ext cx="0" cy="173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1" name="Google Shape;2221;p99"/>
              <p:cNvCxnSpPr/>
              <p:nvPr/>
            </p:nvCxnSpPr>
            <p:spPr>
              <a:xfrm rot="10800000">
                <a:off x="4601351" y="2073442"/>
                <a:ext cx="0" cy="173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2" name="Google Shape;2222;p99"/>
              <p:cNvCxnSpPr/>
              <p:nvPr/>
            </p:nvCxnSpPr>
            <p:spPr>
              <a:xfrm>
                <a:off x="5054046" y="3828666"/>
                <a:ext cx="188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3" name="Google Shape;2223;p99"/>
              <p:cNvCxnSpPr/>
              <p:nvPr/>
            </p:nvCxnSpPr>
            <p:spPr>
              <a:xfrm>
                <a:off x="3758646" y="2359053"/>
                <a:ext cx="188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4" name="Google Shape;2224;p99"/>
              <p:cNvCxnSpPr/>
              <p:nvPr/>
            </p:nvCxnSpPr>
            <p:spPr>
              <a:xfrm>
                <a:off x="5052673" y="2867150"/>
                <a:ext cx="188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5" name="Google Shape;2225;p99"/>
              <p:cNvCxnSpPr/>
              <p:nvPr/>
            </p:nvCxnSpPr>
            <p:spPr>
              <a:xfrm>
                <a:off x="3751375" y="3552950"/>
                <a:ext cx="188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226" name="Google Shape;2226;p99"/>
          <p:cNvSpPr/>
          <p:nvPr/>
        </p:nvSpPr>
        <p:spPr>
          <a:xfrm>
            <a:off x="4000525" y="1939250"/>
            <a:ext cx="1300800" cy="18669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7" name="Google Shape;2227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100003">
            <a:off x="3678431" y="1687811"/>
            <a:ext cx="1892737" cy="2866707"/>
          </a:xfrm>
          <a:prstGeom prst="rect">
            <a:avLst/>
          </a:prstGeom>
          <a:noFill/>
          <a:ln>
            <a:noFill/>
          </a:ln>
        </p:spPr>
      </p:pic>
      <p:sp>
        <p:nvSpPr>
          <p:cNvPr id="2228" name="Google Shape;2228;p99"/>
          <p:cNvSpPr/>
          <p:nvPr/>
        </p:nvSpPr>
        <p:spPr>
          <a:xfrm>
            <a:off x="4011450" y="1950125"/>
            <a:ext cx="1289950" cy="1404275"/>
          </a:xfrm>
          <a:custGeom>
            <a:rect b="b" l="l" r="r" t="t"/>
            <a:pathLst>
              <a:path extrusionOk="0" h="56171" w="51598">
                <a:moveTo>
                  <a:pt x="0" y="31134"/>
                </a:moveTo>
                <a:lnTo>
                  <a:pt x="0" y="0"/>
                </a:lnTo>
                <a:lnTo>
                  <a:pt x="51598" y="0"/>
                </a:lnTo>
                <a:lnTo>
                  <a:pt x="51598" y="56171"/>
                </a:lnTo>
                <a:close/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29" name="Google Shape;2229;p99"/>
          <p:cNvSpPr/>
          <p:nvPr/>
        </p:nvSpPr>
        <p:spPr>
          <a:xfrm>
            <a:off x="4005025" y="2934425"/>
            <a:ext cx="1301650" cy="869825"/>
          </a:xfrm>
          <a:custGeom>
            <a:rect b="b" l="l" r="r" t="t"/>
            <a:pathLst>
              <a:path extrusionOk="0" h="34793" w="52066">
                <a:moveTo>
                  <a:pt x="0" y="0"/>
                </a:moveTo>
                <a:lnTo>
                  <a:pt x="0" y="34793"/>
                </a:lnTo>
                <a:lnTo>
                  <a:pt x="52066" y="34793"/>
                </a:lnTo>
                <a:lnTo>
                  <a:pt x="52066" y="24380"/>
                </a:lnTo>
                <a:close/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30" name="Google Shape;2230;p99"/>
          <p:cNvSpPr txBox="1"/>
          <p:nvPr>
            <p:ph idx="1" type="body"/>
          </p:nvPr>
        </p:nvSpPr>
        <p:spPr>
          <a:xfrm>
            <a:off x="1137750" y="1427700"/>
            <a:ext cx="14601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congruent</a:t>
            </a:r>
            <a:endParaRPr sz="2000"/>
          </a:p>
        </p:txBody>
      </p:sp>
      <p:sp>
        <p:nvSpPr>
          <p:cNvPr id="2231" name="Google Shape;2231;p99"/>
          <p:cNvSpPr txBox="1"/>
          <p:nvPr>
            <p:ph idx="1" type="body"/>
          </p:nvPr>
        </p:nvSpPr>
        <p:spPr>
          <a:xfrm>
            <a:off x="3957150" y="1427700"/>
            <a:ext cx="15660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</a:t>
            </a:r>
            <a:r>
              <a:rPr lang="en-GB" sz="2000"/>
              <a:t>congruent</a:t>
            </a:r>
            <a:endParaRPr sz="2000"/>
          </a:p>
        </p:txBody>
      </p:sp>
      <p:sp>
        <p:nvSpPr>
          <p:cNvPr id="2232" name="Google Shape;2232;p99"/>
          <p:cNvSpPr txBox="1"/>
          <p:nvPr>
            <p:ph idx="1" type="body"/>
          </p:nvPr>
        </p:nvSpPr>
        <p:spPr>
          <a:xfrm>
            <a:off x="324000" y="4340700"/>
            <a:ext cx="61401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what circumstances are the shapes congruent?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100"/>
          <p:cNvSpPr txBox="1"/>
          <p:nvPr>
            <p:ph idx="1" type="body"/>
          </p:nvPr>
        </p:nvSpPr>
        <p:spPr>
          <a:xfrm>
            <a:off x="324000" y="759300"/>
            <a:ext cx="61401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what circumstances are the shapes congruent?</a:t>
            </a:r>
            <a:endParaRPr sz="2000"/>
          </a:p>
        </p:txBody>
      </p:sp>
      <p:sp>
        <p:nvSpPr>
          <p:cNvPr id="2238" name="Google Shape;2238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congruence</a:t>
            </a:r>
            <a:endParaRPr/>
          </a:p>
        </p:txBody>
      </p:sp>
      <p:sp>
        <p:nvSpPr>
          <p:cNvPr id="2239" name="Google Shape;2239;p100"/>
          <p:cNvSpPr/>
          <p:nvPr/>
        </p:nvSpPr>
        <p:spPr>
          <a:xfrm>
            <a:off x="1284206" y="3039149"/>
            <a:ext cx="710400" cy="10197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0" name="Google Shape;224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815624">
            <a:off x="1028943" y="2597408"/>
            <a:ext cx="1199191" cy="181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241" name="Google Shape;2241;p100"/>
          <p:cNvSpPr/>
          <p:nvPr/>
        </p:nvSpPr>
        <p:spPr>
          <a:xfrm>
            <a:off x="1277255" y="1613476"/>
            <a:ext cx="710400" cy="10197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2" name="Google Shape;224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632142">
            <a:off x="1080072" y="1317620"/>
            <a:ext cx="1027490" cy="1556237"/>
          </a:xfrm>
          <a:prstGeom prst="rect">
            <a:avLst/>
          </a:prstGeom>
          <a:noFill/>
          <a:ln>
            <a:noFill/>
          </a:ln>
        </p:spPr>
      </p:pic>
      <p:sp>
        <p:nvSpPr>
          <p:cNvPr id="2243" name="Google Shape;2243;p100"/>
          <p:cNvSpPr txBox="1"/>
          <p:nvPr>
            <p:ph idx="1" type="body"/>
          </p:nvPr>
        </p:nvSpPr>
        <p:spPr>
          <a:xfrm>
            <a:off x="324000" y="4188300"/>
            <a:ext cx="8496000" cy="7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shapes are congruent when the pencil goes through the centre of the rectangle.</a:t>
            </a:r>
            <a:endParaRPr sz="2000"/>
          </a:p>
        </p:txBody>
      </p:sp>
      <p:sp>
        <p:nvSpPr>
          <p:cNvPr id="2244" name="Google Shape;2244;p100"/>
          <p:cNvSpPr/>
          <p:nvPr/>
        </p:nvSpPr>
        <p:spPr>
          <a:xfrm>
            <a:off x="2612614" y="3039149"/>
            <a:ext cx="710400" cy="10197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5" name="Google Shape;224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608149">
            <a:off x="2357351" y="2597408"/>
            <a:ext cx="1199191" cy="181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246" name="Google Shape;2246;p100"/>
          <p:cNvSpPr/>
          <p:nvPr/>
        </p:nvSpPr>
        <p:spPr>
          <a:xfrm>
            <a:off x="2605663" y="1613476"/>
            <a:ext cx="710400" cy="10197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7" name="Google Shape;224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607399">
            <a:off x="2408477" y="1317624"/>
            <a:ext cx="1027495" cy="1556229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100"/>
          <p:cNvSpPr/>
          <p:nvPr/>
        </p:nvSpPr>
        <p:spPr>
          <a:xfrm>
            <a:off x="5475206" y="3039149"/>
            <a:ext cx="710400" cy="10197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9" name="Google Shape;224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911078">
            <a:off x="5219943" y="2445008"/>
            <a:ext cx="1199190" cy="181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100"/>
          <p:cNvSpPr/>
          <p:nvPr/>
        </p:nvSpPr>
        <p:spPr>
          <a:xfrm>
            <a:off x="5468255" y="1613476"/>
            <a:ext cx="710400" cy="10197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1" name="Google Shape;225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632142">
            <a:off x="5271072" y="1165220"/>
            <a:ext cx="1027490" cy="1556237"/>
          </a:xfrm>
          <a:prstGeom prst="rect">
            <a:avLst/>
          </a:prstGeom>
          <a:noFill/>
          <a:ln>
            <a:noFill/>
          </a:ln>
        </p:spPr>
      </p:pic>
      <p:sp>
        <p:nvSpPr>
          <p:cNvPr id="2252" name="Google Shape;2252;p100"/>
          <p:cNvSpPr/>
          <p:nvPr/>
        </p:nvSpPr>
        <p:spPr>
          <a:xfrm>
            <a:off x="6803614" y="3039149"/>
            <a:ext cx="710400" cy="10197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3" name="Google Shape;225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608149">
            <a:off x="6700751" y="2597408"/>
            <a:ext cx="1199191" cy="181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254" name="Google Shape;2254;p100"/>
          <p:cNvSpPr/>
          <p:nvPr/>
        </p:nvSpPr>
        <p:spPr>
          <a:xfrm>
            <a:off x="6796663" y="1613476"/>
            <a:ext cx="710400" cy="1019700"/>
          </a:xfrm>
          <a:prstGeom prst="rect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5" name="Google Shape;225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607399">
            <a:off x="6599477" y="1470024"/>
            <a:ext cx="1027495" cy="1556229"/>
          </a:xfrm>
          <a:prstGeom prst="rect">
            <a:avLst/>
          </a:prstGeom>
          <a:noFill/>
          <a:ln>
            <a:noFill/>
          </a:ln>
        </p:spPr>
      </p:pic>
      <p:sp>
        <p:nvSpPr>
          <p:cNvPr id="2256" name="Google Shape;2256;p100"/>
          <p:cNvSpPr txBox="1"/>
          <p:nvPr>
            <p:ph idx="1" type="body"/>
          </p:nvPr>
        </p:nvSpPr>
        <p:spPr>
          <a:xfrm>
            <a:off x="1267558" y="1188897"/>
            <a:ext cx="15519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congruent:</a:t>
            </a:r>
            <a:endParaRPr sz="2000"/>
          </a:p>
        </p:txBody>
      </p:sp>
      <p:sp>
        <p:nvSpPr>
          <p:cNvPr id="2257" name="Google Shape;2257;p100"/>
          <p:cNvSpPr txBox="1"/>
          <p:nvPr>
            <p:ph idx="1" type="body"/>
          </p:nvPr>
        </p:nvSpPr>
        <p:spPr>
          <a:xfrm>
            <a:off x="5458558" y="1188897"/>
            <a:ext cx="15519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</a:t>
            </a:r>
            <a:r>
              <a:rPr lang="en-GB" sz="2000"/>
              <a:t>congruent:</a:t>
            </a:r>
            <a:endParaRPr sz="2000"/>
          </a:p>
        </p:txBody>
      </p:sp>
      <p:grpSp>
        <p:nvGrpSpPr>
          <p:cNvPr id="2258" name="Google Shape;2258;p100"/>
          <p:cNvGrpSpPr/>
          <p:nvPr/>
        </p:nvGrpSpPr>
        <p:grpSpPr>
          <a:xfrm>
            <a:off x="1598725" y="2062025"/>
            <a:ext cx="1391975" cy="1519129"/>
            <a:chOff x="1598725" y="2062025"/>
            <a:chExt cx="1391975" cy="1519129"/>
          </a:xfrm>
        </p:grpSpPr>
        <p:sp>
          <p:nvSpPr>
            <p:cNvPr id="2259" name="Google Shape;2259;p100"/>
            <p:cNvSpPr/>
            <p:nvPr/>
          </p:nvSpPr>
          <p:spPr>
            <a:xfrm>
              <a:off x="1598725" y="2062025"/>
              <a:ext cx="67500" cy="675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0" name="Google Shape;2260;p100"/>
            <p:cNvSpPr/>
            <p:nvPr/>
          </p:nvSpPr>
          <p:spPr>
            <a:xfrm>
              <a:off x="2923200" y="2085194"/>
              <a:ext cx="67500" cy="675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1" name="Google Shape;2261;p100"/>
            <p:cNvSpPr/>
            <p:nvPr/>
          </p:nvSpPr>
          <p:spPr>
            <a:xfrm>
              <a:off x="1598725" y="3490485"/>
              <a:ext cx="67500" cy="675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2" name="Google Shape;2262;p100"/>
            <p:cNvSpPr/>
            <p:nvPr/>
          </p:nvSpPr>
          <p:spPr>
            <a:xfrm>
              <a:off x="2923200" y="3513654"/>
              <a:ext cx="67500" cy="675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63" name="Google Shape;2263;p100"/>
          <p:cNvGrpSpPr/>
          <p:nvPr/>
        </p:nvGrpSpPr>
        <p:grpSpPr>
          <a:xfrm>
            <a:off x="5789725" y="2062025"/>
            <a:ext cx="1391975" cy="1519129"/>
            <a:chOff x="1598725" y="2062025"/>
            <a:chExt cx="1391975" cy="1519129"/>
          </a:xfrm>
        </p:grpSpPr>
        <p:sp>
          <p:nvSpPr>
            <p:cNvPr id="2264" name="Google Shape;2264;p100"/>
            <p:cNvSpPr/>
            <p:nvPr/>
          </p:nvSpPr>
          <p:spPr>
            <a:xfrm>
              <a:off x="1598725" y="2062025"/>
              <a:ext cx="67500" cy="675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5" name="Google Shape;2265;p100"/>
            <p:cNvSpPr/>
            <p:nvPr/>
          </p:nvSpPr>
          <p:spPr>
            <a:xfrm>
              <a:off x="2923200" y="2085194"/>
              <a:ext cx="67500" cy="675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6" name="Google Shape;2266;p100"/>
            <p:cNvSpPr/>
            <p:nvPr/>
          </p:nvSpPr>
          <p:spPr>
            <a:xfrm>
              <a:off x="1598725" y="3490485"/>
              <a:ext cx="67500" cy="675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7" name="Google Shape;2267;p100"/>
            <p:cNvSpPr/>
            <p:nvPr/>
          </p:nvSpPr>
          <p:spPr>
            <a:xfrm>
              <a:off x="2923200" y="3513654"/>
              <a:ext cx="67500" cy="675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congruence</a:t>
            </a:r>
            <a:endParaRPr/>
          </a:p>
        </p:txBody>
      </p:sp>
      <p:sp>
        <p:nvSpPr>
          <p:cNvPr id="2273" name="Google Shape;2273;p101"/>
          <p:cNvSpPr txBox="1"/>
          <p:nvPr>
            <p:ph idx="1" type="body"/>
          </p:nvPr>
        </p:nvSpPr>
        <p:spPr>
          <a:xfrm>
            <a:off x="324000" y="759300"/>
            <a:ext cx="8496000" cy="364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1) For each question draw a rectangle and then split it according to the instructions.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a) Split the rectangle into </a:t>
            </a:r>
            <a:r>
              <a:rPr lang="en-GB" sz="1600">
                <a:solidFill>
                  <a:schemeClr val="accent5"/>
                </a:solidFill>
              </a:rPr>
              <a:t>two incongruent</a:t>
            </a:r>
            <a:r>
              <a:rPr lang="en-GB" sz="1600"/>
              <a:t> shapes.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b) Split the rectangle into </a:t>
            </a:r>
            <a:r>
              <a:rPr lang="en-GB" sz="1600">
                <a:solidFill>
                  <a:schemeClr val="accent5"/>
                </a:solidFill>
              </a:rPr>
              <a:t>two congruent</a:t>
            </a:r>
            <a:r>
              <a:rPr lang="en-GB" sz="1600"/>
              <a:t> shapes.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c) Split the rectangle into </a:t>
            </a:r>
            <a:r>
              <a:rPr lang="en-GB" sz="1600">
                <a:solidFill>
                  <a:schemeClr val="accent5"/>
                </a:solidFill>
              </a:rPr>
              <a:t>three incongruent</a:t>
            </a:r>
            <a:r>
              <a:rPr lang="en-GB" sz="1600"/>
              <a:t> shapes.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d) Split the rectangle into </a:t>
            </a:r>
            <a:r>
              <a:rPr lang="en-GB" sz="1600">
                <a:solidFill>
                  <a:schemeClr val="accent5"/>
                </a:solidFill>
              </a:rPr>
              <a:t>three congruent</a:t>
            </a:r>
            <a:r>
              <a:rPr lang="en-GB" sz="1600"/>
              <a:t> shapes.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e) Split the rectangle so that </a:t>
            </a:r>
            <a:r>
              <a:rPr lang="en-GB" sz="1600">
                <a:solidFill>
                  <a:schemeClr val="accent5"/>
                </a:solidFill>
              </a:rPr>
              <a:t>two shapes</a:t>
            </a:r>
            <a:r>
              <a:rPr lang="en-GB" sz="1600"/>
              <a:t> are </a:t>
            </a:r>
            <a:r>
              <a:rPr lang="en-GB" sz="1600">
                <a:solidFill>
                  <a:schemeClr val="accent5"/>
                </a:solidFill>
              </a:rPr>
              <a:t>congruent</a:t>
            </a:r>
            <a:r>
              <a:rPr lang="en-GB" sz="1600"/>
              <a:t> and the other is incongruent.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f) Split the rectangle into </a:t>
            </a:r>
            <a:r>
              <a:rPr lang="en-GB" sz="1600">
                <a:solidFill>
                  <a:schemeClr val="accent5"/>
                </a:solidFill>
              </a:rPr>
              <a:t>four incongruent</a:t>
            </a:r>
            <a:r>
              <a:rPr lang="en-GB" sz="1600"/>
              <a:t> shapes.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g) Split the rectangle into </a:t>
            </a:r>
            <a:r>
              <a:rPr lang="en-GB" sz="1600">
                <a:solidFill>
                  <a:schemeClr val="accent5"/>
                </a:solidFill>
              </a:rPr>
              <a:t>four congruent</a:t>
            </a:r>
            <a:r>
              <a:rPr lang="en-GB" sz="1600"/>
              <a:t> shapes.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h) Split the rectangle into </a:t>
            </a:r>
            <a:r>
              <a:rPr lang="en-GB" sz="1600">
                <a:solidFill>
                  <a:schemeClr val="accent5"/>
                </a:solidFill>
              </a:rPr>
              <a:t>two pairs</a:t>
            </a:r>
            <a:r>
              <a:rPr lang="en-GB" sz="1600"/>
              <a:t> of </a:t>
            </a:r>
            <a:r>
              <a:rPr lang="en-GB" sz="1600">
                <a:solidFill>
                  <a:schemeClr val="accent5"/>
                </a:solidFill>
              </a:rPr>
              <a:t>congruent</a:t>
            </a:r>
            <a:r>
              <a:rPr lang="en-GB" sz="1600"/>
              <a:t> shapes.</a:t>
            </a:r>
            <a:endParaRPr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congruence</a:t>
            </a:r>
            <a:endParaRPr/>
          </a:p>
        </p:txBody>
      </p:sp>
      <p:sp>
        <p:nvSpPr>
          <p:cNvPr id="2279" name="Google Shape;2279;p102"/>
          <p:cNvSpPr txBox="1"/>
          <p:nvPr>
            <p:ph idx="1" type="body"/>
          </p:nvPr>
        </p:nvSpPr>
        <p:spPr>
          <a:xfrm>
            <a:off x="324000" y="759300"/>
            <a:ext cx="8496000" cy="35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1) For each question draw a rectangle and then split it according to the instructions.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a) </a:t>
            </a:r>
            <a:r>
              <a:rPr lang="en-GB" sz="1600"/>
              <a:t>Split the rectangle into </a:t>
            </a:r>
            <a:r>
              <a:rPr lang="en-GB" sz="1600">
                <a:solidFill>
                  <a:schemeClr val="accent5"/>
                </a:solidFill>
              </a:rPr>
              <a:t>two incongruent</a:t>
            </a:r>
            <a:r>
              <a:rPr lang="en-GB" sz="1600"/>
              <a:t> shapes.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b) Split the rectangle into </a:t>
            </a:r>
            <a:r>
              <a:rPr lang="en-GB" sz="1600">
                <a:solidFill>
                  <a:schemeClr val="accent5"/>
                </a:solidFill>
              </a:rPr>
              <a:t>two congruent</a:t>
            </a:r>
            <a:r>
              <a:rPr lang="en-GB" sz="1600"/>
              <a:t> shapes.</a:t>
            </a:r>
            <a:endParaRPr sz="1600"/>
          </a:p>
        </p:txBody>
      </p:sp>
      <p:sp>
        <p:nvSpPr>
          <p:cNvPr id="2280" name="Google Shape;2280;p102"/>
          <p:cNvSpPr/>
          <p:nvPr/>
        </p:nvSpPr>
        <p:spPr>
          <a:xfrm>
            <a:off x="1880286" y="1620000"/>
            <a:ext cx="2007000" cy="1080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1" name="Google Shape;2281;p102"/>
          <p:cNvSpPr/>
          <p:nvPr/>
        </p:nvSpPr>
        <p:spPr>
          <a:xfrm>
            <a:off x="4785706" y="1620000"/>
            <a:ext cx="2007000" cy="1080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2" name="Google Shape;2282;p102"/>
          <p:cNvSpPr/>
          <p:nvPr/>
        </p:nvSpPr>
        <p:spPr>
          <a:xfrm>
            <a:off x="1890106" y="3724141"/>
            <a:ext cx="2007000" cy="1080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3" name="Google Shape;2283;p102"/>
          <p:cNvSpPr/>
          <p:nvPr/>
        </p:nvSpPr>
        <p:spPr>
          <a:xfrm>
            <a:off x="4785706" y="3724141"/>
            <a:ext cx="2007000" cy="1080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4" name="Google Shape;2284;p102"/>
          <p:cNvCxnSpPr/>
          <p:nvPr/>
        </p:nvCxnSpPr>
        <p:spPr>
          <a:xfrm>
            <a:off x="2426586" y="1620000"/>
            <a:ext cx="0" cy="108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5" name="Google Shape;2285;p102"/>
          <p:cNvCxnSpPr/>
          <p:nvPr/>
        </p:nvCxnSpPr>
        <p:spPr>
          <a:xfrm>
            <a:off x="4821025" y="1639875"/>
            <a:ext cx="1345200" cy="1060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6" name="Google Shape;2286;p102"/>
          <p:cNvCxnSpPr/>
          <p:nvPr/>
        </p:nvCxnSpPr>
        <p:spPr>
          <a:xfrm>
            <a:off x="2883786" y="3733961"/>
            <a:ext cx="0" cy="108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7" name="Google Shape;2287;p102"/>
          <p:cNvCxnSpPr/>
          <p:nvPr/>
        </p:nvCxnSpPr>
        <p:spPr>
          <a:xfrm>
            <a:off x="5086547" y="3744016"/>
            <a:ext cx="1345200" cy="1060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8" name="Google Shape;2288;p102"/>
          <p:cNvSpPr txBox="1"/>
          <p:nvPr>
            <p:ph idx="1" type="body"/>
          </p:nvPr>
        </p:nvSpPr>
        <p:spPr>
          <a:xfrm>
            <a:off x="552600" y="1597500"/>
            <a:ext cx="11340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examples: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9" name="Google Shape;2289;p102"/>
          <p:cNvSpPr txBox="1"/>
          <p:nvPr>
            <p:ph idx="1" type="body"/>
          </p:nvPr>
        </p:nvSpPr>
        <p:spPr>
          <a:xfrm>
            <a:off x="552600" y="3731100"/>
            <a:ext cx="11340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examples: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0" name="Google Shape;2290;p102"/>
          <p:cNvSpPr/>
          <p:nvPr/>
        </p:nvSpPr>
        <p:spPr>
          <a:xfrm>
            <a:off x="2844138" y="4280945"/>
            <a:ext cx="68700" cy="68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1" name="Google Shape;2291;p102"/>
          <p:cNvSpPr/>
          <p:nvPr/>
        </p:nvSpPr>
        <p:spPr>
          <a:xfrm>
            <a:off x="5769197" y="4280945"/>
            <a:ext cx="68700" cy="68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congruence</a:t>
            </a:r>
            <a:endParaRPr/>
          </a:p>
        </p:txBody>
      </p:sp>
      <p:sp>
        <p:nvSpPr>
          <p:cNvPr id="2297" name="Google Shape;2297;p103"/>
          <p:cNvSpPr txBox="1"/>
          <p:nvPr>
            <p:ph idx="1" type="body"/>
          </p:nvPr>
        </p:nvSpPr>
        <p:spPr>
          <a:xfrm>
            <a:off x="324000" y="759300"/>
            <a:ext cx="8496000" cy="41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1) For each question draw a rectangle and then split it according to the instructions.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c) Split the rectangle into </a:t>
            </a:r>
            <a:r>
              <a:rPr lang="en-GB" sz="1600">
                <a:solidFill>
                  <a:schemeClr val="accent5"/>
                </a:solidFill>
              </a:rPr>
              <a:t>three incongruent</a:t>
            </a:r>
            <a:r>
              <a:rPr lang="en-GB" sz="1600"/>
              <a:t> shapes.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d) Split the rectangle into </a:t>
            </a:r>
            <a:r>
              <a:rPr lang="en-GB" sz="1600">
                <a:solidFill>
                  <a:schemeClr val="accent5"/>
                </a:solidFill>
              </a:rPr>
              <a:t>three congruent</a:t>
            </a:r>
            <a:r>
              <a:rPr lang="en-GB" sz="1600"/>
              <a:t> shapes.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e) Split the rectangle so that </a:t>
            </a:r>
            <a:r>
              <a:rPr lang="en-GB" sz="1600">
                <a:solidFill>
                  <a:schemeClr val="accent5"/>
                </a:solidFill>
              </a:rPr>
              <a:t>two shapes</a:t>
            </a:r>
            <a:r>
              <a:rPr lang="en-GB" sz="1600"/>
              <a:t> are </a:t>
            </a:r>
            <a:r>
              <a:rPr lang="en-GB" sz="1600">
                <a:solidFill>
                  <a:schemeClr val="accent5"/>
                </a:solidFill>
              </a:rPr>
              <a:t>congruent</a:t>
            </a:r>
            <a:r>
              <a:rPr lang="en-GB" sz="1600"/>
              <a:t> and the other is incongruent.</a:t>
            </a:r>
            <a:endParaRPr sz="1600"/>
          </a:p>
        </p:txBody>
      </p:sp>
      <p:sp>
        <p:nvSpPr>
          <p:cNvPr id="2298" name="Google Shape;2298;p103"/>
          <p:cNvSpPr/>
          <p:nvPr/>
        </p:nvSpPr>
        <p:spPr>
          <a:xfrm>
            <a:off x="2339274" y="15554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9" name="Google Shape;2299;p103"/>
          <p:cNvCxnSpPr>
            <a:stCxn id="2298" idx="1"/>
          </p:cNvCxnSpPr>
          <p:nvPr/>
        </p:nvCxnSpPr>
        <p:spPr>
          <a:xfrm>
            <a:off x="2339274" y="1880154"/>
            <a:ext cx="311400" cy="327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0" name="Google Shape;2300;p103"/>
          <p:cNvCxnSpPr/>
          <p:nvPr/>
        </p:nvCxnSpPr>
        <p:spPr>
          <a:xfrm>
            <a:off x="3171324" y="1555404"/>
            <a:ext cx="0" cy="64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1" name="Google Shape;2301;p103"/>
          <p:cNvSpPr txBox="1"/>
          <p:nvPr>
            <p:ph idx="1" type="body"/>
          </p:nvPr>
        </p:nvSpPr>
        <p:spPr>
          <a:xfrm>
            <a:off x="857400" y="1597500"/>
            <a:ext cx="9705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examples: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2" name="Google Shape;2302;p103"/>
          <p:cNvSpPr/>
          <p:nvPr/>
        </p:nvSpPr>
        <p:spPr>
          <a:xfrm>
            <a:off x="4396674" y="15554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3" name="Google Shape;2303;p103"/>
          <p:cNvCxnSpPr/>
          <p:nvPr/>
        </p:nvCxnSpPr>
        <p:spPr>
          <a:xfrm rot="10800000">
            <a:off x="5395824" y="1564104"/>
            <a:ext cx="202500" cy="62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4" name="Google Shape;2304;p103"/>
          <p:cNvSpPr/>
          <p:nvPr/>
        </p:nvSpPr>
        <p:spPr>
          <a:xfrm>
            <a:off x="2339274" y="27746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5" name="Google Shape;2305;p103"/>
          <p:cNvSpPr txBox="1"/>
          <p:nvPr>
            <p:ph idx="1" type="body"/>
          </p:nvPr>
        </p:nvSpPr>
        <p:spPr>
          <a:xfrm>
            <a:off x="857400" y="2816700"/>
            <a:ext cx="9705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examples: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6" name="Google Shape;2306;p103"/>
          <p:cNvSpPr/>
          <p:nvPr/>
        </p:nvSpPr>
        <p:spPr>
          <a:xfrm>
            <a:off x="4396674" y="27746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7" name="Google Shape;2307;p103"/>
          <p:cNvCxnSpPr/>
          <p:nvPr/>
        </p:nvCxnSpPr>
        <p:spPr>
          <a:xfrm flipH="1" rot="10800000">
            <a:off x="4405524" y="1549404"/>
            <a:ext cx="990300" cy="65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8" name="Google Shape;2308;p103"/>
          <p:cNvSpPr/>
          <p:nvPr/>
        </p:nvSpPr>
        <p:spPr>
          <a:xfrm>
            <a:off x="4396674" y="39938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9" name="Google Shape;2309;p103"/>
          <p:cNvCxnSpPr/>
          <p:nvPr/>
        </p:nvCxnSpPr>
        <p:spPr>
          <a:xfrm>
            <a:off x="3143535" y="2774604"/>
            <a:ext cx="0" cy="64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0" name="Google Shape;2310;p103"/>
          <p:cNvSpPr txBox="1"/>
          <p:nvPr>
            <p:ph idx="1" type="body"/>
          </p:nvPr>
        </p:nvSpPr>
        <p:spPr>
          <a:xfrm>
            <a:off x="857400" y="4188300"/>
            <a:ext cx="9705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examples: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1" name="Google Shape;2311;p103"/>
          <p:cNvSpPr/>
          <p:nvPr/>
        </p:nvSpPr>
        <p:spPr>
          <a:xfrm>
            <a:off x="2339274" y="39938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12" name="Google Shape;2312;p103"/>
          <p:cNvCxnSpPr/>
          <p:nvPr/>
        </p:nvCxnSpPr>
        <p:spPr>
          <a:xfrm rot="10800000">
            <a:off x="3351925" y="4009375"/>
            <a:ext cx="0" cy="627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3" name="Google Shape;2313;p103"/>
          <p:cNvCxnSpPr>
            <a:endCxn id="2311" idx="1"/>
          </p:cNvCxnSpPr>
          <p:nvPr/>
        </p:nvCxnSpPr>
        <p:spPr>
          <a:xfrm rot="10800000">
            <a:off x="2339274" y="4318554"/>
            <a:ext cx="1005600" cy="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4" name="Google Shape;2314;p103"/>
          <p:cNvCxnSpPr/>
          <p:nvPr/>
        </p:nvCxnSpPr>
        <p:spPr>
          <a:xfrm>
            <a:off x="2742058" y="2774604"/>
            <a:ext cx="0" cy="64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5" name="Google Shape;2315;p103"/>
          <p:cNvCxnSpPr/>
          <p:nvPr/>
        </p:nvCxnSpPr>
        <p:spPr>
          <a:xfrm rot="10800000">
            <a:off x="4422924" y="2990983"/>
            <a:ext cx="1175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6" name="Google Shape;2316;p103"/>
          <p:cNvCxnSpPr/>
          <p:nvPr/>
        </p:nvCxnSpPr>
        <p:spPr>
          <a:xfrm rot="10800000">
            <a:off x="4422924" y="3207277"/>
            <a:ext cx="1175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7" name="Google Shape;2317;p103"/>
          <p:cNvCxnSpPr/>
          <p:nvPr/>
        </p:nvCxnSpPr>
        <p:spPr>
          <a:xfrm rot="10800000">
            <a:off x="5409325" y="4009375"/>
            <a:ext cx="0" cy="627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8" name="Google Shape;2318;p103"/>
          <p:cNvCxnSpPr/>
          <p:nvPr/>
        </p:nvCxnSpPr>
        <p:spPr>
          <a:xfrm rot="10800000">
            <a:off x="4422750" y="4016800"/>
            <a:ext cx="996900" cy="60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problems with congruence</a:t>
            </a:r>
            <a:endParaRPr/>
          </a:p>
        </p:txBody>
      </p:sp>
      <p:sp>
        <p:nvSpPr>
          <p:cNvPr id="2324" name="Google Shape;2324;p104"/>
          <p:cNvSpPr txBox="1"/>
          <p:nvPr>
            <p:ph idx="1" type="body"/>
          </p:nvPr>
        </p:nvSpPr>
        <p:spPr>
          <a:xfrm>
            <a:off x="324000" y="759300"/>
            <a:ext cx="8496000" cy="419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1) For each question draw a rectangle and then split it according to the instructions.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f) Split the rectangle into </a:t>
            </a:r>
            <a:r>
              <a:rPr lang="en-GB" sz="1600">
                <a:solidFill>
                  <a:schemeClr val="accent5"/>
                </a:solidFill>
              </a:rPr>
              <a:t>four incongruent</a:t>
            </a:r>
            <a:r>
              <a:rPr lang="en-GB" sz="1600"/>
              <a:t> shapes.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g) Split the rectangle into </a:t>
            </a:r>
            <a:r>
              <a:rPr lang="en-GB" sz="1600">
                <a:solidFill>
                  <a:schemeClr val="accent5"/>
                </a:solidFill>
              </a:rPr>
              <a:t>four congruent</a:t>
            </a:r>
            <a:r>
              <a:rPr lang="en-GB" sz="1600"/>
              <a:t> shapes.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h) Split the rectangle into </a:t>
            </a:r>
            <a:r>
              <a:rPr lang="en-GB" sz="1600">
                <a:solidFill>
                  <a:schemeClr val="accent5"/>
                </a:solidFill>
              </a:rPr>
              <a:t>two pairs</a:t>
            </a:r>
            <a:r>
              <a:rPr lang="en-GB" sz="1600"/>
              <a:t> of </a:t>
            </a:r>
            <a:r>
              <a:rPr lang="en-GB" sz="1600">
                <a:solidFill>
                  <a:schemeClr val="accent5"/>
                </a:solidFill>
              </a:rPr>
              <a:t>congruent</a:t>
            </a:r>
            <a:r>
              <a:rPr lang="en-GB" sz="1600"/>
              <a:t> shapes.</a:t>
            </a:r>
            <a:endParaRPr sz="1600"/>
          </a:p>
        </p:txBody>
      </p:sp>
      <p:sp>
        <p:nvSpPr>
          <p:cNvPr id="2325" name="Google Shape;2325;p104"/>
          <p:cNvSpPr/>
          <p:nvPr/>
        </p:nvSpPr>
        <p:spPr>
          <a:xfrm>
            <a:off x="2339274" y="15554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6" name="Google Shape;2326;p104"/>
          <p:cNvCxnSpPr/>
          <p:nvPr/>
        </p:nvCxnSpPr>
        <p:spPr>
          <a:xfrm>
            <a:off x="2339274" y="2032554"/>
            <a:ext cx="1206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7" name="Google Shape;2327;p104"/>
          <p:cNvCxnSpPr/>
          <p:nvPr/>
        </p:nvCxnSpPr>
        <p:spPr>
          <a:xfrm>
            <a:off x="2637924" y="1555404"/>
            <a:ext cx="0" cy="64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8" name="Google Shape;2328;p104"/>
          <p:cNvSpPr txBox="1"/>
          <p:nvPr>
            <p:ph idx="1" type="body"/>
          </p:nvPr>
        </p:nvSpPr>
        <p:spPr>
          <a:xfrm>
            <a:off x="857400" y="1597500"/>
            <a:ext cx="9705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examples: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9" name="Google Shape;2329;p104"/>
          <p:cNvSpPr/>
          <p:nvPr/>
        </p:nvSpPr>
        <p:spPr>
          <a:xfrm>
            <a:off x="4396674" y="15554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0" name="Google Shape;2330;p104"/>
          <p:cNvCxnSpPr/>
          <p:nvPr/>
        </p:nvCxnSpPr>
        <p:spPr>
          <a:xfrm>
            <a:off x="4732975" y="1572733"/>
            <a:ext cx="407400" cy="6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1" name="Google Shape;2331;p104"/>
          <p:cNvCxnSpPr/>
          <p:nvPr/>
        </p:nvCxnSpPr>
        <p:spPr>
          <a:xfrm rot="10800000">
            <a:off x="5345700" y="1535975"/>
            <a:ext cx="7500" cy="657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2" name="Google Shape;2332;p104"/>
          <p:cNvSpPr/>
          <p:nvPr/>
        </p:nvSpPr>
        <p:spPr>
          <a:xfrm>
            <a:off x="2339274" y="27746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3" name="Google Shape;2333;p104"/>
          <p:cNvSpPr txBox="1"/>
          <p:nvPr>
            <p:ph idx="1" type="body"/>
          </p:nvPr>
        </p:nvSpPr>
        <p:spPr>
          <a:xfrm>
            <a:off x="857400" y="2816700"/>
            <a:ext cx="9705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examples: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4" name="Google Shape;2334;p104"/>
          <p:cNvSpPr/>
          <p:nvPr/>
        </p:nvSpPr>
        <p:spPr>
          <a:xfrm>
            <a:off x="4396674" y="27746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5" name="Google Shape;2335;p104"/>
          <p:cNvCxnSpPr>
            <a:endCxn id="2334" idx="0"/>
          </p:cNvCxnSpPr>
          <p:nvPr/>
        </p:nvCxnSpPr>
        <p:spPr>
          <a:xfrm flipH="1" rot="10800000">
            <a:off x="4405524" y="2774604"/>
            <a:ext cx="594600" cy="644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6" name="Google Shape;2336;p104"/>
          <p:cNvCxnSpPr>
            <a:endCxn id="2334" idx="0"/>
          </p:cNvCxnSpPr>
          <p:nvPr/>
        </p:nvCxnSpPr>
        <p:spPr>
          <a:xfrm rot="10800000">
            <a:off x="5000124" y="2774604"/>
            <a:ext cx="598200" cy="634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7" name="Google Shape;2337;p104"/>
          <p:cNvCxnSpPr/>
          <p:nvPr/>
        </p:nvCxnSpPr>
        <p:spPr>
          <a:xfrm flipH="1" rot="10800000">
            <a:off x="4405524" y="1580004"/>
            <a:ext cx="305400" cy="61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8" name="Google Shape;2338;p104"/>
          <p:cNvSpPr/>
          <p:nvPr/>
        </p:nvSpPr>
        <p:spPr>
          <a:xfrm>
            <a:off x="4396674" y="39938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9" name="Google Shape;2339;p104"/>
          <p:cNvCxnSpPr/>
          <p:nvPr/>
        </p:nvCxnSpPr>
        <p:spPr>
          <a:xfrm rot="10800000">
            <a:off x="4410475" y="4014396"/>
            <a:ext cx="1203300" cy="63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0" name="Google Shape;2340;p104"/>
          <p:cNvCxnSpPr/>
          <p:nvPr/>
        </p:nvCxnSpPr>
        <p:spPr>
          <a:xfrm flipH="1" rot="10800000">
            <a:off x="4395825" y="4009425"/>
            <a:ext cx="1197900" cy="61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1" name="Google Shape;2341;p104"/>
          <p:cNvCxnSpPr/>
          <p:nvPr/>
        </p:nvCxnSpPr>
        <p:spPr>
          <a:xfrm>
            <a:off x="5000124" y="2774604"/>
            <a:ext cx="0" cy="64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2" name="Google Shape;2342;p104"/>
          <p:cNvCxnSpPr/>
          <p:nvPr/>
        </p:nvCxnSpPr>
        <p:spPr>
          <a:xfrm>
            <a:off x="2339274" y="3099401"/>
            <a:ext cx="1206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3" name="Google Shape;2343;p104"/>
          <p:cNvCxnSpPr/>
          <p:nvPr/>
        </p:nvCxnSpPr>
        <p:spPr>
          <a:xfrm>
            <a:off x="2942797" y="2774604"/>
            <a:ext cx="0" cy="64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4" name="Google Shape;2344;p104"/>
          <p:cNvSpPr txBox="1"/>
          <p:nvPr>
            <p:ph idx="1" type="body"/>
          </p:nvPr>
        </p:nvSpPr>
        <p:spPr>
          <a:xfrm>
            <a:off x="857400" y="4188300"/>
            <a:ext cx="970500" cy="2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examples: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5" name="Google Shape;2345;p104"/>
          <p:cNvSpPr/>
          <p:nvPr/>
        </p:nvSpPr>
        <p:spPr>
          <a:xfrm>
            <a:off x="2339274" y="3993804"/>
            <a:ext cx="1206900" cy="649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6" name="Google Shape;2346;p104"/>
          <p:cNvCxnSpPr/>
          <p:nvPr/>
        </p:nvCxnSpPr>
        <p:spPr>
          <a:xfrm rot="10800000">
            <a:off x="3351925" y="4009375"/>
            <a:ext cx="0" cy="627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7" name="Google Shape;2347;p104"/>
          <p:cNvCxnSpPr>
            <a:stCxn id="2345" idx="3"/>
            <a:endCxn id="2345" idx="1"/>
          </p:cNvCxnSpPr>
          <p:nvPr/>
        </p:nvCxnSpPr>
        <p:spPr>
          <a:xfrm rot="10800000">
            <a:off x="2339274" y="4318554"/>
            <a:ext cx="1206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105"/>
          <p:cNvSpPr txBox="1"/>
          <p:nvPr>
            <p:ph idx="1" type="body"/>
          </p:nvPr>
        </p:nvSpPr>
        <p:spPr>
          <a:xfrm>
            <a:off x="324000" y="1080000"/>
            <a:ext cx="8496000" cy="40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If one shape can fit exactly on top of another using rotation, reflection or translation, then the shapes are congruent.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Shapes which have the same lengths and angles are congruent.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Congruence does not mean that the orientation must be the same.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Missing lengths and angles may be worked out to determine congruence.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Not all lengths need to be known in order to determine congruence.</a:t>
            </a:r>
            <a:endParaRPr sz="2100"/>
          </a:p>
        </p:txBody>
      </p:sp>
      <p:sp>
        <p:nvSpPr>
          <p:cNvPr id="2353" name="Google Shape;2353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Congruence in shapes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59" name="Google Shape;2359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