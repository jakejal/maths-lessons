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3" name="Shape 293"/>
        <p:cNvGrpSpPr/>
        <p:nvPr/>
      </p:nvGrpSpPr>
      <p:grpSpPr>
        <a:xfrm>
          <a:off x="0" y="0"/>
          <a:ext cx="0" cy="0"/>
        </a:xfrm>
      </p:grpSpPr>
      <p:sp>
        <p:nvSpPr>
          <p:cNvPr id="294" name="Google Shape;29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595868" y="637974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783785" y="639366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056079" y="637974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319013" y="6379740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51319" y="813775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298398" y="7639155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42892" y="7639591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035127" y="7639591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717324" y="7639591"/>
            <a:ext cx="1251600" cy="728400"/>
          </a:xfrm>
          <a:prstGeom prst="parallelogram">
            <a:avLst>
              <a:gd name="adj" fmla="val 38183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1820400"/>
            <a:ext cx="66240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shapes below contain three pairs of congruent shapes. Match the shapes which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congruent. You may use a ruler and protractor to determine congruence.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14376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Identifying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 rot="1512166">
            <a:off x="3691617" y="2848820"/>
            <a:ext cx="924034" cy="1160543"/>
          </a:xfrm>
          <a:custGeom>
            <a:rect l="l" t="t" r="r" b="b"/>
            <a:pathLst>
              <a:path w="99237" h="124637" extrusionOk="0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3" name="Google Shape;173;p20"/>
          <p:cNvSpPr/>
          <p:nvPr/>
        </p:nvSpPr>
        <p:spPr>
          <a:xfrm rot="-3549139">
            <a:off x="5894847" y="2727478"/>
            <a:ext cx="924134" cy="1160669"/>
          </a:xfrm>
          <a:custGeom>
            <a:rect l="l" t="t" r="r" b="b"/>
            <a:pathLst>
              <a:path w="99237" h="124637" extrusionOk="0">
                <a:moveTo>
                  <a:pt x="0" y="124637"/>
                </a:moveTo>
                <a:lnTo>
                  <a:pt x="0" y="0"/>
                </a:lnTo>
                <a:lnTo>
                  <a:pt x="93330" y="0"/>
                </a:lnTo>
                <a:lnTo>
                  <a:pt x="99237" y="76791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4" name="Google Shape;174;p20"/>
          <p:cNvSpPr/>
          <p:nvPr/>
        </p:nvSpPr>
        <p:spPr>
          <a:xfrm rot="4807221">
            <a:off x="1989948" y="2561345"/>
            <a:ext cx="967955" cy="1163188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5" name="Google Shape;175;p20"/>
          <p:cNvSpPr/>
          <p:nvPr/>
        </p:nvSpPr>
        <p:spPr>
          <a:xfrm flipH="1">
            <a:off x="4656394" y="3689017"/>
            <a:ext cx="1138655" cy="1368318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6" name="Google Shape;176;p20"/>
          <p:cNvSpPr/>
          <p:nvPr/>
        </p:nvSpPr>
        <p:spPr>
          <a:xfrm rot="-5169068">
            <a:off x="2494794" y="3864066"/>
            <a:ext cx="968000" cy="1163242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7" name="Google Shape;177;p20"/>
          <p:cNvSpPr/>
          <p:nvPr/>
        </p:nvSpPr>
        <p:spPr>
          <a:xfrm rot="1919990">
            <a:off x="744050" y="3401011"/>
            <a:ext cx="1138868" cy="1368143"/>
          </a:xfrm>
          <a:custGeom>
            <a:rect l="l" t="t" r="r" b="b"/>
            <a:pathLst>
              <a:path w="103963" h="124932" extrusionOk="0">
                <a:moveTo>
                  <a:pt x="78563" y="0"/>
                </a:moveTo>
                <a:lnTo>
                  <a:pt x="0" y="0"/>
                </a:lnTo>
                <a:lnTo>
                  <a:pt x="0" y="124932"/>
                </a:lnTo>
                <a:lnTo>
                  <a:pt x="103963" y="90376"/>
                </a:lnTo>
                <a:close/>
              </a:path>
            </a:pathLst>
          </a:cu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78" name="Google Shape;178;p20"/>
          <p:cNvSpPr txBox="1"/>
          <p:nvPr/>
        </p:nvSpPr>
        <p:spPr>
          <a:xfrm>
            <a:off x="1194866" y="3853367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449663" y="2974592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065610" y="3205441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128381" y="3162603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816464" y="4396875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218072" y="4166025"/>
            <a:ext cx="2343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68001" y="8270745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253957" y="6297975"/>
            <a:ext cx="164100" cy="164100"/>
          </a:xfrm>
          <a:prstGeom prst="arc">
            <a:avLst>
              <a:gd name="adj1" fmla="val 67639"/>
              <a:gd name="adj2" fmla="val 6716822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4070" y="5430997"/>
            <a:ext cx="66180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shapes contain enough information to be able to determine whether it 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congruent to shape A? Tick the shapes where congruence can be determined.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diagrams are not drawn accurately and all lengths are given in the same units.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93747" y="6297975"/>
            <a:ext cx="164100" cy="164100"/>
          </a:xfrm>
          <a:prstGeom prst="arc">
            <a:avLst>
              <a:gd name="adj1" fmla="val 67639"/>
              <a:gd name="adj2" fmla="val 6716822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602842" y="716896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 flipH="1">
            <a:off x="516962" y="638459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0" name="Google Shape;190;p20"/>
          <p:cNvCxnSpPr/>
          <p:nvPr/>
        </p:nvCxnSpPr>
        <p:spPr>
          <a:xfrm rot="10800000" flipH="1">
            <a:off x="1045482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10800000" flipH="1">
            <a:off x="959603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 flipH="1">
            <a:off x="1303121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0"/>
          <p:cNvCxnSpPr/>
          <p:nvPr/>
        </p:nvCxnSpPr>
        <p:spPr>
          <a:xfrm rot="10800000" flipH="1">
            <a:off x="1217242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867685" y="6292456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 rot="10800000" flipH="1">
            <a:off x="1676337" y="638459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6" name="Google Shape;196;p20"/>
          <p:cNvSpPr/>
          <p:nvPr/>
        </p:nvSpPr>
        <p:spPr>
          <a:xfrm>
            <a:off x="520978" y="7010893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723292" y="6282846"/>
            <a:ext cx="194400" cy="194400"/>
          </a:xfrm>
          <a:prstGeom prst="arc">
            <a:avLst>
              <a:gd name="adj1" fmla="val 5946582"/>
              <a:gd name="adj2" fmla="val 1079795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480783" y="7022191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76610" y="6461968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508430" y="646196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278677" y="686403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04296" y="687790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278677" y="6117335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048925" y="7151219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88961" y="6608064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806570" y="6722940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151174" y="663939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2325987" y="716896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" name="Google Shape;209;p20"/>
          <p:cNvCxnSpPr/>
          <p:nvPr/>
        </p:nvCxnSpPr>
        <p:spPr>
          <a:xfrm rot="10800000" flipH="1">
            <a:off x="2240107" y="638459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 flipH="1">
            <a:off x="2768627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20"/>
          <p:cNvCxnSpPr/>
          <p:nvPr/>
        </p:nvCxnSpPr>
        <p:spPr>
          <a:xfrm rot="10800000" flipH="1">
            <a:off x="2682747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2" name="Google Shape;212;p20"/>
          <p:cNvCxnSpPr/>
          <p:nvPr/>
        </p:nvCxnSpPr>
        <p:spPr>
          <a:xfrm rot="10800000" flipH="1">
            <a:off x="3026266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20"/>
          <p:cNvCxnSpPr/>
          <p:nvPr/>
        </p:nvCxnSpPr>
        <p:spPr>
          <a:xfrm rot="10800000" flipH="1">
            <a:off x="2940386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20"/>
          <p:cNvSpPr txBox="1"/>
          <p:nvPr/>
        </p:nvSpPr>
        <p:spPr>
          <a:xfrm>
            <a:off x="2829508" y="715122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271436" y="6608064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874318" y="663939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496276" y="7557391"/>
            <a:ext cx="164100" cy="164100"/>
          </a:xfrm>
          <a:prstGeom prst="arc">
            <a:avLst>
              <a:gd name="adj1" fmla="val 67639"/>
              <a:gd name="adj2" fmla="val 6716822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>
            <a:off x="2305372" y="8428375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0"/>
          <p:cNvCxnSpPr/>
          <p:nvPr/>
        </p:nvCxnSpPr>
        <p:spPr>
          <a:xfrm rot="10800000" flipH="1">
            <a:off x="2219492" y="7644011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0" name="Google Shape;220;p20"/>
          <p:cNvSpPr/>
          <p:nvPr/>
        </p:nvSpPr>
        <p:spPr>
          <a:xfrm>
            <a:off x="2223508" y="8270309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183313" y="8281607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579140" y="772138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981207" y="8123450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406826" y="8137318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808893" y="8410640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2191491" y="7867480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2853704" y="7898810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" name="Google Shape;228;p20"/>
          <p:cNvCxnSpPr/>
          <p:nvPr/>
        </p:nvCxnSpPr>
        <p:spPr>
          <a:xfrm>
            <a:off x="5790759" y="718288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9" name="Google Shape;229;p20"/>
          <p:cNvCxnSpPr/>
          <p:nvPr/>
        </p:nvCxnSpPr>
        <p:spPr>
          <a:xfrm rot="10800000" flipH="1">
            <a:off x="5704879" y="6398515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0" name="Google Shape;230;p20"/>
          <p:cNvCxnSpPr/>
          <p:nvPr/>
        </p:nvCxnSpPr>
        <p:spPr>
          <a:xfrm rot="10800000" flipH="1">
            <a:off x="6233399" y="712174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p20"/>
          <p:cNvCxnSpPr/>
          <p:nvPr/>
        </p:nvCxnSpPr>
        <p:spPr>
          <a:xfrm rot="10800000" flipH="1">
            <a:off x="6147519" y="712174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20"/>
          <p:cNvCxnSpPr/>
          <p:nvPr/>
        </p:nvCxnSpPr>
        <p:spPr>
          <a:xfrm rot="10800000" flipH="1">
            <a:off x="6491038" y="639178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20"/>
          <p:cNvCxnSpPr/>
          <p:nvPr/>
        </p:nvCxnSpPr>
        <p:spPr>
          <a:xfrm rot="10800000" flipH="1">
            <a:off x="6405158" y="639178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20"/>
          <p:cNvSpPr/>
          <p:nvPr/>
        </p:nvSpPr>
        <p:spPr>
          <a:xfrm>
            <a:off x="5708895" y="7024813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892212" y="689182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6294280" y="716514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676877" y="6621984"/>
            <a:ext cx="133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339090" y="665331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0"/>
          <p:cNvCxnSpPr/>
          <p:nvPr/>
        </p:nvCxnSpPr>
        <p:spPr>
          <a:xfrm>
            <a:off x="549865" y="8428811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0" name="Google Shape;240;p20"/>
          <p:cNvCxnSpPr/>
          <p:nvPr/>
        </p:nvCxnSpPr>
        <p:spPr>
          <a:xfrm rot="10800000" flipH="1">
            <a:off x="992506" y="8367677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20"/>
          <p:cNvCxnSpPr/>
          <p:nvPr/>
        </p:nvCxnSpPr>
        <p:spPr>
          <a:xfrm rot="10800000" flipH="1">
            <a:off x="906626" y="8367677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20"/>
          <p:cNvCxnSpPr/>
          <p:nvPr/>
        </p:nvCxnSpPr>
        <p:spPr>
          <a:xfrm rot="10800000" flipH="1">
            <a:off x="1250145" y="7637714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3" name="Google Shape;243;p20"/>
          <p:cNvCxnSpPr/>
          <p:nvPr/>
        </p:nvCxnSpPr>
        <p:spPr>
          <a:xfrm rot="10800000" flipH="1">
            <a:off x="1164265" y="7637714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20"/>
          <p:cNvCxnSpPr/>
          <p:nvPr/>
        </p:nvCxnSpPr>
        <p:spPr>
          <a:xfrm rot="10800000" flipH="1">
            <a:off x="660478" y="78815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5" name="Google Shape;245;p20"/>
          <p:cNvCxnSpPr/>
          <p:nvPr/>
        </p:nvCxnSpPr>
        <p:spPr>
          <a:xfrm rot="10800000" flipH="1">
            <a:off x="1606705" y="78513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6" name="Google Shape;246;p20"/>
          <p:cNvCxnSpPr/>
          <p:nvPr/>
        </p:nvCxnSpPr>
        <p:spPr>
          <a:xfrm>
            <a:off x="814709" y="7552307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7" name="Google Shape;247;p20"/>
          <p:cNvSpPr txBox="1"/>
          <p:nvPr/>
        </p:nvSpPr>
        <p:spPr>
          <a:xfrm>
            <a:off x="1283139" y="7377192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1053386" y="8411075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1098197" y="7899246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0"/>
          <p:cNvCxnSpPr/>
          <p:nvPr/>
        </p:nvCxnSpPr>
        <p:spPr>
          <a:xfrm>
            <a:off x="4042100" y="8428811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20"/>
          <p:cNvCxnSpPr/>
          <p:nvPr/>
        </p:nvCxnSpPr>
        <p:spPr>
          <a:xfrm rot="10800000" flipH="1">
            <a:off x="3956221" y="7644447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2" name="Google Shape;252;p20"/>
          <p:cNvSpPr/>
          <p:nvPr/>
        </p:nvSpPr>
        <p:spPr>
          <a:xfrm>
            <a:off x="3960236" y="8270745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920042" y="8282043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717936" y="8123886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4143554" y="813775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545621" y="8411075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928219" y="7867916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4590432" y="7899246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" name="Google Shape;259;p20"/>
          <p:cNvCxnSpPr/>
          <p:nvPr/>
        </p:nvCxnSpPr>
        <p:spPr>
          <a:xfrm>
            <a:off x="4063053" y="7168960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0" name="Google Shape;260;p20"/>
          <p:cNvCxnSpPr/>
          <p:nvPr/>
        </p:nvCxnSpPr>
        <p:spPr>
          <a:xfrm rot="10800000" flipH="1">
            <a:off x="4565023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1" name="Google Shape;261;p20"/>
          <p:cNvCxnSpPr/>
          <p:nvPr/>
        </p:nvCxnSpPr>
        <p:spPr>
          <a:xfrm rot="10800000" flipH="1">
            <a:off x="4479144" y="7107826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0"/>
          <p:cNvCxnSpPr/>
          <p:nvPr/>
        </p:nvCxnSpPr>
        <p:spPr>
          <a:xfrm rot="10800000" flipH="1">
            <a:off x="4763332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0"/>
          <p:cNvCxnSpPr/>
          <p:nvPr/>
        </p:nvCxnSpPr>
        <p:spPr>
          <a:xfrm rot="10800000" flipH="1">
            <a:off x="4677452" y="6377862"/>
            <a:ext cx="133500" cy="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" name="Google Shape;264;p20"/>
          <p:cNvSpPr/>
          <p:nvPr/>
        </p:nvSpPr>
        <p:spPr>
          <a:xfrm>
            <a:off x="3981189" y="7010893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183503" y="6282846"/>
            <a:ext cx="194400" cy="194400"/>
          </a:xfrm>
          <a:prstGeom prst="arc">
            <a:avLst>
              <a:gd name="adj1" fmla="val 5946582"/>
              <a:gd name="adj2" fmla="val 1079795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940994" y="7022191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4336821" y="6461968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4968641" y="646196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738888" y="686403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4164507" y="6877903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4566574" y="715122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611384" y="6639394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3" name="Google Shape;273;p20"/>
          <p:cNvCxnSpPr/>
          <p:nvPr/>
        </p:nvCxnSpPr>
        <p:spPr>
          <a:xfrm>
            <a:off x="5724298" y="8428811"/>
            <a:ext cx="962700" cy="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4" name="Google Shape;274;p20"/>
          <p:cNvCxnSpPr/>
          <p:nvPr/>
        </p:nvCxnSpPr>
        <p:spPr>
          <a:xfrm rot="10800000" flipH="1">
            <a:off x="5638418" y="7644447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5" name="Google Shape;275;p20"/>
          <p:cNvCxnSpPr/>
          <p:nvPr/>
        </p:nvCxnSpPr>
        <p:spPr>
          <a:xfrm rot="10800000" flipH="1">
            <a:off x="6797793" y="7644447"/>
            <a:ext cx="274500" cy="7236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6" name="Google Shape;276;p20"/>
          <p:cNvSpPr/>
          <p:nvPr/>
        </p:nvSpPr>
        <p:spPr>
          <a:xfrm>
            <a:off x="5642434" y="8270745"/>
            <a:ext cx="194400" cy="194400"/>
          </a:xfrm>
          <a:prstGeom prst="arc">
            <a:avLst>
              <a:gd name="adj1" fmla="val 17116715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6602239" y="8282043"/>
            <a:ext cx="164100" cy="164100"/>
          </a:xfrm>
          <a:prstGeom prst="arc">
            <a:avLst>
              <a:gd name="adj1" fmla="val 10783655"/>
              <a:gd name="adj2" fmla="val 17359515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6400133" y="8123886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825752" y="8137754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227819" y="8411075"/>
            <a:ext cx="3555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5610416" y="7867916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6928026" y="7982792"/>
            <a:ext cx="16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6272629" y="7899246"/>
            <a:ext cx="194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4" name="Google Shape;284;p20"/>
          <p:cNvCxnSpPr/>
          <p:nvPr/>
        </p:nvCxnSpPr>
        <p:spPr>
          <a:xfrm rot="10800000" flipH="1">
            <a:off x="5902916" y="66623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20"/>
          <p:cNvCxnSpPr/>
          <p:nvPr/>
        </p:nvCxnSpPr>
        <p:spPr>
          <a:xfrm rot="10800000" flipH="1">
            <a:off x="6849143" y="66321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6" name="Google Shape;286;p20"/>
          <p:cNvCxnSpPr/>
          <p:nvPr/>
        </p:nvCxnSpPr>
        <p:spPr>
          <a:xfrm rot="10800000" flipH="1">
            <a:off x="4165678" y="66623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20"/>
          <p:cNvCxnSpPr/>
          <p:nvPr/>
        </p:nvCxnSpPr>
        <p:spPr>
          <a:xfrm rot="10800000" flipH="1">
            <a:off x="5111905" y="66321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0"/>
          <p:cNvCxnSpPr/>
          <p:nvPr/>
        </p:nvCxnSpPr>
        <p:spPr>
          <a:xfrm rot="10800000" flipH="1">
            <a:off x="2458554" y="65861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289;p20"/>
          <p:cNvCxnSpPr/>
          <p:nvPr/>
        </p:nvCxnSpPr>
        <p:spPr>
          <a:xfrm rot="10800000" flipH="1">
            <a:off x="3404781" y="65559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0" name="Google Shape;290;p20"/>
          <p:cNvCxnSpPr/>
          <p:nvPr/>
        </p:nvCxnSpPr>
        <p:spPr>
          <a:xfrm rot="10800000" flipH="1">
            <a:off x="736678" y="6586105"/>
            <a:ext cx="52200" cy="1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p20"/>
          <p:cNvCxnSpPr/>
          <p:nvPr/>
        </p:nvCxnSpPr>
        <p:spPr>
          <a:xfrm rot="10800000" flipH="1">
            <a:off x="1682905" y="6555991"/>
            <a:ext cx="94200" cy="27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2" name="Google Shape;29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6" name="Shape 296"/>
        <p:cNvGrpSpPr/>
        <p:nvPr/>
      </p:nvGrpSpPr>
      <p:grpSpPr>
        <a:xfrm>
          <a:off x="0" y="0"/>
          <a:ext cx="0" cy="0"/>
        </a:xfrm>
      </p:grpSpPr>
      <p:sp>
        <p:nvSpPr>
          <p:cNvPr id="297" name="Google Shape;2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8" name="Google Shape;29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Congruence in shapes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Solving problems with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68000" y="1102800"/>
            <a:ext cx="6624000" cy="27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question draw a rectangle and then split it according to the instructions.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incongruent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57575" y="4187925"/>
            <a:ext cx="6634500" cy="3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three incongruent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three 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Split the rectangle so that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shapes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 other is incongruent.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470425" y="6748550"/>
            <a:ext cx="6634500" cy="3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four incongruent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four 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Split the rectangle into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two pairs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Congruence in shapes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2024-02-06T10:27:42.801</cp:lastPrinted>
  <dcterms:created xsi:type="dcterms:W3CDTF">2024-02-06T10:27:42Z</dcterms:created>
  <dcterms:modified xsi:type="dcterms:W3CDTF">2024-02-06T10:27:51Z</dcterms:modified>
</cp:coreProperties>
</file>