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sp>
        <p:nvSpPr>
          <p:cNvPr id="312" name="Google Shape;31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/>
          <p:nvPr/>
        </p:nvSpPr>
        <p:spPr>
          <a:xfrm>
            <a:off x="595868" y="637974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783785" y="639366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056079" y="637974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319013" y="637974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51319" y="813775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298398" y="7639155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42892" y="7639591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035127" y="7639591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717324" y="7639591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81" name="Google Shape;18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1820400"/>
            <a:ext cx="66240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shapes below contain three pairs of congruent shapes. Match the shapes which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congruent. You may use a ruler and protractor to determine congruence.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14376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Identifying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 rot="1512166">
            <a:off x="3691617" y="2848820"/>
            <a:ext cx="924034" cy="1160543"/>
          </a:xfrm>
          <a:custGeom>
            <a:rect l="l" t="t" r="r" b="b"/>
            <a:pathLst>
              <a:path w="99237" h="124637" extrusionOk="0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5" name="Google Shape;185;p20"/>
          <p:cNvSpPr/>
          <p:nvPr/>
        </p:nvSpPr>
        <p:spPr>
          <a:xfrm rot="-3549139">
            <a:off x="5894847" y="2727478"/>
            <a:ext cx="924134" cy="1160669"/>
          </a:xfrm>
          <a:custGeom>
            <a:rect l="l" t="t" r="r" b="b"/>
            <a:pathLst>
              <a:path w="99237" h="124637" extrusionOk="0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6" name="Google Shape;186;p20"/>
          <p:cNvSpPr/>
          <p:nvPr/>
        </p:nvSpPr>
        <p:spPr>
          <a:xfrm rot="4807221">
            <a:off x="1989948" y="2561345"/>
            <a:ext cx="967955" cy="1163188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7" name="Google Shape;187;p20"/>
          <p:cNvSpPr/>
          <p:nvPr/>
        </p:nvSpPr>
        <p:spPr>
          <a:xfrm flipH="1">
            <a:off x="4656394" y="3689017"/>
            <a:ext cx="1138655" cy="1368318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8" name="Google Shape;188;p20"/>
          <p:cNvSpPr/>
          <p:nvPr/>
        </p:nvSpPr>
        <p:spPr>
          <a:xfrm rot="-5169068">
            <a:off x="2494794" y="3864066"/>
            <a:ext cx="968000" cy="1163242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89" name="Google Shape;189;p20"/>
          <p:cNvSpPr/>
          <p:nvPr/>
        </p:nvSpPr>
        <p:spPr>
          <a:xfrm rot="1919990">
            <a:off x="744050" y="3401011"/>
            <a:ext cx="1138868" cy="1368143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90" name="Google Shape;190;p20"/>
          <p:cNvSpPr txBox="1"/>
          <p:nvPr/>
        </p:nvSpPr>
        <p:spPr>
          <a:xfrm>
            <a:off x="1194866" y="3853367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449663" y="2974592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065610" y="3205441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128381" y="3162603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816464" y="4396875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218072" y="4166025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28127" y="2382142"/>
            <a:ext cx="7740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and 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28127" y="2686945"/>
            <a:ext cx="7740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and 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28127" y="2991748"/>
            <a:ext cx="7740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and 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68001" y="8270745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253957" y="6297975"/>
            <a:ext cx="164100" cy="164100"/>
          </a:xfrm>
          <a:prstGeom prst="arc">
            <a:avLst>
              <a:gd name="adj1" fmla="val 67639"/>
              <a:gd name="adj2" fmla="val 6716822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4070" y="5430997"/>
            <a:ext cx="66180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shapes contain enough information to be able to determine whether it 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congruent to shape A? Tick the shapes where congruence can be determined.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diagrams are not drawn accurately and all lengths are given in the same units.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793747" y="6297975"/>
            <a:ext cx="164100" cy="164100"/>
          </a:xfrm>
          <a:prstGeom prst="arc">
            <a:avLst>
              <a:gd name="adj1" fmla="val 67639"/>
              <a:gd name="adj2" fmla="val 6716822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602842" y="716896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4" name="Google Shape;204;p20"/>
          <p:cNvCxnSpPr/>
          <p:nvPr/>
        </p:nvCxnSpPr>
        <p:spPr>
          <a:xfrm rot="10800000" flipH="1">
            <a:off x="516962" y="638459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5" name="Google Shape;205;p20"/>
          <p:cNvCxnSpPr/>
          <p:nvPr/>
        </p:nvCxnSpPr>
        <p:spPr>
          <a:xfrm rot="10800000" flipH="1">
            <a:off x="1045482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959603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/>
          <p:nvPr/>
        </p:nvCxnSpPr>
        <p:spPr>
          <a:xfrm rot="10800000" flipH="1">
            <a:off x="1303121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 flipH="1">
            <a:off x="1217242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>
            <a:off x="867685" y="6292456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 flipH="1">
            <a:off x="1676337" y="638459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" name="Google Shape;211;p20"/>
          <p:cNvSpPr/>
          <p:nvPr/>
        </p:nvSpPr>
        <p:spPr>
          <a:xfrm>
            <a:off x="520978" y="7010893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723292" y="6282846"/>
            <a:ext cx="194400" cy="194400"/>
          </a:xfrm>
          <a:prstGeom prst="arc">
            <a:avLst>
              <a:gd name="adj1" fmla="val 5946582"/>
              <a:gd name="adj2" fmla="val 1079795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480783" y="7022191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76610" y="6461968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508430" y="646196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278677" y="686403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704296" y="687790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278677" y="6117335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048925" y="7151219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88961" y="6608064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806570" y="6722940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151174" y="663939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0"/>
          <p:cNvCxnSpPr/>
          <p:nvPr/>
        </p:nvCxnSpPr>
        <p:spPr>
          <a:xfrm>
            <a:off x="2325987" y="716896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" name="Google Shape;224;p20"/>
          <p:cNvCxnSpPr/>
          <p:nvPr/>
        </p:nvCxnSpPr>
        <p:spPr>
          <a:xfrm rot="10800000" flipH="1">
            <a:off x="2240107" y="638459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" name="Google Shape;225;p20"/>
          <p:cNvCxnSpPr/>
          <p:nvPr/>
        </p:nvCxnSpPr>
        <p:spPr>
          <a:xfrm rot="10800000" flipH="1">
            <a:off x="2768627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p20"/>
          <p:cNvCxnSpPr/>
          <p:nvPr/>
        </p:nvCxnSpPr>
        <p:spPr>
          <a:xfrm rot="10800000" flipH="1">
            <a:off x="2682747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20"/>
          <p:cNvCxnSpPr/>
          <p:nvPr/>
        </p:nvCxnSpPr>
        <p:spPr>
          <a:xfrm rot="10800000" flipH="1">
            <a:off x="3026266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20"/>
          <p:cNvCxnSpPr/>
          <p:nvPr/>
        </p:nvCxnSpPr>
        <p:spPr>
          <a:xfrm rot="10800000" flipH="1">
            <a:off x="2940386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229;p20"/>
          <p:cNvSpPr txBox="1"/>
          <p:nvPr/>
        </p:nvSpPr>
        <p:spPr>
          <a:xfrm>
            <a:off x="2829508" y="715122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271436" y="6608064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874318" y="663939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496276" y="7557391"/>
            <a:ext cx="164100" cy="164100"/>
          </a:xfrm>
          <a:prstGeom prst="arc">
            <a:avLst>
              <a:gd name="adj1" fmla="val 67639"/>
              <a:gd name="adj2" fmla="val 6716822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2305372" y="8428375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4" name="Google Shape;234;p20"/>
          <p:cNvCxnSpPr/>
          <p:nvPr/>
        </p:nvCxnSpPr>
        <p:spPr>
          <a:xfrm rot="10800000" flipH="1">
            <a:off x="2219492" y="7644011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5" name="Google Shape;235;p20"/>
          <p:cNvSpPr/>
          <p:nvPr/>
        </p:nvSpPr>
        <p:spPr>
          <a:xfrm>
            <a:off x="2223508" y="8270309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183313" y="8281607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2579140" y="772138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981207" y="8123450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406826" y="8137318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808893" y="8410640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2191491" y="7867480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853704" y="7898810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>
            <a:off x="5790759" y="718288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4" name="Google Shape;244;p20"/>
          <p:cNvCxnSpPr/>
          <p:nvPr/>
        </p:nvCxnSpPr>
        <p:spPr>
          <a:xfrm rot="10800000" flipH="1">
            <a:off x="5704879" y="639851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5" name="Google Shape;245;p20"/>
          <p:cNvCxnSpPr/>
          <p:nvPr/>
        </p:nvCxnSpPr>
        <p:spPr>
          <a:xfrm rot="10800000" flipH="1">
            <a:off x="6233399" y="712174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20"/>
          <p:cNvCxnSpPr/>
          <p:nvPr/>
        </p:nvCxnSpPr>
        <p:spPr>
          <a:xfrm rot="10800000" flipH="1">
            <a:off x="6147519" y="712174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20"/>
          <p:cNvCxnSpPr/>
          <p:nvPr/>
        </p:nvCxnSpPr>
        <p:spPr>
          <a:xfrm rot="10800000" flipH="1">
            <a:off x="6491038" y="639178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20"/>
          <p:cNvCxnSpPr/>
          <p:nvPr/>
        </p:nvCxnSpPr>
        <p:spPr>
          <a:xfrm rot="10800000" flipH="1">
            <a:off x="6405158" y="639178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20"/>
          <p:cNvSpPr/>
          <p:nvPr/>
        </p:nvSpPr>
        <p:spPr>
          <a:xfrm>
            <a:off x="5708895" y="7024813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5892212" y="689182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294280" y="716514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676877" y="6621984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339090" y="665331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549865" y="8428811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5" name="Google Shape;255;p20"/>
          <p:cNvCxnSpPr/>
          <p:nvPr/>
        </p:nvCxnSpPr>
        <p:spPr>
          <a:xfrm rot="10800000" flipH="1">
            <a:off x="992506" y="8367677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" name="Google Shape;256;p20"/>
          <p:cNvCxnSpPr/>
          <p:nvPr/>
        </p:nvCxnSpPr>
        <p:spPr>
          <a:xfrm rot="10800000" flipH="1">
            <a:off x="906626" y="8367677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" name="Google Shape;257;p20"/>
          <p:cNvCxnSpPr/>
          <p:nvPr/>
        </p:nvCxnSpPr>
        <p:spPr>
          <a:xfrm rot="10800000" flipH="1">
            <a:off x="1250145" y="7637714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20"/>
          <p:cNvCxnSpPr/>
          <p:nvPr/>
        </p:nvCxnSpPr>
        <p:spPr>
          <a:xfrm rot="10800000" flipH="1">
            <a:off x="1164265" y="7637714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20"/>
          <p:cNvCxnSpPr/>
          <p:nvPr/>
        </p:nvCxnSpPr>
        <p:spPr>
          <a:xfrm rot="10800000" flipH="1">
            <a:off x="660478" y="78815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20"/>
          <p:cNvCxnSpPr/>
          <p:nvPr/>
        </p:nvCxnSpPr>
        <p:spPr>
          <a:xfrm rot="10800000" flipH="1">
            <a:off x="1606705" y="78513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p20"/>
          <p:cNvCxnSpPr/>
          <p:nvPr/>
        </p:nvCxnSpPr>
        <p:spPr>
          <a:xfrm>
            <a:off x="814709" y="7552307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2" name="Google Shape;262;p20"/>
          <p:cNvSpPr txBox="1"/>
          <p:nvPr/>
        </p:nvSpPr>
        <p:spPr>
          <a:xfrm>
            <a:off x="1283139" y="7377192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053386" y="8411075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1098197" y="7899246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5" name="Google Shape;265;p20"/>
          <p:cNvCxnSpPr/>
          <p:nvPr/>
        </p:nvCxnSpPr>
        <p:spPr>
          <a:xfrm>
            <a:off x="4042100" y="8428811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6" name="Google Shape;266;p20"/>
          <p:cNvCxnSpPr/>
          <p:nvPr/>
        </p:nvCxnSpPr>
        <p:spPr>
          <a:xfrm rot="10800000" flipH="1">
            <a:off x="3956221" y="7644447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7" name="Google Shape;267;p20"/>
          <p:cNvSpPr/>
          <p:nvPr/>
        </p:nvSpPr>
        <p:spPr>
          <a:xfrm>
            <a:off x="3960236" y="8270745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920042" y="8282043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717936" y="8123886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4143554" y="813775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545621" y="8411075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3928219" y="7867916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590432" y="7899246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0"/>
          <p:cNvCxnSpPr/>
          <p:nvPr/>
        </p:nvCxnSpPr>
        <p:spPr>
          <a:xfrm>
            <a:off x="4063053" y="716896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5" name="Google Shape;275;p20"/>
          <p:cNvCxnSpPr/>
          <p:nvPr/>
        </p:nvCxnSpPr>
        <p:spPr>
          <a:xfrm rot="10800000" flipH="1">
            <a:off x="4565023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" name="Google Shape;276;p20"/>
          <p:cNvCxnSpPr/>
          <p:nvPr/>
        </p:nvCxnSpPr>
        <p:spPr>
          <a:xfrm rot="10800000" flipH="1">
            <a:off x="4479144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7" name="Google Shape;277;p20"/>
          <p:cNvCxnSpPr/>
          <p:nvPr/>
        </p:nvCxnSpPr>
        <p:spPr>
          <a:xfrm rot="10800000" flipH="1">
            <a:off x="4763332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20"/>
          <p:cNvCxnSpPr/>
          <p:nvPr/>
        </p:nvCxnSpPr>
        <p:spPr>
          <a:xfrm rot="10800000" flipH="1">
            <a:off x="4677452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9" name="Google Shape;279;p20"/>
          <p:cNvSpPr/>
          <p:nvPr/>
        </p:nvSpPr>
        <p:spPr>
          <a:xfrm>
            <a:off x="3981189" y="7010893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5183503" y="6282846"/>
            <a:ext cx="194400" cy="194400"/>
          </a:xfrm>
          <a:prstGeom prst="arc">
            <a:avLst>
              <a:gd name="adj1" fmla="val 5946582"/>
              <a:gd name="adj2" fmla="val 1079795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940994" y="7022191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336821" y="6461968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968641" y="646196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738888" y="686403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4164507" y="687790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4566574" y="715122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4611384" y="663939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8" name="Google Shape;288;p20"/>
          <p:cNvCxnSpPr/>
          <p:nvPr/>
        </p:nvCxnSpPr>
        <p:spPr>
          <a:xfrm>
            <a:off x="5724298" y="8428811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9" name="Google Shape;289;p20"/>
          <p:cNvCxnSpPr/>
          <p:nvPr/>
        </p:nvCxnSpPr>
        <p:spPr>
          <a:xfrm rot="10800000" flipH="1">
            <a:off x="5638418" y="7644447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0" name="Google Shape;290;p20"/>
          <p:cNvCxnSpPr/>
          <p:nvPr/>
        </p:nvCxnSpPr>
        <p:spPr>
          <a:xfrm rot="10800000" flipH="1">
            <a:off x="6797793" y="7644447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1" name="Google Shape;291;p20"/>
          <p:cNvSpPr/>
          <p:nvPr/>
        </p:nvSpPr>
        <p:spPr>
          <a:xfrm>
            <a:off x="5642434" y="8270745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6602239" y="8282043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6400133" y="8123886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5825752" y="813775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6227819" y="8411075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5610416" y="7867916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928026" y="7982792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6272629" y="7899246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6924" y="7801486"/>
            <a:ext cx="308330" cy="32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442" y="6496720"/>
            <a:ext cx="308330" cy="32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555" y="7722116"/>
            <a:ext cx="308330" cy="326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20"/>
          <p:cNvCxnSpPr/>
          <p:nvPr/>
        </p:nvCxnSpPr>
        <p:spPr>
          <a:xfrm rot="10800000" flipH="1">
            <a:off x="5902916" y="66623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Google Shape;303;p20"/>
          <p:cNvCxnSpPr/>
          <p:nvPr/>
        </p:nvCxnSpPr>
        <p:spPr>
          <a:xfrm rot="10800000" flipH="1">
            <a:off x="6849143" y="66321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4" name="Google Shape;304;p20"/>
          <p:cNvCxnSpPr/>
          <p:nvPr/>
        </p:nvCxnSpPr>
        <p:spPr>
          <a:xfrm rot="10800000" flipH="1">
            <a:off x="4165678" y="66623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5" name="Google Shape;305;p20"/>
          <p:cNvCxnSpPr/>
          <p:nvPr/>
        </p:nvCxnSpPr>
        <p:spPr>
          <a:xfrm rot="10800000" flipH="1">
            <a:off x="5111905" y="66321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6" name="Google Shape;306;p20"/>
          <p:cNvCxnSpPr/>
          <p:nvPr/>
        </p:nvCxnSpPr>
        <p:spPr>
          <a:xfrm rot="10800000" flipH="1">
            <a:off x="2458554" y="65861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" name="Google Shape;307;p20"/>
          <p:cNvCxnSpPr/>
          <p:nvPr/>
        </p:nvCxnSpPr>
        <p:spPr>
          <a:xfrm rot="10800000" flipH="1">
            <a:off x="3404781" y="65559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0"/>
          <p:cNvCxnSpPr/>
          <p:nvPr/>
        </p:nvCxnSpPr>
        <p:spPr>
          <a:xfrm rot="10800000" flipH="1">
            <a:off x="736678" y="65861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9" name="Google Shape;309;p20"/>
          <p:cNvCxnSpPr/>
          <p:nvPr/>
        </p:nvCxnSpPr>
        <p:spPr>
          <a:xfrm rot="10800000" flipH="1">
            <a:off x="1682905" y="65559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14" name="Shape 314"/>
        <p:cNvGrpSpPr/>
        <p:nvPr/>
      </p:nvGrpSpPr>
      <p:grpSpPr>
        <a:xfrm>
          <a:off x="0" y="0"/>
          <a:ext cx="0" cy="0"/>
        </a:xfrm>
      </p:grpSpPr>
      <p:sp>
        <p:nvSpPr>
          <p:cNvPr id="315" name="Google Shape;31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16" name="Google Shape;31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Solving problems with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68000" y="1102800"/>
            <a:ext cx="6624000" cy="27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question draw a rectangle and then split it according to the instructions.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incongruent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1681376" y="1773852"/>
            <a:ext cx="1564800" cy="842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3946618" y="1773852"/>
            <a:ext cx="1564800" cy="842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1689032" y="3109565"/>
            <a:ext cx="1564800" cy="842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3946618" y="3109565"/>
            <a:ext cx="1564800" cy="842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1"/>
          <p:cNvCxnSpPr/>
          <p:nvPr/>
        </p:nvCxnSpPr>
        <p:spPr>
          <a:xfrm flipH="1">
            <a:off x="2107305" y="1773852"/>
            <a:ext cx="0" cy="842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1"/>
          <p:cNvCxnSpPr/>
          <p:nvPr/>
        </p:nvCxnSpPr>
        <p:spPr>
          <a:xfrm>
            <a:off x="3974155" y="1789348"/>
            <a:ext cx="1048800" cy="8268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1"/>
          <p:cNvCxnSpPr/>
          <p:nvPr/>
        </p:nvCxnSpPr>
        <p:spPr>
          <a:xfrm flipH="1">
            <a:off x="2463766" y="3117221"/>
            <a:ext cx="0" cy="842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1"/>
          <p:cNvCxnSpPr/>
          <p:nvPr/>
        </p:nvCxnSpPr>
        <p:spPr>
          <a:xfrm>
            <a:off x="4181172" y="3125061"/>
            <a:ext cx="1048800" cy="8268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" name="Google Shape;329;p21"/>
          <p:cNvSpPr txBox="1"/>
          <p:nvPr/>
        </p:nvSpPr>
        <p:spPr>
          <a:xfrm>
            <a:off x="646231" y="1756310"/>
            <a:ext cx="884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646231" y="3114990"/>
            <a:ext cx="884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2432853" y="3543682"/>
            <a:ext cx="53700" cy="53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4713408" y="3543682"/>
            <a:ext cx="53700" cy="53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57575" y="4187925"/>
            <a:ext cx="6634500" cy="3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three incongruent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three 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Split the rectangle so that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shapes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 other is incongruent.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2031278" y="4504793"/>
            <a:ext cx="942600" cy="507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5" name="Google Shape;335;p21"/>
          <p:cNvCxnSpPr>
            <a:stCxn id="334" idx="1"/>
          </p:cNvCxnSpPr>
          <p:nvPr/>
        </p:nvCxnSpPr>
        <p:spPr>
          <a:xfrm>
            <a:off x="2031278" y="4758443"/>
            <a:ext cx="243300" cy="255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1"/>
          <p:cNvCxnSpPr/>
          <p:nvPr/>
        </p:nvCxnSpPr>
        <p:spPr>
          <a:xfrm flipH="1">
            <a:off x="2681016" y="4504793"/>
            <a:ext cx="0" cy="507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p21"/>
          <p:cNvSpPr txBox="1"/>
          <p:nvPr/>
        </p:nvSpPr>
        <p:spPr>
          <a:xfrm>
            <a:off x="874101" y="4537665"/>
            <a:ext cx="7578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3637877" y="4504793"/>
            <a:ext cx="942600" cy="507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9" name="Google Shape;339;p21"/>
          <p:cNvCxnSpPr>
            <a:stCxn id="338" idx="0"/>
            <a:endCxn id="338" idx="2"/>
          </p:cNvCxnSpPr>
          <p:nvPr/>
        </p:nvCxnSpPr>
        <p:spPr>
          <a:xfrm flipH="1">
            <a:off x="4109177" y="4504793"/>
            <a:ext cx="0" cy="507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1"/>
          <p:cNvCxnSpPr>
            <a:endCxn id="338" idx="0"/>
          </p:cNvCxnSpPr>
          <p:nvPr/>
        </p:nvCxnSpPr>
        <p:spPr>
          <a:xfrm rot="10800000">
            <a:off x="4109177" y="4504793"/>
            <a:ext cx="467100" cy="495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21"/>
          <p:cNvSpPr/>
          <p:nvPr/>
        </p:nvSpPr>
        <p:spPr>
          <a:xfrm>
            <a:off x="2031278" y="5456852"/>
            <a:ext cx="942600" cy="507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874101" y="5489724"/>
            <a:ext cx="7578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3637877" y="5456852"/>
            <a:ext cx="942600" cy="507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4" name="Google Shape;344;p21"/>
          <p:cNvCxnSpPr/>
          <p:nvPr/>
        </p:nvCxnSpPr>
        <p:spPr>
          <a:xfrm rot="10800000" flipH="1">
            <a:off x="3644788" y="4504663"/>
            <a:ext cx="464400" cy="503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" name="Google Shape;345;p21"/>
          <p:cNvSpPr/>
          <p:nvPr/>
        </p:nvSpPr>
        <p:spPr>
          <a:xfrm>
            <a:off x="3637877" y="6485110"/>
            <a:ext cx="942600" cy="507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" name="Google Shape;346;p21"/>
          <p:cNvCxnSpPr/>
          <p:nvPr/>
        </p:nvCxnSpPr>
        <p:spPr>
          <a:xfrm flipH="1">
            <a:off x="2659317" y="5456852"/>
            <a:ext cx="0" cy="507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21"/>
          <p:cNvSpPr txBox="1"/>
          <p:nvPr/>
        </p:nvSpPr>
        <p:spPr>
          <a:xfrm>
            <a:off x="874101" y="6560790"/>
            <a:ext cx="7578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2031278" y="6485110"/>
            <a:ext cx="942600" cy="507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" name="Google Shape;349;p21"/>
          <p:cNvCxnSpPr/>
          <p:nvPr/>
        </p:nvCxnSpPr>
        <p:spPr>
          <a:xfrm rot="10800000" flipH="1">
            <a:off x="2822045" y="6497155"/>
            <a:ext cx="0" cy="4902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21"/>
          <p:cNvCxnSpPr>
            <a:endCxn id="348" idx="1"/>
          </p:cNvCxnSpPr>
          <p:nvPr/>
        </p:nvCxnSpPr>
        <p:spPr>
          <a:xfrm rot="10800000">
            <a:off x="2031278" y="6738760"/>
            <a:ext cx="785400" cy="6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351;p21"/>
          <p:cNvCxnSpPr/>
          <p:nvPr/>
        </p:nvCxnSpPr>
        <p:spPr>
          <a:xfrm flipH="1">
            <a:off x="2345808" y="5456852"/>
            <a:ext cx="0" cy="507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21"/>
          <p:cNvCxnSpPr/>
          <p:nvPr/>
        </p:nvCxnSpPr>
        <p:spPr>
          <a:xfrm rot="10800000">
            <a:off x="3658231" y="5625820"/>
            <a:ext cx="9180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1"/>
          <p:cNvCxnSpPr/>
          <p:nvPr/>
        </p:nvCxnSpPr>
        <p:spPr>
          <a:xfrm rot="10800000">
            <a:off x="3658231" y="5794721"/>
            <a:ext cx="9180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" name="Google Shape;354;p21"/>
          <p:cNvCxnSpPr/>
          <p:nvPr/>
        </p:nvCxnSpPr>
        <p:spPr>
          <a:xfrm rot="10800000" flipH="1">
            <a:off x="4428645" y="6497155"/>
            <a:ext cx="0" cy="4902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1"/>
          <p:cNvCxnSpPr/>
          <p:nvPr/>
        </p:nvCxnSpPr>
        <p:spPr>
          <a:xfrm rot="10800000">
            <a:off x="3658207" y="6503018"/>
            <a:ext cx="778500" cy="4728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6" name="Google Shape;356;p21"/>
          <p:cNvSpPr txBox="1"/>
          <p:nvPr/>
        </p:nvSpPr>
        <p:spPr>
          <a:xfrm>
            <a:off x="470425" y="6748550"/>
            <a:ext cx="6634500" cy="3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four incongruent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four 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pairs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2044119" y="7370212"/>
            <a:ext cx="942300" cy="5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1"/>
          <p:cNvCxnSpPr/>
          <p:nvPr/>
        </p:nvCxnSpPr>
        <p:spPr>
          <a:xfrm>
            <a:off x="2044119" y="7742810"/>
            <a:ext cx="9423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21"/>
          <p:cNvCxnSpPr/>
          <p:nvPr/>
        </p:nvCxnSpPr>
        <p:spPr>
          <a:xfrm flipH="1">
            <a:off x="2277330" y="7370212"/>
            <a:ext cx="0" cy="507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21"/>
          <p:cNvSpPr txBox="1"/>
          <p:nvPr/>
        </p:nvSpPr>
        <p:spPr>
          <a:xfrm>
            <a:off x="886948" y="7403085"/>
            <a:ext cx="7581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3650709" y="7370212"/>
            <a:ext cx="942300" cy="5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>
            <a:off x="3913321" y="7383744"/>
            <a:ext cx="318300" cy="482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1"/>
          <p:cNvCxnSpPr/>
          <p:nvPr/>
        </p:nvCxnSpPr>
        <p:spPr>
          <a:xfrm rot="10800000">
            <a:off x="4391644" y="7355080"/>
            <a:ext cx="6000" cy="513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21"/>
          <p:cNvSpPr/>
          <p:nvPr/>
        </p:nvSpPr>
        <p:spPr>
          <a:xfrm>
            <a:off x="2044119" y="8322263"/>
            <a:ext cx="942300" cy="5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886948" y="8355135"/>
            <a:ext cx="7581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3650709" y="8322263"/>
            <a:ext cx="942300" cy="5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1"/>
          <p:cNvCxnSpPr>
            <a:endCxn id="366" idx="0"/>
          </p:cNvCxnSpPr>
          <p:nvPr/>
        </p:nvCxnSpPr>
        <p:spPr>
          <a:xfrm rot="10800000" flipH="1">
            <a:off x="3657459" y="8322263"/>
            <a:ext cx="464400" cy="5028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21"/>
          <p:cNvCxnSpPr>
            <a:endCxn id="366" idx="0"/>
          </p:cNvCxnSpPr>
          <p:nvPr/>
        </p:nvCxnSpPr>
        <p:spPr>
          <a:xfrm rot="10800000">
            <a:off x="4121859" y="8322263"/>
            <a:ext cx="467100" cy="495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21"/>
          <p:cNvCxnSpPr/>
          <p:nvPr/>
        </p:nvCxnSpPr>
        <p:spPr>
          <a:xfrm rot="10800000" flipH="1">
            <a:off x="3657620" y="7389278"/>
            <a:ext cx="238500" cy="483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21"/>
          <p:cNvSpPr/>
          <p:nvPr/>
        </p:nvSpPr>
        <p:spPr>
          <a:xfrm>
            <a:off x="3650709" y="9350513"/>
            <a:ext cx="942300" cy="5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1" name="Google Shape;371;p21"/>
          <p:cNvCxnSpPr/>
          <p:nvPr/>
        </p:nvCxnSpPr>
        <p:spPr>
          <a:xfrm rot="10800000">
            <a:off x="3661523" y="9366549"/>
            <a:ext cx="939600" cy="492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21"/>
          <p:cNvCxnSpPr/>
          <p:nvPr/>
        </p:nvCxnSpPr>
        <p:spPr>
          <a:xfrm rot="10800000" flipH="1">
            <a:off x="3650046" y="9362765"/>
            <a:ext cx="935400" cy="483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21"/>
          <p:cNvCxnSpPr/>
          <p:nvPr/>
        </p:nvCxnSpPr>
        <p:spPr>
          <a:xfrm flipH="1">
            <a:off x="4121933" y="8322263"/>
            <a:ext cx="0" cy="507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2044119" y="8575891"/>
            <a:ext cx="9423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21"/>
          <p:cNvCxnSpPr/>
          <p:nvPr/>
        </p:nvCxnSpPr>
        <p:spPr>
          <a:xfrm flipH="1">
            <a:off x="2515400" y="8322263"/>
            <a:ext cx="0" cy="507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6" name="Google Shape;376;p21"/>
          <p:cNvSpPr txBox="1"/>
          <p:nvPr/>
        </p:nvSpPr>
        <p:spPr>
          <a:xfrm>
            <a:off x="886948" y="9426192"/>
            <a:ext cx="7581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044119" y="9350513"/>
            <a:ext cx="942300" cy="507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1"/>
          <p:cNvCxnSpPr/>
          <p:nvPr/>
        </p:nvCxnSpPr>
        <p:spPr>
          <a:xfrm rot="10800000" flipH="1">
            <a:off x="2834882" y="9362854"/>
            <a:ext cx="0" cy="489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1"/>
          <p:cNvCxnSpPr>
            <a:stCxn id="377" idx="3"/>
            <a:endCxn id="377" idx="1"/>
          </p:cNvCxnSpPr>
          <p:nvPr/>
        </p:nvCxnSpPr>
        <p:spPr>
          <a:xfrm rot="10800000">
            <a:off x="2044119" y="9604013"/>
            <a:ext cx="9423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Congruence in shapes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2024-02-06T10:30:57.550</cp:lastPrinted>
  <dcterms:created xsi:type="dcterms:W3CDTF">2024-02-06T10:30:57Z</dcterms:created>
  <dcterms:modified xsi:type="dcterms:W3CDTF">2024-02-06T10:31:07Z</dcterms:modified>
</cp:coreProperties>
</file>