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94FEBD5-285B-4127-B48E-550C3C9F0571}">
  <a:tblStyle styleId="{594FEBD5-285B-4127-B48E-550C3C9F05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0" name="Shape 180"/>
        <p:cNvGrpSpPr/>
        <p:nvPr/>
      </p:nvGrpSpPr>
      <p:grpSpPr>
        <a:xfrm>
          <a:off x="0" y="0"/>
          <a:ext cx="0" cy="0"/>
        </a:xfrm>
      </p:grpSpPr>
      <p:sp>
        <p:nvSpPr>
          <p:cNvPr id="181" name="Google Shape;181;g2b91ac67723_0_52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b91ac67723_0_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9" name="Shape 209"/>
        <p:cNvGrpSpPr/>
        <p:nvPr/>
      </p:nvGrpSpPr>
      <p:grpSpPr>
        <a:xfrm>
          <a:off x="0" y="0"/>
          <a:ext cx="0" cy="0"/>
        </a:xfrm>
      </p:grpSpPr>
      <p:sp>
        <p:nvSpPr>
          <p:cNvPr id="210" name="Google Shape;210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image" Target="../media/image11.png" /><Relationship Id="rId6" Type="http://schemas.openxmlformats.org/officeDocument/2006/relationships/image" Target="../media/image1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3.png" /><Relationship Id="rId4" Type="http://schemas.openxmlformats.org/officeDocument/2006/relationships/image" Target="../media/image14.png" /><Relationship Id="rId5" Type="http://schemas.openxmlformats.org/officeDocument/2006/relationships/image" Target="../media/image15.png" /><Relationship Id="rId6" Type="http://schemas.openxmlformats.org/officeDocument/2006/relationships/image" Target="../media/image16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pic>
        <p:nvPicPr>
          <p:cNvPr id="159" name="Google Shape;15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100" y="7903674"/>
            <a:ext cx="6250499" cy="1174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775" y="6125533"/>
            <a:ext cx="6250499" cy="125719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Scaling diagrams for multiplicative relationships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76400" y="1826100"/>
            <a:ext cx="64596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missing information (including arrows) using the scal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ing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diagrams.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25885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Scaling diagrams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57200" y="2272600"/>
            <a:ext cx="5415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57200" y="3750975"/>
            <a:ext cx="5415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" name="Google Shape;16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750" y="2272600"/>
            <a:ext cx="6250501" cy="1193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4750" y="3893275"/>
            <a:ext cx="6250501" cy="130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/>
          <p:nvPr/>
        </p:nvSpPr>
        <p:spPr>
          <a:xfrm>
            <a:off x="6672150" y="4777400"/>
            <a:ext cx="420000" cy="5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6611400" y="4701200"/>
            <a:ext cx="541500" cy="1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421261" y="2242639"/>
            <a:ext cx="24162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Show 60% of 150 = 90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486803" y="3876955"/>
            <a:ext cx="26034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Show 40% of 240 = 96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477850" y="6110600"/>
            <a:ext cx="2603400" cy="3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Show 60% of 120 = 72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441142" y="7884441"/>
            <a:ext cx="2619300" cy="3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Show 75% of 140 = 105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5994600" y="6175179"/>
            <a:ext cx="303600" cy="272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529715" y="5559900"/>
            <a:ext cx="61296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missing information (including arrows) using the scal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ing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diagrams.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57200" y="5957215"/>
            <a:ext cx="4116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57200" y="7657084"/>
            <a:ext cx="4116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5918400" y="7927779"/>
            <a:ext cx="303600" cy="272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3" name="Shape 183"/>
        <p:cNvGrpSpPr/>
        <p:nvPr/>
      </p:nvGrpSpPr>
      <p:grpSpPr>
        <a:xfrm>
          <a:off x="0" y="0"/>
          <a:ext cx="0" cy="0"/>
        </a:xfrm>
      </p:grpSpPr>
      <p:sp>
        <p:nvSpPr>
          <p:cNvPr id="184" name="Google Shape;184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Scaling diagrams for multiplicative relationships</a:t>
            </a:r>
            <a:endParaRPr/>
          </a:p>
        </p:txBody>
      </p:sp>
      <p:cxnSp>
        <p:nvCxnSpPr>
          <p:cNvPr id="185" name="Google Shape;185;p21"/>
          <p:cNvCxnSpPr/>
          <p:nvPr/>
        </p:nvCxnSpPr>
        <p:spPr>
          <a:xfrm>
            <a:off x="474757" y="4256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6" name="Google Shape;186;p21"/>
          <p:cNvSpPr txBox="1"/>
          <p:nvPr/>
        </p:nvSpPr>
        <p:spPr>
          <a:xfrm>
            <a:off x="4654552" y="1268881"/>
            <a:ext cx="24132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Show 60% of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 =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48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4703474" y="2292525"/>
            <a:ext cx="26001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Show 40% of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529187" y="759300"/>
            <a:ext cx="60849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Fill in the missing information (including arrows) using the scal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ing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diagrams.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457200" y="1077519"/>
            <a:ext cx="4086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457200" y="2690466"/>
            <a:ext cx="4086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1" name="Google Shape;191;p21"/>
          <p:cNvPicPr preferRelativeResize="0"/>
          <p:nvPr/>
        </p:nvPicPr>
        <p:blipFill>
          <a:blip r:embed="rId3">
            <a:alphaModFix/>
          </a:blip>
          <a:srcRect l="1390"/>
          <a:stretch>
            <a:fillRect/>
          </a:stretch>
        </p:blipFill>
        <p:spPr>
          <a:xfrm>
            <a:off x="865800" y="1077525"/>
            <a:ext cx="3582301" cy="11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650" y="2768324"/>
            <a:ext cx="6266099" cy="1360669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/>
          <p:nvPr/>
        </p:nvSpPr>
        <p:spPr>
          <a:xfrm>
            <a:off x="6595800" y="3713400"/>
            <a:ext cx="420000" cy="4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6048725" y="1292879"/>
            <a:ext cx="303600" cy="27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6119375" y="2316529"/>
            <a:ext cx="303600" cy="27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graphicFrame>
        <p:nvGraphicFramePr>
          <p:cNvPr id="197" name="Google Shape;197;p21"/>
          <p:cNvGraphicFramePr>
            <a:graphicFrameLocks noGrp="1"/>
          </p:cNvGraphicFramePr>
          <p:nvPr/>
        </p:nvGraphicFramePr>
        <p:xfrm>
          <a:off x="548350" y="5822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{594FEBD5-285B-4127-B48E-550C3C9F0571}</a:tableStyleId>
              </a:tblPr>
              <a:tblGrid>
                <a:gridCol w="901600"/>
                <a:gridCol w="901600"/>
              </a:tblGrid>
              <a:tr h="32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32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8" name="Google Shape;198;p21"/>
          <p:cNvSpPr txBox="1"/>
          <p:nvPr/>
        </p:nvSpPr>
        <p:spPr>
          <a:xfrm>
            <a:off x="476400" y="5320770"/>
            <a:ext cx="63726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missing information on the ratio table and the scal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ing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diagram.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76398" y="4687850"/>
            <a:ext cx="61968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Comparing representations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0" name="Google Shape;200;p21"/>
          <p:cNvGraphicFramePr>
            <a:graphicFrameLocks noGrp="1"/>
          </p:cNvGraphicFramePr>
          <p:nvPr/>
        </p:nvGraphicFramePr>
        <p:xfrm>
          <a:off x="548375" y="7441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{594FEBD5-285B-4127-B48E-550C3C9F0571}</a:tableStyleId>
              </a:tblPr>
              <a:tblGrid>
                <a:gridCol w="901600"/>
                <a:gridCol w="901600"/>
              </a:tblGrid>
              <a:tr h="32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32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32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32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1" name="Google Shape;201;p21"/>
          <p:cNvSpPr txBox="1"/>
          <p:nvPr/>
        </p:nvSpPr>
        <p:spPr>
          <a:xfrm>
            <a:off x="1342172" y="6166684"/>
            <a:ext cx="373800" cy="19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×……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2" name="Google Shape;202;p21"/>
          <p:cNvCxnSpPr/>
          <p:nvPr/>
        </p:nvCxnSpPr>
        <p:spPr>
          <a:xfrm rot="10800000">
            <a:off x="1342095" y="6382456"/>
            <a:ext cx="427800" cy="6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3" name="Google Shape;203;p21"/>
          <p:cNvSpPr txBox="1"/>
          <p:nvPr/>
        </p:nvSpPr>
        <p:spPr>
          <a:xfrm>
            <a:off x="1288310" y="7821528"/>
            <a:ext cx="373800" cy="19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×……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4" name="Google Shape;204;p21"/>
          <p:cNvCxnSpPr/>
          <p:nvPr/>
        </p:nvCxnSpPr>
        <p:spPr>
          <a:xfrm rot="10800000">
            <a:off x="1288233" y="8037300"/>
            <a:ext cx="427800" cy="6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05" name="Google Shape;205;p21"/>
          <p:cNvPicPr preferRelativeResize="0"/>
          <p:nvPr/>
        </p:nvPicPr>
        <p:blipFill>
          <a:blip r:embed="rId5">
            <a:alphaModFix/>
          </a:blip>
          <a:srcRect l="2619"/>
          <a:stretch>
            <a:fillRect/>
          </a:stretch>
        </p:blipFill>
        <p:spPr>
          <a:xfrm>
            <a:off x="2559600" y="5923275"/>
            <a:ext cx="3582300" cy="1228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09175" y="7550750"/>
            <a:ext cx="4576857" cy="109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5811100" y="6097391"/>
            <a:ext cx="483300" cy="24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……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5946300" y="7805459"/>
            <a:ext cx="483300" cy="24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×……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2" name="Shape 212"/>
        <p:cNvGrpSpPr/>
        <p:nvPr/>
      </p:nvGrpSpPr>
      <p:grpSpPr>
        <a:xfrm>
          <a:off x="0" y="0"/>
          <a:ext cx="0" cy="0"/>
        </a:xfrm>
      </p:grpSpPr>
      <p:pic>
        <p:nvPicPr>
          <p:cNvPr id="213" name="Google Shape;2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50" y="8136825"/>
            <a:ext cx="4353076" cy="12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7450" y="5569199"/>
            <a:ext cx="2548904" cy="238657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16" name="Google Shape;216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Scaling diagrams for multiplicative relationships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2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476400" y="843050"/>
            <a:ext cx="66156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2a) Fill in the missing information, using the different representations.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0" name="Google Shape;22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9400" y="2882425"/>
            <a:ext cx="3950750" cy="23865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1" name="Google Shape;221;p22"/>
          <p:cNvCxnSpPr/>
          <p:nvPr/>
        </p:nvCxnSpPr>
        <p:spPr>
          <a:xfrm flipH="1">
            <a:off x="921896" y="3378595"/>
            <a:ext cx="0" cy="73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2" name="Google Shape;222;p22"/>
          <p:cNvSpPr txBox="1"/>
          <p:nvPr/>
        </p:nvSpPr>
        <p:spPr>
          <a:xfrm>
            <a:off x="1675337" y="3987425"/>
            <a:ext cx="59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180</a:t>
            </a:r>
            <a:endParaRPr/>
          </a:p>
        </p:txBody>
      </p:sp>
      <p:grpSp>
        <p:nvGrpSpPr>
          <p:cNvPr id="223" name="Google Shape;223;p22"/>
          <p:cNvGrpSpPr/>
          <p:nvPr/>
        </p:nvGrpSpPr>
        <p:grpSpPr>
          <a:xfrm>
            <a:off x="618310" y="3104637"/>
            <a:ext cx="2675088" cy="1245396"/>
            <a:chOff x="344550" y="2159986"/>
            <a:chExt cx="3502800" cy="1689359"/>
          </a:xfrm>
        </p:grpSpPr>
        <p:grpSp>
          <p:nvGrpSpPr>
            <p:cNvPr id="224" name="Google Shape;224;p22"/>
            <p:cNvGrpSpPr/>
            <p:nvPr/>
          </p:nvGrpSpPr>
          <p:grpSpPr>
            <a:xfrm>
              <a:off x="1433102" y="2533775"/>
              <a:ext cx="31897" cy="1000200"/>
              <a:chOff x="941713" y="3767150"/>
              <a:chExt cx="63300" cy="1000200"/>
            </a:xfrm>
          </p:grpSpPr>
          <p:cxnSp>
            <p:nvCxnSpPr>
              <p:cNvPr id="225" name="Google Shape;225;p22"/>
              <p:cNvCxnSpPr/>
              <p:nvPr/>
            </p:nvCxnSpPr>
            <p:spPr>
              <a:xfrm flipH="1">
                <a:off x="975300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6" name="Google Shape;226;p2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227" name="Google Shape;227;p22"/>
            <p:cNvSpPr txBox="1"/>
            <p:nvPr/>
          </p:nvSpPr>
          <p:spPr>
            <a:xfrm>
              <a:off x="2445450" y="2574225"/>
              <a:ext cx="14019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%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8" name="Google Shape;228;p22"/>
            <p:cNvSpPr txBox="1"/>
            <p:nvPr/>
          </p:nvSpPr>
          <p:spPr>
            <a:xfrm>
              <a:off x="2460186" y="3181550"/>
              <a:ext cx="13017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£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" name="Google Shape;229;p22"/>
            <p:cNvSpPr txBox="1"/>
            <p:nvPr/>
          </p:nvSpPr>
          <p:spPr>
            <a:xfrm>
              <a:off x="774976" y="2160000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" name="Google Shape;230;p22"/>
            <p:cNvSpPr txBox="1"/>
            <p:nvPr/>
          </p:nvSpPr>
          <p:spPr>
            <a:xfrm>
              <a:off x="1356140" y="3473445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1" name="Google Shape;231;p22"/>
            <p:cNvSpPr txBox="1"/>
            <p:nvPr/>
          </p:nvSpPr>
          <p:spPr>
            <a:xfrm>
              <a:off x="773777" y="3473445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2" name="Google Shape;232;p22"/>
            <p:cNvSpPr txBox="1"/>
            <p:nvPr/>
          </p:nvSpPr>
          <p:spPr>
            <a:xfrm>
              <a:off x="1348295" y="2159986"/>
              <a:ext cx="4722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3" name="Google Shape;233;p22"/>
            <p:cNvSpPr txBox="1"/>
            <p:nvPr/>
          </p:nvSpPr>
          <p:spPr>
            <a:xfrm>
              <a:off x="1924278" y="2160000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34" name="Google Shape;234;p22"/>
            <p:cNvCxnSpPr/>
            <p:nvPr/>
          </p:nvCxnSpPr>
          <p:spPr>
            <a:xfrm flipH="1">
              <a:off x="397280" y="2355125"/>
              <a:ext cx="0" cy="1357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35" name="Google Shape;235;p22"/>
            <p:cNvGrpSpPr/>
            <p:nvPr/>
          </p:nvGrpSpPr>
          <p:grpSpPr>
            <a:xfrm>
              <a:off x="856988" y="2519701"/>
              <a:ext cx="233764" cy="1000200"/>
              <a:chOff x="941713" y="3753076"/>
              <a:chExt cx="463909" cy="1000200"/>
            </a:xfrm>
          </p:grpSpPr>
          <p:cxnSp>
            <p:nvCxnSpPr>
              <p:cNvPr id="236" name="Google Shape;236;p22"/>
              <p:cNvCxnSpPr/>
              <p:nvPr/>
            </p:nvCxnSpPr>
            <p:spPr>
              <a:xfrm flipH="1">
                <a:off x="1405622" y="3753076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37" name="Google Shape;237;p2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38" name="Google Shape;238;p22"/>
            <p:cNvGrpSpPr/>
            <p:nvPr/>
          </p:nvGrpSpPr>
          <p:grpSpPr>
            <a:xfrm>
              <a:off x="2008903" y="2533775"/>
              <a:ext cx="94704" cy="1000200"/>
              <a:chOff x="941713" y="3767150"/>
              <a:chExt cx="187942" cy="1000200"/>
            </a:xfrm>
          </p:grpSpPr>
          <p:cxnSp>
            <p:nvCxnSpPr>
              <p:cNvPr id="239" name="Google Shape;239;p22"/>
              <p:cNvCxnSpPr/>
              <p:nvPr/>
            </p:nvCxnSpPr>
            <p:spPr>
              <a:xfrm flipH="1">
                <a:off x="1129655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0" name="Google Shape;240;p2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41" name="Google Shape;241;p22"/>
            <p:cNvGrpSpPr/>
            <p:nvPr/>
          </p:nvGrpSpPr>
          <p:grpSpPr>
            <a:xfrm>
              <a:off x="1432946" y="2533775"/>
              <a:ext cx="31897" cy="1000200"/>
              <a:chOff x="941713" y="3767150"/>
              <a:chExt cx="63300" cy="1000200"/>
            </a:xfrm>
          </p:grpSpPr>
          <p:cxnSp>
            <p:nvCxnSpPr>
              <p:cNvPr id="242" name="Google Shape;242;p22"/>
              <p:cNvCxnSpPr/>
              <p:nvPr/>
            </p:nvCxnSpPr>
            <p:spPr>
              <a:xfrm flipH="1">
                <a:off x="975300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3" name="Google Shape;243;p2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cxnSp>
          <p:nvCxnSpPr>
            <p:cNvPr id="244" name="Google Shape;244;p22"/>
            <p:cNvCxnSpPr/>
            <p:nvPr/>
          </p:nvCxnSpPr>
          <p:spPr>
            <a:xfrm>
              <a:off x="344550" y="2769525"/>
              <a:ext cx="2212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45" name="Google Shape;245;p22"/>
            <p:cNvCxnSpPr/>
            <p:nvPr/>
          </p:nvCxnSpPr>
          <p:spPr>
            <a:xfrm>
              <a:off x="367935" y="3317336"/>
              <a:ext cx="2166000" cy="13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246" name="Google Shape;246;p22"/>
          <p:cNvCxnSpPr/>
          <p:nvPr/>
        </p:nvCxnSpPr>
        <p:spPr>
          <a:xfrm flipH="1">
            <a:off x="1715018" y="3378595"/>
            <a:ext cx="0" cy="73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7" name="Google Shape;247;p22"/>
          <p:cNvSpPr/>
          <p:nvPr/>
        </p:nvSpPr>
        <p:spPr>
          <a:xfrm>
            <a:off x="682775" y="3574575"/>
            <a:ext cx="1314900" cy="362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8" name="Google Shape;248;p22"/>
          <p:cNvCxnSpPr/>
          <p:nvPr/>
        </p:nvCxnSpPr>
        <p:spPr>
          <a:xfrm>
            <a:off x="878200" y="3383784"/>
            <a:ext cx="9627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" name="Google Shape;249;p22"/>
          <p:cNvCxnSpPr/>
          <p:nvPr/>
        </p:nvCxnSpPr>
        <p:spPr>
          <a:xfrm>
            <a:off x="788075" y="4116000"/>
            <a:ext cx="1225500" cy="0"/>
          </a:xfrm>
          <a:prstGeom prst="straightConnector1">
            <a:avLst/>
          </a:prstGeom>
          <a:noFill/>
          <a:ln w="38100" cap="flat" cmpd="sng">
            <a:solidFill>
              <a:srgbClr val="F3EEF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0" name="Google Shape;250;p22"/>
          <p:cNvSpPr txBox="1"/>
          <p:nvPr/>
        </p:nvSpPr>
        <p:spPr>
          <a:xfrm>
            <a:off x="1678221" y="3062725"/>
            <a:ext cx="59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3009500" y="2776300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1037860" y="3052905"/>
            <a:ext cx="5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40</a:t>
            </a:r>
            <a:endParaRPr sz="1200"/>
          </a:p>
        </p:txBody>
      </p:sp>
      <p:sp>
        <p:nvSpPr>
          <p:cNvPr id="253" name="Google Shape;253;p22"/>
          <p:cNvSpPr txBox="1"/>
          <p:nvPr/>
        </p:nvSpPr>
        <p:spPr>
          <a:xfrm>
            <a:off x="954131" y="3997255"/>
            <a:ext cx="59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72</a:t>
            </a:r>
            <a:endParaRPr/>
          </a:p>
        </p:txBody>
      </p:sp>
      <p:sp>
        <p:nvSpPr>
          <p:cNvPr id="254" name="Google Shape;254;p22"/>
          <p:cNvSpPr/>
          <p:nvPr/>
        </p:nvSpPr>
        <p:spPr>
          <a:xfrm>
            <a:off x="1790797" y="4100265"/>
            <a:ext cx="344100" cy="284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1019075" y="4085750"/>
            <a:ext cx="344100" cy="284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6" name="Google Shape;256;p22"/>
          <p:cNvGraphicFramePr>
            <a:graphicFrameLocks noGrp="1"/>
          </p:cNvGraphicFramePr>
          <p:nvPr/>
        </p:nvGraphicFramePr>
        <p:xfrm>
          <a:off x="627550" y="141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{594FEBD5-285B-4127-B48E-550C3C9F0571}</a:tableStyleId>
              </a:tblPr>
              <a:tblGrid>
                <a:gridCol w="892225"/>
                <a:gridCol w="892225"/>
              </a:tblGrid>
              <a:tr h="330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330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0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0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57" name="Google Shape;257;p22"/>
          <p:cNvSpPr txBox="1"/>
          <p:nvPr/>
        </p:nvSpPr>
        <p:spPr>
          <a:xfrm>
            <a:off x="6677550" y="4611400"/>
            <a:ext cx="344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1790799" y="3098225"/>
            <a:ext cx="461400" cy="284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479400" y="5880600"/>
            <a:ext cx="19326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2b) Fill in the missing information, using the different representations.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60" name="Google Shape;260;p22"/>
          <p:cNvGraphicFramePr>
            <a:graphicFrameLocks noGrp="1"/>
          </p:cNvGraphicFramePr>
          <p:nvPr/>
        </p:nvGraphicFramePr>
        <p:xfrm>
          <a:off x="2616850" y="5972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{594FEBD5-285B-4127-B48E-550C3C9F0571}</a:tableStyleId>
              </a:tblPr>
              <a:tblGrid>
                <a:gridCol w="892225"/>
                <a:gridCol w="892225"/>
              </a:tblGrid>
              <a:tr h="330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330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0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0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0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0.4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261" name="Google Shape;261;p22"/>
          <p:cNvGrpSpPr/>
          <p:nvPr/>
        </p:nvGrpSpPr>
        <p:grpSpPr>
          <a:xfrm>
            <a:off x="495550" y="8057475"/>
            <a:ext cx="2839298" cy="1245396"/>
            <a:chOff x="1068645" y="1397986"/>
            <a:chExt cx="3717818" cy="1689359"/>
          </a:xfrm>
        </p:grpSpPr>
        <p:grpSp>
          <p:nvGrpSpPr>
            <p:cNvPr id="262" name="Google Shape;262;p22"/>
            <p:cNvGrpSpPr/>
            <p:nvPr/>
          </p:nvGrpSpPr>
          <p:grpSpPr>
            <a:xfrm>
              <a:off x="1283663" y="1397986"/>
              <a:ext cx="3502800" cy="1689359"/>
              <a:chOff x="344550" y="2159986"/>
              <a:chExt cx="3502800" cy="1689359"/>
            </a:xfrm>
          </p:grpSpPr>
          <p:grpSp>
            <p:nvGrpSpPr>
              <p:cNvPr id="263" name="Google Shape;263;p22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64" name="Google Shape;264;p22"/>
                <p:cNvCxnSpPr/>
                <p:nvPr/>
              </p:nvCxnSpPr>
              <p:spPr>
                <a:xfrm flipH="1"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5" name="Google Shape;265;p22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66" name="Google Shape;266;p22"/>
              <p:cNvSpPr txBox="1"/>
              <p:nvPr/>
            </p:nvSpPr>
            <p:spPr>
              <a:xfrm>
                <a:off x="2445450" y="2574225"/>
                <a:ext cx="1401900" cy="2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%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7" name="Google Shape;267;p22"/>
              <p:cNvSpPr txBox="1"/>
              <p:nvPr/>
            </p:nvSpPr>
            <p:spPr>
              <a:xfrm>
                <a:off x="2460186" y="3181550"/>
                <a:ext cx="1301700" cy="2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 £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8" name="Google Shape;268;p22"/>
              <p:cNvSpPr txBox="1"/>
              <p:nvPr/>
            </p:nvSpPr>
            <p:spPr>
              <a:xfrm>
                <a:off x="774976" y="2160000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9" name="Google Shape;269;p22"/>
              <p:cNvSpPr txBox="1"/>
              <p:nvPr/>
            </p:nvSpPr>
            <p:spPr>
              <a:xfrm>
                <a:off x="1356140" y="3473445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70" name="Google Shape;270;p22"/>
              <p:cNvSpPr txBox="1"/>
              <p:nvPr/>
            </p:nvSpPr>
            <p:spPr>
              <a:xfrm>
                <a:off x="773777" y="3473445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71" name="Google Shape;271;p22"/>
              <p:cNvSpPr txBox="1"/>
              <p:nvPr/>
            </p:nvSpPr>
            <p:spPr>
              <a:xfrm>
                <a:off x="1348295" y="2159986"/>
                <a:ext cx="4722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72" name="Google Shape;272;p22"/>
              <p:cNvSpPr txBox="1"/>
              <p:nvPr/>
            </p:nvSpPr>
            <p:spPr>
              <a:xfrm>
                <a:off x="1924278" y="2160000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73" name="Google Shape;273;p22"/>
              <p:cNvCxnSpPr/>
              <p:nvPr/>
            </p:nvCxnSpPr>
            <p:spPr>
              <a:xfrm flipH="1">
                <a:off x="397280" y="2355125"/>
                <a:ext cx="0" cy="13575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274" name="Google Shape;274;p22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75" name="Google Shape;275;p22"/>
                <p:cNvCxnSpPr/>
                <p:nvPr/>
              </p:nvCxnSpPr>
              <p:spPr>
                <a:xfrm flipH="1"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76" name="Google Shape;276;p22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7" name="Google Shape;277;p22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78" name="Google Shape;278;p22"/>
                <p:cNvCxnSpPr/>
                <p:nvPr/>
              </p:nvCxnSpPr>
              <p:spPr>
                <a:xfrm flipH="1"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79" name="Google Shape;279;p22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0" name="Google Shape;280;p22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81" name="Google Shape;281;p22"/>
                <p:cNvCxnSpPr/>
                <p:nvPr/>
              </p:nvCxnSpPr>
              <p:spPr>
                <a:xfrm flipH="1"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82" name="Google Shape;282;p22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283" name="Google Shape;283;p22"/>
              <p:cNvCxnSpPr/>
              <p:nvPr/>
            </p:nvCxnSpPr>
            <p:spPr>
              <a:xfrm>
                <a:off x="344550" y="2769525"/>
                <a:ext cx="22128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84" name="Google Shape;284;p22"/>
              <p:cNvCxnSpPr/>
              <p:nvPr/>
            </p:nvCxnSpPr>
            <p:spPr>
              <a:xfrm>
                <a:off x="367935" y="3317336"/>
                <a:ext cx="2166000" cy="138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285" name="Google Shape;285;p22"/>
            <p:cNvSpPr/>
            <p:nvPr/>
          </p:nvSpPr>
          <p:spPr>
            <a:xfrm>
              <a:off x="1068645" y="1560357"/>
              <a:ext cx="244500" cy="14589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6" name="Google Shape;286;p22"/>
          <p:cNvSpPr txBox="1"/>
          <p:nvPr/>
        </p:nvSpPr>
        <p:spPr>
          <a:xfrm>
            <a:off x="6546075" y="7396725"/>
            <a:ext cx="344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724225" y="8527400"/>
            <a:ext cx="1257300" cy="362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2"/>
          <p:cNvSpPr txBox="1"/>
          <p:nvPr/>
        </p:nvSpPr>
        <p:spPr>
          <a:xfrm>
            <a:off x="1272931" y="8944580"/>
            <a:ext cx="49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80</a:t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1352864" y="7992742"/>
            <a:ext cx="5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50</a:t>
            </a:r>
            <a:endParaRPr sz="1200"/>
          </a:p>
        </p:txBody>
      </p:sp>
      <p:sp>
        <p:nvSpPr>
          <p:cNvPr id="290" name="Google Shape;290;p22"/>
          <p:cNvSpPr/>
          <p:nvPr/>
        </p:nvSpPr>
        <p:spPr>
          <a:xfrm>
            <a:off x="1288224" y="9069900"/>
            <a:ext cx="461400" cy="284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2"/>
          <p:cNvSpPr txBox="1"/>
          <p:nvPr/>
        </p:nvSpPr>
        <p:spPr>
          <a:xfrm>
            <a:off x="6246023" y="8813350"/>
            <a:ext cx="461400" cy="24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…..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2" name="Google Shape;29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84200" y="1344000"/>
            <a:ext cx="4558775" cy="1113914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2"/>
          <p:cNvSpPr txBox="1"/>
          <p:nvPr/>
        </p:nvSpPr>
        <p:spPr>
          <a:xfrm>
            <a:off x="6581550" y="1725001"/>
            <a:ext cx="344100" cy="21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×……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48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Scaling diagrams for multiplicative relationships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2024-03-04T09:33:27.942</cp:lastPrinted>
  <dcterms:created xsi:type="dcterms:W3CDTF">2024-03-04T09:33:27Z</dcterms:created>
  <dcterms:modified xsi:type="dcterms:W3CDTF">2024-03-04T09:36:11Z</dcterms:modified>
</cp:coreProperties>
</file>