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C14B37-5063-47A9-82DC-C1F6685F5BAC}">
  <a:tblStyle styleId="{59C14B37-5063-47A9-82DC-C1F6685F5BA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b25a52e97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b25a52e97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b25a52e97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b25a52e97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b25a52e97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b25a52e97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4f4ea0f3e_6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4f4ea0f3e_6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b4f4ea0f3e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b4f4ea0f3e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b4f4ea0f3e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b4f4ea0f3e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b4f4ea0f3e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b4f4ea0f3e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b4f4ea0f3e_0_1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b4f4ea0f3e_0_1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b4f4ea0f3e_0_1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b4f4ea0f3e_0_1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2b4f4ea0f3e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2b4f4ea0f3e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2b4f4ea0f3e_2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2b4f4ea0f3e_2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b4f4ea0f3e_2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b4f4ea0f3e_2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b4f4ea0f3e_2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b4f4ea0f3e_2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b4f4ea0f3e_2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b4f4ea0f3e_2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b4f4ea0f3e_2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2b4f4ea0f3e_2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b4f4ea0f3e_2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b4f4ea0f3e_2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b4f4ea0f3e_2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b4f4ea0f3e_2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2b4f4ea0f3e_2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2b4f4ea0f3e_2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2b4f4ea0f3e_2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2b4f4ea0f3e_2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2b4f4ea0f3e_2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2b4f4ea0f3e_2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b4f4ea0f3e_2_1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b4f4ea0f3e_2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2b4f4ea0f3e_2_1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2b4f4ea0f3e_2_1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2b4f4ea0f3e_2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2b4f4ea0f3e_2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2b4f4ea0f3e_2_1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2b4f4ea0f3e_2_1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2b4f4ea0f3e_0_1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2b4f4ea0f3e_0_1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2b4f4ea0f3e_5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2b4f4ea0f3e_5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g2b4f4ea0f3e_2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7" name="Google Shape;1787;g2b4f4ea0f3e_2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g2b4f4ea0f3e_5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6" name="Google Shape;1846;g2b4f4ea0f3e_5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2b4f4ea0f3e_5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2b4f4ea0f3e_5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2b4f4ea0f3e_5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2b4f4ea0f3e_5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g2b4f4ea0f3e_5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g2b4f4ea0f3e_5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2b4f4ea0f3e_2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6" name="Google Shape;2136;g2b4f4ea0f3e_2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2" name="Shape 2182"/>
        <p:cNvGrpSpPr/>
        <p:nvPr/>
      </p:nvGrpSpPr>
      <p:grpSpPr>
        <a:xfrm>
          <a:off x="0" y="0"/>
          <a:ext cx="0" cy="0"/>
          <a:chOff x="0" y="0"/>
          <a:chExt cx="0" cy="0"/>
        </a:xfrm>
      </p:grpSpPr>
      <p:sp>
        <p:nvSpPr>
          <p:cNvPr id="2183" name="Google Shape;2183;g2b4f4ea0f3e_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4" name="Google Shape;2184;g2b4f4ea0f3e_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g2b4f4ea0f3e_6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6" name="Google Shape;2256;g2b4f4ea0f3e_6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9" name="Shape 2319"/>
        <p:cNvGrpSpPr/>
        <p:nvPr/>
      </p:nvGrpSpPr>
      <p:grpSpPr>
        <a:xfrm>
          <a:off x="0" y="0"/>
          <a:ext cx="0" cy="0"/>
          <a:chOff x="0" y="0"/>
          <a:chExt cx="0" cy="0"/>
        </a:xfrm>
      </p:grpSpPr>
      <p:sp>
        <p:nvSpPr>
          <p:cNvPr id="2320" name="Google Shape;2320;g2b4f4ea0f3e_6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1" name="Google Shape;2321;g2b4f4ea0f3e_6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g2b4f4ea0f3e_6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5" name="Google Shape;2375;g2b4f4ea0f3e_6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1" name="Shape 2451"/>
        <p:cNvGrpSpPr/>
        <p:nvPr/>
      </p:nvGrpSpPr>
      <p:grpSpPr>
        <a:xfrm>
          <a:off x="0" y="0"/>
          <a:ext cx="0" cy="0"/>
          <a:chOff x="0" y="0"/>
          <a:chExt cx="0" cy="0"/>
        </a:xfrm>
      </p:grpSpPr>
      <p:sp>
        <p:nvSpPr>
          <p:cNvPr id="2452" name="Google Shape;2452;g2b4f4ea0f3e_6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3" name="Google Shape;2453;g2b4f4ea0f3e_6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g2b4f4ea0f3e_0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6" name="Google Shape;2526;g2b4f4ea0f3e_0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0" name="Shape 2530"/>
        <p:cNvGrpSpPr/>
        <p:nvPr/>
      </p:nvGrpSpPr>
      <p:grpSpPr>
        <a:xfrm>
          <a:off x="0" y="0"/>
          <a:ext cx="0" cy="0"/>
          <a:chOff x="0" y="0"/>
          <a:chExt cx="0" cy="0"/>
        </a:xfrm>
      </p:grpSpPr>
      <p:sp>
        <p:nvSpPr>
          <p:cNvPr id="2531" name="Google Shape;2531;g2b9a6876ff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2" name="Google Shape;2532;g2b9a6876ff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58.png"/><Relationship Id="rId5" Type="http://schemas.openxmlformats.org/officeDocument/2006/relationships/image" Target="../media/image27.png"/><Relationship Id="rId6" Type="http://schemas.openxmlformats.org/officeDocument/2006/relationships/image" Target="../media/image29.png"/><Relationship Id="rId7"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58.png"/><Relationship Id="rId4" Type="http://schemas.openxmlformats.org/officeDocument/2006/relationships/image" Target="../media/image33.png"/><Relationship Id="rId11" Type="http://schemas.openxmlformats.org/officeDocument/2006/relationships/image" Target="../media/image24.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9.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2"/>
          <p:cNvSpPr/>
          <p:nvPr/>
        </p:nvSpPr>
        <p:spPr>
          <a:xfrm>
            <a:off x="0" y="532525"/>
            <a:ext cx="9151202" cy="116709"/>
          </a:xfrm>
          <a:prstGeom prst="rect">
            <a:avLst/>
          </a:prstGeom>
          <a:noFill/>
          <a:ln>
            <a:noFill/>
          </a:ln>
        </p:spPr>
      </p:sp>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1.png"/><Relationship Id="rId4"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1.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 Id="rId3"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 Id="rId3" Type="http://schemas.openxmlformats.org/officeDocument/2006/relationships/image" Target="../media/image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Scaling diagrams for multiplicative relationships</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percentages and proportionality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a scaling diagram to represent a multiplicative relationship and connect to other known representations.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idx="2" type="subTitle"/>
          </p:nvPr>
        </p:nvSpPr>
        <p:spPr>
          <a:xfrm>
            <a:off x="489525" y="810000"/>
            <a:ext cx="78663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Proportion is a part to whole (sometimes part to part) comparison. If two things are proportional then the ratio of part to whole is maintained and the multiplicative relationship between parts is also maintained.</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sp>
        <p:nvSpPr>
          <p:cNvPr id="776" name="Google Shape;776;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777" name="Google Shape;777;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Scaling diagrams for multiplicative relationships</a:t>
            </a:r>
            <a:endParaRPr/>
          </a:p>
        </p:txBody>
      </p:sp>
      <p:pic>
        <p:nvPicPr>
          <p:cNvPr id="778" name="Google Shape;778;p67"/>
          <p:cNvPicPr preferRelativeResize="0"/>
          <p:nvPr/>
        </p:nvPicPr>
        <p:blipFill>
          <a:blip r:embed="rId3">
            <a:alphaModFix/>
          </a:blip>
          <a:stretch>
            <a:fillRect/>
          </a:stretch>
        </p:blipFill>
        <p:spPr>
          <a:xfrm>
            <a:off x="41595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8"/>
          <p:cNvSpPr txBox="1"/>
          <p:nvPr>
            <p:ph idx="1" type="body"/>
          </p:nvPr>
        </p:nvSpPr>
        <p:spPr>
          <a:xfrm>
            <a:off x="324000" y="759300"/>
            <a:ext cx="82377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Proportion can be </a:t>
            </a:r>
            <a:r>
              <a:rPr lang="en-GB"/>
              <a:t>represented</a:t>
            </a:r>
            <a:r>
              <a:rPr lang="en-GB"/>
              <a:t> in lots of different ways.</a:t>
            </a:r>
            <a:endParaRPr/>
          </a:p>
          <a:p>
            <a:pPr indent="0" lvl="0" marL="0" rtl="0" algn="l">
              <a:spcBef>
                <a:spcPts val="1000"/>
              </a:spcBef>
              <a:spcAft>
                <a:spcPts val="1000"/>
              </a:spcAft>
              <a:buNone/>
            </a:pPr>
            <a:r>
              <a:rPr lang="en-GB"/>
              <a:t>Look at these </a:t>
            </a:r>
            <a:r>
              <a:rPr lang="en-GB"/>
              <a:t>diagrams. What do you think the question is to all of these answers?</a:t>
            </a:r>
            <a:endParaRPr/>
          </a:p>
        </p:txBody>
      </p:sp>
      <p:sp>
        <p:nvSpPr>
          <p:cNvPr id="784" name="Google Shape;784;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pic>
        <p:nvPicPr>
          <p:cNvPr id="785" name="Google Shape;785;p68"/>
          <p:cNvPicPr preferRelativeResize="0"/>
          <p:nvPr/>
        </p:nvPicPr>
        <p:blipFill>
          <a:blip r:embed="rId3">
            <a:alphaModFix/>
          </a:blip>
          <a:stretch>
            <a:fillRect/>
          </a:stretch>
        </p:blipFill>
        <p:spPr>
          <a:xfrm>
            <a:off x="1204425" y="2060487"/>
            <a:ext cx="3852900" cy="1022526"/>
          </a:xfrm>
          <a:prstGeom prst="rect">
            <a:avLst/>
          </a:prstGeom>
          <a:noFill/>
          <a:ln>
            <a:noFill/>
          </a:ln>
        </p:spPr>
      </p:pic>
      <p:graphicFrame>
        <p:nvGraphicFramePr>
          <p:cNvPr id="786" name="Google Shape;786;p68"/>
          <p:cNvGraphicFramePr/>
          <p:nvPr/>
        </p:nvGraphicFramePr>
        <p:xfrm>
          <a:off x="447750" y="3293200"/>
          <a:ext cx="3000000" cy="3000000"/>
        </p:xfrm>
        <a:graphic>
          <a:graphicData uri="http://schemas.openxmlformats.org/drawingml/2006/table">
            <a:tbl>
              <a:tblPr>
                <a:noFill/>
                <a:tableStyleId>{59C14B37-5063-47A9-82DC-C1F6685F5BAC}</a:tableStyleId>
              </a:tblPr>
              <a:tblGrid>
                <a:gridCol w="1175050"/>
                <a:gridCol w="1175050"/>
              </a:tblGrid>
              <a:tr h="27257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272575">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272575">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272575">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r>
              <a:tr h="272575">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r>
            </a:tbl>
          </a:graphicData>
        </a:graphic>
      </p:graphicFrame>
      <p:pic>
        <p:nvPicPr>
          <p:cNvPr id="787" name="Google Shape;787;p68"/>
          <p:cNvPicPr preferRelativeResize="0"/>
          <p:nvPr/>
        </p:nvPicPr>
        <p:blipFill>
          <a:blip r:embed="rId4">
            <a:alphaModFix/>
          </a:blip>
          <a:stretch>
            <a:fillRect/>
          </a:stretch>
        </p:blipFill>
        <p:spPr>
          <a:xfrm>
            <a:off x="5210100" y="1620000"/>
            <a:ext cx="3387675" cy="2892251"/>
          </a:xfrm>
          <a:prstGeom prst="rect">
            <a:avLst/>
          </a:prstGeom>
          <a:noFill/>
          <a:ln>
            <a:noFill/>
          </a:ln>
        </p:spPr>
      </p:pic>
      <p:sp>
        <p:nvSpPr>
          <p:cNvPr id="788" name="Google Shape;788;p68"/>
          <p:cNvSpPr txBox="1"/>
          <p:nvPr/>
        </p:nvSpPr>
        <p:spPr>
          <a:xfrm>
            <a:off x="7144700" y="4320000"/>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Amount</a:t>
            </a:r>
            <a:endParaRPr sz="1800">
              <a:solidFill>
                <a:schemeClr val="dk1"/>
              </a:solidFill>
              <a:latin typeface="Lexend"/>
              <a:ea typeface="Lexend"/>
              <a:cs typeface="Lexend"/>
              <a:sym typeface="Lexend"/>
            </a:endParaRPr>
          </a:p>
        </p:txBody>
      </p:sp>
      <p:cxnSp>
        <p:nvCxnSpPr>
          <p:cNvPr id="789" name="Google Shape;789;p68"/>
          <p:cNvCxnSpPr/>
          <p:nvPr/>
        </p:nvCxnSpPr>
        <p:spPr>
          <a:xfrm>
            <a:off x="3742671"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790" name="Google Shape;790;p68"/>
          <p:cNvSpPr txBox="1"/>
          <p:nvPr/>
        </p:nvSpPr>
        <p:spPr>
          <a:xfrm>
            <a:off x="3734112"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125</a:t>
            </a:r>
            <a:endParaRPr/>
          </a:p>
        </p:txBody>
      </p:sp>
      <p:grpSp>
        <p:nvGrpSpPr>
          <p:cNvPr id="791" name="Google Shape;791;p68"/>
          <p:cNvGrpSpPr/>
          <p:nvPr/>
        </p:nvGrpSpPr>
        <p:grpSpPr>
          <a:xfrm>
            <a:off x="3439085" y="3327662"/>
            <a:ext cx="2675088" cy="1245396"/>
            <a:chOff x="344550" y="2159986"/>
            <a:chExt cx="3502800" cy="1689359"/>
          </a:xfrm>
        </p:grpSpPr>
        <p:grpSp>
          <p:nvGrpSpPr>
            <p:cNvPr id="792" name="Google Shape;792;p68"/>
            <p:cNvGrpSpPr/>
            <p:nvPr/>
          </p:nvGrpSpPr>
          <p:grpSpPr>
            <a:xfrm>
              <a:off x="1433102" y="2533775"/>
              <a:ext cx="31897" cy="1000200"/>
              <a:chOff x="941713" y="3767150"/>
              <a:chExt cx="63300" cy="1000200"/>
            </a:xfrm>
          </p:grpSpPr>
          <p:cxnSp>
            <p:nvCxnSpPr>
              <p:cNvPr id="793" name="Google Shape;793;p68"/>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794" name="Google Shape;794;p6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 name="Google Shape;795;p68"/>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796" name="Google Shape;796;p68"/>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a:t>
              </a:r>
              <a:endParaRPr sz="1800">
                <a:solidFill>
                  <a:srgbClr val="000000"/>
                </a:solidFill>
                <a:latin typeface="Lexend"/>
                <a:ea typeface="Lexend"/>
                <a:cs typeface="Lexend"/>
                <a:sym typeface="Lexend"/>
              </a:endParaRPr>
            </a:p>
          </p:txBody>
        </p:sp>
        <p:sp>
          <p:nvSpPr>
            <p:cNvPr id="797" name="Google Shape;797;p68"/>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98" name="Google Shape;798;p68"/>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99" name="Google Shape;799;p68"/>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00" name="Google Shape;800;p68"/>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801" name="Google Shape;801;p68"/>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802" name="Google Shape;802;p68"/>
            <p:cNvGrpSpPr/>
            <p:nvPr/>
          </p:nvGrpSpPr>
          <p:grpSpPr>
            <a:xfrm>
              <a:off x="856988" y="2519701"/>
              <a:ext cx="233764" cy="1000200"/>
              <a:chOff x="941713" y="3753076"/>
              <a:chExt cx="463909" cy="1000200"/>
            </a:xfrm>
          </p:grpSpPr>
          <p:cxnSp>
            <p:nvCxnSpPr>
              <p:cNvPr id="803" name="Google Shape;803;p68"/>
              <p:cNvCxnSpPr/>
              <p:nvPr/>
            </p:nvCxnSpPr>
            <p:spPr>
              <a:xfrm>
                <a:off x="1405622" y="3753076"/>
                <a:ext cx="0" cy="1000200"/>
              </a:xfrm>
              <a:prstGeom prst="straightConnector1">
                <a:avLst/>
              </a:prstGeom>
              <a:noFill/>
              <a:ln cap="flat" cmpd="sng" w="38100">
                <a:solidFill>
                  <a:srgbClr val="000000"/>
                </a:solidFill>
                <a:prstDash val="solid"/>
                <a:round/>
                <a:headEnd len="med" w="med" type="none"/>
                <a:tailEnd len="med" w="med" type="none"/>
              </a:ln>
            </p:spPr>
          </p:cxnSp>
          <p:sp>
            <p:nvSpPr>
              <p:cNvPr id="804" name="Google Shape;804;p6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68"/>
            <p:cNvGrpSpPr/>
            <p:nvPr/>
          </p:nvGrpSpPr>
          <p:grpSpPr>
            <a:xfrm>
              <a:off x="2008903" y="2533775"/>
              <a:ext cx="94704" cy="1000200"/>
              <a:chOff x="941713" y="3767150"/>
              <a:chExt cx="187942" cy="1000200"/>
            </a:xfrm>
          </p:grpSpPr>
          <p:cxnSp>
            <p:nvCxnSpPr>
              <p:cNvPr id="806" name="Google Shape;806;p68"/>
              <p:cNvCxnSpPr/>
              <p:nvPr/>
            </p:nvCxnSpPr>
            <p:spPr>
              <a:xfrm>
                <a:off x="1129655"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07" name="Google Shape;807;p6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68"/>
            <p:cNvGrpSpPr/>
            <p:nvPr/>
          </p:nvGrpSpPr>
          <p:grpSpPr>
            <a:xfrm>
              <a:off x="1432946" y="2533775"/>
              <a:ext cx="31897" cy="1000200"/>
              <a:chOff x="941713" y="3767150"/>
              <a:chExt cx="63300" cy="1000200"/>
            </a:xfrm>
          </p:grpSpPr>
          <p:cxnSp>
            <p:nvCxnSpPr>
              <p:cNvPr id="809" name="Google Shape;809;p68"/>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10" name="Google Shape;810;p6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11" name="Google Shape;811;p68"/>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812" name="Google Shape;812;p68"/>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cxnSp>
        <p:nvCxnSpPr>
          <p:cNvPr id="813" name="Google Shape;813;p68"/>
          <p:cNvCxnSpPr/>
          <p:nvPr/>
        </p:nvCxnSpPr>
        <p:spPr>
          <a:xfrm>
            <a:off x="4535793"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814" name="Google Shape;814;p68"/>
          <p:cNvSpPr/>
          <p:nvPr/>
        </p:nvSpPr>
        <p:spPr>
          <a:xfrm>
            <a:off x="3503550" y="3797600"/>
            <a:ext cx="1314900" cy="36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15" name="Google Shape;815;p68"/>
          <p:cNvCxnSpPr/>
          <p:nvPr/>
        </p:nvCxnSpPr>
        <p:spPr>
          <a:xfrm>
            <a:off x="3619250" y="3598175"/>
            <a:ext cx="962700" cy="0"/>
          </a:xfrm>
          <a:prstGeom prst="straightConnector1">
            <a:avLst/>
          </a:prstGeom>
          <a:noFill/>
          <a:ln cap="flat" cmpd="sng" w="38100">
            <a:solidFill>
              <a:schemeClr val="lt1"/>
            </a:solidFill>
            <a:prstDash val="solid"/>
            <a:round/>
            <a:headEnd len="med" w="med" type="none"/>
            <a:tailEnd len="med" w="med" type="none"/>
          </a:ln>
        </p:spPr>
      </p:cxnSp>
      <p:cxnSp>
        <p:nvCxnSpPr>
          <p:cNvPr id="816" name="Google Shape;816;p68"/>
          <p:cNvCxnSpPr/>
          <p:nvPr/>
        </p:nvCxnSpPr>
        <p:spPr>
          <a:xfrm>
            <a:off x="3608850" y="4339025"/>
            <a:ext cx="1225500" cy="0"/>
          </a:xfrm>
          <a:prstGeom prst="straightConnector1">
            <a:avLst/>
          </a:prstGeom>
          <a:noFill/>
          <a:ln cap="flat" cmpd="sng" w="38100">
            <a:solidFill>
              <a:schemeClr val="lt1"/>
            </a:solidFill>
            <a:prstDash val="solid"/>
            <a:round/>
            <a:headEnd len="med" w="med" type="none"/>
            <a:tailEnd len="med" w="med" type="none"/>
          </a:ln>
        </p:spPr>
      </p:cxnSp>
      <p:sp>
        <p:nvSpPr>
          <p:cNvPr id="817" name="Google Shape;817;p68"/>
          <p:cNvSpPr txBox="1"/>
          <p:nvPr/>
        </p:nvSpPr>
        <p:spPr>
          <a:xfrm>
            <a:off x="4575196" y="32857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100</a:t>
            </a:r>
            <a:endParaRPr/>
          </a:p>
        </p:txBody>
      </p:sp>
      <p:sp>
        <p:nvSpPr>
          <p:cNvPr id="818" name="Google Shape;818;p68"/>
          <p:cNvSpPr txBox="1"/>
          <p:nvPr/>
        </p:nvSpPr>
        <p:spPr>
          <a:xfrm>
            <a:off x="3734100" y="3285750"/>
            <a:ext cx="6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25</a:t>
            </a:r>
            <a:endParaRPr/>
          </a:p>
        </p:txBody>
      </p:sp>
      <p:sp>
        <p:nvSpPr>
          <p:cNvPr id="819" name="Google Shape;819;p68"/>
          <p:cNvSpPr txBox="1"/>
          <p:nvPr/>
        </p:nvSpPr>
        <p:spPr>
          <a:xfrm>
            <a:off x="4535796"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a:t>
            </a:r>
            <a:r>
              <a:rPr lang="en-GB" sz="1800">
                <a:latin typeface="Lexend"/>
                <a:ea typeface="Lexend"/>
                <a:cs typeface="Lexend"/>
                <a:sym typeface="Lexend"/>
              </a:rPr>
              <a:t>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69"/>
          <p:cNvSpPr txBox="1"/>
          <p:nvPr>
            <p:ph idx="1" type="body"/>
          </p:nvPr>
        </p:nvSpPr>
        <p:spPr>
          <a:xfrm>
            <a:off x="324000" y="9746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They all are showing the answer to 25% of 500.</a:t>
            </a:r>
            <a:endParaRPr/>
          </a:p>
        </p:txBody>
      </p:sp>
      <p:sp>
        <p:nvSpPr>
          <p:cNvPr id="825" name="Google Shape;825;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pic>
        <p:nvPicPr>
          <p:cNvPr id="826" name="Google Shape;826;p69"/>
          <p:cNvPicPr preferRelativeResize="0"/>
          <p:nvPr/>
        </p:nvPicPr>
        <p:blipFill>
          <a:blip r:embed="rId3">
            <a:alphaModFix/>
          </a:blip>
          <a:stretch>
            <a:fillRect/>
          </a:stretch>
        </p:blipFill>
        <p:spPr>
          <a:xfrm>
            <a:off x="1204425" y="2060487"/>
            <a:ext cx="3852900" cy="1022526"/>
          </a:xfrm>
          <a:prstGeom prst="rect">
            <a:avLst/>
          </a:prstGeom>
          <a:noFill/>
          <a:ln>
            <a:noFill/>
          </a:ln>
        </p:spPr>
      </p:pic>
      <p:graphicFrame>
        <p:nvGraphicFramePr>
          <p:cNvPr id="827" name="Google Shape;827;p69"/>
          <p:cNvGraphicFramePr/>
          <p:nvPr/>
        </p:nvGraphicFramePr>
        <p:xfrm>
          <a:off x="447750" y="3293200"/>
          <a:ext cx="3000000" cy="3000000"/>
        </p:xfrm>
        <a:graphic>
          <a:graphicData uri="http://schemas.openxmlformats.org/drawingml/2006/table">
            <a:tbl>
              <a:tblPr>
                <a:noFill/>
                <a:tableStyleId>{59C14B37-5063-47A9-82DC-C1F6685F5BAC}</a:tableStyleId>
              </a:tblPr>
              <a:tblGrid>
                <a:gridCol w="1175050"/>
                <a:gridCol w="1175050"/>
              </a:tblGrid>
              <a:tr h="272575">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272575">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272575">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272575">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r>
              <a:tr h="272575">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F00"/>
                    </a:solidFill>
                  </a:tcPr>
                </a:tc>
              </a:tr>
            </a:tbl>
          </a:graphicData>
        </a:graphic>
      </p:graphicFrame>
      <p:pic>
        <p:nvPicPr>
          <p:cNvPr id="828" name="Google Shape;828;p69"/>
          <p:cNvPicPr preferRelativeResize="0"/>
          <p:nvPr/>
        </p:nvPicPr>
        <p:blipFill>
          <a:blip r:embed="rId4">
            <a:alphaModFix/>
          </a:blip>
          <a:stretch>
            <a:fillRect/>
          </a:stretch>
        </p:blipFill>
        <p:spPr>
          <a:xfrm>
            <a:off x="5210100" y="1620000"/>
            <a:ext cx="3387675" cy="2892251"/>
          </a:xfrm>
          <a:prstGeom prst="rect">
            <a:avLst/>
          </a:prstGeom>
          <a:noFill/>
          <a:ln>
            <a:noFill/>
          </a:ln>
        </p:spPr>
      </p:pic>
      <p:sp>
        <p:nvSpPr>
          <p:cNvPr id="829" name="Google Shape;829;p69"/>
          <p:cNvSpPr txBox="1"/>
          <p:nvPr/>
        </p:nvSpPr>
        <p:spPr>
          <a:xfrm>
            <a:off x="7144700" y="4320000"/>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Amount</a:t>
            </a:r>
            <a:endParaRPr sz="1800">
              <a:solidFill>
                <a:schemeClr val="dk1"/>
              </a:solidFill>
              <a:latin typeface="Lexend"/>
              <a:ea typeface="Lexend"/>
              <a:cs typeface="Lexend"/>
              <a:sym typeface="Lexend"/>
            </a:endParaRPr>
          </a:p>
        </p:txBody>
      </p:sp>
      <p:cxnSp>
        <p:nvCxnSpPr>
          <p:cNvPr id="830" name="Google Shape;830;p69"/>
          <p:cNvCxnSpPr/>
          <p:nvPr/>
        </p:nvCxnSpPr>
        <p:spPr>
          <a:xfrm>
            <a:off x="3742671"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831" name="Google Shape;831;p69"/>
          <p:cNvSpPr txBox="1"/>
          <p:nvPr/>
        </p:nvSpPr>
        <p:spPr>
          <a:xfrm>
            <a:off x="3734112"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125</a:t>
            </a:r>
            <a:endParaRPr/>
          </a:p>
        </p:txBody>
      </p:sp>
      <p:grpSp>
        <p:nvGrpSpPr>
          <p:cNvPr id="832" name="Google Shape;832;p69"/>
          <p:cNvGrpSpPr/>
          <p:nvPr/>
        </p:nvGrpSpPr>
        <p:grpSpPr>
          <a:xfrm>
            <a:off x="3439085" y="3327662"/>
            <a:ext cx="2675088" cy="1245396"/>
            <a:chOff x="344550" y="2159986"/>
            <a:chExt cx="3502800" cy="1689359"/>
          </a:xfrm>
        </p:grpSpPr>
        <p:grpSp>
          <p:nvGrpSpPr>
            <p:cNvPr id="833" name="Google Shape;833;p69"/>
            <p:cNvGrpSpPr/>
            <p:nvPr/>
          </p:nvGrpSpPr>
          <p:grpSpPr>
            <a:xfrm>
              <a:off x="1433102" y="2533775"/>
              <a:ext cx="31897" cy="1000200"/>
              <a:chOff x="941713" y="3767150"/>
              <a:chExt cx="63300" cy="1000200"/>
            </a:xfrm>
          </p:grpSpPr>
          <p:cxnSp>
            <p:nvCxnSpPr>
              <p:cNvPr id="834" name="Google Shape;834;p6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35" name="Google Shape;835;p6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6" name="Google Shape;836;p69"/>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837" name="Google Shape;837;p69"/>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a:t>
              </a:r>
              <a:endParaRPr sz="1800">
                <a:solidFill>
                  <a:srgbClr val="000000"/>
                </a:solidFill>
                <a:latin typeface="Lexend"/>
                <a:ea typeface="Lexend"/>
                <a:cs typeface="Lexend"/>
                <a:sym typeface="Lexend"/>
              </a:endParaRPr>
            </a:p>
          </p:txBody>
        </p:sp>
        <p:sp>
          <p:nvSpPr>
            <p:cNvPr id="838" name="Google Shape;838;p69"/>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39" name="Google Shape;839;p69"/>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40" name="Google Shape;840;p69"/>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41" name="Google Shape;841;p69"/>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842" name="Google Shape;842;p69"/>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843" name="Google Shape;843;p69"/>
            <p:cNvGrpSpPr/>
            <p:nvPr/>
          </p:nvGrpSpPr>
          <p:grpSpPr>
            <a:xfrm>
              <a:off x="856988" y="2519701"/>
              <a:ext cx="233764" cy="1000200"/>
              <a:chOff x="941713" y="3753076"/>
              <a:chExt cx="463909" cy="1000200"/>
            </a:xfrm>
          </p:grpSpPr>
          <p:cxnSp>
            <p:nvCxnSpPr>
              <p:cNvPr id="844" name="Google Shape;844;p69"/>
              <p:cNvCxnSpPr/>
              <p:nvPr/>
            </p:nvCxnSpPr>
            <p:spPr>
              <a:xfrm>
                <a:off x="1405622" y="3753076"/>
                <a:ext cx="0" cy="1000200"/>
              </a:xfrm>
              <a:prstGeom prst="straightConnector1">
                <a:avLst/>
              </a:prstGeom>
              <a:noFill/>
              <a:ln cap="flat" cmpd="sng" w="38100">
                <a:solidFill>
                  <a:srgbClr val="000000"/>
                </a:solidFill>
                <a:prstDash val="solid"/>
                <a:round/>
                <a:headEnd len="med" w="med" type="none"/>
                <a:tailEnd len="med" w="med" type="none"/>
              </a:ln>
            </p:spPr>
          </p:cxnSp>
          <p:sp>
            <p:nvSpPr>
              <p:cNvPr id="845" name="Google Shape;845;p6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69"/>
            <p:cNvGrpSpPr/>
            <p:nvPr/>
          </p:nvGrpSpPr>
          <p:grpSpPr>
            <a:xfrm>
              <a:off x="2008903" y="2533775"/>
              <a:ext cx="94704" cy="1000200"/>
              <a:chOff x="941713" y="3767150"/>
              <a:chExt cx="187942" cy="1000200"/>
            </a:xfrm>
          </p:grpSpPr>
          <p:cxnSp>
            <p:nvCxnSpPr>
              <p:cNvPr id="847" name="Google Shape;847;p69"/>
              <p:cNvCxnSpPr/>
              <p:nvPr/>
            </p:nvCxnSpPr>
            <p:spPr>
              <a:xfrm>
                <a:off x="1129655"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48" name="Google Shape;848;p6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69"/>
            <p:cNvGrpSpPr/>
            <p:nvPr/>
          </p:nvGrpSpPr>
          <p:grpSpPr>
            <a:xfrm>
              <a:off x="1432946" y="2533775"/>
              <a:ext cx="31897" cy="1000200"/>
              <a:chOff x="941713" y="3767150"/>
              <a:chExt cx="63300" cy="1000200"/>
            </a:xfrm>
          </p:grpSpPr>
          <p:cxnSp>
            <p:nvCxnSpPr>
              <p:cNvPr id="850" name="Google Shape;850;p6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51" name="Google Shape;851;p6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52" name="Google Shape;852;p69"/>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853" name="Google Shape;853;p69"/>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cxnSp>
        <p:nvCxnSpPr>
          <p:cNvPr id="854" name="Google Shape;854;p69"/>
          <p:cNvCxnSpPr/>
          <p:nvPr/>
        </p:nvCxnSpPr>
        <p:spPr>
          <a:xfrm>
            <a:off x="4535793"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855" name="Google Shape;855;p69"/>
          <p:cNvSpPr/>
          <p:nvPr/>
        </p:nvSpPr>
        <p:spPr>
          <a:xfrm>
            <a:off x="3503550" y="3797600"/>
            <a:ext cx="1314900" cy="36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6" name="Google Shape;856;p69"/>
          <p:cNvCxnSpPr/>
          <p:nvPr/>
        </p:nvCxnSpPr>
        <p:spPr>
          <a:xfrm>
            <a:off x="3619250" y="3598175"/>
            <a:ext cx="962700" cy="0"/>
          </a:xfrm>
          <a:prstGeom prst="straightConnector1">
            <a:avLst/>
          </a:prstGeom>
          <a:noFill/>
          <a:ln cap="flat" cmpd="sng" w="38100">
            <a:solidFill>
              <a:schemeClr val="lt1"/>
            </a:solidFill>
            <a:prstDash val="solid"/>
            <a:round/>
            <a:headEnd len="med" w="med" type="none"/>
            <a:tailEnd len="med" w="med" type="none"/>
          </a:ln>
        </p:spPr>
      </p:cxnSp>
      <p:cxnSp>
        <p:nvCxnSpPr>
          <p:cNvPr id="857" name="Google Shape;857;p69"/>
          <p:cNvCxnSpPr/>
          <p:nvPr/>
        </p:nvCxnSpPr>
        <p:spPr>
          <a:xfrm>
            <a:off x="3608850" y="4339025"/>
            <a:ext cx="1225500" cy="0"/>
          </a:xfrm>
          <a:prstGeom prst="straightConnector1">
            <a:avLst/>
          </a:prstGeom>
          <a:noFill/>
          <a:ln cap="flat" cmpd="sng" w="38100">
            <a:solidFill>
              <a:schemeClr val="lt1"/>
            </a:solidFill>
            <a:prstDash val="solid"/>
            <a:round/>
            <a:headEnd len="med" w="med" type="none"/>
            <a:tailEnd len="med" w="med" type="none"/>
          </a:ln>
        </p:spPr>
      </p:cxnSp>
      <p:sp>
        <p:nvSpPr>
          <p:cNvPr id="858" name="Google Shape;858;p69"/>
          <p:cNvSpPr txBox="1"/>
          <p:nvPr/>
        </p:nvSpPr>
        <p:spPr>
          <a:xfrm>
            <a:off x="4575196" y="32857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100</a:t>
            </a:r>
            <a:endParaRPr/>
          </a:p>
        </p:txBody>
      </p:sp>
      <p:sp>
        <p:nvSpPr>
          <p:cNvPr id="859" name="Google Shape;859;p69"/>
          <p:cNvSpPr txBox="1"/>
          <p:nvPr/>
        </p:nvSpPr>
        <p:spPr>
          <a:xfrm>
            <a:off x="3734100" y="3285750"/>
            <a:ext cx="6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25</a:t>
            </a:r>
            <a:endParaRPr/>
          </a:p>
        </p:txBody>
      </p:sp>
      <p:sp>
        <p:nvSpPr>
          <p:cNvPr id="860" name="Google Shape;860;p69"/>
          <p:cNvSpPr txBox="1"/>
          <p:nvPr/>
        </p:nvSpPr>
        <p:spPr>
          <a:xfrm>
            <a:off x="4535796"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500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0"/>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Looking at the </a:t>
            </a:r>
            <a:r>
              <a:rPr lang="en-GB" sz="2100"/>
              <a:t>double number line and graph, these show how a pair of numbers align when scaled </a:t>
            </a:r>
            <a:r>
              <a:rPr lang="en-GB" sz="2100"/>
              <a:t>proportionally</a:t>
            </a:r>
            <a:r>
              <a:rPr lang="en-GB" sz="2100"/>
              <a:t>.</a:t>
            </a:r>
            <a:endParaRPr sz="2100"/>
          </a:p>
        </p:txBody>
      </p:sp>
      <p:sp>
        <p:nvSpPr>
          <p:cNvPr id="866" name="Google Shape;866;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pic>
        <p:nvPicPr>
          <p:cNvPr id="867" name="Google Shape;867;p70"/>
          <p:cNvPicPr preferRelativeResize="0"/>
          <p:nvPr/>
        </p:nvPicPr>
        <p:blipFill>
          <a:blip r:embed="rId3">
            <a:alphaModFix/>
          </a:blip>
          <a:stretch>
            <a:fillRect/>
          </a:stretch>
        </p:blipFill>
        <p:spPr>
          <a:xfrm>
            <a:off x="5210100" y="1620000"/>
            <a:ext cx="3387675" cy="2892251"/>
          </a:xfrm>
          <a:prstGeom prst="rect">
            <a:avLst/>
          </a:prstGeom>
          <a:noFill/>
          <a:ln>
            <a:noFill/>
          </a:ln>
        </p:spPr>
      </p:pic>
      <p:sp>
        <p:nvSpPr>
          <p:cNvPr id="868" name="Google Shape;868;p70"/>
          <p:cNvSpPr txBox="1"/>
          <p:nvPr/>
        </p:nvSpPr>
        <p:spPr>
          <a:xfrm>
            <a:off x="7144700" y="4320000"/>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Amount</a:t>
            </a:r>
            <a:endParaRPr sz="1800">
              <a:solidFill>
                <a:schemeClr val="dk1"/>
              </a:solidFill>
              <a:latin typeface="Lexend"/>
              <a:ea typeface="Lexend"/>
              <a:cs typeface="Lexend"/>
              <a:sym typeface="Lexend"/>
            </a:endParaRPr>
          </a:p>
        </p:txBody>
      </p:sp>
      <p:cxnSp>
        <p:nvCxnSpPr>
          <p:cNvPr id="869" name="Google Shape;869;p70"/>
          <p:cNvCxnSpPr/>
          <p:nvPr/>
        </p:nvCxnSpPr>
        <p:spPr>
          <a:xfrm>
            <a:off x="3742671"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870" name="Google Shape;870;p70"/>
          <p:cNvSpPr txBox="1"/>
          <p:nvPr/>
        </p:nvSpPr>
        <p:spPr>
          <a:xfrm>
            <a:off x="3734112"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125</a:t>
            </a:r>
            <a:endParaRPr/>
          </a:p>
        </p:txBody>
      </p:sp>
      <p:grpSp>
        <p:nvGrpSpPr>
          <p:cNvPr id="871" name="Google Shape;871;p70"/>
          <p:cNvGrpSpPr/>
          <p:nvPr/>
        </p:nvGrpSpPr>
        <p:grpSpPr>
          <a:xfrm>
            <a:off x="3439085" y="3327662"/>
            <a:ext cx="2675088" cy="1245396"/>
            <a:chOff x="344550" y="2159986"/>
            <a:chExt cx="3502800" cy="1689359"/>
          </a:xfrm>
        </p:grpSpPr>
        <p:grpSp>
          <p:nvGrpSpPr>
            <p:cNvPr id="872" name="Google Shape;872;p70"/>
            <p:cNvGrpSpPr/>
            <p:nvPr/>
          </p:nvGrpSpPr>
          <p:grpSpPr>
            <a:xfrm>
              <a:off x="1433102" y="2533775"/>
              <a:ext cx="31897" cy="1000200"/>
              <a:chOff x="941713" y="3767150"/>
              <a:chExt cx="63300" cy="1000200"/>
            </a:xfrm>
          </p:grpSpPr>
          <p:cxnSp>
            <p:nvCxnSpPr>
              <p:cNvPr id="873" name="Google Shape;873;p7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74" name="Google Shape;874;p7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5" name="Google Shape;875;p70"/>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876" name="Google Shape;876;p70"/>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a:t>
              </a:r>
              <a:endParaRPr sz="1800">
                <a:solidFill>
                  <a:srgbClr val="000000"/>
                </a:solidFill>
                <a:latin typeface="Lexend"/>
                <a:ea typeface="Lexend"/>
                <a:cs typeface="Lexend"/>
                <a:sym typeface="Lexend"/>
              </a:endParaRPr>
            </a:p>
          </p:txBody>
        </p:sp>
        <p:sp>
          <p:nvSpPr>
            <p:cNvPr id="877" name="Google Shape;877;p70"/>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78" name="Google Shape;878;p70"/>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79" name="Google Shape;879;p70"/>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80" name="Google Shape;880;p70"/>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881" name="Google Shape;881;p70"/>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882" name="Google Shape;882;p70"/>
            <p:cNvGrpSpPr/>
            <p:nvPr/>
          </p:nvGrpSpPr>
          <p:grpSpPr>
            <a:xfrm>
              <a:off x="856988" y="2519701"/>
              <a:ext cx="233764" cy="1000200"/>
              <a:chOff x="941713" y="3753076"/>
              <a:chExt cx="463909" cy="1000200"/>
            </a:xfrm>
          </p:grpSpPr>
          <p:cxnSp>
            <p:nvCxnSpPr>
              <p:cNvPr id="883" name="Google Shape;883;p70"/>
              <p:cNvCxnSpPr/>
              <p:nvPr/>
            </p:nvCxnSpPr>
            <p:spPr>
              <a:xfrm>
                <a:off x="1405622" y="3753076"/>
                <a:ext cx="0" cy="1000200"/>
              </a:xfrm>
              <a:prstGeom prst="straightConnector1">
                <a:avLst/>
              </a:prstGeom>
              <a:noFill/>
              <a:ln cap="flat" cmpd="sng" w="38100">
                <a:solidFill>
                  <a:srgbClr val="000000"/>
                </a:solidFill>
                <a:prstDash val="solid"/>
                <a:round/>
                <a:headEnd len="med" w="med" type="none"/>
                <a:tailEnd len="med" w="med" type="none"/>
              </a:ln>
            </p:spPr>
          </p:cxnSp>
          <p:sp>
            <p:nvSpPr>
              <p:cNvPr id="884" name="Google Shape;884;p7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 name="Google Shape;885;p70"/>
            <p:cNvGrpSpPr/>
            <p:nvPr/>
          </p:nvGrpSpPr>
          <p:grpSpPr>
            <a:xfrm>
              <a:off x="2008903" y="2533775"/>
              <a:ext cx="94704" cy="1000200"/>
              <a:chOff x="941713" y="3767150"/>
              <a:chExt cx="187942" cy="1000200"/>
            </a:xfrm>
          </p:grpSpPr>
          <p:cxnSp>
            <p:nvCxnSpPr>
              <p:cNvPr id="886" name="Google Shape;886;p70"/>
              <p:cNvCxnSpPr/>
              <p:nvPr/>
            </p:nvCxnSpPr>
            <p:spPr>
              <a:xfrm>
                <a:off x="1129655"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87" name="Google Shape;887;p7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 name="Google Shape;888;p70"/>
            <p:cNvGrpSpPr/>
            <p:nvPr/>
          </p:nvGrpSpPr>
          <p:grpSpPr>
            <a:xfrm>
              <a:off x="1432946" y="2533775"/>
              <a:ext cx="31897" cy="1000200"/>
              <a:chOff x="941713" y="3767150"/>
              <a:chExt cx="63300" cy="1000200"/>
            </a:xfrm>
          </p:grpSpPr>
          <p:cxnSp>
            <p:nvCxnSpPr>
              <p:cNvPr id="889" name="Google Shape;889;p70"/>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890" name="Google Shape;890;p70"/>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91" name="Google Shape;891;p70"/>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892" name="Google Shape;892;p70"/>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cxnSp>
        <p:nvCxnSpPr>
          <p:cNvPr id="893" name="Google Shape;893;p70"/>
          <p:cNvCxnSpPr/>
          <p:nvPr/>
        </p:nvCxnSpPr>
        <p:spPr>
          <a:xfrm>
            <a:off x="4535793" y="3601620"/>
            <a:ext cx="0" cy="737400"/>
          </a:xfrm>
          <a:prstGeom prst="straightConnector1">
            <a:avLst/>
          </a:prstGeom>
          <a:noFill/>
          <a:ln cap="flat" cmpd="sng" w="38100">
            <a:solidFill>
              <a:srgbClr val="000000"/>
            </a:solidFill>
            <a:prstDash val="solid"/>
            <a:round/>
            <a:headEnd len="med" w="med" type="none"/>
            <a:tailEnd len="med" w="med" type="none"/>
          </a:ln>
        </p:spPr>
      </p:cxnSp>
      <p:sp>
        <p:nvSpPr>
          <p:cNvPr id="894" name="Google Shape;894;p70"/>
          <p:cNvSpPr/>
          <p:nvPr/>
        </p:nvSpPr>
        <p:spPr>
          <a:xfrm>
            <a:off x="3503550" y="3797600"/>
            <a:ext cx="1314900" cy="36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95" name="Google Shape;895;p70"/>
          <p:cNvCxnSpPr/>
          <p:nvPr/>
        </p:nvCxnSpPr>
        <p:spPr>
          <a:xfrm>
            <a:off x="3619250" y="3598175"/>
            <a:ext cx="962700" cy="0"/>
          </a:xfrm>
          <a:prstGeom prst="straightConnector1">
            <a:avLst/>
          </a:prstGeom>
          <a:noFill/>
          <a:ln cap="flat" cmpd="sng" w="38100">
            <a:solidFill>
              <a:schemeClr val="lt1"/>
            </a:solidFill>
            <a:prstDash val="solid"/>
            <a:round/>
            <a:headEnd len="med" w="med" type="none"/>
            <a:tailEnd len="med" w="med" type="none"/>
          </a:ln>
        </p:spPr>
      </p:cxnSp>
      <p:cxnSp>
        <p:nvCxnSpPr>
          <p:cNvPr id="896" name="Google Shape;896;p70"/>
          <p:cNvCxnSpPr/>
          <p:nvPr/>
        </p:nvCxnSpPr>
        <p:spPr>
          <a:xfrm>
            <a:off x="3608850" y="4339025"/>
            <a:ext cx="1225500" cy="0"/>
          </a:xfrm>
          <a:prstGeom prst="straightConnector1">
            <a:avLst/>
          </a:prstGeom>
          <a:noFill/>
          <a:ln cap="flat" cmpd="sng" w="38100">
            <a:solidFill>
              <a:schemeClr val="lt1"/>
            </a:solidFill>
            <a:prstDash val="solid"/>
            <a:round/>
            <a:headEnd len="med" w="med" type="none"/>
            <a:tailEnd len="med" w="med" type="none"/>
          </a:ln>
        </p:spPr>
      </p:cxnSp>
      <p:sp>
        <p:nvSpPr>
          <p:cNvPr id="897" name="Google Shape;897;p70"/>
          <p:cNvSpPr txBox="1"/>
          <p:nvPr/>
        </p:nvSpPr>
        <p:spPr>
          <a:xfrm>
            <a:off x="4575196" y="32857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100</a:t>
            </a:r>
            <a:endParaRPr/>
          </a:p>
        </p:txBody>
      </p:sp>
      <p:sp>
        <p:nvSpPr>
          <p:cNvPr id="898" name="Google Shape;898;p70"/>
          <p:cNvSpPr txBox="1"/>
          <p:nvPr/>
        </p:nvSpPr>
        <p:spPr>
          <a:xfrm>
            <a:off x="3734100" y="3285750"/>
            <a:ext cx="6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25</a:t>
            </a:r>
            <a:endParaRPr/>
          </a:p>
        </p:txBody>
      </p:sp>
      <p:sp>
        <p:nvSpPr>
          <p:cNvPr id="899" name="Google Shape;899;p70"/>
          <p:cNvSpPr txBox="1"/>
          <p:nvPr/>
        </p:nvSpPr>
        <p:spPr>
          <a:xfrm>
            <a:off x="4535796" y="4210450"/>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500</a:t>
            </a:r>
            <a:endParaRPr/>
          </a:p>
        </p:txBody>
      </p:sp>
      <p:sp>
        <p:nvSpPr>
          <p:cNvPr id="900" name="Google Shape;900;p70"/>
          <p:cNvSpPr txBox="1"/>
          <p:nvPr/>
        </p:nvSpPr>
        <p:spPr>
          <a:xfrm>
            <a:off x="324000" y="2013000"/>
            <a:ext cx="4959000" cy="69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W</a:t>
            </a:r>
            <a:r>
              <a:rPr lang="en-GB" sz="2100">
                <a:solidFill>
                  <a:schemeClr val="dk1"/>
                </a:solidFill>
                <a:latin typeface="Lexend"/>
                <a:ea typeface="Lexend"/>
                <a:cs typeface="Lexend"/>
                <a:sym typeface="Lexend"/>
              </a:rPr>
              <a:t>e can explore where this comes from by looking at a scaling diagram.</a:t>
            </a:r>
            <a:endParaRPr sz="2100">
              <a:solidFill>
                <a:schemeClr val="dk1"/>
              </a:solidFill>
              <a:latin typeface="Lexend"/>
              <a:ea typeface="Lexend"/>
              <a:cs typeface="Lexend"/>
              <a:sym typeface="Lexend"/>
            </a:endParaRPr>
          </a:p>
        </p:txBody>
      </p:sp>
      <p:sp>
        <p:nvSpPr>
          <p:cNvPr id="901" name="Google Shape;901;p70"/>
          <p:cNvSpPr txBox="1"/>
          <p:nvPr/>
        </p:nvSpPr>
        <p:spPr>
          <a:xfrm>
            <a:off x="316000" y="3285750"/>
            <a:ext cx="2675100" cy="106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This </a:t>
            </a:r>
            <a:r>
              <a:rPr lang="en-GB" sz="2100">
                <a:solidFill>
                  <a:schemeClr val="dk1"/>
                </a:solidFill>
                <a:latin typeface="Lexend"/>
                <a:ea typeface="Lexend"/>
                <a:cs typeface="Lexend"/>
                <a:sym typeface="Lexend"/>
              </a:rPr>
              <a:t>emphasises </a:t>
            </a:r>
            <a:r>
              <a:rPr lang="en-GB" sz="2100">
                <a:solidFill>
                  <a:schemeClr val="dk1"/>
                </a:solidFill>
                <a:latin typeface="Lexend"/>
                <a:ea typeface="Lexend"/>
                <a:cs typeface="Lexend"/>
                <a:sym typeface="Lexend"/>
              </a:rPr>
              <a:t>multiplication as scaling. </a:t>
            </a:r>
            <a:endParaRPr sz="21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907" name="Google Shape;907;p71"/>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08" name="Google Shape;908;p71"/>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909" name="Google Shape;909;p71"/>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910" name="Google Shape;910;p71"/>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911" name="Google Shape;911;p71"/>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912" name="Google Shape;912;p71"/>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double number line is a </a:t>
            </a:r>
            <a:r>
              <a:rPr lang="en-GB" sz="2000"/>
              <a:t>condensed</a:t>
            </a:r>
            <a:r>
              <a:rPr lang="en-GB" sz="2000"/>
              <a:t> version of a scaling diagram.</a:t>
            </a:r>
            <a:endParaRPr sz="2000"/>
          </a:p>
        </p:txBody>
      </p:sp>
      <p:cxnSp>
        <p:nvCxnSpPr>
          <p:cNvPr id="913" name="Google Shape;913;p71"/>
          <p:cNvCxnSpPr/>
          <p:nvPr/>
        </p:nvCxnSpPr>
        <p:spPr>
          <a:xfrm flipH="1" rot="10800000">
            <a:off x="413775" y="3199950"/>
            <a:ext cx="4219800" cy="13800"/>
          </a:xfrm>
          <a:prstGeom prst="straightConnector1">
            <a:avLst/>
          </a:prstGeom>
          <a:noFill/>
          <a:ln cap="flat" cmpd="sng" w="38100">
            <a:solidFill>
              <a:schemeClr val="dk1"/>
            </a:solidFill>
            <a:prstDash val="solid"/>
            <a:round/>
            <a:headEnd len="med" w="med" type="none"/>
            <a:tailEnd len="med" w="med" type="triangle"/>
          </a:ln>
        </p:spPr>
      </p:cxnSp>
      <p:cxnSp>
        <p:nvCxnSpPr>
          <p:cNvPr id="914" name="Google Shape;914;p71"/>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915" name="Google Shape;915;p71"/>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916" name="Google Shape;916;p71"/>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917" name="Google Shape;917;p71"/>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918" name="Google Shape;918;p71"/>
          <p:cNvSpPr txBox="1"/>
          <p:nvPr/>
        </p:nvSpPr>
        <p:spPr>
          <a:xfrm>
            <a:off x="4647300" y="29290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919" name="Google Shape;919;p71"/>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925" name="Google Shape;925;p72"/>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26" name="Google Shape;926;p72"/>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927" name="Google Shape;927;p72"/>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928" name="Google Shape;928;p72"/>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929" name="Google Shape;929;p72"/>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930" name="Google Shape;930;p72"/>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So let’s </a:t>
            </a:r>
            <a:r>
              <a:rPr lang="en-GB" sz="2000"/>
              <a:t>separate</a:t>
            </a:r>
            <a:r>
              <a:rPr lang="en-GB" sz="2000"/>
              <a:t> the double number line.</a:t>
            </a:r>
            <a:endParaRPr sz="2000"/>
          </a:p>
        </p:txBody>
      </p:sp>
      <p:cxnSp>
        <p:nvCxnSpPr>
          <p:cNvPr id="931" name="Google Shape;931;p72"/>
          <p:cNvCxnSpPr/>
          <p:nvPr/>
        </p:nvCxnSpPr>
        <p:spPr>
          <a:xfrm flipH="1" rot="10800000">
            <a:off x="413775" y="3199950"/>
            <a:ext cx="4219800" cy="13800"/>
          </a:xfrm>
          <a:prstGeom prst="straightConnector1">
            <a:avLst/>
          </a:prstGeom>
          <a:noFill/>
          <a:ln cap="flat" cmpd="sng" w="38100">
            <a:solidFill>
              <a:schemeClr val="dk1"/>
            </a:solidFill>
            <a:prstDash val="solid"/>
            <a:round/>
            <a:headEnd len="med" w="med" type="none"/>
            <a:tailEnd len="med" w="med" type="triangle"/>
          </a:ln>
        </p:spPr>
      </p:cxnSp>
      <p:cxnSp>
        <p:nvCxnSpPr>
          <p:cNvPr id="932" name="Google Shape;932;p72"/>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933" name="Google Shape;933;p72"/>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934" name="Google Shape;934;p72"/>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935" name="Google Shape;935;p72"/>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936" name="Google Shape;936;p72"/>
          <p:cNvSpPr txBox="1"/>
          <p:nvPr/>
        </p:nvSpPr>
        <p:spPr>
          <a:xfrm>
            <a:off x="4647300" y="29290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937" name="Google Shape;937;p72"/>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943" name="Google Shape;943;p73"/>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44" name="Google Shape;944;p73"/>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945" name="Google Shape;945;p73"/>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946" name="Google Shape;946;p73"/>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947" name="Google Shape;947;p73"/>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Now, we can ‘un-squash’ or stretch the bottom number line.</a:t>
            </a:r>
            <a:endParaRPr sz="2000"/>
          </a:p>
          <a:p>
            <a:pPr indent="0" lvl="0" marL="0" rtl="0" algn="l">
              <a:spcBef>
                <a:spcPts val="1000"/>
              </a:spcBef>
              <a:spcAft>
                <a:spcPts val="1000"/>
              </a:spcAft>
              <a:buNone/>
            </a:pPr>
            <a:r>
              <a:t/>
            </a:r>
            <a:endParaRPr sz="2000"/>
          </a:p>
        </p:txBody>
      </p:sp>
      <p:cxnSp>
        <p:nvCxnSpPr>
          <p:cNvPr id="948" name="Google Shape;948;p73"/>
          <p:cNvCxnSpPr/>
          <p:nvPr/>
        </p:nvCxnSpPr>
        <p:spPr>
          <a:xfrm flipH="1" rot="10800000">
            <a:off x="413775" y="3199950"/>
            <a:ext cx="4219800" cy="13800"/>
          </a:xfrm>
          <a:prstGeom prst="straightConnector1">
            <a:avLst/>
          </a:prstGeom>
          <a:noFill/>
          <a:ln cap="flat" cmpd="sng" w="38100">
            <a:solidFill>
              <a:schemeClr val="dk1"/>
            </a:solidFill>
            <a:prstDash val="solid"/>
            <a:round/>
            <a:headEnd len="med" w="med" type="none"/>
            <a:tailEnd len="med" w="med" type="triangle"/>
          </a:ln>
        </p:spPr>
      </p:cxnSp>
      <p:cxnSp>
        <p:nvCxnSpPr>
          <p:cNvPr id="949" name="Google Shape;949;p73"/>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950" name="Google Shape;950;p73"/>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951" name="Google Shape;951;p73"/>
          <p:cNvCxnSpPr/>
          <p:nvPr/>
        </p:nvCxnSpPr>
        <p:spPr>
          <a:xfrm>
            <a:off x="717900" y="4242450"/>
            <a:ext cx="3898200" cy="0"/>
          </a:xfrm>
          <a:prstGeom prst="straightConnector1">
            <a:avLst/>
          </a:prstGeom>
          <a:noFill/>
          <a:ln cap="flat" cmpd="sng" w="38100">
            <a:solidFill>
              <a:schemeClr val="lt1"/>
            </a:solidFill>
            <a:prstDash val="solid"/>
            <a:round/>
            <a:headEnd len="med" w="med" type="none"/>
            <a:tailEnd len="med" w="med" type="none"/>
          </a:ln>
        </p:spPr>
      </p:cxnSp>
      <p:sp>
        <p:nvSpPr>
          <p:cNvPr id="952" name="Google Shape;952;p73"/>
          <p:cNvSpPr txBox="1"/>
          <p:nvPr/>
        </p:nvSpPr>
        <p:spPr>
          <a:xfrm>
            <a:off x="4647300" y="29290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953" name="Google Shape;953;p73"/>
          <p:cNvSpPr txBox="1"/>
          <p:nvPr/>
        </p:nvSpPr>
        <p:spPr>
          <a:xfrm>
            <a:off x="4647300" y="3817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954" name="Google Shape;954;p73"/>
          <p:cNvGraphicFramePr/>
          <p:nvPr/>
        </p:nvGraphicFramePr>
        <p:xfrm>
          <a:off x="395255" y="3874978"/>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955" name="Google Shape;955;p73"/>
          <p:cNvCxnSpPr/>
          <p:nvPr/>
        </p:nvCxnSpPr>
        <p:spPr>
          <a:xfrm>
            <a:off x="403117" y="4085055"/>
            <a:ext cx="4241100" cy="1500"/>
          </a:xfrm>
          <a:prstGeom prst="straightConnector1">
            <a:avLst/>
          </a:prstGeom>
          <a:noFill/>
          <a:ln cap="flat" cmpd="sng" w="38100">
            <a:solidFill>
              <a:schemeClr val="dk1"/>
            </a:solidFill>
            <a:prstDash val="solid"/>
            <a:round/>
            <a:headEnd len="med" w="med" type="none"/>
            <a:tailEnd len="med" w="med" type="triangle"/>
          </a:ln>
        </p:spPr>
      </p:cxnSp>
      <p:sp>
        <p:nvSpPr>
          <p:cNvPr id="956" name="Google Shape;956;p73"/>
          <p:cNvSpPr/>
          <p:nvPr/>
        </p:nvSpPr>
        <p:spPr>
          <a:xfrm>
            <a:off x="325050" y="3436125"/>
            <a:ext cx="46839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7" name="Google Shape;957;p73"/>
          <p:cNvCxnSpPr/>
          <p:nvPr/>
        </p:nvCxnSpPr>
        <p:spPr>
          <a:xfrm>
            <a:off x="397804" y="3758831"/>
            <a:ext cx="0" cy="735900"/>
          </a:xfrm>
          <a:prstGeom prst="straightConnector1">
            <a:avLst/>
          </a:prstGeom>
          <a:noFill/>
          <a:ln cap="flat" cmpd="sng" w="38100">
            <a:solidFill>
              <a:schemeClr val="dk1"/>
            </a:solidFill>
            <a:prstDash val="solid"/>
            <a:round/>
            <a:headEnd len="med" w="med" type="none"/>
            <a:tailEnd len="med" w="med" type="none"/>
          </a:ln>
        </p:spPr>
      </p:cxnSp>
      <p:sp>
        <p:nvSpPr>
          <p:cNvPr id="958" name="Google Shape;958;p73"/>
          <p:cNvSpPr txBox="1"/>
          <p:nvPr/>
        </p:nvSpPr>
        <p:spPr>
          <a:xfrm>
            <a:off x="3954575" y="42043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964" name="Google Shape;964;p74"/>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65" name="Google Shape;965;p74"/>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966" name="Google Shape;966;p74"/>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967" name="Google Shape;967;p74"/>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968" name="Google Shape;968;p74"/>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969" name="Google Shape;969;p74"/>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Now, we can ‘un-squash’ or stretch the bottom number line.</a:t>
            </a:r>
            <a:endParaRPr sz="2000"/>
          </a:p>
          <a:p>
            <a:pPr indent="0" lvl="0" marL="0" rtl="0" algn="l">
              <a:spcBef>
                <a:spcPts val="1000"/>
              </a:spcBef>
              <a:spcAft>
                <a:spcPts val="0"/>
              </a:spcAft>
              <a:buClr>
                <a:schemeClr val="dk1"/>
              </a:buClr>
              <a:buSzPts val="1100"/>
              <a:buFont typeface="Arial"/>
              <a:buNone/>
            </a:pPr>
            <a:r>
              <a:t/>
            </a:r>
            <a:endParaRPr sz="2000"/>
          </a:p>
          <a:p>
            <a:pPr indent="0" lvl="0" marL="0" rtl="0" algn="l">
              <a:spcBef>
                <a:spcPts val="1000"/>
              </a:spcBef>
              <a:spcAft>
                <a:spcPts val="1000"/>
              </a:spcAft>
              <a:buNone/>
            </a:pPr>
            <a:r>
              <a:t/>
            </a:r>
            <a:endParaRPr sz="2000"/>
          </a:p>
        </p:txBody>
      </p:sp>
      <p:cxnSp>
        <p:nvCxnSpPr>
          <p:cNvPr id="970" name="Google Shape;970;p74"/>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971" name="Google Shape;971;p74"/>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972" name="Google Shape;972;p74"/>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973" name="Google Shape;973;p74"/>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974" name="Google Shape;974;p74"/>
          <p:cNvSpPr txBox="1"/>
          <p:nvPr/>
        </p:nvSpPr>
        <p:spPr>
          <a:xfrm>
            <a:off x="4647300" y="29290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975" name="Google Shape;975;p74"/>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976" name="Google Shape;976;p74"/>
          <p:cNvSpPr/>
          <p:nvPr/>
        </p:nvSpPr>
        <p:spPr>
          <a:xfrm>
            <a:off x="325050" y="3436113"/>
            <a:ext cx="46839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77" name="Google Shape;977;p74"/>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sp>
        <p:nvSpPr>
          <p:cNvPr id="978" name="Google Shape;978;p74"/>
          <p:cNvSpPr txBox="1"/>
          <p:nvPr/>
        </p:nvSpPr>
        <p:spPr>
          <a:xfrm>
            <a:off x="7936803" y="38740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979" name="Google Shape;979;p74"/>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14975"/>
                <a:gridCol w="714975"/>
                <a:gridCol w="714975"/>
                <a:gridCol w="714975"/>
                <a:gridCol w="714975"/>
                <a:gridCol w="714975"/>
                <a:gridCol w="714975"/>
                <a:gridCol w="714975"/>
                <a:gridCol w="714975"/>
                <a:gridCol w="714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80" name="Google Shape;980;p74"/>
          <p:cNvSpPr txBox="1"/>
          <p:nvPr/>
        </p:nvSpPr>
        <p:spPr>
          <a:xfrm>
            <a:off x="72396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981" name="Google Shape;981;p74"/>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cxnSp>
        <p:nvCxnSpPr>
          <p:cNvPr id="982" name="Google Shape;982;p74"/>
          <p:cNvCxnSpPr>
            <a:endCxn id="978" idx="1"/>
          </p:cNvCxnSpPr>
          <p:nvPr/>
        </p:nvCxnSpPr>
        <p:spPr>
          <a:xfrm>
            <a:off x="421803" y="4086400"/>
            <a:ext cx="7515000" cy="0"/>
          </a:xfrm>
          <a:prstGeom prst="straightConnector1">
            <a:avLst/>
          </a:prstGeom>
          <a:noFill/>
          <a:ln cap="flat" cmpd="sng" w="38100">
            <a:solidFill>
              <a:schemeClr val="dk1"/>
            </a:solidFill>
            <a:prstDash val="solid"/>
            <a:round/>
            <a:headEnd len="med" w="med" type="none"/>
            <a:tailEnd len="med" w="med" type="triangle"/>
          </a:ln>
        </p:spPr>
      </p:cxnSp>
      <p:cxnSp>
        <p:nvCxnSpPr>
          <p:cNvPr id="983" name="Google Shape;983;p74"/>
          <p:cNvCxnSpPr/>
          <p:nvPr/>
        </p:nvCxnSpPr>
        <p:spPr>
          <a:xfrm flipH="1" rot="10800000">
            <a:off x="413775" y="3207757"/>
            <a:ext cx="4219800" cy="138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989" name="Google Shape;989;p75"/>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990" name="Google Shape;990;p75"/>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991" name="Google Shape;991;p75"/>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992" name="Google Shape;992;p75"/>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993" name="Google Shape;993;p75"/>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994" name="Google Shape;994;p75"/>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Now, we can ‘un-squash’ or stretch the bottom number line.</a:t>
            </a:r>
            <a:endParaRPr sz="2000"/>
          </a:p>
          <a:p>
            <a:pPr indent="0" lvl="0" marL="0" rtl="0" algn="l">
              <a:spcBef>
                <a:spcPts val="1000"/>
              </a:spcBef>
              <a:spcAft>
                <a:spcPts val="0"/>
              </a:spcAft>
              <a:buClr>
                <a:schemeClr val="dk1"/>
              </a:buClr>
              <a:buSzPts val="1100"/>
              <a:buFont typeface="Arial"/>
              <a:buNone/>
            </a:pPr>
            <a:r>
              <a:t/>
            </a:r>
            <a:endParaRPr sz="2000"/>
          </a:p>
          <a:p>
            <a:pPr indent="0" lvl="0" marL="0" rtl="0" algn="l">
              <a:spcBef>
                <a:spcPts val="1000"/>
              </a:spcBef>
              <a:spcAft>
                <a:spcPts val="1000"/>
              </a:spcAft>
              <a:buNone/>
            </a:pPr>
            <a:r>
              <a:t/>
            </a:r>
            <a:endParaRPr sz="2000"/>
          </a:p>
        </p:txBody>
      </p:sp>
      <p:cxnSp>
        <p:nvCxnSpPr>
          <p:cNvPr id="995" name="Google Shape;995;p75"/>
          <p:cNvCxnSpPr/>
          <p:nvPr/>
        </p:nvCxnSpPr>
        <p:spPr>
          <a:xfrm flipH="1" rot="10800000">
            <a:off x="413775" y="3207757"/>
            <a:ext cx="4219800" cy="13800"/>
          </a:xfrm>
          <a:prstGeom prst="straightConnector1">
            <a:avLst/>
          </a:prstGeom>
          <a:noFill/>
          <a:ln cap="flat" cmpd="sng" w="38100">
            <a:solidFill>
              <a:schemeClr val="dk1"/>
            </a:solidFill>
            <a:prstDash val="solid"/>
            <a:round/>
            <a:headEnd len="med" w="med" type="none"/>
            <a:tailEnd len="med" w="med" type="triangle"/>
          </a:ln>
        </p:spPr>
      </p:cxnSp>
      <p:cxnSp>
        <p:nvCxnSpPr>
          <p:cNvPr id="996" name="Google Shape;996;p75"/>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997" name="Google Shape;997;p75"/>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998" name="Google Shape;998;p75"/>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999" name="Google Shape;999;p75"/>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1000" name="Google Shape;1000;p75"/>
          <p:cNvSpPr txBox="1"/>
          <p:nvPr/>
        </p:nvSpPr>
        <p:spPr>
          <a:xfrm>
            <a:off x="4647300" y="29290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001" name="Google Shape;1001;p75"/>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002" name="Google Shape;1002;p75"/>
          <p:cNvSpPr/>
          <p:nvPr/>
        </p:nvSpPr>
        <p:spPr>
          <a:xfrm>
            <a:off x="325050" y="3436113"/>
            <a:ext cx="46839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3" name="Google Shape;1003;p75"/>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sp>
        <p:nvSpPr>
          <p:cNvPr id="1004" name="Google Shape;1004;p75"/>
          <p:cNvSpPr txBox="1"/>
          <p:nvPr/>
        </p:nvSpPr>
        <p:spPr>
          <a:xfrm>
            <a:off x="8394003" y="38740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1005" name="Google Shape;1005;p75"/>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06" name="Google Shape;1006;p75"/>
          <p:cNvSpPr txBox="1"/>
          <p:nvPr/>
        </p:nvSpPr>
        <p:spPr>
          <a:xfrm>
            <a:off x="76968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007" name="Google Shape;1007;p75"/>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cxnSp>
        <p:nvCxnSpPr>
          <p:cNvPr id="1008" name="Google Shape;1008;p75"/>
          <p:cNvCxnSpPr>
            <a:endCxn id="1004" idx="1"/>
          </p:cNvCxnSpPr>
          <p:nvPr/>
        </p:nvCxnSpPr>
        <p:spPr>
          <a:xfrm>
            <a:off x="421803" y="4086400"/>
            <a:ext cx="7972200" cy="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014" name="Google Shape;1014;p76"/>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15" name="Google Shape;1015;p76"/>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1016" name="Google Shape;1016;p76"/>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017" name="Google Shape;1017;p76"/>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018" name="Google Shape;1018;p76"/>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1019" name="Google Shape;1019;p76"/>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completed scaling diagram now shows mappings of numbers.</a:t>
            </a:r>
            <a:endParaRPr sz="2000"/>
          </a:p>
        </p:txBody>
      </p:sp>
      <p:cxnSp>
        <p:nvCxnSpPr>
          <p:cNvPr id="1020" name="Google Shape;1020;p76"/>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1021" name="Google Shape;1021;p76"/>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1022" name="Google Shape;1022;p76"/>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1023" name="Google Shape;1023;p76"/>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1024" name="Google Shape;1024;p76"/>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025" name="Google Shape;1025;p76"/>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026" name="Google Shape;1026;p76"/>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27" name="Google Shape;1027;p76"/>
          <p:cNvSpPr txBox="1"/>
          <p:nvPr/>
        </p:nvSpPr>
        <p:spPr>
          <a:xfrm>
            <a:off x="76968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028" name="Google Shape;1028;p76"/>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sp>
        <p:nvSpPr>
          <p:cNvPr id="1029" name="Google Shape;1029;p76"/>
          <p:cNvSpPr/>
          <p:nvPr/>
        </p:nvSpPr>
        <p:spPr>
          <a:xfrm>
            <a:off x="292200" y="32474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0" name="Google Shape;1030;p76"/>
          <p:cNvSpPr/>
          <p:nvPr/>
        </p:nvSpPr>
        <p:spPr>
          <a:xfrm>
            <a:off x="3028850" y="33200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1" name="Google Shape;1031;p76"/>
          <p:cNvSpPr/>
          <p:nvPr/>
        </p:nvSpPr>
        <p:spPr>
          <a:xfrm>
            <a:off x="156400" y="42957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2" name="Google Shape;1032;p76"/>
          <p:cNvSpPr/>
          <p:nvPr/>
        </p:nvSpPr>
        <p:spPr>
          <a:xfrm>
            <a:off x="276875" y="27102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3" name="Google Shape;1033;p76"/>
          <p:cNvSpPr txBox="1"/>
          <p:nvPr/>
        </p:nvSpPr>
        <p:spPr>
          <a:xfrm>
            <a:off x="250100" y="2682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34" name="Google Shape;1034;p76"/>
          <p:cNvSpPr txBox="1"/>
          <p:nvPr/>
        </p:nvSpPr>
        <p:spPr>
          <a:xfrm>
            <a:off x="250100" y="4172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35" name="Google Shape;1035;p76"/>
          <p:cNvSpPr txBox="1"/>
          <p:nvPr/>
        </p:nvSpPr>
        <p:spPr>
          <a:xfrm>
            <a:off x="4286875" y="28226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036" name="Google Shape;1036;p76"/>
          <p:cNvSpPr txBox="1"/>
          <p:nvPr/>
        </p:nvSpPr>
        <p:spPr>
          <a:xfrm>
            <a:off x="8000253" y="38311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042" name="Google Shape;1042;p77"/>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43" name="Google Shape;1043;p77"/>
          <p:cNvSpPr txBox="1"/>
          <p:nvPr>
            <p:ph idx="1" type="body"/>
          </p:nvPr>
        </p:nvSpPr>
        <p:spPr>
          <a:xfrm>
            <a:off x="324000" y="759300"/>
            <a:ext cx="8060100" cy="14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example, let’s look at this double number line.</a:t>
            </a:r>
            <a:endParaRPr sz="2000"/>
          </a:p>
          <a:p>
            <a:pPr indent="0" lvl="0" marL="0" rtl="0" algn="l">
              <a:spcBef>
                <a:spcPts val="1000"/>
              </a:spcBef>
              <a:spcAft>
                <a:spcPts val="1000"/>
              </a:spcAft>
              <a:buNone/>
            </a:pPr>
            <a:r>
              <a:rPr lang="en-GB" sz="2000"/>
              <a:t>What is it showing? </a:t>
            </a:r>
            <a:endParaRPr sz="2000"/>
          </a:p>
        </p:txBody>
      </p:sp>
      <p:sp>
        <p:nvSpPr>
          <p:cNvPr id="1044" name="Google Shape;1044;p77"/>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045" name="Google Shape;1045;p77"/>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046" name="Google Shape;1046;p77"/>
          <p:cNvSpPr txBox="1"/>
          <p:nvPr>
            <p:ph idx="1" type="body"/>
          </p:nvPr>
        </p:nvSpPr>
        <p:spPr>
          <a:xfrm>
            <a:off x="324000" y="1720075"/>
            <a:ext cx="23325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100% is £200</a:t>
            </a:r>
            <a:endParaRPr sz="2000"/>
          </a:p>
        </p:txBody>
      </p:sp>
      <p:sp>
        <p:nvSpPr>
          <p:cNvPr id="1047" name="Google Shape;1047;p77"/>
          <p:cNvSpPr txBox="1"/>
          <p:nvPr>
            <p:ph idx="1" type="body"/>
          </p:nvPr>
        </p:nvSpPr>
        <p:spPr>
          <a:xfrm>
            <a:off x="324000" y="21772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completed scaling diagram now shows mappings of numbers.</a:t>
            </a:r>
            <a:endParaRPr sz="2000"/>
          </a:p>
        </p:txBody>
      </p:sp>
      <p:cxnSp>
        <p:nvCxnSpPr>
          <p:cNvPr id="1048" name="Google Shape;1048;p77"/>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1049" name="Google Shape;1049;p77"/>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1050" name="Google Shape;1050;p77"/>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1051" name="Google Shape;1051;p77"/>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1052" name="Google Shape;1052;p77"/>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053" name="Google Shape;1053;p77"/>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054" name="Google Shape;1054;p77"/>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55" name="Google Shape;1055;p77"/>
          <p:cNvSpPr txBox="1"/>
          <p:nvPr/>
        </p:nvSpPr>
        <p:spPr>
          <a:xfrm>
            <a:off x="76968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056" name="Google Shape;1056;p77"/>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sp>
        <p:nvSpPr>
          <p:cNvPr id="1057" name="Google Shape;1057;p77"/>
          <p:cNvSpPr/>
          <p:nvPr/>
        </p:nvSpPr>
        <p:spPr>
          <a:xfrm>
            <a:off x="292200" y="32474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8" name="Google Shape;1058;p77"/>
          <p:cNvSpPr/>
          <p:nvPr/>
        </p:nvSpPr>
        <p:spPr>
          <a:xfrm>
            <a:off x="3028850" y="33200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77"/>
          <p:cNvSpPr/>
          <p:nvPr/>
        </p:nvSpPr>
        <p:spPr>
          <a:xfrm>
            <a:off x="156400" y="42957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0" name="Google Shape;1060;p77"/>
          <p:cNvSpPr/>
          <p:nvPr/>
        </p:nvSpPr>
        <p:spPr>
          <a:xfrm>
            <a:off x="276875" y="27102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61" name="Google Shape;1061;p77"/>
          <p:cNvCxnSpPr/>
          <p:nvPr/>
        </p:nvCxnSpPr>
        <p:spPr>
          <a:xfrm>
            <a:off x="4278675" y="3259875"/>
            <a:ext cx="3771000" cy="733800"/>
          </a:xfrm>
          <a:prstGeom prst="straightConnector1">
            <a:avLst/>
          </a:prstGeom>
          <a:noFill/>
          <a:ln cap="flat" cmpd="sng" w="19050">
            <a:solidFill>
              <a:schemeClr val="dk1"/>
            </a:solidFill>
            <a:prstDash val="solid"/>
            <a:round/>
            <a:headEnd len="med" w="med" type="none"/>
            <a:tailEnd len="med" w="med" type="triangle"/>
          </a:ln>
        </p:spPr>
      </p:cxnSp>
      <p:sp>
        <p:nvSpPr>
          <p:cNvPr id="1062" name="Google Shape;1062;p77"/>
          <p:cNvSpPr/>
          <p:nvPr/>
        </p:nvSpPr>
        <p:spPr>
          <a:xfrm>
            <a:off x="6603300" y="2892200"/>
            <a:ext cx="1093500" cy="522000"/>
          </a:xfrm>
          <a:prstGeom prst="rect">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100% is £200</a:t>
            </a:r>
            <a:endParaRPr sz="1800">
              <a:latin typeface="Lexend"/>
              <a:ea typeface="Lexend"/>
              <a:cs typeface="Lexend"/>
              <a:sym typeface="Lexend"/>
            </a:endParaRPr>
          </a:p>
        </p:txBody>
      </p:sp>
      <p:sp>
        <p:nvSpPr>
          <p:cNvPr id="1063" name="Google Shape;1063;p77"/>
          <p:cNvSpPr txBox="1"/>
          <p:nvPr/>
        </p:nvSpPr>
        <p:spPr>
          <a:xfrm>
            <a:off x="250100" y="2682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64" name="Google Shape;1064;p77"/>
          <p:cNvSpPr txBox="1"/>
          <p:nvPr/>
        </p:nvSpPr>
        <p:spPr>
          <a:xfrm>
            <a:off x="250100" y="4172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65" name="Google Shape;1065;p77"/>
          <p:cNvSpPr txBox="1"/>
          <p:nvPr/>
        </p:nvSpPr>
        <p:spPr>
          <a:xfrm>
            <a:off x="4286875" y="28226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066" name="Google Shape;1066;p77"/>
          <p:cNvSpPr txBox="1"/>
          <p:nvPr/>
        </p:nvSpPr>
        <p:spPr>
          <a:xfrm>
            <a:off x="8000253" y="38311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072" name="Google Shape;1072;p78"/>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73" name="Google Shape;1073;p78"/>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074" name="Google Shape;1074;p78"/>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075" name="Google Shape;1075;p78"/>
          <p:cNvSpPr txBox="1"/>
          <p:nvPr>
            <p:ph idx="1" type="body"/>
          </p:nvPr>
        </p:nvSpPr>
        <p:spPr>
          <a:xfrm>
            <a:off x="324000" y="729475"/>
            <a:ext cx="8430300" cy="35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To ensure we map the other numbers correctly, we can find the intervals.</a:t>
            </a:r>
            <a:endParaRPr sz="2000"/>
          </a:p>
          <a:p>
            <a:pPr indent="0" lvl="0" marL="0" rtl="0" algn="l">
              <a:spcBef>
                <a:spcPts val="0"/>
              </a:spcBef>
              <a:spcAft>
                <a:spcPts val="1000"/>
              </a:spcAft>
              <a:buNone/>
            </a:pPr>
            <a:r>
              <a:rPr lang="en-GB" sz="2000"/>
              <a:t>What do you think are the intervals for each scaled line?</a:t>
            </a:r>
            <a:endParaRPr sz="2000"/>
          </a:p>
        </p:txBody>
      </p:sp>
      <p:cxnSp>
        <p:nvCxnSpPr>
          <p:cNvPr id="1076" name="Google Shape;1076;p78"/>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1077" name="Google Shape;1077;p78"/>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1078" name="Google Shape;1078;p78"/>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1079" name="Google Shape;1079;p78"/>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1080" name="Google Shape;1080;p78"/>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081" name="Google Shape;1081;p78"/>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082" name="Google Shape;1082;p78"/>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083" name="Google Shape;1083;p78"/>
          <p:cNvSpPr txBox="1"/>
          <p:nvPr/>
        </p:nvSpPr>
        <p:spPr>
          <a:xfrm>
            <a:off x="76968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084" name="Google Shape;1084;p78"/>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sp>
        <p:nvSpPr>
          <p:cNvPr id="1085" name="Google Shape;1085;p78"/>
          <p:cNvSpPr/>
          <p:nvPr/>
        </p:nvSpPr>
        <p:spPr>
          <a:xfrm>
            <a:off x="292200" y="32474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6" name="Google Shape;1086;p78"/>
          <p:cNvSpPr/>
          <p:nvPr/>
        </p:nvSpPr>
        <p:spPr>
          <a:xfrm>
            <a:off x="3028850" y="33200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7" name="Google Shape;1087;p78"/>
          <p:cNvSpPr/>
          <p:nvPr/>
        </p:nvSpPr>
        <p:spPr>
          <a:xfrm>
            <a:off x="156400" y="42957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8" name="Google Shape;1088;p78"/>
          <p:cNvSpPr/>
          <p:nvPr/>
        </p:nvSpPr>
        <p:spPr>
          <a:xfrm>
            <a:off x="276875" y="27102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78"/>
          <p:cNvSpPr txBox="1"/>
          <p:nvPr/>
        </p:nvSpPr>
        <p:spPr>
          <a:xfrm>
            <a:off x="250100" y="2682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0" name="Google Shape;1090;p78"/>
          <p:cNvSpPr txBox="1"/>
          <p:nvPr/>
        </p:nvSpPr>
        <p:spPr>
          <a:xfrm>
            <a:off x="250100" y="4172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1" name="Google Shape;1091;p78"/>
          <p:cNvSpPr txBox="1"/>
          <p:nvPr/>
        </p:nvSpPr>
        <p:spPr>
          <a:xfrm>
            <a:off x="2399825" y="1672213"/>
            <a:ext cx="461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100% ÷ 10 = 10% for each </a:t>
            </a:r>
            <a:r>
              <a:rPr lang="en-GB" sz="1800">
                <a:solidFill>
                  <a:schemeClr val="dk1"/>
                </a:solidFill>
                <a:latin typeface="Lexend"/>
                <a:ea typeface="Lexend"/>
                <a:cs typeface="Lexend"/>
                <a:sym typeface="Lexend"/>
              </a:rPr>
              <a:t>interval</a:t>
            </a:r>
            <a:endParaRPr sz="1800"/>
          </a:p>
        </p:txBody>
      </p:sp>
      <p:sp>
        <p:nvSpPr>
          <p:cNvPr id="1092" name="Google Shape;1092;p78"/>
          <p:cNvSpPr txBox="1"/>
          <p:nvPr/>
        </p:nvSpPr>
        <p:spPr>
          <a:xfrm>
            <a:off x="2399825" y="2053213"/>
            <a:ext cx="4611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£200</a:t>
            </a:r>
            <a:r>
              <a:rPr lang="en-GB" sz="1800">
                <a:solidFill>
                  <a:schemeClr val="dk1"/>
                </a:solidFill>
                <a:latin typeface="Lexend"/>
                <a:ea typeface="Lexend"/>
                <a:cs typeface="Lexend"/>
                <a:sym typeface="Lexend"/>
              </a:rPr>
              <a:t> ÷ 10 = £20 for each interval</a:t>
            </a:r>
            <a:endParaRPr sz="1800"/>
          </a:p>
        </p:txBody>
      </p:sp>
      <p:sp>
        <p:nvSpPr>
          <p:cNvPr id="1093" name="Google Shape;1093;p78"/>
          <p:cNvSpPr txBox="1"/>
          <p:nvPr/>
        </p:nvSpPr>
        <p:spPr>
          <a:xfrm>
            <a:off x="537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4" name="Google Shape;1094;p78"/>
          <p:cNvSpPr txBox="1"/>
          <p:nvPr/>
        </p:nvSpPr>
        <p:spPr>
          <a:xfrm>
            <a:off x="940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5" name="Google Shape;1095;p78"/>
          <p:cNvSpPr txBox="1"/>
          <p:nvPr/>
        </p:nvSpPr>
        <p:spPr>
          <a:xfrm>
            <a:off x="1299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6" name="Google Shape;1096;p78"/>
          <p:cNvSpPr txBox="1"/>
          <p:nvPr/>
        </p:nvSpPr>
        <p:spPr>
          <a:xfrm>
            <a:off x="1702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7" name="Google Shape;1097;p78"/>
          <p:cNvSpPr txBox="1"/>
          <p:nvPr/>
        </p:nvSpPr>
        <p:spPr>
          <a:xfrm>
            <a:off x="2061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8" name="Google Shape;1098;p78"/>
          <p:cNvSpPr txBox="1"/>
          <p:nvPr/>
        </p:nvSpPr>
        <p:spPr>
          <a:xfrm>
            <a:off x="2464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099" name="Google Shape;1099;p78"/>
          <p:cNvSpPr txBox="1"/>
          <p:nvPr/>
        </p:nvSpPr>
        <p:spPr>
          <a:xfrm>
            <a:off x="2823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0" name="Google Shape;1100;p78"/>
          <p:cNvSpPr txBox="1"/>
          <p:nvPr/>
        </p:nvSpPr>
        <p:spPr>
          <a:xfrm>
            <a:off x="3226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1" name="Google Shape;1101;p78"/>
          <p:cNvSpPr txBox="1"/>
          <p:nvPr/>
        </p:nvSpPr>
        <p:spPr>
          <a:xfrm>
            <a:off x="3607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2" name="Google Shape;1102;p78"/>
          <p:cNvSpPr txBox="1"/>
          <p:nvPr/>
        </p:nvSpPr>
        <p:spPr>
          <a:xfrm>
            <a:off x="958619" y="41798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3" name="Google Shape;1103;p78"/>
          <p:cNvSpPr txBox="1"/>
          <p:nvPr/>
        </p:nvSpPr>
        <p:spPr>
          <a:xfrm>
            <a:off x="1720619" y="41798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4" name="Google Shape;1104;p78"/>
          <p:cNvSpPr txBox="1"/>
          <p:nvPr/>
        </p:nvSpPr>
        <p:spPr>
          <a:xfrm>
            <a:off x="2495874" y="41888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5" name="Google Shape;1105;p78"/>
          <p:cNvSpPr txBox="1"/>
          <p:nvPr/>
        </p:nvSpPr>
        <p:spPr>
          <a:xfrm>
            <a:off x="3227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6" name="Google Shape;1106;p78"/>
          <p:cNvSpPr txBox="1"/>
          <p:nvPr/>
        </p:nvSpPr>
        <p:spPr>
          <a:xfrm>
            <a:off x="3989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07" name="Google Shape;1107;p78"/>
          <p:cNvSpPr txBox="1"/>
          <p:nvPr/>
        </p:nvSpPr>
        <p:spPr>
          <a:xfrm>
            <a:off x="4751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8" name="Google Shape;1108;p78"/>
          <p:cNvSpPr txBox="1"/>
          <p:nvPr/>
        </p:nvSpPr>
        <p:spPr>
          <a:xfrm>
            <a:off x="55893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09" name="Google Shape;1109;p78"/>
          <p:cNvSpPr txBox="1"/>
          <p:nvPr/>
        </p:nvSpPr>
        <p:spPr>
          <a:xfrm>
            <a:off x="63513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10" name="Google Shape;1110;p78"/>
          <p:cNvSpPr txBox="1"/>
          <p:nvPr/>
        </p:nvSpPr>
        <p:spPr>
          <a:xfrm>
            <a:off x="7037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11" name="Google Shape;1111;p78"/>
          <p:cNvSpPr txBox="1"/>
          <p:nvPr/>
        </p:nvSpPr>
        <p:spPr>
          <a:xfrm>
            <a:off x="4286875" y="28226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112" name="Google Shape;1112;p78"/>
          <p:cNvSpPr txBox="1"/>
          <p:nvPr/>
        </p:nvSpPr>
        <p:spPr>
          <a:xfrm>
            <a:off x="8000253" y="38311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118" name="Google Shape;1118;p79"/>
          <p:cNvGraphicFramePr/>
          <p:nvPr/>
        </p:nvGraphicFramePr>
        <p:xfrm>
          <a:off x="398725" y="27758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119" name="Google Shape;1119;p79"/>
          <p:cNvSpPr txBox="1"/>
          <p:nvPr/>
        </p:nvSpPr>
        <p:spPr>
          <a:xfrm>
            <a:off x="3954575" y="26172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20" name="Google Shape;1120;p79"/>
          <p:cNvSpPr txBox="1"/>
          <p:nvPr/>
        </p:nvSpPr>
        <p:spPr>
          <a:xfrm>
            <a:off x="3954575" y="37471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121" name="Google Shape;1121;p79"/>
          <p:cNvSpPr txBox="1"/>
          <p:nvPr>
            <p:ph idx="1" type="body"/>
          </p:nvPr>
        </p:nvSpPr>
        <p:spPr>
          <a:xfrm>
            <a:off x="324000" y="7294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Now it is clear to see which percentage maps to which amount of money.</a:t>
            </a:r>
            <a:endParaRPr sz="2100"/>
          </a:p>
        </p:txBody>
      </p:sp>
      <p:cxnSp>
        <p:nvCxnSpPr>
          <p:cNvPr id="1122" name="Google Shape;1122;p79"/>
          <p:cNvCxnSpPr/>
          <p:nvPr/>
        </p:nvCxnSpPr>
        <p:spPr>
          <a:xfrm>
            <a:off x="399867" y="36364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1123" name="Google Shape;1123;p79"/>
          <p:cNvCxnSpPr/>
          <p:nvPr/>
        </p:nvCxnSpPr>
        <p:spPr>
          <a:xfrm>
            <a:off x="395250" y="27742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1124" name="Google Shape;1124;p79"/>
          <p:cNvCxnSpPr/>
          <p:nvPr/>
        </p:nvCxnSpPr>
        <p:spPr>
          <a:xfrm>
            <a:off x="685050" y="29929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1125" name="Google Shape;1125;p79"/>
          <p:cNvCxnSpPr/>
          <p:nvPr/>
        </p:nvCxnSpPr>
        <p:spPr>
          <a:xfrm>
            <a:off x="717900" y="3861450"/>
            <a:ext cx="3898200" cy="0"/>
          </a:xfrm>
          <a:prstGeom prst="straightConnector1">
            <a:avLst/>
          </a:prstGeom>
          <a:noFill/>
          <a:ln cap="flat" cmpd="sng" w="38100">
            <a:solidFill>
              <a:schemeClr val="lt1"/>
            </a:solidFill>
            <a:prstDash val="solid"/>
            <a:round/>
            <a:headEnd len="med" w="med" type="none"/>
            <a:tailEnd len="med" w="med" type="none"/>
          </a:ln>
        </p:spPr>
      </p:cxnSp>
      <p:sp>
        <p:nvSpPr>
          <p:cNvPr id="1126" name="Google Shape;1126;p79"/>
          <p:cNvSpPr txBox="1"/>
          <p:nvPr/>
        </p:nvSpPr>
        <p:spPr>
          <a:xfrm>
            <a:off x="4286875" y="28226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127" name="Google Shape;1127;p79"/>
          <p:cNvSpPr txBox="1"/>
          <p:nvPr/>
        </p:nvSpPr>
        <p:spPr>
          <a:xfrm>
            <a:off x="4647300" y="34366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128" name="Google Shape;1128;p79"/>
          <p:cNvCxnSpPr/>
          <p:nvPr/>
        </p:nvCxnSpPr>
        <p:spPr>
          <a:xfrm>
            <a:off x="712154" y="4323550"/>
            <a:ext cx="3898200" cy="0"/>
          </a:xfrm>
          <a:prstGeom prst="straightConnector1">
            <a:avLst/>
          </a:prstGeom>
          <a:noFill/>
          <a:ln cap="flat" cmpd="sng" w="38100">
            <a:solidFill>
              <a:schemeClr val="lt1"/>
            </a:solidFill>
            <a:prstDash val="solid"/>
            <a:round/>
            <a:headEnd len="med" w="med" type="none"/>
            <a:tailEnd len="med" w="med" type="none"/>
          </a:ln>
        </p:spPr>
      </p:cxnSp>
      <p:sp>
        <p:nvSpPr>
          <p:cNvPr id="1129" name="Google Shape;1129;p79"/>
          <p:cNvSpPr txBox="1"/>
          <p:nvPr/>
        </p:nvSpPr>
        <p:spPr>
          <a:xfrm>
            <a:off x="8000253" y="38311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1130" name="Google Shape;1130;p79"/>
          <p:cNvGraphicFramePr/>
          <p:nvPr/>
        </p:nvGraphicFramePr>
        <p:xfrm>
          <a:off x="398729" y="38779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131" name="Google Shape;1131;p79"/>
          <p:cNvSpPr txBox="1"/>
          <p:nvPr/>
        </p:nvSpPr>
        <p:spPr>
          <a:xfrm>
            <a:off x="7696804" y="41996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132" name="Google Shape;1132;p79"/>
          <p:cNvCxnSpPr/>
          <p:nvPr/>
        </p:nvCxnSpPr>
        <p:spPr>
          <a:xfrm>
            <a:off x="394350" y="3830075"/>
            <a:ext cx="0" cy="682800"/>
          </a:xfrm>
          <a:prstGeom prst="straightConnector1">
            <a:avLst/>
          </a:prstGeom>
          <a:noFill/>
          <a:ln cap="flat" cmpd="sng" w="38100">
            <a:solidFill>
              <a:schemeClr val="dk1"/>
            </a:solidFill>
            <a:prstDash val="solid"/>
            <a:round/>
            <a:headEnd len="med" w="med" type="none"/>
            <a:tailEnd len="med" w="med" type="none"/>
          </a:ln>
        </p:spPr>
      </p:cxnSp>
      <p:sp>
        <p:nvSpPr>
          <p:cNvPr id="1133" name="Google Shape;1133;p79"/>
          <p:cNvSpPr/>
          <p:nvPr/>
        </p:nvSpPr>
        <p:spPr>
          <a:xfrm>
            <a:off x="292200" y="32474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4" name="Google Shape;1134;p79"/>
          <p:cNvSpPr/>
          <p:nvPr/>
        </p:nvSpPr>
        <p:spPr>
          <a:xfrm>
            <a:off x="3028850" y="33200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5" name="Google Shape;1135;p79"/>
          <p:cNvSpPr/>
          <p:nvPr/>
        </p:nvSpPr>
        <p:spPr>
          <a:xfrm>
            <a:off x="156400" y="42957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6" name="Google Shape;1136;p79"/>
          <p:cNvSpPr/>
          <p:nvPr/>
        </p:nvSpPr>
        <p:spPr>
          <a:xfrm>
            <a:off x="276875" y="27102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7" name="Google Shape;1137;p79"/>
          <p:cNvSpPr txBox="1"/>
          <p:nvPr/>
        </p:nvSpPr>
        <p:spPr>
          <a:xfrm>
            <a:off x="250100" y="2682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38" name="Google Shape;1138;p79"/>
          <p:cNvSpPr txBox="1"/>
          <p:nvPr/>
        </p:nvSpPr>
        <p:spPr>
          <a:xfrm>
            <a:off x="250100" y="4172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39" name="Google Shape;1139;p79"/>
          <p:cNvSpPr txBox="1"/>
          <p:nvPr/>
        </p:nvSpPr>
        <p:spPr>
          <a:xfrm>
            <a:off x="537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140" name="Google Shape;1140;p79"/>
          <p:cNvSpPr txBox="1"/>
          <p:nvPr/>
        </p:nvSpPr>
        <p:spPr>
          <a:xfrm>
            <a:off x="940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141" name="Google Shape;1141;p79"/>
          <p:cNvSpPr txBox="1"/>
          <p:nvPr/>
        </p:nvSpPr>
        <p:spPr>
          <a:xfrm>
            <a:off x="1299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142" name="Google Shape;1142;p79"/>
          <p:cNvSpPr txBox="1"/>
          <p:nvPr/>
        </p:nvSpPr>
        <p:spPr>
          <a:xfrm>
            <a:off x="1702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143" name="Google Shape;1143;p79"/>
          <p:cNvSpPr txBox="1"/>
          <p:nvPr/>
        </p:nvSpPr>
        <p:spPr>
          <a:xfrm>
            <a:off x="2061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144" name="Google Shape;1144;p79"/>
          <p:cNvSpPr txBox="1"/>
          <p:nvPr/>
        </p:nvSpPr>
        <p:spPr>
          <a:xfrm>
            <a:off x="2464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145" name="Google Shape;1145;p79"/>
          <p:cNvSpPr txBox="1"/>
          <p:nvPr/>
        </p:nvSpPr>
        <p:spPr>
          <a:xfrm>
            <a:off x="2823388"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146" name="Google Shape;1146;p79"/>
          <p:cNvSpPr txBox="1"/>
          <p:nvPr/>
        </p:nvSpPr>
        <p:spPr>
          <a:xfrm>
            <a:off x="3226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47" name="Google Shape;1147;p79"/>
          <p:cNvSpPr txBox="1"/>
          <p:nvPr/>
        </p:nvSpPr>
        <p:spPr>
          <a:xfrm>
            <a:off x="3607635" y="26828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148" name="Google Shape;1148;p79"/>
          <p:cNvSpPr txBox="1"/>
          <p:nvPr/>
        </p:nvSpPr>
        <p:spPr>
          <a:xfrm>
            <a:off x="958619" y="41798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149" name="Google Shape;1149;p79"/>
          <p:cNvSpPr txBox="1"/>
          <p:nvPr/>
        </p:nvSpPr>
        <p:spPr>
          <a:xfrm>
            <a:off x="1720619" y="41798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150" name="Google Shape;1150;p79"/>
          <p:cNvSpPr txBox="1"/>
          <p:nvPr/>
        </p:nvSpPr>
        <p:spPr>
          <a:xfrm>
            <a:off x="2495874" y="41888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151" name="Google Shape;1151;p79"/>
          <p:cNvSpPr txBox="1"/>
          <p:nvPr/>
        </p:nvSpPr>
        <p:spPr>
          <a:xfrm>
            <a:off x="3227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152" name="Google Shape;1152;p79"/>
          <p:cNvSpPr txBox="1"/>
          <p:nvPr/>
        </p:nvSpPr>
        <p:spPr>
          <a:xfrm>
            <a:off x="3989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153" name="Google Shape;1153;p79"/>
          <p:cNvSpPr txBox="1"/>
          <p:nvPr/>
        </p:nvSpPr>
        <p:spPr>
          <a:xfrm>
            <a:off x="4751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154" name="Google Shape;1154;p79"/>
          <p:cNvSpPr txBox="1"/>
          <p:nvPr/>
        </p:nvSpPr>
        <p:spPr>
          <a:xfrm>
            <a:off x="55893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155" name="Google Shape;1155;p79"/>
          <p:cNvSpPr txBox="1"/>
          <p:nvPr/>
        </p:nvSpPr>
        <p:spPr>
          <a:xfrm>
            <a:off x="63513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sp>
        <p:nvSpPr>
          <p:cNvPr id="1156" name="Google Shape;1156;p79"/>
          <p:cNvSpPr txBox="1"/>
          <p:nvPr/>
        </p:nvSpPr>
        <p:spPr>
          <a:xfrm>
            <a:off x="7037118" y="41713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cxnSp>
        <p:nvCxnSpPr>
          <p:cNvPr id="1157" name="Google Shape;1157;p79"/>
          <p:cNvCxnSpPr/>
          <p:nvPr/>
        </p:nvCxnSpPr>
        <p:spPr>
          <a:xfrm>
            <a:off x="4233325" y="3208200"/>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1158" name="Google Shape;1158;p79"/>
          <p:cNvCxnSpPr/>
          <p:nvPr/>
        </p:nvCxnSpPr>
        <p:spPr>
          <a:xfrm>
            <a:off x="3847350" y="3214425"/>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1159" name="Google Shape;1159;p79"/>
          <p:cNvCxnSpPr/>
          <p:nvPr/>
        </p:nvCxnSpPr>
        <p:spPr>
          <a:xfrm>
            <a:off x="3420318" y="3202012"/>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1160" name="Google Shape;1160;p79"/>
          <p:cNvCxnSpPr/>
          <p:nvPr/>
        </p:nvCxnSpPr>
        <p:spPr>
          <a:xfrm>
            <a:off x="3088193" y="3199987"/>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1161" name="Google Shape;1161;p79"/>
          <p:cNvCxnSpPr/>
          <p:nvPr/>
        </p:nvCxnSpPr>
        <p:spPr>
          <a:xfrm>
            <a:off x="2695818" y="3188399"/>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1162" name="Google Shape;1162;p79"/>
          <p:cNvCxnSpPr/>
          <p:nvPr/>
        </p:nvCxnSpPr>
        <p:spPr>
          <a:xfrm>
            <a:off x="2312968" y="3202524"/>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1163" name="Google Shape;1163;p79"/>
          <p:cNvCxnSpPr/>
          <p:nvPr/>
        </p:nvCxnSpPr>
        <p:spPr>
          <a:xfrm>
            <a:off x="1942350" y="3224800"/>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1164" name="Google Shape;1164;p79"/>
          <p:cNvCxnSpPr/>
          <p:nvPr/>
        </p:nvCxnSpPr>
        <p:spPr>
          <a:xfrm>
            <a:off x="1530688" y="3208588"/>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1165" name="Google Shape;1165;p79"/>
          <p:cNvCxnSpPr/>
          <p:nvPr/>
        </p:nvCxnSpPr>
        <p:spPr>
          <a:xfrm>
            <a:off x="1160000" y="3202025"/>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1166" name="Google Shape;1166;p79"/>
          <p:cNvCxnSpPr/>
          <p:nvPr/>
        </p:nvCxnSpPr>
        <p:spPr>
          <a:xfrm flipH="1">
            <a:off x="392074" y="3227438"/>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1167" name="Google Shape;1167;p79"/>
          <p:cNvCxnSpPr/>
          <p:nvPr/>
        </p:nvCxnSpPr>
        <p:spPr>
          <a:xfrm>
            <a:off x="778988" y="3215475"/>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1168" name="Google Shape;1168;p79"/>
          <p:cNvSpPr txBox="1"/>
          <p:nvPr/>
        </p:nvSpPr>
        <p:spPr>
          <a:xfrm>
            <a:off x="7079275" y="956475"/>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100% = £200</a:t>
            </a:r>
            <a:endParaRPr sz="2200">
              <a:solidFill>
                <a:schemeClr val="dk1"/>
              </a:solidFill>
              <a:latin typeface="Lexend"/>
              <a:ea typeface="Lexend"/>
              <a:cs typeface="Lexend"/>
              <a:sym typeface="Lexend"/>
            </a:endParaRPr>
          </a:p>
        </p:txBody>
      </p:sp>
      <p:sp>
        <p:nvSpPr>
          <p:cNvPr id="1169" name="Google Shape;1169;p79"/>
          <p:cNvSpPr txBox="1"/>
          <p:nvPr/>
        </p:nvSpPr>
        <p:spPr>
          <a:xfrm>
            <a:off x="7079275" y="1266490"/>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90</a:t>
            </a:r>
            <a:r>
              <a:rPr lang="en-GB" sz="2200">
                <a:solidFill>
                  <a:schemeClr val="dk1"/>
                </a:solidFill>
                <a:latin typeface="Lexend"/>
                <a:ea typeface="Lexend"/>
                <a:cs typeface="Lexend"/>
                <a:sym typeface="Lexend"/>
              </a:rPr>
              <a:t>% = £180</a:t>
            </a:r>
            <a:endParaRPr sz="2200">
              <a:solidFill>
                <a:schemeClr val="dk1"/>
              </a:solidFill>
              <a:latin typeface="Lexend"/>
              <a:ea typeface="Lexend"/>
              <a:cs typeface="Lexend"/>
              <a:sym typeface="Lexend"/>
            </a:endParaRPr>
          </a:p>
        </p:txBody>
      </p:sp>
      <p:sp>
        <p:nvSpPr>
          <p:cNvPr id="1170" name="Google Shape;1170;p79"/>
          <p:cNvSpPr txBox="1"/>
          <p:nvPr/>
        </p:nvSpPr>
        <p:spPr>
          <a:xfrm>
            <a:off x="7079275" y="1545175"/>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8</a:t>
            </a:r>
            <a:r>
              <a:rPr lang="en-GB" sz="2200">
                <a:solidFill>
                  <a:schemeClr val="dk1"/>
                </a:solidFill>
                <a:latin typeface="Lexend"/>
                <a:ea typeface="Lexend"/>
                <a:cs typeface="Lexend"/>
                <a:sym typeface="Lexend"/>
              </a:rPr>
              <a:t>0% = £160</a:t>
            </a:r>
            <a:endParaRPr sz="2200">
              <a:solidFill>
                <a:schemeClr val="dk1"/>
              </a:solidFill>
              <a:latin typeface="Lexend"/>
              <a:ea typeface="Lexend"/>
              <a:cs typeface="Lexend"/>
              <a:sym typeface="Lexend"/>
            </a:endParaRPr>
          </a:p>
        </p:txBody>
      </p:sp>
      <p:sp>
        <p:nvSpPr>
          <p:cNvPr id="1171" name="Google Shape;1171;p79"/>
          <p:cNvSpPr txBox="1"/>
          <p:nvPr/>
        </p:nvSpPr>
        <p:spPr>
          <a:xfrm>
            <a:off x="7107895" y="1845324"/>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7</a:t>
            </a:r>
            <a:r>
              <a:rPr lang="en-GB" sz="2200">
                <a:solidFill>
                  <a:schemeClr val="dk1"/>
                </a:solidFill>
                <a:latin typeface="Lexend"/>
                <a:ea typeface="Lexend"/>
                <a:cs typeface="Lexend"/>
                <a:sym typeface="Lexend"/>
              </a:rPr>
              <a:t>0% = £140</a:t>
            </a:r>
            <a:endParaRPr sz="2200">
              <a:solidFill>
                <a:schemeClr val="dk1"/>
              </a:solidFill>
              <a:latin typeface="Lexend"/>
              <a:ea typeface="Lexend"/>
              <a:cs typeface="Lexend"/>
              <a:sym typeface="Lexend"/>
            </a:endParaRPr>
          </a:p>
        </p:txBody>
      </p:sp>
      <p:sp>
        <p:nvSpPr>
          <p:cNvPr id="1172" name="Google Shape;1172;p79"/>
          <p:cNvSpPr txBox="1"/>
          <p:nvPr/>
        </p:nvSpPr>
        <p:spPr>
          <a:xfrm>
            <a:off x="7122205" y="2131164"/>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60</a:t>
            </a:r>
            <a:r>
              <a:rPr lang="en-GB" sz="2200">
                <a:solidFill>
                  <a:schemeClr val="dk1"/>
                </a:solidFill>
                <a:latin typeface="Lexend"/>
                <a:ea typeface="Lexend"/>
                <a:cs typeface="Lexend"/>
                <a:sym typeface="Lexend"/>
              </a:rPr>
              <a:t>% = £120</a:t>
            </a:r>
            <a:endParaRPr sz="2200">
              <a:solidFill>
                <a:schemeClr val="dk1"/>
              </a:solidFill>
              <a:latin typeface="Lexend"/>
              <a:ea typeface="Lexend"/>
              <a:cs typeface="Lexend"/>
              <a:sym typeface="Lexend"/>
            </a:endParaRPr>
          </a:p>
        </p:txBody>
      </p:sp>
      <p:sp>
        <p:nvSpPr>
          <p:cNvPr id="1173" name="Google Shape;1173;p79"/>
          <p:cNvSpPr txBox="1"/>
          <p:nvPr/>
        </p:nvSpPr>
        <p:spPr>
          <a:xfrm>
            <a:off x="7129381" y="2440083"/>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4</a:t>
            </a:r>
            <a:r>
              <a:rPr lang="en-GB" sz="2200">
                <a:solidFill>
                  <a:schemeClr val="dk1"/>
                </a:solidFill>
                <a:latin typeface="Lexend"/>
                <a:ea typeface="Lexend"/>
                <a:cs typeface="Lexend"/>
                <a:sym typeface="Lexend"/>
              </a:rPr>
              <a:t>0% = £80</a:t>
            </a:r>
            <a:endParaRPr sz="2200">
              <a:solidFill>
                <a:schemeClr val="dk1"/>
              </a:solidFill>
              <a:latin typeface="Lexend"/>
              <a:ea typeface="Lexend"/>
              <a:cs typeface="Lexend"/>
              <a:sym typeface="Lexend"/>
            </a:endParaRPr>
          </a:p>
        </p:txBody>
      </p:sp>
      <p:sp>
        <p:nvSpPr>
          <p:cNvPr id="1174" name="Google Shape;1174;p79"/>
          <p:cNvSpPr txBox="1"/>
          <p:nvPr/>
        </p:nvSpPr>
        <p:spPr>
          <a:xfrm>
            <a:off x="7158000" y="2776007"/>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3</a:t>
            </a:r>
            <a:r>
              <a:rPr lang="en-GB" sz="2200">
                <a:solidFill>
                  <a:schemeClr val="dk1"/>
                </a:solidFill>
                <a:latin typeface="Lexend"/>
                <a:ea typeface="Lexend"/>
                <a:cs typeface="Lexend"/>
                <a:sym typeface="Lexend"/>
              </a:rPr>
              <a:t>0% = £60</a:t>
            </a:r>
            <a:endParaRPr sz="2200">
              <a:solidFill>
                <a:schemeClr val="dk1"/>
              </a:solidFill>
              <a:latin typeface="Lexend"/>
              <a:ea typeface="Lexend"/>
              <a:cs typeface="Lexend"/>
              <a:sym typeface="Lexend"/>
            </a:endParaRPr>
          </a:p>
        </p:txBody>
      </p:sp>
      <p:sp>
        <p:nvSpPr>
          <p:cNvPr id="1175" name="Google Shape;1175;p79"/>
          <p:cNvSpPr txBox="1"/>
          <p:nvPr/>
        </p:nvSpPr>
        <p:spPr>
          <a:xfrm>
            <a:off x="7165155" y="3076157"/>
            <a:ext cx="19122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2</a:t>
            </a:r>
            <a:r>
              <a:rPr lang="en-GB" sz="2200">
                <a:solidFill>
                  <a:schemeClr val="dk1"/>
                </a:solidFill>
                <a:latin typeface="Lexend"/>
                <a:ea typeface="Lexend"/>
                <a:cs typeface="Lexend"/>
                <a:sym typeface="Lexend"/>
              </a:rPr>
              <a:t>0% = £40</a:t>
            </a:r>
            <a:endParaRPr sz="2200">
              <a:solidFill>
                <a:schemeClr val="dk1"/>
              </a:solidFill>
              <a:latin typeface="Lexend"/>
              <a:ea typeface="Lexend"/>
              <a:cs typeface="Lexend"/>
              <a:sym typeface="Lexend"/>
            </a:endParaRPr>
          </a:p>
        </p:txBody>
      </p:sp>
      <p:sp>
        <p:nvSpPr>
          <p:cNvPr id="1176" name="Google Shape;1176;p79"/>
          <p:cNvSpPr txBox="1"/>
          <p:nvPr/>
        </p:nvSpPr>
        <p:spPr>
          <a:xfrm>
            <a:off x="7179474" y="3383463"/>
            <a:ext cx="17550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10% = £20</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graphicFrame>
        <p:nvGraphicFramePr>
          <p:cNvPr id="1181" name="Google Shape;1181;p80"/>
          <p:cNvGraphicFramePr/>
          <p:nvPr/>
        </p:nvGraphicFramePr>
        <p:xfrm>
          <a:off x="535304" y="339047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182" name="Google Shape;1182;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sp>
        <p:nvSpPr>
          <p:cNvPr id="1183" name="Google Shape;1183;p80"/>
          <p:cNvSpPr txBox="1"/>
          <p:nvPr/>
        </p:nvSpPr>
        <p:spPr>
          <a:xfrm>
            <a:off x="8354703" y="36838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184" name="Google Shape;1184;p80"/>
          <p:cNvSpPr txBox="1"/>
          <p:nvPr/>
        </p:nvSpPr>
        <p:spPr>
          <a:xfrm>
            <a:off x="7869664"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350</a:t>
            </a:r>
            <a:endParaRPr sz="1800">
              <a:solidFill>
                <a:schemeClr val="dk1"/>
              </a:solidFill>
              <a:latin typeface="Lexend"/>
              <a:ea typeface="Lexend"/>
              <a:cs typeface="Lexend"/>
              <a:sym typeface="Lexend"/>
            </a:endParaRPr>
          </a:p>
        </p:txBody>
      </p:sp>
      <p:sp>
        <p:nvSpPr>
          <p:cNvPr id="1185" name="Google Shape;1185;p80"/>
          <p:cNvSpPr txBox="1"/>
          <p:nvPr/>
        </p:nvSpPr>
        <p:spPr>
          <a:xfrm>
            <a:off x="1095194"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35</a:t>
            </a:r>
            <a:endParaRPr sz="1800">
              <a:solidFill>
                <a:schemeClr val="dk1"/>
              </a:solidFill>
              <a:latin typeface="Lexend"/>
              <a:ea typeface="Lexend"/>
              <a:cs typeface="Lexend"/>
              <a:sym typeface="Lexend"/>
            </a:endParaRPr>
          </a:p>
        </p:txBody>
      </p:sp>
      <p:sp>
        <p:nvSpPr>
          <p:cNvPr id="1186" name="Google Shape;1186;p80"/>
          <p:cNvSpPr txBox="1"/>
          <p:nvPr/>
        </p:nvSpPr>
        <p:spPr>
          <a:xfrm>
            <a:off x="1857194"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187" name="Google Shape;1187;p80"/>
          <p:cNvSpPr txBox="1"/>
          <p:nvPr/>
        </p:nvSpPr>
        <p:spPr>
          <a:xfrm>
            <a:off x="2632449"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105</a:t>
            </a:r>
            <a:endParaRPr sz="1800">
              <a:solidFill>
                <a:schemeClr val="dk1"/>
              </a:solidFill>
              <a:latin typeface="Lexend"/>
              <a:ea typeface="Lexend"/>
              <a:cs typeface="Lexend"/>
              <a:sym typeface="Lexend"/>
            </a:endParaRPr>
          </a:p>
        </p:txBody>
      </p:sp>
      <p:sp>
        <p:nvSpPr>
          <p:cNvPr id="1188" name="Google Shape;1188;p80"/>
          <p:cNvSpPr txBox="1"/>
          <p:nvPr/>
        </p:nvSpPr>
        <p:spPr>
          <a:xfrm>
            <a:off x="33636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189" name="Google Shape;1189;p80"/>
          <p:cNvSpPr txBox="1"/>
          <p:nvPr/>
        </p:nvSpPr>
        <p:spPr>
          <a:xfrm>
            <a:off x="41256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175</a:t>
            </a:r>
            <a:endParaRPr sz="1800">
              <a:solidFill>
                <a:schemeClr val="dk1"/>
              </a:solidFill>
              <a:latin typeface="Lexend"/>
              <a:ea typeface="Lexend"/>
              <a:cs typeface="Lexend"/>
              <a:sym typeface="Lexend"/>
            </a:endParaRPr>
          </a:p>
        </p:txBody>
      </p:sp>
      <p:sp>
        <p:nvSpPr>
          <p:cNvPr id="1190" name="Google Shape;1190;p80"/>
          <p:cNvSpPr txBox="1"/>
          <p:nvPr/>
        </p:nvSpPr>
        <p:spPr>
          <a:xfrm>
            <a:off x="48876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210</a:t>
            </a:r>
            <a:endParaRPr sz="1800">
              <a:solidFill>
                <a:schemeClr val="dk1"/>
              </a:solidFill>
              <a:latin typeface="Lexend"/>
              <a:ea typeface="Lexend"/>
              <a:cs typeface="Lexend"/>
              <a:sym typeface="Lexend"/>
            </a:endParaRPr>
          </a:p>
        </p:txBody>
      </p:sp>
      <p:sp>
        <p:nvSpPr>
          <p:cNvPr id="1191" name="Google Shape;1191;p80"/>
          <p:cNvSpPr txBox="1"/>
          <p:nvPr/>
        </p:nvSpPr>
        <p:spPr>
          <a:xfrm>
            <a:off x="57258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245</a:t>
            </a:r>
            <a:endParaRPr sz="1800">
              <a:solidFill>
                <a:schemeClr val="dk1"/>
              </a:solidFill>
              <a:latin typeface="Lexend"/>
              <a:ea typeface="Lexend"/>
              <a:cs typeface="Lexend"/>
              <a:sym typeface="Lexend"/>
            </a:endParaRPr>
          </a:p>
        </p:txBody>
      </p:sp>
      <p:sp>
        <p:nvSpPr>
          <p:cNvPr id="1192" name="Google Shape;1192;p80"/>
          <p:cNvSpPr txBox="1"/>
          <p:nvPr/>
        </p:nvSpPr>
        <p:spPr>
          <a:xfrm>
            <a:off x="64878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280</a:t>
            </a:r>
            <a:endParaRPr sz="1800">
              <a:solidFill>
                <a:schemeClr val="dk1"/>
              </a:solidFill>
              <a:latin typeface="Lexend"/>
              <a:ea typeface="Lexend"/>
              <a:cs typeface="Lexend"/>
              <a:sym typeface="Lexend"/>
            </a:endParaRPr>
          </a:p>
        </p:txBody>
      </p:sp>
      <p:sp>
        <p:nvSpPr>
          <p:cNvPr id="1193" name="Google Shape;1193;p80"/>
          <p:cNvSpPr txBox="1"/>
          <p:nvPr/>
        </p:nvSpPr>
        <p:spPr>
          <a:xfrm>
            <a:off x="7173693" y="37800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315</a:t>
            </a:r>
            <a:endParaRPr sz="1800">
              <a:solidFill>
                <a:schemeClr val="dk1"/>
              </a:solidFill>
              <a:latin typeface="Lexend"/>
              <a:ea typeface="Lexend"/>
              <a:cs typeface="Lexend"/>
              <a:sym typeface="Lexend"/>
            </a:endParaRPr>
          </a:p>
        </p:txBody>
      </p:sp>
      <p:sp>
        <p:nvSpPr>
          <p:cNvPr id="1194" name="Google Shape;1194;p80"/>
          <p:cNvSpPr txBox="1"/>
          <p:nvPr/>
        </p:nvSpPr>
        <p:spPr>
          <a:xfrm>
            <a:off x="324000" y="38003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195" name="Google Shape;1195;p80"/>
          <p:cNvSpPr txBox="1"/>
          <p:nvPr>
            <p:ph idx="1" type="body"/>
          </p:nvPr>
        </p:nvSpPr>
        <p:spPr>
          <a:xfrm>
            <a:off x="324000" y="729475"/>
            <a:ext cx="8430300" cy="35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Here is a scaling diagram. Fill in the missing intervals and write down 60% of £350</a:t>
            </a:r>
            <a:endParaRPr sz="2100"/>
          </a:p>
        </p:txBody>
      </p:sp>
      <p:graphicFrame>
        <p:nvGraphicFramePr>
          <p:cNvPr id="1196" name="Google Shape;1196;p80"/>
          <p:cNvGraphicFramePr/>
          <p:nvPr/>
        </p:nvGraphicFramePr>
        <p:xfrm>
          <a:off x="532232" y="2750400"/>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97" name="Google Shape;1197;p80"/>
          <p:cNvSpPr txBox="1"/>
          <p:nvPr/>
        </p:nvSpPr>
        <p:spPr>
          <a:xfrm>
            <a:off x="907352" y="241395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198" name="Google Shape;1198;p80"/>
          <p:cNvSpPr txBox="1"/>
          <p:nvPr/>
        </p:nvSpPr>
        <p:spPr>
          <a:xfrm>
            <a:off x="2139807" y="242294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199" name="Google Shape;1199;p80"/>
          <p:cNvSpPr txBox="1"/>
          <p:nvPr/>
        </p:nvSpPr>
        <p:spPr>
          <a:xfrm>
            <a:off x="2794850" y="240539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00" name="Google Shape;1200;p80"/>
          <p:cNvSpPr txBox="1"/>
          <p:nvPr/>
        </p:nvSpPr>
        <p:spPr>
          <a:xfrm>
            <a:off x="3404450" y="240539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201" name="Google Shape;1201;p80"/>
          <p:cNvSpPr txBox="1"/>
          <p:nvPr/>
        </p:nvSpPr>
        <p:spPr>
          <a:xfrm>
            <a:off x="364757" y="23785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202" name="Google Shape;1202;p80"/>
          <p:cNvSpPr txBox="1"/>
          <p:nvPr/>
        </p:nvSpPr>
        <p:spPr>
          <a:xfrm>
            <a:off x="3961160" y="25932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03" name="Google Shape;1203;p80"/>
          <p:cNvSpPr txBox="1"/>
          <p:nvPr/>
        </p:nvSpPr>
        <p:spPr>
          <a:xfrm>
            <a:off x="1516952" y="242295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204" name="Google Shape;1204;p80"/>
          <p:cNvSpPr txBox="1"/>
          <p:nvPr/>
        </p:nvSpPr>
        <p:spPr>
          <a:xfrm>
            <a:off x="4073800" y="1111738"/>
            <a:ext cx="4611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1800">
                <a:solidFill>
                  <a:schemeClr val="dk1"/>
                </a:solidFill>
                <a:latin typeface="Kalam"/>
                <a:ea typeface="Kalam"/>
                <a:cs typeface="Kalam"/>
                <a:sym typeface="Kalam"/>
              </a:rPr>
              <a:t>100% ÷ 5 = 20% for each interval</a:t>
            </a:r>
            <a:endParaRPr sz="1800">
              <a:latin typeface="Kalam"/>
              <a:ea typeface="Kalam"/>
              <a:cs typeface="Kalam"/>
              <a:sym typeface="Kalam"/>
            </a:endParaRPr>
          </a:p>
        </p:txBody>
      </p:sp>
      <p:sp>
        <p:nvSpPr>
          <p:cNvPr id="1205" name="Google Shape;1205;p80"/>
          <p:cNvSpPr txBox="1"/>
          <p:nvPr/>
        </p:nvSpPr>
        <p:spPr>
          <a:xfrm>
            <a:off x="4073800" y="1492738"/>
            <a:ext cx="4611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1800">
                <a:solidFill>
                  <a:schemeClr val="dk1"/>
                </a:solidFill>
                <a:latin typeface="Kalam"/>
                <a:ea typeface="Kalam"/>
                <a:cs typeface="Kalam"/>
                <a:sym typeface="Kalam"/>
              </a:rPr>
              <a:t>£350 ÷ 10 = £35 for each interval</a:t>
            </a:r>
            <a:endParaRPr sz="1800">
              <a:latin typeface="Kalam"/>
              <a:ea typeface="Kalam"/>
              <a:cs typeface="Kalam"/>
              <a:sym typeface="Kalam"/>
            </a:endParaRPr>
          </a:p>
        </p:txBody>
      </p:sp>
      <p:grpSp>
        <p:nvGrpSpPr>
          <p:cNvPr id="1206" name="Google Shape;1206;p80"/>
          <p:cNvGrpSpPr/>
          <p:nvPr/>
        </p:nvGrpSpPr>
        <p:grpSpPr>
          <a:xfrm>
            <a:off x="970650" y="2418450"/>
            <a:ext cx="2196950" cy="358500"/>
            <a:chOff x="970650" y="2494650"/>
            <a:chExt cx="2196950" cy="358500"/>
          </a:xfrm>
        </p:grpSpPr>
        <p:sp>
          <p:nvSpPr>
            <p:cNvPr id="1207" name="Google Shape;1207;p80"/>
            <p:cNvSpPr/>
            <p:nvPr/>
          </p:nvSpPr>
          <p:spPr>
            <a:xfrm>
              <a:off x="16045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8" name="Google Shape;1208;p80"/>
            <p:cNvSpPr/>
            <p:nvPr/>
          </p:nvSpPr>
          <p:spPr>
            <a:xfrm>
              <a:off x="9706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80"/>
            <p:cNvSpPr/>
            <p:nvPr/>
          </p:nvSpPr>
          <p:spPr>
            <a:xfrm>
              <a:off x="21997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0" name="Google Shape;1210;p80"/>
            <p:cNvSpPr/>
            <p:nvPr/>
          </p:nvSpPr>
          <p:spPr>
            <a:xfrm>
              <a:off x="28370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11" name="Google Shape;1211;p80"/>
          <p:cNvGrpSpPr/>
          <p:nvPr/>
        </p:nvGrpSpPr>
        <p:grpSpPr>
          <a:xfrm>
            <a:off x="1090650" y="3824725"/>
            <a:ext cx="6717678" cy="358500"/>
            <a:chOff x="1090650" y="3900925"/>
            <a:chExt cx="6717678" cy="358500"/>
          </a:xfrm>
        </p:grpSpPr>
        <p:sp>
          <p:nvSpPr>
            <p:cNvPr id="1212" name="Google Shape;1212;p80"/>
            <p:cNvSpPr/>
            <p:nvPr/>
          </p:nvSpPr>
          <p:spPr>
            <a:xfrm>
              <a:off x="10906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3" name="Google Shape;1213;p80"/>
            <p:cNvSpPr/>
            <p:nvPr/>
          </p:nvSpPr>
          <p:spPr>
            <a:xfrm>
              <a:off x="18615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4" name="Google Shape;1214;p80"/>
            <p:cNvSpPr/>
            <p:nvPr/>
          </p:nvSpPr>
          <p:spPr>
            <a:xfrm>
              <a:off x="26740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5" name="Google Shape;1215;p80"/>
            <p:cNvSpPr/>
            <p:nvPr/>
          </p:nvSpPr>
          <p:spPr>
            <a:xfrm>
              <a:off x="34082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6" name="Google Shape;1216;p80"/>
            <p:cNvSpPr/>
            <p:nvPr/>
          </p:nvSpPr>
          <p:spPr>
            <a:xfrm>
              <a:off x="41791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7" name="Google Shape;1217;p80"/>
            <p:cNvSpPr/>
            <p:nvPr/>
          </p:nvSpPr>
          <p:spPr>
            <a:xfrm>
              <a:off x="49916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8" name="Google Shape;1218;p80"/>
            <p:cNvSpPr/>
            <p:nvPr/>
          </p:nvSpPr>
          <p:spPr>
            <a:xfrm>
              <a:off x="5798638"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9" name="Google Shape;1219;p80"/>
            <p:cNvSpPr/>
            <p:nvPr/>
          </p:nvSpPr>
          <p:spPr>
            <a:xfrm>
              <a:off x="6493353" y="3900925"/>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0" name="Google Shape;1220;p80"/>
            <p:cNvSpPr/>
            <p:nvPr/>
          </p:nvSpPr>
          <p:spPr>
            <a:xfrm>
              <a:off x="7256328" y="3900925"/>
              <a:ext cx="552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221" name="Google Shape;1221;p80"/>
          <p:cNvCxnSpPr/>
          <p:nvPr/>
        </p:nvCxnSpPr>
        <p:spPr>
          <a:xfrm>
            <a:off x="2966350" y="2957275"/>
            <a:ext cx="3701100" cy="635100"/>
          </a:xfrm>
          <a:prstGeom prst="straightConnector1">
            <a:avLst/>
          </a:prstGeom>
          <a:noFill/>
          <a:ln cap="flat" cmpd="sng" w="28575">
            <a:solidFill>
              <a:schemeClr val="dk1"/>
            </a:solidFill>
            <a:prstDash val="solid"/>
            <a:round/>
            <a:headEnd len="med" w="med" type="none"/>
            <a:tailEnd len="med" w="med" type="triangle"/>
          </a:ln>
        </p:spPr>
      </p:cxnSp>
      <p:cxnSp>
        <p:nvCxnSpPr>
          <p:cNvPr id="1222" name="Google Shape;1222;p80"/>
          <p:cNvCxnSpPr/>
          <p:nvPr/>
        </p:nvCxnSpPr>
        <p:spPr>
          <a:xfrm>
            <a:off x="1146325" y="2952013"/>
            <a:ext cx="943200" cy="663900"/>
          </a:xfrm>
          <a:prstGeom prst="straightConnector1">
            <a:avLst/>
          </a:prstGeom>
          <a:noFill/>
          <a:ln cap="flat" cmpd="sng" w="28575">
            <a:solidFill>
              <a:schemeClr val="dk1"/>
            </a:solidFill>
            <a:prstDash val="solid"/>
            <a:round/>
            <a:headEnd len="med" w="med" type="none"/>
            <a:tailEnd len="med" w="med" type="triangle"/>
          </a:ln>
        </p:spPr>
      </p:cxnSp>
      <p:cxnSp>
        <p:nvCxnSpPr>
          <p:cNvPr id="1223" name="Google Shape;1223;p80"/>
          <p:cNvCxnSpPr/>
          <p:nvPr/>
        </p:nvCxnSpPr>
        <p:spPr>
          <a:xfrm>
            <a:off x="1734200" y="2933768"/>
            <a:ext cx="1879200" cy="691200"/>
          </a:xfrm>
          <a:prstGeom prst="straightConnector1">
            <a:avLst/>
          </a:prstGeom>
          <a:noFill/>
          <a:ln cap="flat" cmpd="sng" w="28575">
            <a:solidFill>
              <a:schemeClr val="dk1"/>
            </a:solidFill>
            <a:prstDash val="solid"/>
            <a:round/>
            <a:headEnd len="med" w="med" type="none"/>
            <a:tailEnd len="med" w="med" type="triangle"/>
          </a:ln>
        </p:spPr>
      </p:cxnSp>
      <p:cxnSp>
        <p:nvCxnSpPr>
          <p:cNvPr id="1224" name="Google Shape;1224;p80"/>
          <p:cNvCxnSpPr/>
          <p:nvPr/>
        </p:nvCxnSpPr>
        <p:spPr>
          <a:xfrm>
            <a:off x="2297600" y="2957238"/>
            <a:ext cx="2910900" cy="622500"/>
          </a:xfrm>
          <a:prstGeom prst="straightConnector1">
            <a:avLst/>
          </a:prstGeom>
          <a:noFill/>
          <a:ln cap="flat" cmpd="sng" w="28575">
            <a:solidFill>
              <a:schemeClr val="dk1"/>
            </a:solidFill>
            <a:prstDash val="solid"/>
            <a:round/>
            <a:headEnd len="med" w="med" type="none"/>
            <a:tailEnd len="med" w="med" type="triangle"/>
          </a:ln>
        </p:spPr>
      </p:cxnSp>
      <p:sp>
        <p:nvSpPr>
          <p:cNvPr id="1225" name="Google Shape;1225;p80"/>
          <p:cNvSpPr txBox="1"/>
          <p:nvPr/>
        </p:nvSpPr>
        <p:spPr>
          <a:xfrm>
            <a:off x="1061950" y="1688338"/>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en-GB" sz="1800">
                <a:solidFill>
                  <a:schemeClr val="dk1"/>
                </a:solidFill>
                <a:latin typeface="Kalam"/>
                <a:ea typeface="Kalam"/>
                <a:cs typeface="Kalam"/>
                <a:sym typeface="Kalam"/>
              </a:rPr>
              <a:t>60% of £350 = £210</a:t>
            </a:r>
            <a:r>
              <a:rPr lang="en-GB" sz="1800">
                <a:solidFill>
                  <a:schemeClr val="dk1"/>
                </a:solidFill>
                <a:latin typeface="Kalam"/>
                <a:ea typeface="Kalam"/>
                <a:cs typeface="Kalam"/>
                <a:sym typeface="Kalam"/>
              </a:rPr>
              <a:t> </a:t>
            </a:r>
            <a:endParaRPr/>
          </a:p>
        </p:txBody>
      </p:sp>
      <p:cxnSp>
        <p:nvCxnSpPr>
          <p:cNvPr id="1226" name="Google Shape;1226;p80"/>
          <p:cNvCxnSpPr/>
          <p:nvPr/>
        </p:nvCxnSpPr>
        <p:spPr>
          <a:xfrm>
            <a:off x="3599200" y="2972175"/>
            <a:ext cx="4619400" cy="63840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81"/>
          <p:cNvSpPr txBox="1"/>
          <p:nvPr>
            <p:ph idx="1" type="body"/>
          </p:nvPr>
        </p:nvSpPr>
        <p:spPr>
          <a:xfrm>
            <a:off x="324000" y="683100"/>
            <a:ext cx="8064000" cy="619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Fill in the missing information</a:t>
            </a:r>
            <a:r>
              <a:rPr lang="en-GB" sz="1800">
                <a:solidFill>
                  <a:schemeClr val="accent4"/>
                </a:solidFill>
              </a:rPr>
              <a:t> (including arrows) </a:t>
            </a:r>
            <a:r>
              <a:rPr lang="en-GB" sz="1800"/>
              <a:t>using the scaling diagrams.</a:t>
            </a:r>
            <a:endParaRPr sz="1800"/>
          </a:p>
        </p:txBody>
      </p:sp>
      <p:sp>
        <p:nvSpPr>
          <p:cNvPr id="1232" name="Google Shape;1232;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233" name="Google Shape;1233;p81"/>
          <p:cNvGraphicFramePr/>
          <p:nvPr/>
        </p:nvGraphicFramePr>
        <p:xfrm>
          <a:off x="759804" y="1964813"/>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234" name="Google Shape;1234;p81"/>
          <p:cNvSpPr txBox="1"/>
          <p:nvPr/>
        </p:nvSpPr>
        <p:spPr>
          <a:xfrm>
            <a:off x="1319694" y="23429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p:txBody>
      </p:sp>
      <p:sp>
        <p:nvSpPr>
          <p:cNvPr id="1235" name="Google Shape;1235;p81"/>
          <p:cNvSpPr txBox="1"/>
          <p:nvPr/>
        </p:nvSpPr>
        <p:spPr>
          <a:xfrm>
            <a:off x="2081694" y="23429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236" name="Google Shape;1236;p81"/>
          <p:cNvSpPr txBox="1"/>
          <p:nvPr/>
        </p:nvSpPr>
        <p:spPr>
          <a:xfrm>
            <a:off x="2856949" y="235195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p:txBody>
      </p:sp>
      <p:sp>
        <p:nvSpPr>
          <p:cNvPr id="1237" name="Google Shape;1237;p81"/>
          <p:cNvSpPr txBox="1"/>
          <p:nvPr/>
        </p:nvSpPr>
        <p:spPr>
          <a:xfrm>
            <a:off x="35881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238" name="Google Shape;1238;p81"/>
          <p:cNvSpPr txBox="1"/>
          <p:nvPr/>
        </p:nvSpPr>
        <p:spPr>
          <a:xfrm>
            <a:off x="43501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a:t>
            </a:r>
            <a:endParaRPr sz="1800">
              <a:solidFill>
                <a:schemeClr val="dk1"/>
              </a:solidFill>
              <a:latin typeface="Lexend"/>
              <a:ea typeface="Lexend"/>
              <a:cs typeface="Lexend"/>
              <a:sym typeface="Lexend"/>
            </a:endParaRPr>
          </a:p>
        </p:txBody>
      </p:sp>
      <p:sp>
        <p:nvSpPr>
          <p:cNvPr id="1239" name="Google Shape;1239;p81"/>
          <p:cNvSpPr txBox="1"/>
          <p:nvPr/>
        </p:nvSpPr>
        <p:spPr>
          <a:xfrm>
            <a:off x="548500" y="2374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240" name="Google Shape;1240;p81"/>
          <p:cNvGraphicFramePr/>
          <p:nvPr/>
        </p:nvGraphicFramePr>
        <p:xfrm>
          <a:off x="756732" y="1629538"/>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41" name="Google Shape;1241;p81"/>
          <p:cNvSpPr txBox="1"/>
          <p:nvPr/>
        </p:nvSpPr>
        <p:spPr>
          <a:xfrm>
            <a:off x="1131852" y="1293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242" name="Google Shape;1242;p81"/>
          <p:cNvSpPr txBox="1"/>
          <p:nvPr/>
        </p:nvSpPr>
        <p:spPr>
          <a:xfrm>
            <a:off x="2364307" y="13020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243" name="Google Shape;1243;p81"/>
          <p:cNvSpPr txBox="1"/>
          <p:nvPr/>
        </p:nvSpPr>
        <p:spPr>
          <a:xfrm>
            <a:off x="30193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44" name="Google Shape;1244;p81"/>
          <p:cNvSpPr txBox="1"/>
          <p:nvPr/>
        </p:nvSpPr>
        <p:spPr>
          <a:xfrm>
            <a:off x="36289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245" name="Google Shape;1245;p81"/>
          <p:cNvSpPr txBox="1"/>
          <p:nvPr/>
        </p:nvSpPr>
        <p:spPr>
          <a:xfrm>
            <a:off x="589257" y="1257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246" name="Google Shape;1246;p81"/>
          <p:cNvSpPr txBox="1"/>
          <p:nvPr/>
        </p:nvSpPr>
        <p:spPr>
          <a:xfrm>
            <a:off x="3827235" y="15382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47" name="Google Shape;1247;p81"/>
          <p:cNvSpPr txBox="1"/>
          <p:nvPr/>
        </p:nvSpPr>
        <p:spPr>
          <a:xfrm>
            <a:off x="1741452" y="1302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248" name="Google Shape;1248;p81"/>
          <p:cNvGraphicFramePr/>
          <p:nvPr/>
        </p:nvGraphicFramePr>
        <p:xfrm>
          <a:off x="773579" y="3773625"/>
          <a:ext cx="3000000" cy="3000000"/>
        </p:xfrm>
        <a:graphic>
          <a:graphicData uri="http://schemas.openxmlformats.org/drawingml/2006/table">
            <a:tbl>
              <a:tblPr>
                <a:noFill/>
                <a:tableStyleId>{59C14B37-5063-47A9-82DC-C1F6685F5BAC}</a:tableStyleId>
              </a:tblPr>
              <a:tblGrid>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249" name="Google Shape;1249;p81"/>
          <p:cNvSpPr txBox="1"/>
          <p:nvPr/>
        </p:nvSpPr>
        <p:spPr>
          <a:xfrm>
            <a:off x="1333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endParaRPr sz="1800">
              <a:solidFill>
                <a:schemeClr val="dk1"/>
              </a:solidFill>
              <a:latin typeface="Lexend"/>
              <a:ea typeface="Lexend"/>
              <a:cs typeface="Lexend"/>
              <a:sym typeface="Lexend"/>
            </a:endParaRPr>
          </a:p>
        </p:txBody>
      </p:sp>
      <p:sp>
        <p:nvSpPr>
          <p:cNvPr id="1250" name="Google Shape;1250;p81"/>
          <p:cNvSpPr txBox="1"/>
          <p:nvPr/>
        </p:nvSpPr>
        <p:spPr>
          <a:xfrm>
            <a:off x="2095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251" name="Google Shape;1251;p81"/>
          <p:cNvSpPr txBox="1"/>
          <p:nvPr/>
        </p:nvSpPr>
        <p:spPr>
          <a:xfrm>
            <a:off x="2870724" y="4160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72</a:t>
            </a:r>
            <a:endParaRPr sz="1800">
              <a:solidFill>
                <a:schemeClr val="dk1"/>
              </a:solidFill>
              <a:latin typeface="Lexend"/>
              <a:ea typeface="Lexend"/>
              <a:cs typeface="Lexend"/>
              <a:sym typeface="Lexend"/>
            </a:endParaRPr>
          </a:p>
        </p:txBody>
      </p:sp>
      <p:sp>
        <p:nvSpPr>
          <p:cNvPr id="1252" name="Google Shape;1252;p81"/>
          <p:cNvSpPr txBox="1"/>
          <p:nvPr/>
        </p:nvSpPr>
        <p:spPr>
          <a:xfrm>
            <a:off x="3601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96</a:t>
            </a:r>
            <a:endParaRPr sz="1800">
              <a:solidFill>
                <a:schemeClr val="dk1"/>
              </a:solidFill>
              <a:latin typeface="Lexend"/>
              <a:ea typeface="Lexend"/>
              <a:cs typeface="Lexend"/>
              <a:sym typeface="Lexend"/>
            </a:endParaRPr>
          </a:p>
        </p:txBody>
      </p:sp>
      <p:sp>
        <p:nvSpPr>
          <p:cNvPr id="1253" name="Google Shape;1253;p81"/>
          <p:cNvSpPr txBox="1"/>
          <p:nvPr/>
        </p:nvSpPr>
        <p:spPr>
          <a:xfrm>
            <a:off x="4363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254" name="Google Shape;1254;p81"/>
          <p:cNvSpPr txBox="1"/>
          <p:nvPr/>
        </p:nvSpPr>
        <p:spPr>
          <a:xfrm>
            <a:off x="5622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255" name="Google Shape;1255;p81"/>
          <p:cNvGraphicFramePr/>
          <p:nvPr/>
        </p:nvGraphicFramePr>
        <p:xfrm>
          <a:off x="770507" y="3438350"/>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56" name="Google Shape;1256;p81"/>
          <p:cNvSpPr txBox="1"/>
          <p:nvPr/>
        </p:nvSpPr>
        <p:spPr>
          <a:xfrm>
            <a:off x="3899585" y="33345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57" name="Google Shape;1257;p81"/>
          <p:cNvSpPr txBox="1"/>
          <p:nvPr/>
        </p:nvSpPr>
        <p:spPr>
          <a:xfrm>
            <a:off x="5170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144</a:t>
            </a:r>
            <a:endParaRPr sz="1800">
              <a:solidFill>
                <a:schemeClr val="dk1"/>
              </a:solidFill>
              <a:latin typeface="Lexend"/>
              <a:ea typeface="Lexend"/>
              <a:cs typeface="Lexend"/>
              <a:sym typeface="Lexend"/>
            </a:endParaRPr>
          </a:p>
        </p:txBody>
      </p:sp>
      <p:sp>
        <p:nvSpPr>
          <p:cNvPr id="1258" name="Google Shape;1258;p81"/>
          <p:cNvSpPr txBox="1"/>
          <p:nvPr/>
        </p:nvSpPr>
        <p:spPr>
          <a:xfrm>
            <a:off x="5932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168</a:t>
            </a:r>
            <a:endParaRPr sz="1800">
              <a:solidFill>
                <a:schemeClr val="dk1"/>
              </a:solidFill>
              <a:latin typeface="Lexend"/>
              <a:ea typeface="Lexend"/>
              <a:cs typeface="Lexend"/>
              <a:sym typeface="Lexend"/>
            </a:endParaRPr>
          </a:p>
        </p:txBody>
      </p:sp>
      <p:sp>
        <p:nvSpPr>
          <p:cNvPr id="1259" name="Google Shape;1259;p81"/>
          <p:cNvSpPr txBox="1"/>
          <p:nvPr/>
        </p:nvSpPr>
        <p:spPr>
          <a:xfrm>
            <a:off x="6707353" y="4157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192</a:t>
            </a:r>
            <a:endParaRPr sz="1800">
              <a:solidFill>
                <a:schemeClr val="dk1"/>
              </a:solidFill>
              <a:latin typeface="Lexend"/>
              <a:ea typeface="Lexend"/>
              <a:cs typeface="Lexend"/>
              <a:sym typeface="Lexend"/>
            </a:endParaRPr>
          </a:p>
        </p:txBody>
      </p:sp>
      <p:sp>
        <p:nvSpPr>
          <p:cNvPr id="1260" name="Google Shape;1260;p81"/>
          <p:cNvSpPr txBox="1"/>
          <p:nvPr/>
        </p:nvSpPr>
        <p:spPr>
          <a:xfrm>
            <a:off x="7438597" y="4140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216</a:t>
            </a:r>
            <a:endParaRPr sz="1800">
              <a:solidFill>
                <a:schemeClr val="dk1"/>
              </a:solidFill>
              <a:latin typeface="Lexend"/>
              <a:ea typeface="Lexend"/>
              <a:cs typeface="Lexend"/>
              <a:sym typeface="Lexend"/>
            </a:endParaRPr>
          </a:p>
        </p:txBody>
      </p:sp>
      <p:sp>
        <p:nvSpPr>
          <p:cNvPr id="1261" name="Google Shape;1261;p81"/>
          <p:cNvSpPr txBox="1"/>
          <p:nvPr/>
        </p:nvSpPr>
        <p:spPr>
          <a:xfrm>
            <a:off x="8200597" y="4140431"/>
            <a:ext cx="697200" cy="2946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240</a:t>
            </a:r>
            <a:endParaRPr sz="1800">
              <a:solidFill>
                <a:schemeClr val="dk1"/>
              </a:solidFill>
              <a:latin typeface="Lexend"/>
              <a:ea typeface="Lexend"/>
              <a:cs typeface="Lexend"/>
              <a:sym typeface="Lexend"/>
            </a:endParaRPr>
          </a:p>
        </p:txBody>
      </p:sp>
      <p:sp>
        <p:nvSpPr>
          <p:cNvPr id="1262" name="Google Shape;1262;p81"/>
          <p:cNvSpPr txBox="1"/>
          <p:nvPr/>
        </p:nvSpPr>
        <p:spPr>
          <a:xfrm>
            <a:off x="1131852" y="3087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263" name="Google Shape;1263;p81"/>
          <p:cNvSpPr txBox="1"/>
          <p:nvPr/>
        </p:nvSpPr>
        <p:spPr>
          <a:xfrm>
            <a:off x="2364307" y="309635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264" name="Google Shape;1264;p81"/>
          <p:cNvSpPr txBox="1"/>
          <p:nvPr/>
        </p:nvSpPr>
        <p:spPr>
          <a:xfrm>
            <a:off x="30193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265" name="Google Shape;1265;p81"/>
          <p:cNvSpPr txBox="1"/>
          <p:nvPr/>
        </p:nvSpPr>
        <p:spPr>
          <a:xfrm>
            <a:off x="36289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266" name="Google Shape;1266;p81"/>
          <p:cNvSpPr txBox="1"/>
          <p:nvPr/>
        </p:nvSpPr>
        <p:spPr>
          <a:xfrm>
            <a:off x="5892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267" name="Google Shape;1267;p81"/>
          <p:cNvSpPr txBox="1"/>
          <p:nvPr/>
        </p:nvSpPr>
        <p:spPr>
          <a:xfrm>
            <a:off x="1741452" y="3096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268" name="Google Shape;1268;p81"/>
          <p:cNvSpPr txBox="1"/>
          <p:nvPr/>
        </p:nvSpPr>
        <p:spPr>
          <a:xfrm>
            <a:off x="8433578" y="37800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69" name="Google Shape;1269;p81"/>
          <p:cNvSpPr txBox="1"/>
          <p:nvPr/>
        </p:nvSpPr>
        <p:spPr>
          <a:xfrm>
            <a:off x="8487003" y="19742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270" name="Google Shape;1270;p81"/>
          <p:cNvSpPr txBox="1"/>
          <p:nvPr/>
        </p:nvSpPr>
        <p:spPr>
          <a:xfrm>
            <a:off x="5093898" y="23383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271" name="Google Shape;1271;p81"/>
          <p:cNvSpPr txBox="1"/>
          <p:nvPr/>
        </p:nvSpPr>
        <p:spPr>
          <a:xfrm>
            <a:off x="5855898" y="23383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105</a:t>
            </a:r>
            <a:endParaRPr sz="1800">
              <a:solidFill>
                <a:schemeClr val="dk1"/>
              </a:solidFill>
              <a:latin typeface="Lexend"/>
              <a:ea typeface="Lexend"/>
              <a:cs typeface="Lexend"/>
              <a:sym typeface="Lexend"/>
            </a:endParaRPr>
          </a:p>
        </p:txBody>
      </p:sp>
      <p:sp>
        <p:nvSpPr>
          <p:cNvPr id="1272" name="Google Shape;1272;p81"/>
          <p:cNvSpPr txBox="1"/>
          <p:nvPr/>
        </p:nvSpPr>
        <p:spPr>
          <a:xfrm>
            <a:off x="6631153" y="234732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273" name="Google Shape;1273;p81"/>
          <p:cNvSpPr txBox="1"/>
          <p:nvPr/>
        </p:nvSpPr>
        <p:spPr>
          <a:xfrm>
            <a:off x="7362397" y="23297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135</a:t>
            </a:r>
            <a:endParaRPr sz="1800">
              <a:solidFill>
                <a:schemeClr val="dk1"/>
              </a:solidFill>
              <a:latin typeface="Lexend"/>
              <a:ea typeface="Lexend"/>
              <a:cs typeface="Lexend"/>
              <a:sym typeface="Lexend"/>
            </a:endParaRPr>
          </a:p>
        </p:txBody>
      </p:sp>
      <p:sp>
        <p:nvSpPr>
          <p:cNvPr id="1274" name="Google Shape;1274;p81"/>
          <p:cNvSpPr txBox="1"/>
          <p:nvPr/>
        </p:nvSpPr>
        <p:spPr>
          <a:xfrm>
            <a:off x="8124397" y="23297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1275" name="Google Shape;1275;p81"/>
          <p:cNvSpPr txBox="1"/>
          <p:nvPr/>
        </p:nvSpPr>
        <p:spPr>
          <a:xfrm>
            <a:off x="5170100" y="12264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150 = 90 </a:t>
            </a:r>
            <a:endParaRPr sz="2200">
              <a:solidFill>
                <a:schemeClr val="dk1"/>
              </a:solidFill>
              <a:latin typeface="Lexend"/>
              <a:ea typeface="Lexend"/>
              <a:cs typeface="Lexend"/>
              <a:sym typeface="Lexend"/>
            </a:endParaRPr>
          </a:p>
        </p:txBody>
      </p:sp>
      <p:sp>
        <p:nvSpPr>
          <p:cNvPr id="1276" name="Google Shape;1276;p81"/>
          <p:cNvSpPr txBox="1"/>
          <p:nvPr/>
        </p:nvSpPr>
        <p:spPr>
          <a:xfrm>
            <a:off x="5145350" y="3020175"/>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40% of 240 = 96 </a:t>
            </a:r>
            <a:endParaRPr sz="2200">
              <a:solidFill>
                <a:schemeClr val="dk1"/>
              </a:solidFill>
              <a:latin typeface="Lexend"/>
              <a:ea typeface="Lexend"/>
              <a:cs typeface="Lexend"/>
              <a:sym typeface="Lexend"/>
            </a:endParaRPr>
          </a:p>
        </p:txBody>
      </p:sp>
      <p:grpSp>
        <p:nvGrpSpPr>
          <p:cNvPr id="1277" name="Google Shape;1277;p81"/>
          <p:cNvGrpSpPr/>
          <p:nvPr/>
        </p:nvGrpSpPr>
        <p:grpSpPr>
          <a:xfrm>
            <a:off x="1207275" y="1338950"/>
            <a:ext cx="2196950" cy="358500"/>
            <a:chOff x="970650" y="2494650"/>
            <a:chExt cx="2196950" cy="358500"/>
          </a:xfrm>
        </p:grpSpPr>
        <p:sp>
          <p:nvSpPr>
            <p:cNvPr id="1278" name="Google Shape;1278;p81"/>
            <p:cNvSpPr/>
            <p:nvPr/>
          </p:nvSpPr>
          <p:spPr>
            <a:xfrm>
              <a:off x="16045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9" name="Google Shape;1279;p81"/>
            <p:cNvSpPr/>
            <p:nvPr/>
          </p:nvSpPr>
          <p:spPr>
            <a:xfrm>
              <a:off x="9706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0" name="Google Shape;1280;p81"/>
            <p:cNvSpPr/>
            <p:nvPr/>
          </p:nvSpPr>
          <p:spPr>
            <a:xfrm>
              <a:off x="21997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1" name="Google Shape;1281;p81"/>
            <p:cNvSpPr/>
            <p:nvPr/>
          </p:nvSpPr>
          <p:spPr>
            <a:xfrm>
              <a:off x="28370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82" name="Google Shape;1282;p81"/>
          <p:cNvGrpSpPr/>
          <p:nvPr/>
        </p:nvGrpSpPr>
        <p:grpSpPr>
          <a:xfrm>
            <a:off x="1326213" y="2411338"/>
            <a:ext cx="6681393" cy="358500"/>
            <a:chOff x="1090650" y="3900925"/>
            <a:chExt cx="6681393" cy="358500"/>
          </a:xfrm>
        </p:grpSpPr>
        <p:sp>
          <p:nvSpPr>
            <p:cNvPr id="1283" name="Google Shape;1283;p81"/>
            <p:cNvSpPr/>
            <p:nvPr/>
          </p:nvSpPr>
          <p:spPr>
            <a:xfrm>
              <a:off x="10906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4" name="Google Shape;1284;p81"/>
            <p:cNvSpPr/>
            <p:nvPr/>
          </p:nvSpPr>
          <p:spPr>
            <a:xfrm>
              <a:off x="18615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5" name="Google Shape;1285;p81"/>
            <p:cNvSpPr/>
            <p:nvPr/>
          </p:nvSpPr>
          <p:spPr>
            <a:xfrm>
              <a:off x="26740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6" name="Google Shape;1286;p81"/>
            <p:cNvSpPr/>
            <p:nvPr/>
          </p:nvSpPr>
          <p:spPr>
            <a:xfrm>
              <a:off x="34082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7" name="Google Shape;1287;p81"/>
            <p:cNvSpPr/>
            <p:nvPr/>
          </p:nvSpPr>
          <p:spPr>
            <a:xfrm>
              <a:off x="41791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8" name="Google Shape;1288;p81"/>
            <p:cNvSpPr/>
            <p:nvPr/>
          </p:nvSpPr>
          <p:spPr>
            <a:xfrm>
              <a:off x="49154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9" name="Google Shape;1289;p81"/>
            <p:cNvSpPr/>
            <p:nvPr/>
          </p:nvSpPr>
          <p:spPr>
            <a:xfrm>
              <a:off x="5695223"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0" name="Google Shape;1290;p81"/>
            <p:cNvSpPr/>
            <p:nvPr/>
          </p:nvSpPr>
          <p:spPr>
            <a:xfrm>
              <a:off x="6417153" y="3900925"/>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81"/>
            <p:cNvSpPr/>
            <p:nvPr/>
          </p:nvSpPr>
          <p:spPr>
            <a:xfrm>
              <a:off x="7220043" y="3900925"/>
              <a:ext cx="552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92" name="Google Shape;1292;p81"/>
          <p:cNvGrpSpPr/>
          <p:nvPr/>
        </p:nvGrpSpPr>
        <p:grpSpPr>
          <a:xfrm>
            <a:off x="1358100" y="4207863"/>
            <a:ext cx="6681393" cy="358513"/>
            <a:chOff x="1090650" y="3900925"/>
            <a:chExt cx="6681393" cy="358513"/>
          </a:xfrm>
        </p:grpSpPr>
        <p:sp>
          <p:nvSpPr>
            <p:cNvPr id="1293" name="Google Shape;1293;p81"/>
            <p:cNvSpPr/>
            <p:nvPr/>
          </p:nvSpPr>
          <p:spPr>
            <a:xfrm>
              <a:off x="10906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4" name="Google Shape;1294;p81"/>
            <p:cNvSpPr/>
            <p:nvPr/>
          </p:nvSpPr>
          <p:spPr>
            <a:xfrm>
              <a:off x="18615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5" name="Google Shape;1295;p81"/>
            <p:cNvSpPr/>
            <p:nvPr/>
          </p:nvSpPr>
          <p:spPr>
            <a:xfrm>
              <a:off x="26740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6" name="Google Shape;1296;p81"/>
            <p:cNvSpPr/>
            <p:nvPr/>
          </p:nvSpPr>
          <p:spPr>
            <a:xfrm>
              <a:off x="34082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7" name="Google Shape;1297;p81"/>
            <p:cNvSpPr/>
            <p:nvPr/>
          </p:nvSpPr>
          <p:spPr>
            <a:xfrm>
              <a:off x="41791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8" name="Google Shape;1298;p81"/>
            <p:cNvSpPr/>
            <p:nvPr/>
          </p:nvSpPr>
          <p:spPr>
            <a:xfrm>
              <a:off x="4915475" y="3900938"/>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9" name="Google Shape;1299;p81"/>
            <p:cNvSpPr/>
            <p:nvPr/>
          </p:nvSpPr>
          <p:spPr>
            <a:xfrm>
              <a:off x="5695223"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81"/>
            <p:cNvSpPr/>
            <p:nvPr/>
          </p:nvSpPr>
          <p:spPr>
            <a:xfrm>
              <a:off x="6417153" y="3900925"/>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1" name="Google Shape;1301;p81"/>
            <p:cNvSpPr/>
            <p:nvPr/>
          </p:nvSpPr>
          <p:spPr>
            <a:xfrm>
              <a:off x="7220043" y="3900925"/>
              <a:ext cx="552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302" name="Google Shape;1302;p81"/>
          <p:cNvGrpSpPr/>
          <p:nvPr/>
        </p:nvGrpSpPr>
        <p:grpSpPr>
          <a:xfrm>
            <a:off x="1193500" y="3092488"/>
            <a:ext cx="2196950" cy="358500"/>
            <a:chOff x="970650" y="2494650"/>
            <a:chExt cx="2196950" cy="358500"/>
          </a:xfrm>
        </p:grpSpPr>
        <p:sp>
          <p:nvSpPr>
            <p:cNvPr id="1303" name="Google Shape;1303;p81"/>
            <p:cNvSpPr/>
            <p:nvPr/>
          </p:nvSpPr>
          <p:spPr>
            <a:xfrm>
              <a:off x="16045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4" name="Google Shape;1304;p81"/>
            <p:cNvSpPr/>
            <p:nvPr/>
          </p:nvSpPr>
          <p:spPr>
            <a:xfrm>
              <a:off x="9706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5" name="Google Shape;1305;p81"/>
            <p:cNvSpPr/>
            <p:nvPr/>
          </p:nvSpPr>
          <p:spPr>
            <a:xfrm>
              <a:off x="21997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6" name="Google Shape;1306;p81"/>
            <p:cNvSpPr/>
            <p:nvPr/>
          </p:nvSpPr>
          <p:spPr>
            <a:xfrm>
              <a:off x="28370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307" name="Google Shape;1307;p81"/>
          <p:cNvCxnSpPr>
            <a:endCxn id="1269" idx="1"/>
          </p:cNvCxnSpPr>
          <p:nvPr/>
        </p:nvCxnSpPr>
        <p:spPr>
          <a:xfrm>
            <a:off x="3823803" y="1840775"/>
            <a:ext cx="4663200" cy="345900"/>
          </a:xfrm>
          <a:prstGeom prst="straightConnector1">
            <a:avLst/>
          </a:prstGeom>
          <a:noFill/>
          <a:ln cap="flat" cmpd="sng" w="19050">
            <a:solidFill>
              <a:schemeClr val="dk1"/>
            </a:solidFill>
            <a:prstDash val="solid"/>
            <a:round/>
            <a:headEnd len="med" w="med" type="none"/>
            <a:tailEnd len="med" w="med" type="triangle"/>
          </a:ln>
        </p:spPr>
      </p:cxnSp>
      <p:cxnSp>
        <p:nvCxnSpPr>
          <p:cNvPr id="1308" name="Google Shape;1308;p81"/>
          <p:cNvCxnSpPr/>
          <p:nvPr/>
        </p:nvCxnSpPr>
        <p:spPr>
          <a:xfrm>
            <a:off x="3187103" y="1844938"/>
            <a:ext cx="3711300" cy="350400"/>
          </a:xfrm>
          <a:prstGeom prst="straightConnector1">
            <a:avLst/>
          </a:prstGeom>
          <a:noFill/>
          <a:ln cap="flat" cmpd="sng" w="19050">
            <a:solidFill>
              <a:schemeClr val="dk1"/>
            </a:solidFill>
            <a:prstDash val="solid"/>
            <a:round/>
            <a:headEnd len="med" w="med" type="none"/>
            <a:tailEnd len="med" w="med" type="triangle"/>
          </a:ln>
        </p:spPr>
      </p:cxnSp>
      <p:cxnSp>
        <p:nvCxnSpPr>
          <p:cNvPr id="1309" name="Google Shape;1309;p81"/>
          <p:cNvCxnSpPr/>
          <p:nvPr/>
        </p:nvCxnSpPr>
        <p:spPr>
          <a:xfrm>
            <a:off x="2559353" y="1840713"/>
            <a:ext cx="2787900" cy="354600"/>
          </a:xfrm>
          <a:prstGeom prst="straightConnector1">
            <a:avLst/>
          </a:prstGeom>
          <a:noFill/>
          <a:ln cap="flat" cmpd="sng" w="19050">
            <a:solidFill>
              <a:schemeClr val="dk1"/>
            </a:solidFill>
            <a:prstDash val="solid"/>
            <a:round/>
            <a:headEnd len="med" w="med" type="none"/>
            <a:tailEnd len="med" w="med" type="triangle"/>
          </a:ln>
        </p:spPr>
      </p:cxnSp>
      <p:cxnSp>
        <p:nvCxnSpPr>
          <p:cNvPr id="1310" name="Google Shape;1310;p81"/>
          <p:cNvCxnSpPr/>
          <p:nvPr/>
        </p:nvCxnSpPr>
        <p:spPr>
          <a:xfrm>
            <a:off x="1974003" y="1847388"/>
            <a:ext cx="1840200" cy="329700"/>
          </a:xfrm>
          <a:prstGeom prst="straightConnector1">
            <a:avLst/>
          </a:prstGeom>
          <a:noFill/>
          <a:ln cap="flat" cmpd="sng" w="19050">
            <a:solidFill>
              <a:schemeClr val="dk1"/>
            </a:solidFill>
            <a:prstDash val="solid"/>
            <a:round/>
            <a:headEnd len="med" w="med" type="none"/>
            <a:tailEnd len="med" w="med" type="triangle"/>
          </a:ln>
        </p:spPr>
      </p:cxnSp>
      <p:cxnSp>
        <p:nvCxnSpPr>
          <p:cNvPr id="1311" name="Google Shape;1311;p81"/>
          <p:cNvCxnSpPr/>
          <p:nvPr/>
        </p:nvCxnSpPr>
        <p:spPr>
          <a:xfrm>
            <a:off x="1371878" y="1855338"/>
            <a:ext cx="918300" cy="339900"/>
          </a:xfrm>
          <a:prstGeom prst="straightConnector1">
            <a:avLst/>
          </a:prstGeom>
          <a:noFill/>
          <a:ln cap="flat" cmpd="sng" w="19050">
            <a:solidFill>
              <a:schemeClr val="dk1"/>
            </a:solidFill>
            <a:prstDash val="solid"/>
            <a:round/>
            <a:headEnd len="med" w="med" type="none"/>
            <a:tailEnd len="med" w="med" type="triangle"/>
          </a:ln>
        </p:spPr>
      </p:cxnSp>
      <p:sp>
        <p:nvSpPr>
          <p:cNvPr id="1312" name="Google Shape;1312;p81"/>
          <p:cNvSpPr txBox="1"/>
          <p:nvPr/>
        </p:nvSpPr>
        <p:spPr>
          <a:xfrm>
            <a:off x="228600" y="12058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313" name="Google Shape;1313;p81"/>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319" name="Google Shape;1319;p82"/>
          <p:cNvGraphicFramePr/>
          <p:nvPr/>
        </p:nvGraphicFramePr>
        <p:xfrm>
          <a:off x="759804" y="2041013"/>
          <a:ext cx="3000000" cy="3000000"/>
        </p:xfrm>
        <a:graphic>
          <a:graphicData uri="http://schemas.openxmlformats.org/drawingml/2006/table">
            <a:tbl>
              <a:tblPr>
                <a:noFill/>
                <a:tableStyleId>{59C14B37-5063-47A9-82DC-C1F6685F5BAC}</a:tableStyleId>
              </a:tblPr>
              <a:tblGrid>
                <a:gridCol w="1545450"/>
                <a:gridCol w="1545450"/>
                <a:gridCol w="1545450"/>
                <a:gridCol w="1545450"/>
                <a:gridCol w="15454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320" name="Google Shape;1320;p82"/>
          <p:cNvSpPr txBox="1"/>
          <p:nvPr/>
        </p:nvSpPr>
        <p:spPr>
          <a:xfrm>
            <a:off x="2081694" y="24191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endParaRPr sz="1800">
              <a:solidFill>
                <a:schemeClr val="dk1"/>
              </a:solidFill>
              <a:latin typeface="Lexend"/>
              <a:ea typeface="Lexend"/>
              <a:cs typeface="Lexend"/>
              <a:sym typeface="Lexend"/>
            </a:endParaRPr>
          </a:p>
        </p:txBody>
      </p:sp>
      <p:sp>
        <p:nvSpPr>
          <p:cNvPr id="1321" name="Google Shape;1321;p82"/>
          <p:cNvSpPr txBox="1"/>
          <p:nvPr/>
        </p:nvSpPr>
        <p:spPr>
          <a:xfrm>
            <a:off x="3588193" y="24105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322" name="Google Shape;1322;p82"/>
          <p:cNvSpPr txBox="1"/>
          <p:nvPr/>
        </p:nvSpPr>
        <p:spPr>
          <a:xfrm>
            <a:off x="548500" y="24508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323" name="Google Shape;1323;p82"/>
          <p:cNvGraphicFramePr/>
          <p:nvPr/>
        </p:nvGraphicFramePr>
        <p:xfrm>
          <a:off x="756732" y="1705738"/>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324" name="Google Shape;1324;p82"/>
          <p:cNvSpPr txBox="1"/>
          <p:nvPr/>
        </p:nvSpPr>
        <p:spPr>
          <a:xfrm>
            <a:off x="1436652" y="13692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325" name="Google Shape;1325;p82"/>
          <p:cNvSpPr txBox="1"/>
          <p:nvPr/>
        </p:nvSpPr>
        <p:spPr>
          <a:xfrm>
            <a:off x="3126307" y="13782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326" name="Google Shape;1326;p82"/>
          <p:cNvSpPr txBox="1"/>
          <p:nvPr/>
        </p:nvSpPr>
        <p:spPr>
          <a:xfrm>
            <a:off x="4009950" y="13607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327" name="Google Shape;1327;p82"/>
          <p:cNvSpPr txBox="1"/>
          <p:nvPr/>
        </p:nvSpPr>
        <p:spPr>
          <a:xfrm>
            <a:off x="4695750" y="13607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328" name="Google Shape;1328;p82"/>
          <p:cNvSpPr txBox="1"/>
          <p:nvPr/>
        </p:nvSpPr>
        <p:spPr>
          <a:xfrm>
            <a:off x="589257" y="13338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329" name="Google Shape;1329;p82"/>
          <p:cNvSpPr txBox="1"/>
          <p:nvPr/>
        </p:nvSpPr>
        <p:spPr>
          <a:xfrm>
            <a:off x="5196472" y="159253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30" name="Google Shape;1330;p82"/>
          <p:cNvSpPr txBox="1"/>
          <p:nvPr/>
        </p:nvSpPr>
        <p:spPr>
          <a:xfrm>
            <a:off x="2274852" y="13782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331" name="Google Shape;1331;p82"/>
          <p:cNvGraphicFramePr/>
          <p:nvPr/>
        </p:nvGraphicFramePr>
        <p:xfrm>
          <a:off x="773579" y="3773625"/>
          <a:ext cx="3000000" cy="3000000"/>
        </p:xfrm>
        <a:graphic>
          <a:graphicData uri="http://schemas.openxmlformats.org/drawingml/2006/table">
            <a:tbl>
              <a:tblPr>
                <a:noFill/>
                <a:tableStyleId>{59C14B37-5063-47A9-82DC-C1F6685F5BAC}</a:tableStyleId>
              </a:tblPr>
              <a:tblGrid>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332" name="Google Shape;1332;p82"/>
          <p:cNvSpPr txBox="1"/>
          <p:nvPr/>
        </p:nvSpPr>
        <p:spPr>
          <a:xfrm>
            <a:off x="1333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p:txBody>
      </p:sp>
      <p:sp>
        <p:nvSpPr>
          <p:cNvPr id="1333" name="Google Shape;1333;p82"/>
          <p:cNvSpPr txBox="1"/>
          <p:nvPr/>
        </p:nvSpPr>
        <p:spPr>
          <a:xfrm>
            <a:off x="2095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28</a:t>
            </a:r>
            <a:endParaRPr sz="1800">
              <a:solidFill>
                <a:schemeClr val="dk1"/>
              </a:solidFill>
              <a:latin typeface="Lexend"/>
              <a:ea typeface="Lexend"/>
              <a:cs typeface="Lexend"/>
              <a:sym typeface="Lexend"/>
            </a:endParaRPr>
          </a:p>
        </p:txBody>
      </p:sp>
      <p:sp>
        <p:nvSpPr>
          <p:cNvPr id="1334" name="Google Shape;1334;p82"/>
          <p:cNvSpPr txBox="1"/>
          <p:nvPr/>
        </p:nvSpPr>
        <p:spPr>
          <a:xfrm>
            <a:off x="2870724" y="4160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335" name="Google Shape;1335;p82"/>
          <p:cNvSpPr txBox="1"/>
          <p:nvPr/>
        </p:nvSpPr>
        <p:spPr>
          <a:xfrm>
            <a:off x="3601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336" name="Google Shape;1336;p82"/>
          <p:cNvSpPr txBox="1"/>
          <p:nvPr/>
        </p:nvSpPr>
        <p:spPr>
          <a:xfrm>
            <a:off x="4363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337" name="Google Shape;1337;p82"/>
          <p:cNvSpPr txBox="1"/>
          <p:nvPr/>
        </p:nvSpPr>
        <p:spPr>
          <a:xfrm>
            <a:off x="5622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338" name="Google Shape;1338;p82"/>
          <p:cNvGraphicFramePr/>
          <p:nvPr/>
        </p:nvGraphicFramePr>
        <p:xfrm>
          <a:off x="770507" y="3438350"/>
          <a:ext cx="3000000" cy="3000000"/>
        </p:xfrm>
        <a:graphic>
          <a:graphicData uri="http://schemas.openxmlformats.org/drawingml/2006/table">
            <a:tbl>
              <a:tblPr>
                <a:noFill/>
                <a:tableStyleId>{59C14B37-5063-47A9-82DC-C1F6685F5BAC}</a:tableStyleId>
              </a:tblPr>
              <a:tblGrid>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339" name="Google Shape;1339;p82"/>
          <p:cNvSpPr txBox="1"/>
          <p:nvPr/>
        </p:nvSpPr>
        <p:spPr>
          <a:xfrm>
            <a:off x="3275110" y="33345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40" name="Google Shape;1340;p82"/>
          <p:cNvSpPr txBox="1"/>
          <p:nvPr/>
        </p:nvSpPr>
        <p:spPr>
          <a:xfrm>
            <a:off x="5170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341" name="Google Shape;1341;p82"/>
          <p:cNvSpPr txBox="1"/>
          <p:nvPr/>
        </p:nvSpPr>
        <p:spPr>
          <a:xfrm>
            <a:off x="5932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a:t>
            </a: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342" name="Google Shape;1342;p82"/>
          <p:cNvSpPr txBox="1"/>
          <p:nvPr/>
        </p:nvSpPr>
        <p:spPr>
          <a:xfrm>
            <a:off x="6707353" y="4157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112</a:t>
            </a:r>
            <a:endParaRPr sz="1800">
              <a:solidFill>
                <a:schemeClr val="dk1"/>
              </a:solidFill>
              <a:latin typeface="Lexend"/>
              <a:ea typeface="Lexend"/>
              <a:cs typeface="Lexend"/>
              <a:sym typeface="Lexend"/>
            </a:endParaRPr>
          </a:p>
        </p:txBody>
      </p:sp>
      <p:sp>
        <p:nvSpPr>
          <p:cNvPr id="1343" name="Google Shape;1343;p82"/>
          <p:cNvSpPr txBox="1"/>
          <p:nvPr/>
        </p:nvSpPr>
        <p:spPr>
          <a:xfrm>
            <a:off x="7438597" y="4140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344" name="Google Shape;1344;p82"/>
          <p:cNvSpPr txBox="1"/>
          <p:nvPr/>
        </p:nvSpPr>
        <p:spPr>
          <a:xfrm>
            <a:off x="8200597" y="4140431"/>
            <a:ext cx="697200" cy="2946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345" name="Google Shape;1345;p82"/>
          <p:cNvSpPr txBox="1"/>
          <p:nvPr/>
        </p:nvSpPr>
        <p:spPr>
          <a:xfrm>
            <a:off x="1131852" y="3087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25</a:t>
            </a:r>
            <a:endParaRPr sz="1800">
              <a:solidFill>
                <a:schemeClr val="dk1"/>
              </a:solidFill>
              <a:latin typeface="Lexend"/>
              <a:ea typeface="Lexend"/>
              <a:cs typeface="Lexend"/>
              <a:sym typeface="Lexend"/>
            </a:endParaRPr>
          </a:p>
        </p:txBody>
      </p:sp>
      <p:sp>
        <p:nvSpPr>
          <p:cNvPr id="1346" name="Google Shape;1346;p82"/>
          <p:cNvSpPr txBox="1"/>
          <p:nvPr/>
        </p:nvSpPr>
        <p:spPr>
          <a:xfrm>
            <a:off x="2364307" y="309635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a:t>
            </a:r>
            <a:endParaRPr sz="1800">
              <a:solidFill>
                <a:schemeClr val="dk1"/>
              </a:solidFill>
              <a:latin typeface="Lexend"/>
              <a:ea typeface="Lexend"/>
              <a:cs typeface="Lexend"/>
              <a:sym typeface="Lexend"/>
            </a:endParaRPr>
          </a:p>
        </p:txBody>
      </p:sp>
      <p:sp>
        <p:nvSpPr>
          <p:cNvPr id="1347" name="Google Shape;1347;p82"/>
          <p:cNvSpPr txBox="1"/>
          <p:nvPr/>
        </p:nvSpPr>
        <p:spPr>
          <a:xfrm>
            <a:off x="30193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348" name="Google Shape;1348;p82"/>
          <p:cNvSpPr txBox="1"/>
          <p:nvPr/>
        </p:nvSpPr>
        <p:spPr>
          <a:xfrm>
            <a:off x="5892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349" name="Google Shape;1349;p82"/>
          <p:cNvSpPr txBox="1"/>
          <p:nvPr/>
        </p:nvSpPr>
        <p:spPr>
          <a:xfrm>
            <a:off x="1741452" y="3096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350" name="Google Shape;1350;p82"/>
          <p:cNvSpPr txBox="1"/>
          <p:nvPr/>
        </p:nvSpPr>
        <p:spPr>
          <a:xfrm>
            <a:off x="8487053" y="38869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51" name="Google Shape;1351;p82"/>
          <p:cNvSpPr txBox="1"/>
          <p:nvPr/>
        </p:nvSpPr>
        <p:spPr>
          <a:xfrm>
            <a:off x="8572803" y="20886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52" name="Google Shape;1352;p82"/>
          <p:cNvSpPr txBox="1"/>
          <p:nvPr/>
        </p:nvSpPr>
        <p:spPr>
          <a:xfrm>
            <a:off x="5093898" y="24145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72</a:t>
            </a:r>
            <a:endParaRPr sz="1800">
              <a:solidFill>
                <a:schemeClr val="dk1"/>
              </a:solidFill>
              <a:latin typeface="Lexend"/>
              <a:ea typeface="Lexend"/>
              <a:cs typeface="Lexend"/>
              <a:sym typeface="Lexend"/>
            </a:endParaRPr>
          </a:p>
        </p:txBody>
      </p:sp>
      <p:sp>
        <p:nvSpPr>
          <p:cNvPr id="1353" name="Google Shape;1353;p82"/>
          <p:cNvSpPr txBox="1"/>
          <p:nvPr/>
        </p:nvSpPr>
        <p:spPr>
          <a:xfrm>
            <a:off x="6631153" y="242352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96</a:t>
            </a:r>
            <a:endParaRPr sz="1800">
              <a:solidFill>
                <a:schemeClr val="dk1"/>
              </a:solidFill>
              <a:latin typeface="Lexend"/>
              <a:ea typeface="Lexend"/>
              <a:cs typeface="Lexend"/>
              <a:sym typeface="Lexend"/>
            </a:endParaRPr>
          </a:p>
        </p:txBody>
      </p:sp>
      <p:sp>
        <p:nvSpPr>
          <p:cNvPr id="1354" name="Google Shape;1354;p82"/>
          <p:cNvSpPr txBox="1"/>
          <p:nvPr/>
        </p:nvSpPr>
        <p:spPr>
          <a:xfrm>
            <a:off x="8124397" y="24059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355" name="Google Shape;1355;p82"/>
          <p:cNvSpPr txBox="1"/>
          <p:nvPr/>
        </p:nvSpPr>
        <p:spPr>
          <a:xfrm>
            <a:off x="5745050" y="12552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120 = 72 </a:t>
            </a:r>
            <a:endParaRPr sz="2200">
              <a:solidFill>
                <a:schemeClr val="dk1"/>
              </a:solidFill>
              <a:latin typeface="Lexend"/>
              <a:ea typeface="Lexend"/>
              <a:cs typeface="Lexend"/>
              <a:sym typeface="Lexend"/>
            </a:endParaRPr>
          </a:p>
        </p:txBody>
      </p:sp>
      <p:sp>
        <p:nvSpPr>
          <p:cNvPr id="1356" name="Google Shape;1356;p82"/>
          <p:cNvSpPr txBox="1"/>
          <p:nvPr/>
        </p:nvSpPr>
        <p:spPr>
          <a:xfrm>
            <a:off x="5369575" y="3239988"/>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75% of 140 = 105 </a:t>
            </a:r>
            <a:endParaRPr sz="2200">
              <a:solidFill>
                <a:schemeClr val="dk1"/>
              </a:solidFill>
              <a:latin typeface="Lexend"/>
              <a:ea typeface="Lexend"/>
              <a:cs typeface="Lexend"/>
              <a:sym typeface="Lexend"/>
            </a:endParaRPr>
          </a:p>
        </p:txBody>
      </p:sp>
      <p:grpSp>
        <p:nvGrpSpPr>
          <p:cNvPr id="1357" name="Google Shape;1357;p82"/>
          <p:cNvGrpSpPr/>
          <p:nvPr/>
        </p:nvGrpSpPr>
        <p:grpSpPr>
          <a:xfrm>
            <a:off x="1436650" y="1346600"/>
            <a:ext cx="3047825" cy="358500"/>
            <a:chOff x="970650" y="2494650"/>
            <a:chExt cx="3047825" cy="358500"/>
          </a:xfrm>
        </p:grpSpPr>
        <p:sp>
          <p:nvSpPr>
            <p:cNvPr id="1358" name="Google Shape;1358;p82"/>
            <p:cNvSpPr/>
            <p:nvPr/>
          </p:nvSpPr>
          <p:spPr>
            <a:xfrm>
              <a:off x="18104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9" name="Google Shape;1359;p82"/>
            <p:cNvSpPr/>
            <p:nvPr/>
          </p:nvSpPr>
          <p:spPr>
            <a:xfrm>
              <a:off x="9706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0" name="Google Shape;1360;p82"/>
            <p:cNvSpPr/>
            <p:nvPr/>
          </p:nvSpPr>
          <p:spPr>
            <a:xfrm>
              <a:off x="26502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1" name="Google Shape;1361;p82"/>
            <p:cNvSpPr/>
            <p:nvPr/>
          </p:nvSpPr>
          <p:spPr>
            <a:xfrm>
              <a:off x="3568775" y="2494650"/>
              <a:ext cx="4497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62" name="Google Shape;1362;p82"/>
          <p:cNvSpPr/>
          <p:nvPr/>
        </p:nvSpPr>
        <p:spPr>
          <a:xfrm>
            <a:off x="2133850" y="24875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82"/>
          <p:cNvSpPr/>
          <p:nvPr/>
        </p:nvSpPr>
        <p:spPr>
          <a:xfrm>
            <a:off x="3613875" y="24875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4" name="Google Shape;1364;p82"/>
          <p:cNvSpPr/>
          <p:nvPr/>
        </p:nvSpPr>
        <p:spPr>
          <a:xfrm>
            <a:off x="5122513" y="24875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5" name="Google Shape;1365;p82"/>
          <p:cNvSpPr/>
          <p:nvPr/>
        </p:nvSpPr>
        <p:spPr>
          <a:xfrm>
            <a:off x="6623463" y="24875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6" name="Google Shape;1366;p82"/>
          <p:cNvSpPr/>
          <p:nvPr/>
        </p:nvSpPr>
        <p:spPr>
          <a:xfrm>
            <a:off x="1131850"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7" name="Google Shape;1367;p82"/>
          <p:cNvSpPr/>
          <p:nvPr/>
        </p:nvSpPr>
        <p:spPr>
          <a:xfrm>
            <a:off x="1748075"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8" name="Google Shape;1368;p82"/>
          <p:cNvSpPr/>
          <p:nvPr/>
        </p:nvSpPr>
        <p:spPr>
          <a:xfrm>
            <a:off x="2383713"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9" name="Google Shape;1369;p82"/>
          <p:cNvSpPr/>
          <p:nvPr/>
        </p:nvSpPr>
        <p:spPr>
          <a:xfrm>
            <a:off x="12806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0" name="Google Shape;1370;p82"/>
          <p:cNvSpPr/>
          <p:nvPr/>
        </p:nvSpPr>
        <p:spPr>
          <a:xfrm>
            <a:off x="2075688"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1" name="Google Shape;1371;p82"/>
          <p:cNvSpPr/>
          <p:nvPr/>
        </p:nvSpPr>
        <p:spPr>
          <a:xfrm>
            <a:off x="2857475"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2" name="Google Shape;1372;p82"/>
          <p:cNvSpPr/>
          <p:nvPr/>
        </p:nvSpPr>
        <p:spPr>
          <a:xfrm>
            <a:off x="36747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3" name="Google Shape;1373;p82"/>
          <p:cNvSpPr/>
          <p:nvPr/>
        </p:nvSpPr>
        <p:spPr>
          <a:xfrm>
            <a:off x="4394788"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4" name="Google Shape;1374;p82"/>
          <p:cNvSpPr/>
          <p:nvPr/>
        </p:nvSpPr>
        <p:spPr>
          <a:xfrm>
            <a:off x="51634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5" name="Google Shape;1375;p82"/>
          <p:cNvSpPr/>
          <p:nvPr/>
        </p:nvSpPr>
        <p:spPr>
          <a:xfrm>
            <a:off x="593540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6" name="Google Shape;1376;p82"/>
          <p:cNvSpPr/>
          <p:nvPr/>
        </p:nvSpPr>
        <p:spPr>
          <a:xfrm>
            <a:off x="6779950" y="4108475"/>
            <a:ext cx="4812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7" name="Google Shape;1377;p82"/>
          <p:cNvSpPr/>
          <p:nvPr/>
        </p:nvSpPr>
        <p:spPr>
          <a:xfrm>
            <a:off x="7490275" y="4108475"/>
            <a:ext cx="4812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8" name="Google Shape;1378;p82"/>
          <p:cNvSpPr/>
          <p:nvPr/>
        </p:nvSpPr>
        <p:spPr>
          <a:xfrm>
            <a:off x="8415763" y="13401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9" name="Google Shape;1379;p82"/>
          <p:cNvSpPr txBox="1"/>
          <p:nvPr>
            <p:ph idx="1" type="body"/>
          </p:nvPr>
        </p:nvSpPr>
        <p:spPr>
          <a:xfrm>
            <a:off x="324000" y="683100"/>
            <a:ext cx="8064000" cy="61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t>
            </a:r>
            <a:r>
              <a:rPr lang="en-GB" sz="1800"/>
              <a:t>F</a:t>
            </a:r>
            <a:r>
              <a:rPr lang="en-GB" sz="1800"/>
              <a:t>ill in the missing information</a:t>
            </a:r>
            <a:r>
              <a:rPr lang="en-GB" sz="1800">
                <a:solidFill>
                  <a:schemeClr val="accent4"/>
                </a:solidFill>
              </a:rPr>
              <a:t> (including arrows) </a:t>
            </a:r>
            <a:r>
              <a:rPr lang="en-GB" sz="1800"/>
              <a:t>using the scaling diagrams.</a:t>
            </a:r>
            <a:endParaRPr sz="1800"/>
          </a:p>
        </p:txBody>
      </p:sp>
      <p:cxnSp>
        <p:nvCxnSpPr>
          <p:cNvPr id="1380" name="Google Shape;1380;p82"/>
          <p:cNvCxnSpPr/>
          <p:nvPr/>
        </p:nvCxnSpPr>
        <p:spPr>
          <a:xfrm>
            <a:off x="1630903" y="1926350"/>
            <a:ext cx="680400" cy="345000"/>
          </a:xfrm>
          <a:prstGeom prst="straightConnector1">
            <a:avLst/>
          </a:prstGeom>
          <a:noFill/>
          <a:ln cap="flat" cmpd="sng" w="19050">
            <a:solidFill>
              <a:schemeClr val="dk1"/>
            </a:solidFill>
            <a:prstDash val="solid"/>
            <a:round/>
            <a:headEnd len="med" w="med" type="none"/>
            <a:tailEnd len="med" w="med" type="triangle"/>
          </a:ln>
        </p:spPr>
      </p:cxnSp>
      <p:cxnSp>
        <p:nvCxnSpPr>
          <p:cNvPr id="1381" name="Google Shape;1381;p82"/>
          <p:cNvCxnSpPr/>
          <p:nvPr/>
        </p:nvCxnSpPr>
        <p:spPr>
          <a:xfrm>
            <a:off x="2438653" y="1923813"/>
            <a:ext cx="1414800" cy="347700"/>
          </a:xfrm>
          <a:prstGeom prst="straightConnector1">
            <a:avLst/>
          </a:prstGeom>
          <a:noFill/>
          <a:ln cap="flat" cmpd="sng" w="19050">
            <a:solidFill>
              <a:schemeClr val="dk1"/>
            </a:solidFill>
            <a:prstDash val="solid"/>
            <a:round/>
            <a:headEnd len="med" w="med" type="none"/>
            <a:tailEnd len="med" w="med" type="triangle"/>
          </a:ln>
        </p:spPr>
      </p:cxnSp>
      <p:cxnSp>
        <p:nvCxnSpPr>
          <p:cNvPr id="1382" name="Google Shape;1382;p82"/>
          <p:cNvCxnSpPr/>
          <p:nvPr/>
        </p:nvCxnSpPr>
        <p:spPr>
          <a:xfrm>
            <a:off x="3300175" y="1908625"/>
            <a:ext cx="2104500" cy="372000"/>
          </a:xfrm>
          <a:prstGeom prst="straightConnector1">
            <a:avLst/>
          </a:prstGeom>
          <a:noFill/>
          <a:ln cap="flat" cmpd="sng" w="19050">
            <a:solidFill>
              <a:schemeClr val="dk1"/>
            </a:solidFill>
            <a:prstDash val="solid"/>
            <a:round/>
            <a:headEnd len="med" w="med" type="none"/>
            <a:tailEnd len="med" w="med" type="triangle"/>
          </a:ln>
        </p:spPr>
      </p:cxnSp>
      <p:cxnSp>
        <p:nvCxnSpPr>
          <p:cNvPr id="1383" name="Google Shape;1383;p82"/>
          <p:cNvCxnSpPr/>
          <p:nvPr/>
        </p:nvCxnSpPr>
        <p:spPr>
          <a:xfrm>
            <a:off x="4189328" y="1911650"/>
            <a:ext cx="2766600" cy="341700"/>
          </a:xfrm>
          <a:prstGeom prst="straightConnector1">
            <a:avLst/>
          </a:prstGeom>
          <a:noFill/>
          <a:ln cap="flat" cmpd="sng" w="19050">
            <a:solidFill>
              <a:schemeClr val="dk1"/>
            </a:solidFill>
            <a:prstDash val="solid"/>
            <a:round/>
            <a:headEnd len="med" w="med" type="none"/>
            <a:tailEnd len="med" w="med" type="triangle"/>
          </a:ln>
        </p:spPr>
      </p:cxnSp>
      <p:cxnSp>
        <p:nvCxnSpPr>
          <p:cNvPr id="1384" name="Google Shape;1384;p82"/>
          <p:cNvCxnSpPr/>
          <p:nvPr/>
        </p:nvCxnSpPr>
        <p:spPr>
          <a:xfrm>
            <a:off x="5033103" y="1919188"/>
            <a:ext cx="3459300" cy="333300"/>
          </a:xfrm>
          <a:prstGeom prst="straightConnector1">
            <a:avLst/>
          </a:prstGeom>
          <a:noFill/>
          <a:ln cap="flat" cmpd="sng" w="19050">
            <a:solidFill>
              <a:schemeClr val="dk1"/>
            </a:solidFill>
            <a:prstDash val="solid"/>
            <a:round/>
            <a:headEnd len="med" w="med" type="none"/>
            <a:tailEnd len="med" w="med" type="triangle"/>
          </a:ln>
        </p:spPr>
      </p:cxnSp>
      <p:sp>
        <p:nvSpPr>
          <p:cNvPr id="1385" name="Google Shape;1385;p82"/>
          <p:cNvSpPr txBox="1"/>
          <p:nvPr/>
        </p:nvSpPr>
        <p:spPr>
          <a:xfrm>
            <a:off x="228600" y="12820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386" name="Google Shape;1386;p82"/>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1387" name="Google Shape;1387;p82"/>
          <p:cNvSpPr/>
          <p:nvPr/>
        </p:nvSpPr>
        <p:spPr>
          <a:xfrm>
            <a:off x="8034778" y="3321350"/>
            <a:ext cx="4812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393" name="Google Shape;1393;p83"/>
          <p:cNvGraphicFramePr/>
          <p:nvPr/>
        </p:nvGraphicFramePr>
        <p:xfrm>
          <a:off x="759804" y="2041013"/>
          <a:ext cx="3000000" cy="3000000"/>
        </p:xfrm>
        <a:graphic>
          <a:graphicData uri="http://schemas.openxmlformats.org/drawingml/2006/table">
            <a:tbl>
              <a:tblPr>
                <a:noFill/>
                <a:tableStyleId>{59C14B37-5063-47A9-82DC-C1F6685F5BAC}</a:tableStyleId>
              </a:tblPr>
              <a:tblGrid>
                <a:gridCol w="618175"/>
                <a:gridCol w="618175"/>
                <a:gridCol w="618175"/>
                <a:gridCol w="618175"/>
                <a:gridCol w="6181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394" name="Google Shape;1394;p83"/>
          <p:cNvSpPr txBox="1"/>
          <p:nvPr/>
        </p:nvSpPr>
        <p:spPr>
          <a:xfrm>
            <a:off x="3588193" y="24105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395" name="Google Shape;1395;p83"/>
          <p:cNvSpPr txBox="1"/>
          <p:nvPr/>
        </p:nvSpPr>
        <p:spPr>
          <a:xfrm>
            <a:off x="548500" y="24508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396" name="Google Shape;1396;p83"/>
          <p:cNvGraphicFramePr/>
          <p:nvPr/>
        </p:nvGraphicFramePr>
        <p:xfrm>
          <a:off x="756732" y="1705738"/>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397" name="Google Shape;1397;p83"/>
          <p:cNvSpPr txBox="1"/>
          <p:nvPr/>
        </p:nvSpPr>
        <p:spPr>
          <a:xfrm>
            <a:off x="1436652" y="13692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398" name="Google Shape;1398;p83"/>
          <p:cNvSpPr txBox="1"/>
          <p:nvPr/>
        </p:nvSpPr>
        <p:spPr>
          <a:xfrm>
            <a:off x="3126307" y="13782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399" name="Google Shape;1399;p83"/>
          <p:cNvSpPr txBox="1"/>
          <p:nvPr/>
        </p:nvSpPr>
        <p:spPr>
          <a:xfrm>
            <a:off x="4009950" y="13607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400" name="Google Shape;1400;p83"/>
          <p:cNvSpPr txBox="1"/>
          <p:nvPr/>
        </p:nvSpPr>
        <p:spPr>
          <a:xfrm>
            <a:off x="4695750" y="13607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401" name="Google Shape;1401;p83"/>
          <p:cNvSpPr txBox="1"/>
          <p:nvPr/>
        </p:nvSpPr>
        <p:spPr>
          <a:xfrm>
            <a:off x="589257" y="13338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402" name="Google Shape;1402;p83"/>
          <p:cNvSpPr txBox="1"/>
          <p:nvPr/>
        </p:nvSpPr>
        <p:spPr>
          <a:xfrm>
            <a:off x="5093910" y="16638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03" name="Google Shape;1403;p83"/>
          <p:cNvSpPr txBox="1"/>
          <p:nvPr/>
        </p:nvSpPr>
        <p:spPr>
          <a:xfrm>
            <a:off x="2274852" y="13782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404" name="Google Shape;1404;p83"/>
          <p:cNvGraphicFramePr/>
          <p:nvPr/>
        </p:nvGraphicFramePr>
        <p:xfrm>
          <a:off x="773579" y="3773625"/>
          <a:ext cx="3000000" cy="3000000"/>
        </p:xfrm>
        <a:graphic>
          <a:graphicData uri="http://schemas.openxmlformats.org/drawingml/2006/table">
            <a:tbl>
              <a:tblPr>
                <a:noFill/>
                <a:tableStyleId>{59C14B37-5063-47A9-82DC-C1F6685F5BAC}</a:tableStyleId>
              </a:tblPr>
              <a:tblGrid>
                <a:gridCol w="1051950"/>
                <a:gridCol w="1051950"/>
                <a:gridCol w="1051950"/>
                <a:gridCol w="1051950"/>
                <a:gridCol w="10519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405" name="Google Shape;1405;p83"/>
          <p:cNvSpPr txBox="1"/>
          <p:nvPr/>
        </p:nvSpPr>
        <p:spPr>
          <a:xfrm>
            <a:off x="1333469" y="3008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406" name="Google Shape;1406;p83"/>
          <p:cNvSpPr txBox="1"/>
          <p:nvPr/>
        </p:nvSpPr>
        <p:spPr>
          <a:xfrm>
            <a:off x="2095469" y="3008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407" name="Google Shape;1407;p83"/>
          <p:cNvSpPr txBox="1"/>
          <p:nvPr/>
        </p:nvSpPr>
        <p:spPr>
          <a:xfrm>
            <a:off x="2870724" y="3017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408" name="Google Shape;1408;p83"/>
          <p:cNvSpPr txBox="1"/>
          <p:nvPr/>
        </p:nvSpPr>
        <p:spPr>
          <a:xfrm>
            <a:off x="3601968" y="3000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409" name="Google Shape;1409;p83"/>
          <p:cNvSpPr txBox="1"/>
          <p:nvPr/>
        </p:nvSpPr>
        <p:spPr>
          <a:xfrm>
            <a:off x="4363968" y="3000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410" name="Google Shape;1410;p83"/>
          <p:cNvSpPr txBox="1"/>
          <p:nvPr/>
        </p:nvSpPr>
        <p:spPr>
          <a:xfrm>
            <a:off x="5622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411" name="Google Shape;1411;p83"/>
          <p:cNvGraphicFramePr/>
          <p:nvPr/>
        </p:nvGraphicFramePr>
        <p:xfrm>
          <a:off x="770507" y="3438350"/>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12" name="Google Shape;1412;p83"/>
          <p:cNvSpPr txBox="1"/>
          <p:nvPr/>
        </p:nvSpPr>
        <p:spPr>
          <a:xfrm>
            <a:off x="8572810" y="34383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13" name="Google Shape;1413;p83"/>
          <p:cNvSpPr txBox="1"/>
          <p:nvPr/>
        </p:nvSpPr>
        <p:spPr>
          <a:xfrm>
            <a:off x="5170098" y="3005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414" name="Google Shape;1414;p83"/>
          <p:cNvSpPr txBox="1"/>
          <p:nvPr/>
        </p:nvSpPr>
        <p:spPr>
          <a:xfrm>
            <a:off x="5932098" y="3005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415" name="Google Shape;1415;p83"/>
          <p:cNvSpPr txBox="1"/>
          <p:nvPr/>
        </p:nvSpPr>
        <p:spPr>
          <a:xfrm>
            <a:off x="6707353" y="3014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416" name="Google Shape;1416;p83"/>
          <p:cNvSpPr txBox="1"/>
          <p:nvPr/>
        </p:nvSpPr>
        <p:spPr>
          <a:xfrm>
            <a:off x="7438597" y="2997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417" name="Google Shape;1417;p83"/>
          <p:cNvSpPr txBox="1"/>
          <p:nvPr/>
        </p:nvSpPr>
        <p:spPr>
          <a:xfrm>
            <a:off x="8200597" y="2997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418" name="Google Shape;1418;p83"/>
          <p:cNvSpPr txBox="1"/>
          <p:nvPr/>
        </p:nvSpPr>
        <p:spPr>
          <a:xfrm>
            <a:off x="5892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419" name="Google Shape;1419;p83"/>
          <p:cNvSpPr txBox="1"/>
          <p:nvPr/>
        </p:nvSpPr>
        <p:spPr>
          <a:xfrm>
            <a:off x="6033328" y="38869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20" name="Google Shape;1420;p83"/>
          <p:cNvSpPr txBox="1"/>
          <p:nvPr/>
        </p:nvSpPr>
        <p:spPr>
          <a:xfrm>
            <a:off x="3899578" y="21736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21" name="Google Shape;1421;p83"/>
          <p:cNvSpPr txBox="1"/>
          <p:nvPr/>
        </p:nvSpPr>
        <p:spPr>
          <a:xfrm>
            <a:off x="5791100" y="14594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80 = </a:t>
            </a:r>
            <a:endParaRPr sz="2200">
              <a:solidFill>
                <a:schemeClr val="dk1"/>
              </a:solidFill>
              <a:latin typeface="Lexend"/>
              <a:ea typeface="Lexend"/>
              <a:cs typeface="Lexend"/>
              <a:sym typeface="Lexend"/>
            </a:endParaRPr>
          </a:p>
        </p:txBody>
      </p:sp>
      <p:sp>
        <p:nvSpPr>
          <p:cNvPr id="1422" name="Google Shape;1422;p83"/>
          <p:cNvSpPr txBox="1"/>
          <p:nvPr/>
        </p:nvSpPr>
        <p:spPr>
          <a:xfrm>
            <a:off x="5452000" y="2513025"/>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40% of 70 =  </a:t>
            </a:r>
            <a:endParaRPr sz="2200">
              <a:solidFill>
                <a:schemeClr val="dk1"/>
              </a:solidFill>
              <a:latin typeface="Lexend"/>
              <a:ea typeface="Lexend"/>
              <a:cs typeface="Lexend"/>
              <a:sym typeface="Lexend"/>
            </a:endParaRPr>
          </a:p>
        </p:txBody>
      </p:sp>
      <p:sp>
        <p:nvSpPr>
          <p:cNvPr id="1423" name="Google Shape;1423;p83"/>
          <p:cNvSpPr txBox="1"/>
          <p:nvPr/>
        </p:nvSpPr>
        <p:spPr>
          <a:xfrm>
            <a:off x="1128318" y="23781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p:txBody>
      </p:sp>
      <p:sp>
        <p:nvSpPr>
          <p:cNvPr id="1424" name="Google Shape;1424;p83"/>
          <p:cNvSpPr txBox="1"/>
          <p:nvPr/>
        </p:nvSpPr>
        <p:spPr>
          <a:xfrm>
            <a:off x="1751607" y="237476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32</a:t>
            </a:r>
            <a:endParaRPr sz="1800">
              <a:solidFill>
                <a:schemeClr val="dk1"/>
              </a:solidFill>
              <a:latin typeface="Lexend"/>
              <a:ea typeface="Lexend"/>
              <a:cs typeface="Lexend"/>
              <a:sym typeface="Lexend"/>
            </a:endParaRPr>
          </a:p>
        </p:txBody>
      </p:sp>
      <p:sp>
        <p:nvSpPr>
          <p:cNvPr id="1425" name="Google Shape;1425;p83"/>
          <p:cNvSpPr txBox="1"/>
          <p:nvPr/>
        </p:nvSpPr>
        <p:spPr>
          <a:xfrm>
            <a:off x="2347518" y="23781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426" name="Google Shape;1426;p83"/>
          <p:cNvSpPr txBox="1"/>
          <p:nvPr/>
        </p:nvSpPr>
        <p:spPr>
          <a:xfrm>
            <a:off x="2970807" y="237476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64</a:t>
            </a:r>
            <a:endParaRPr sz="1800">
              <a:solidFill>
                <a:schemeClr val="dk1"/>
              </a:solidFill>
              <a:latin typeface="Lexend"/>
              <a:ea typeface="Lexend"/>
              <a:cs typeface="Lexend"/>
              <a:sym typeface="Lexend"/>
            </a:endParaRPr>
          </a:p>
        </p:txBody>
      </p:sp>
      <p:sp>
        <p:nvSpPr>
          <p:cNvPr id="1427" name="Google Shape;1427;p83"/>
          <p:cNvSpPr txBox="1"/>
          <p:nvPr/>
        </p:nvSpPr>
        <p:spPr>
          <a:xfrm>
            <a:off x="1614877" y="41213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428" name="Google Shape;1428;p83"/>
          <p:cNvSpPr txBox="1"/>
          <p:nvPr/>
        </p:nvSpPr>
        <p:spPr>
          <a:xfrm>
            <a:off x="3761732" y="412130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429" name="Google Shape;1429;p83"/>
          <p:cNvSpPr txBox="1"/>
          <p:nvPr/>
        </p:nvSpPr>
        <p:spPr>
          <a:xfrm>
            <a:off x="4797775" y="410375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430" name="Google Shape;1430;p83"/>
          <p:cNvSpPr txBox="1"/>
          <p:nvPr/>
        </p:nvSpPr>
        <p:spPr>
          <a:xfrm>
            <a:off x="5774400" y="4103750"/>
            <a:ext cx="6351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431" name="Google Shape;1431;p83"/>
          <p:cNvSpPr txBox="1"/>
          <p:nvPr/>
        </p:nvSpPr>
        <p:spPr>
          <a:xfrm>
            <a:off x="2681677" y="412131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432" name="Google Shape;1432;p83"/>
          <p:cNvSpPr txBox="1"/>
          <p:nvPr>
            <p:ph idx="1" type="body"/>
          </p:nvPr>
        </p:nvSpPr>
        <p:spPr>
          <a:xfrm>
            <a:off x="324000" y="683100"/>
            <a:ext cx="8064000" cy="61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t>
            </a:r>
            <a:r>
              <a:rPr lang="en-GB" sz="1800"/>
              <a:t>F</a:t>
            </a:r>
            <a:r>
              <a:rPr lang="en-GB" sz="1800"/>
              <a:t>ill in the missing information</a:t>
            </a:r>
            <a:r>
              <a:rPr lang="en-GB" sz="1800">
                <a:solidFill>
                  <a:schemeClr val="accent4"/>
                </a:solidFill>
              </a:rPr>
              <a:t> (including arrows) </a:t>
            </a:r>
            <a:r>
              <a:rPr lang="en-GB" sz="1800"/>
              <a:t>using the scaling diagrams.</a:t>
            </a:r>
            <a:endParaRPr sz="1800"/>
          </a:p>
        </p:txBody>
      </p:sp>
      <p:sp>
        <p:nvSpPr>
          <p:cNvPr id="1433" name="Google Shape;1433;p83"/>
          <p:cNvSpPr/>
          <p:nvPr/>
        </p:nvSpPr>
        <p:spPr>
          <a:xfrm>
            <a:off x="1456300" y="13373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4" name="Google Shape;1434;p83"/>
          <p:cNvSpPr/>
          <p:nvPr/>
        </p:nvSpPr>
        <p:spPr>
          <a:xfrm>
            <a:off x="2291300" y="13373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5" name="Google Shape;1435;p83"/>
          <p:cNvSpPr/>
          <p:nvPr/>
        </p:nvSpPr>
        <p:spPr>
          <a:xfrm>
            <a:off x="3150625" y="13373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6" name="Google Shape;1436;p83"/>
          <p:cNvSpPr/>
          <p:nvPr/>
        </p:nvSpPr>
        <p:spPr>
          <a:xfrm>
            <a:off x="3977750" y="13373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7" name="Google Shape;1437;p83"/>
          <p:cNvSpPr/>
          <p:nvPr/>
        </p:nvSpPr>
        <p:spPr>
          <a:xfrm>
            <a:off x="1128325" y="24259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8" name="Google Shape;1438;p83"/>
          <p:cNvSpPr/>
          <p:nvPr/>
        </p:nvSpPr>
        <p:spPr>
          <a:xfrm>
            <a:off x="1737925" y="24259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9" name="Google Shape;1439;p83"/>
          <p:cNvSpPr/>
          <p:nvPr/>
        </p:nvSpPr>
        <p:spPr>
          <a:xfrm>
            <a:off x="2372838" y="24259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0" name="Google Shape;1440;p83"/>
          <p:cNvSpPr/>
          <p:nvPr/>
        </p:nvSpPr>
        <p:spPr>
          <a:xfrm>
            <a:off x="2980525" y="24259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1" name="Google Shape;1441;p83"/>
          <p:cNvSpPr/>
          <p:nvPr/>
        </p:nvSpPr>
        <p:spPr>
          <a:xfrm>
            <a:off x="210210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2" name="Google Shape;1442;p83"/>
          <p:cNvSpPr/>
          <p:nvPr/>
        </p:nvSpPr>
        <p:spPr>
          <a:xfrm>
            <a:off x="360800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3" name="Google Shape;1443;p83"/>
          <p:cNvSpPr/>
          <p:nvPr/>
        </p:nvSpPr>
        <p:spPr>
          <a:xfrm>
            <a:off x="285202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4" name="Google Shape;1444;p83"/>
          <p:cNvSpPr/>
          <p:nvPr/>
        </p:nvSpPr>
        <p:spPr>
          <a:xfrm>
            <a:off x="133347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5" name="Google Shape;1445;p83"/>
          <p:cNvSpPr/>
          <p:nvPr/>
        </p:nvSpPr>
        <p:spPr>
          <a:xfrm>
            <a:off x="438905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6" name="Google Shape;1446;p83"/>
          <p:cNvSpPr/>
          <p:nvPr/>
        </p:nvSpPr>
        <p:spPr>
          <a:xfrm>
            <a:off x="521907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7" name="Google Shape;1447;p83"/>
          <p:cNvSpPr/>
          <p:nvPr/>
        </p:nvSpPr>
        <p:spPr>
          <a:xfrm>
            <a:off x="5963213"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8" name="Google Shape;1448;p83"/>
          <p:cNvSpPr/>
          <p:nvPr/>
        </p:nvSpPr>
        <p:spPr>
          <a:xfrm>
            <a:off x="6709838"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9" name="Google Shape;1449;p83"/>
          <p:cNvSpPr/>
          <p:nvPr/>
        </p:nvSpPr>
        <p:spPr>
          <a:xfrm>
            <a:off x="745522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0" name="Google Shape;1450;p83"/>
          <p:cNvSpPr/>
          <p:nvPr/>
        </p:nvSpPr>
        <p:spPr>
          <a:xfrm>
            <a:off x="1637400" y="4207863"/>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1" name="Google Shape;1451;p83"/>
          <p:cNvSpPr/>
          <p:nvPr/>
        </p:nvSpPr>
        <p:spPr>
          <a:xfrm>
            <a:off x="2699563" y="4207863"/>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2" name="Google Shape;1452;p83"/>
          <p:cNvSpPr/>
          <p:nvPr/>
        </p:nvSpPr>
        <p:spPr>
          <a:xfrm>
            <a:off x="3748675" y="4197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3" name="Google Shape;1453;p83"/>
          <p:cNvSpPr/>
          <p:nvPr/>
        </p:nvSpPr>
        <p:spPr>
          <a:xfrm>
            <a:off x="4797775" y="4197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4" name="Google Shape;1454;p83"/>
          <p:cNvSpPr txBox="1"/>
          <p:nvPr/>
        </p:nvSpPr>
        <p:spPr>
          <a:xfrm>
            <a:off x="228600" y="12820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455" name="Google Shape;1455;p83"/>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1456" name="Google Shape;1456;p83"/>
          <p:cNvSpPr/>
          <p:nvPr/>
        </p:nvSpPr>
        <p:spPr>
          <a:xfrm>
            <a:off x="8349400" y="1530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7" name="Google Shape;1457;p83"/>
          <p:cNvSpPr/>
          <p:nvPr/>
        </p:nvSpPr>
        <p:spPr>
          <a:xfrm>
            <a:off x="7988400" y="2598413"/>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F</a:t>
            </a:r>
            <a:r>
              <a:rPr lang="en-GB" sz="1800"/>
              <a:t>ill in the missing information</a:t>
            </a:r>
            <a:r>
              <a:rPr lang="en-GB" sz="1800">
                <a:solidFill>
                  <a:schemeClr val="accent4"/>
                </a:solidFill>
              </a:rPr>
              <a:t> (including arrows) </a:t>
            </a:r>
            <a:r>
              <a:rPr lang="en-GB" sz="1800"/>
              <a:t>using the scaling diagrams.</a:t>
            </a:r>
            <a:endParaRPr sz="1800"/>
          </a:p>
        </p:txBody>
      </p:sp>
      <p:sp>
        <p:nvSpPr>
          <p:cNvPr id="1463" name="Google Shape;1463;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464" name="Google Shape;1464;p84"/>
          <p:cNvGraphicFramePr/>
          <p:nvPr/>
        </p:nvGraphicFramePr>
        <p:xfrm>
          <a:off x="836004" y="1964813"/>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465" name="Google Shape;1465;p84"/>
          <p:cNvSpPr txBox="1"/>
          <p:nvPr/>
        </p:nvSpPr>
        <p:spPr>
          <a:xfrm>
            <a:off x="1395894" y="23429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p:txBody>
      </p:sp>
      <p:sp>
        <p:nvSpPr>
          <p:cNvPr id="1466" name="Google Shape;1466;p84"/>
          <p:cNvSpPr txBox="1"/>
          <p:nvPr/>
        </p:nvSpPr>
        <p:spPr>
          <a:xfrm>
            <a:off x="2157894" y="23429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467" name="Google Shape;1467;p84"/>
          <p:cNvSpPr txBox="1"/>
          <p:nvPr/>
        </p:nvSpPr>
        <p:spPr>
          <a:xfrm>
            <a:off x="2933149" y="235195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p:txBody>
      </p:sp>
      <p:sp>
        <p:nvSpPr>
          <p:cNvPr id="1468" name="Google Shape;1468;p84"/>
          <p:cNvSpPr txBox="1"/>
          <p:nvPr/>
        </p:nvSpPr>
        <p:spPr>
          <a:xfrm>
            <a:off x="36643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469" name="Google Shape;1469;p84"/>
          <p:cNvSpPr txBox="1"/>
          <p:nvPr/>
        </p:nvSpPr>
        <p:spPr>
          <a:xfrm>
            <a:off x="44263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a:t>
            </a:r>
            <a:endParaRPr sz="1800">
              <a:solidFill>
                <a:schemeClr val="dk1"/>
              </a:solidFill>
              <a:latin typeface="Lexend"/>
              <a:ea typeface="Lexend"/>
              <a:cs typeface="Lexend"/>
              <a:sym typeface="Lexend"/>
            </a:endParaRPr>
          </a:p>
        </p:txBody>
      </p:sp>
      <p:sp>
        <p:nvSpPr>
          <p:cNvPr id="1470" name="Google Shape;1470;p84"/>
          <p:cNvSpPr txBox="1"/>
          <p:nvPr/>
        </p:nvSpPr>
        <p:spPr>
          <a:xfrm>
            <a:off x="624700" y="2374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471" name="Google Shape;1471;p84"/>
          <p:cNvGraphicFramePr/>
          <p:nvPr/>
        </p:nvGraphicFramePr>
        <p:xfrm>
          <a:off x="832932" y="1629538"/>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72" name="Google Shape;1472;p84"/>
          <p:cNvSpPr txBox="1"/>
          <p:nvPr/>
        </p:nvSpPr>
        <p:spPr>
          <a:xfrm>
            <a:off x="1208052" y="1293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473" name="Google Shape;1473;p84"/>
          <p:cNvSpPr txBox="1"/>
          <p:nvPr/>
        </p:nvSpPr>
        <p:spPr>
          <a:xfrm>
            <a:off x="2440507" y="13020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474" name="Google Shape;1474;p84"/>
          <p:cNvSpPr txBox="1"/>
          <p:nvPr/>
        </p:nvSpPr>
        <p:spPr>
          <a:xfrm>
            <a:off x="30955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475" name="Google Shape;1475;p84"/>
          <p:cNvSpPr txBox="1"/>
          <p:nvPr/>
        </p:nvSpPr>
        <p:spPr>
          <a:xfrm>
            <a:off x="37051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476" name="Google Shape;1476;p84"/>
          <p:cNvSpPr txBox="1"/>
          <p:nvPr/>
        </p:nvSpPr>
        <p:spPr>
          <a:xfrm>
            <a:off x="665457" y="1257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477" name="Google Shape;1477;p84"/>
          <p:cNvSpPr txBox="1"/>
          <p:nvPr/>
        </p:nvSpPr>
        <p:spPr>
          <a:xfrm>
            <a:off x="3903435" y="15382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78" name="Google Shape;1478;p84"/>
          <p:cNvSpPr txBox="1"/>
          <p:nvPr/>
        </p:nvSpPr>
        <p:spPr>
          <a:xfrm>
            <a:off x="1817652" y="1302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479" name="Google Shape;1479;p84"/>
          <p:cNvGraphicFramePr/>
          <p:nvPr/>
        </p:nvGraphicFramePr>
        <p:xfrm>
          <a:off x="849779" y="3773625"/>
          <a:ext cx="3000000" cy="3000000"/>
        </p:xfrm>
        <a:graphic>
          <a:graphicData uri="http://schemas.openxmlformats.org/drawingml/2006/table">
            <a:tbl>
              <a:tblPr>
                <a:noFill/>
                <a:tableStyleId>{59C14B37-5063-47A9-82DC-C1F6685F5BAC}</a:tableStyleId>
              </a:tblPr>
              <a:tblGrid>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480" name="Google Shape;1480;p84"/>
          <p:cNvSpPr txBox="1"/>
          <p:nvPr/>
        </p:nvSpPr>
        <p:spPr>
          <a:xfrm>
            <a:off x="14096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endParaRPr sz="1800">
              <a:solidFill>
                <a:schemeClr val="dk1"/>
              </a:solidFill>
              <a:latin typeface="Lexend"/>
              <a:ea typeface="Lexend"/>
              <a:cs typeface="Lexend"/>
              <a:sym typeface="Lexend"/>
            </a:endParaRPr>
          </a:p>
        </p:txBody>
      </p:sp>
      <p:sp>
        <p:nvSpPr>
          <p:cNvPr id="1481" name="Google Shape;1481;p84"/>
          <p:cNvSpPr txBox="1"/>
          <p:nvPr/>
        </p:nvSpPr>
        <p:spPr>
          <a:xfrm>
            <a:off x="21716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482" name="Google Shape;1482;p84"/>
          <p:cNvSpPr txBox="1"/>
          <p:nvPr/>
        </p:nvSpPr>
        <p:spPr>
          <a:xfrm>
            <a:off x="2946924" y="4160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72</a:t>
            </a:r>
            <a:endParaRPr sz="1800">
              <a:solidFill>
                <a:schemeClr val="dk1"/>
              </a:solidFill>
              <a:latin typeface="Lexend"/>
              <a:ea typeface="Lexend"/>
              <a:cs typeface="Lexend"/>
              <a:sym typeface="Lexend"/>
            </a:endParaRPr>
          </a:p>
        </p:txBody>
      </p:sp>
      <p:sp>
        <p:nvSpPr>
          <p:cNvPr id="1483" name="Google Shape;1483;p84"/>
          <p:cNvSpPr txBox="1"/>
          <p:nvPr/>
        </p:nvSpPr>
        <p:spPr>
          <a:xfrm>
            <a:off x="36781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96</a:t>
            </a:r>
            <a:endParaRPr sz="1800">
              <a:solidFill>
                <a:schemeClr val="dk1"/>
              </a:solidFill>
              <a:latin typeface="Lexend"/>
              <a:ea typeface="Lexend"/>
              <a:cs typeface="Lexend"/>
              <a:sym typeface="Lexend"/>
            </a:endParaRPr>
          </a:p>
        </p:txBody>
      </p:sp>
      <p:sp>
        <p:nvSpPr>
          <p:cNvPr id="1484" name="Google Shape;1484;p84"/>
          <p:cNvSpPr txBox="1"/>
          <p:nvPr/>
        </p:nvSpPr>
        <p:spPr>
          <a:xfrm>
            <a:off x="44401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485" name="Google Shape;1485;p84"/>
          <p:cNvSpPr txBox="1"/>
          <p:nvPr/>
        </p:nvSpPr>
        <p:spPr>
          <a:xfrm>
            <a:off x="6384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486" name="Google Shape;1486;p84"/>
          <p:cNvGraphicFramePr/>
          <p:nvPr/>
        </p:nvGraphicFramePr>
        <p:xfrm>
          <a:off x="846707" y="3438350"/>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87" name="Google Shape;1487;p84"/>
          <p:cNvSpPr txBox="1"/>
          <p:nvPr/>
        </p:nvSpPr>
        <p:spPr>
          <a:xfrm>
            <a:off x="3975785" y="33345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488" name="Google Shape;1488;p84"/>
          <p:cNvSpPr txBox="1"/>
          <p:nvPr/>
        </p:nvSpPr>
        <p:spPr>
          <a:xfrm>
            <a:off x="52462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144</a:t>
            </a:r>
            <a:endParaRPr sz="1800">
              <a:solidFill>
                <a:schemeClr val="dk1"/>
              </a:solidFill>
              <a:latin typeface="Lexend"/>
              <a:ea typeface="Lexend"/>
              <a:cs typeface="Lexend"/>
              <a:sym typeface="Lexend"/>
            </a:endParaRPr>
          </a:p>
        </p:txBody>
      </p:sp>
      <p:sp>
        <p:nvSpPr>
          <p:cNvPr id="1489" name="Google Shape;1489;p84"/>
          <p:cNvSpPr txBox="1"/>
          <p:nvPr/>
        </p:nvSpPr>
        <p:spPr>
          <a:xfrm>
            <a:off x="60082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168</a:t>
            </a:r>
            <a:endParaRPr sz="1800">
              <a:solidFill>
                <a:schemeClr val="dk1"/>
              </a:solidFill>
              <a:latin typeface="Lexend"/>
              <a:ea typeface="Lexend"/>
              <a:cs typeface="Lexend"/>
              <a:sym typeface="Lexend"/>
            </a:endParaRPr>
          </a:p>
        </p:txBody>
      </p:sp>
      <p:sp>
        <p:nvSpPr>
          <p:cNvPr id="1490" name="Google Shape;1490;p84"/>
          <p:cNvSpPr txBox="1"/>
          <p:nvPr/>
        </p:nvSpPr>
        <p:spPr>
          <a:xfrm>
            <a:off x="6783553" y="4157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192</a:t>
            </a:r>
            <a:endParaRPr sz="1800">
              <a:solidFill>
                <a:schemeClr val="dk1"/>
              </a:solidFill>
              <a:latin typeface="Lexend"/>
              <a:ea typeface="Lexend"/>
              <a:cs typeface="Lexend"/>
              <a:sym typeface="Lexend"/>
            </a:endParaRPr>
          </a:p>
        </p:txBody>
      </p:sp>
      <p:sp>
        <p:nvSpPr>
          <p:cNvPr id="1491" name="Google Shape;1491;p84"/>
          <p:cNvSpPr txBox="1"/>
          <p:nvPr/>
        </p:nvSpPr>
        <p:spPr>
          <a:xfrm>
            <a:off x="7514797" y="4140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216</a:t>
            </a:r>
            <a:endParaRPr sz="1800">
              <a:solidFill>
                <a:schemeClr val="dk1"/>
              </a:solidFill>
              <a:latin typeface="Lexend"/>
              <a:ea typeface="Lexend"/>
              <a:cs typeface="Lexend"/>
              <a:sym typeface="Lexend"/>
            </a:endParaRPr>
          </a:p>
        </p:txBody>
      </p:sp>
      <p:sp>
        <p:nvSpPr>
          <p:cNvPr id="1492" name="Google Shape;1492;p84"/>
          <p:cNvSpPr txBox="1"/>
          <p:nvPr/>
        </p:nvSpPr>
        <p:spPr>
          <a:xfrm>
            <a:off x="8276797" y="4140431"/>
            <a:ext cx="697200" cy="2946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240</a:t>
            </a:r>
            <a:endParaRPr sz="1800">
              <a:solidFill>
                <a:schemeClr val="dk1"/>
              </a:solidFill>
              <a:latin typeface="Lexend"/>
              <a:ea typeface="Lexend"/>
              <a:cs typeface="Lexend"/>
              <a:sym typeface="Lexend"/>
            </a:endParaRPr>
          </a:p>
        </p:txBody>
      </p:sp>
      <p:sp>
        <p:nvSpPr>
          <p:cNvPr id="1493" name="Google Shape;1493;p84"/>
          <p:cNvSpPr txBox="1"/>
          <p:nvPr/>
        </p:nvSpPr>
        <p:spPr>
          <a:xfrm>
            <a:off x="1208052" y="3087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494" name="Google Shape;1494;p84"/>
          <p:cNvSpPr txBox="1"/>
          <p:nvPr/>
        </p:nvSpPr>
        <p:spPr>
          <a:xfrm>
            <a:off x="2440507" y="309635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495" name="Google Shape;1495;p84"/>
          <p:cNvSpPr txBox="1"/>
          <p:nvPr/>
        </p:nvSpPr>
        <p:spPr>
          <a:xfrm>
            <a:off x="30955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496" name="Google Shape;1496;p84"/>
          <p:cNvSpPr txBox="1"/>
          <p:nvPr/>
        </p:nvSpPr>
        <p:spPr>
          <a:xfrm>
            <a:off x="37051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497" name="Google Shape;1497;p84"/>
          <p:cNvSpPr txBox="1"/>
          <p:nvPr/>
        </p:nvSpPr>
        <p:spPr>
          <a:xfrm>
            <a:off x="6654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498" name="Google Shape;1498;p84"/>
          <p:cNvSpPr txBox="1"/>
          <p:nvPr/>
        </p:nvSpPr>
        <p:spPr>
          <a:xfrm>
            <a:off x="1817652" y="3096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499" name="Google Shape;1499;p84"/>
          <p:cNvSpPr txBox="1"/>
          <p:nvPr/>
        </p:nvSpPr>
        <p:spPr>
          <a:xfrm>
            <a:off x="8509778" y="37800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00" name="Google Shape;1500;p84"/>
          <p:cNvSpPr txBox="1"/>
          <p:nvPr/>
        </p:nvSpPr>
        <p:spPr>
          <a:xfrm>
            <a:off x="8563203" y="197427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01" name="Google Shape;1501;p84"/>
          <p:cNvSpPr txBox="1"/>
          <p:nvPr/>
        </p:nvSpPr>
        <p:spPr>
          <a:xfrm>
            <a:off x="5170098" y="23383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502" name="Google Shape;1502;p84"/>
          <p:cNvSpPr txBox="1"/>
          <p:nvPr/>
        </p:nvSpPr>
        <p:spPr>
          <a:xfrm>
            <a:off x="5932098" y="23383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105</a:t>
            </a:r>
            <a:endParaRPr sz="1800">
              <a:solidFill>
                <a:schemeClr val="dk1"/>
              </a:solidFill>
              <a:latin typeface="Lexend"/>
              <a:ea typeface="Lexend"/>
              <a:cs typeface="Lexend"/>
              <a:sym typeface="Lexend"/>
            </a:endParaRPr>
          </a:p>
        </p:txBody>
      </p:sp>
      <p:sp>
        <p:nvSpPr>
          <p:cNvPr id="1503" name="Google Shape;1503;p84"/>
          <p:cNvSpPr txBox="1"/>
          <p:nvPr/>
        </p:nvSpPr>
        <p:spPr>
          <a:xfrm>
            <a:off x="6707353" y="234732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504" name="Google Shape;1504;p84"/>
          <p:cNvSpPr txBox="1"/>
          <p:nvPr/>
        </p:nvSpPr>
        <p:spPr>
          <a:xfrm>
            <a:off x="7438597" y="23297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135</a:t>
            </a:r>
            <a:endParaRPr sz="1800">
              <a:solidFill>
                <a:schemeClr val="dk1"/>
              </a:solidFill>
              <a:latin typeface="Lexend"/>
              <a:ea typeface="Lexend"/>
              <a:cs typeface="Lexend"/>
              <a:sym typeface="Lexend"/>
            </a:endParaRPr>
          </a:p>
        </p:txBody>
      </p:sp>
      <p:sp>
        <p:nvSpPr>
          <p:cNvPr id="1505" name="Google Shape;1505;p84"/>
          <p:cNvSpPr txBox="1"/>
          <p:nvPr/>
        </p:nvSpPr>
        <p:spPr>
          <a:xfrm>
            <a:off x="8200597" y="23297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1506" name="Google Shape;1506;p84"/>
          <p:cNvSpPr txBox="1"/>
          <p:nvPr/>
        </p:nvSpPr>
        <p:spPr>
          <a:xfrm>
            <a:off x="5246300" y="13788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150 = 90 </a:t>
            </a:r>
            <a:endParaRPr sz="2200">
              <a:solidFill>
                <a:schemeClr val="dk1"/>
              </a:solidFill>
              <a:latin typeface="Lexend"/>
              <a:ea typeface="Lexend"/>
              <a:cs typeface="Lexend"/>
              <a:sym typeface="Lexend"/>
            </a:endParaRPr>
          </a:p>
        </p:txBody>
      </p:sp>
      <p:sp>
        <p:nvSpPr>
          <p:cNvPr id="1507" name="Google Shape;1507;p84"/>
          <p:cNvSpPr txBox="1"/>
          <p:nvPr/>
        </p:nvSpPr>
        <p:spPr>
          <a:xfrm>
            <a:off x="5333050" y="2936800"/>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40% of 240 = 96 </a:t>
            </a:r>
            <a:endParaRPr sz="2200">
              <a:solidFill>
                <a:schemeClr val="dk1"/>
              </a:solidFill>
              <a:latin typeface="Lexend"/>
              <a:ea typeface="Lexend"/>
              <a:cs typeface="Lexend"/>
              <a:sym typeface="Lexend"/>
            </a:endParaRPr>
          </a:p>
        </p:txBody>
      </p:sp>
      <p:grpSp>
        <p:nvGrpSpPr>
          <p:cNvPr id="1508" name="Google Shape;1508;p84"/>
          <p:cNvGrpSpPr/>
          <p:nvPr/>
        </p:nvGrpSpPr>
        <p:grpSpPr>
          <a:xfrm>
            <a:off x="1283475" y="1338950"/>
            <a:ext cx="2196950" cy="358500"/>
            <a:chOff x="970650" y="2494650"/>
            <a:chExt cx="2196950" cy="358500"/>
          </a:xfrm>
        </p:grpSpPr>
        <p:sp>
          <p:nvSpPr>
            <p:cNvPr id="1509" name="Google Shape;1509;p84"/>
            <p:cNvSpPr/>
            <p:nvPr/>
          </p:nvSpPr>
          <p:spPr>
            <a:xfrm>
              <a:off x="16045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0" name="Google Shape;1510;p84"/>
            <p:cNvSpPr/>
            <p:nvPr/>
          </p:nvSpPr>
          <p:spPr>
            <a:xfrm>
              <a:off x="9706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1" name="Google Shape;1511;p84"/>
            <p:cNvSpPr/>
            <p:nvPr/>
          </p:nvSpPr>
          <p:spPr>
            <a:xfrm>
              <a:off x="21997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2" name="Google Shape;1512;p84"/>
            <p:cNvSpPr/>
            <p:nvPr/>
          </p:nvSpPr>
          <p:spPr>
            <a:xfrm>
              <a:off x="28370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13" name="Google Shape;1513;p84"/>
          <p:cNvGrpSpPr/>
          <p:nvPr/>
        </p:nvGrpSpPr>
        <p:grpSpPr>
          <a:xfrm>
            <a:off x="1402413" y="2411338"/>
            <a:ext cx="6681393" cy="358500"/>
            <a:chOff x="1090650" y="3900925"/>
            <a:chExt cx="6681393" cy="358500"/>
          </a:xfrm>
        </p:grpSpPr>
        <p:sp>
          <p:nvSpPr>
            <p:cNvPr id="1514" name="Google Shape;1514;p84"/>
            <p:cNvSpPr/>
            <p:nvPr/>
          </p:nvSpPr>
          <p:spPr>
            <a:xfrm>
              <a:off x="10906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5" name="Google Shape;1515;p84"/>
            <p:cNvSpPr/>
            <p:nvPr/>
          </p:nvSpPr>
          <p:spPr>
            <a:xfrm>
              <a:off x="18615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6" name="Google Shape;1516;p84"/>
            <p:cNvSpPr/>
            <p:nvPr/>
          </p:nvSpPr>
          <p:spPr>
            <a:xfrm>
              <a:off x="26740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7" name="Google Shape;1517;p84"/>
            <p:cNvSpPr/>
            <p:nvPr/>
          </p:nvSpPr>
          <p:spPr>
            <a:xfrm>
              <a:off x="34082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8" name="Google Shape;1518;p84"/>
            <p:cNvSpPr/>
            <p:nvPr/>
          </p:nvSpPr>
          <p:spPr>
            <a:xfrm>
              <a:off x="41791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9" name="Google Shape;1519;p84"/>
            <p:cNvSpPr/>
            <p:nvPr/>
          </p:nvSpPr>
          <p:spPr>
            <a:xfrm>
              <a:off x="49154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0" name="Google Shape;1520;p84"/>
            <p:cNvSpPr/>
            <p:nvPr/>
          </p:nvSpPr>
          <p:spPr>
            <a:xfrm>
              <a:off x="5695223"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1" name="Google Shape;1521;p84"/>
            <p:cNvSpPr/>
            <p:nvPr/>
          </p:nvSpPr>
          <p:spPr>
            <a:xfrm>
              <a:off x="6417153" y="3900925"/>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2" name="Google Shape;1522;p84"/>
            <p:cNvSpPr/>
            <p:nvPr/>
          </p:nvSpPr>
          <p:spPr>
            <a:xfrm>
              <a:off x="7220043" y="3900925"/>
              <a:ext cx="552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23" name="Google Shape;1523;p84"/>
          <p:cNvGrpSpPr/>
          <p:nvPr/>
        </p:nvGrpSpPr>
        <p:grpSpPr>
          <a:xfrm>
            <a:off x="1434300" y="4207863"/>
            <a:ext cx="6681393" cy="358500"/>
            <a:chOff x="1090650" y="3900925"/>
            <a:chExt cx="6681393" cy="358500"/>
          </a:xfrm>
        </p:grpSpPr>
        <p:sp>
          <p:nvSpPr>
            <p:cNvPr id="1524" name="Google Shape;1524;p84"/>
            <p:cNvSpPr/>
            <p:nvPr/>
          </p:nvSpPr>
          <p:spPr>
            <a:xfrm>
              <a:off x="10906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5" name="Google Shape;1525;p84"/>
            <p:cNvSpPr/>
            <p:nvPr/>
          </p:nvSpPr>
          <p:spPr>
            <a:xfrm>
              <a:off x="18615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6" name="Google Shape;1526;p84"/>
            <p:cNvSpPr/>
            <p:nvPr/>
          </p:nvSpPr>
          <p:spPr>
            <a:xfrm>
              <a:off x="2674050"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7" name="Google Shape;1527;p84"/>
            <p:cNvSpPr/>
            <p:nvPr/>
          </p:nvSpPr>
          <p:spPr>
            <a:xfrm>
              <a:off x="34082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8" name="Google Shape;1528;p84"/>
            <p:cNvSpPr/>
            <p:nvPr/>
          </p:nvSpPr>
          <p:spPr>
            <a:xfrm>
              <a:off x="41791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9" name="Google Shape;1529;p84"/>
            <p:cNvSpPr/>
            <p:nvPr/>
          </p:nvSpPr>
          <p:spPr>
            <a:xfrm>
              <a:off x="4915475"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0" name="Google Shape;1530;p84"/>
            <p:cNvSpPr/>
            <p:nvPr/>
          </p:nvSpPr>
          <p:spPr>
            <a:xfrm>
              <a:off x="5695223" y="3900925"/>
              <a:ext cx="4263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1" name="Google Shape;1531;p84"/>
            <p:cNvSpPr/>
            <p:nvPr/>
          </p:nvSpPr>
          <p:spPr>
            <a:xfrm>
              <a:off x="6417153" y="3900925"/>
              <a:ext cx="498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2" name="Google Shape;1532;p84"/>
            <p:cNvSpPr/>
            <p:nvPr/>
          </p:nvSpPr>
          <p:spPr>
            <a:xfrm>
              <a:off x="7220043" y="3900925"/>
              <a:ext cx="5520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33" name="Google Shape;1533;p84"/>
          <p:cNvGrpSpPr/>
          <p:nvPr/>
        </p:nvGrpSpPr>
        <p:grpSpPr>
          <a:xfrm>
            <a:off x="1269700" y="3092488"/>
            <a:ext cx="2196950" cy="358500"/>
            <a:chOff x="970650" y="2494650"/>
            <a:chExt cx="2196950" cy="358500"/>
          </a:xfrm>
        </p:grpSpPr>
        <p:sp>
          <p:nvSpPr>
            <p:cNvPr id="1534" name="Google Shape;1534;p84"/>
            <p:cNvSpPr/>
            <p:nvPr/>
          </p:nvSpPr>
          <p:spPr>
            <a:xfrm>
              <a:off x="16045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5" name="Google Shape;1535;p84"/>
            <p:cNvSpPr/>
            <p:nvPr/>
          </p:nvSpPr>
          <p:spPr>
            <a:xfrm>
              <a:off x="97065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6" name="Google Shape;1536;p84"/>
            <p:cNvSpPr/>
            <p:nvPr/>
          </p:nvSpPr>
          <p:spPr>
            <a:xfrm>
              <a:off x="21997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7" name="Google Shape;1537;p84"/>
            <p:cNvSpPr/>
            <p:nvPr/>
          </p:nvSpPr>
          <p:spPr>
            <a:xfrm>
              <a:off x="2837000" y="2494650"/>
              <a:ext cx="330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538" name="Google Shape;1538;p84"/>
          <p:cNvCxnSpPr>
            <a:endCxn id="1500" idx="1"/>
          </p:cNvCxnSpPr>
          <p:nvPr/>
        </p:nvCxnSpPr>
        <p:spPr>
          <a:xfrm>
            <a:off x="3900003" y="1840775"/>
            <a:ext cx="4663200" cy="345900"/>
          </a:xfrm>
          <a:prstGeom prst="straightConnector1">
            <a:avLst/>
          </a:prstGeom>
          <a:noFill/>
          <a:ln cap="flat" cmpd="sng" w="19050">
            <a:solidFill>
              <a:schemeClr val="dk1"/>
            </a:solidFill>
            <a:prstDash val="solid"/>
            <a:round/>
            <a:headEnd len="med" w="med" type="none"/>
            <a:tailEnd len="med" w="med" type="triangle"/>
          </a:ln>
        </p:spPr>
      </p:cxnSp>
      <p:cxnSp>
        <p:nvCxnSpPr>
          <p:cNvPr id="1539" name="Google Shape;1539;p84"/>
          <p:cNvCxnSpPr/>
          <p:nvPr/>
        </p:nvCxnSpPr>
        <p:spPr>
          <a:xfrm>
            <a:off x="3263303" y="1844938"/>
            <a:ext cx="3711300" cy="350400"/>
          </a:xfrm>
          <a:prstGeom prst="straightConnector1">
            <a:avLst/>
          </a:prstGeom>
          <a:noFill/>
          <a:ln cap="flat" cmpd="sng" w="19050">
            <a:solidFill>
              <a:schemeClr val="dk1"/>
            </a:solidFill>
            <a:prstDash val="solid"/>
            <a:round/>
            <a:headEnd len="med" w="med" type="none"/>
            <a:tailEnd len="med" w="med" type="triangle"/>
          </a:ln>
        </p:spPr>
      </p:cxnSp>
      <p:cxnSp>
        <p:nvCxnSpPr>
          <p:cNvPr id="1540" name="Google Shape;1540;p84"/>
          <p:cNvCxnSpPr/>
          <p:nvPr/>
        </p:nvCxnSpPr>
        <p:spPr>
          <a:xfrm>
            <a:off x="2635553" y="1840713"/>
            <a:ext cx="2787900" cy="354600"/>
          </a:xfrm>
          <a:prstGeom prst="straightConnector1">
            <a:avLst/>
          </a:prstGeom>
          <a:noFill/>
          <a:ln cap="flat" cmpd="sng" w="19050">
            <a:solidFill>
              <a:schemeClr val="dk1"/>
            </a:solidFill>
            <a:prstDash val="solid"/>
            <a:round/>
            <a:headEnd len="med" w="med" type="none"/>
            <a:tailEnd len="med" w="med" type="triangle"/>
          </a:ln>
        </p:spPr>
      </p:cxnSp>
      <p:cxnSp>
        <p:nvCxnSpPr>
          <p:cNvPr id="1541" name="Google Shape;1541;p84"/>
          <p:cNvCxnSpPr/>
          <p:nvPr/>
        </p:nvCxnSpPr>
        <p:spPr>
          <a:xfrm>
            <a:off x="2050203" y="1847388"/>
            <a:ext cx="1840200" cy="329700"/>
          </a:xfrm>
          <a:prstGeom prst="straightConnector1">
            <a:avLst/>
          </a:prstGeom>
          <a:noFill/>
          <a:ln cap="flat" cmpd="sng" w="19050">
            <a:solidFill>
              <a:schemeClr val="dk1"/>
            </a:solidFill>
            <a:prstDash val="solid"/>
            <a:round/>
            <a:headEnd len="med" w="med" type="none"/>
            <a:tailEnd len="med" w="med" type="triangle"/>
          </a:ln>
        </p:spPr>
      </p:cxnSp>
      <p:cxnSp>
        <p:nvCxnSpPr>
          <p:cNvPr id="1542" name="Google Shape;1542;p84"/>
          <p:cNvCxnSpPr/>
          <p:nvPr/>
        </p:nvCxnSpPr>
        <p:spPr>
          <a:xfrm>
            <a:off x="1448078" y="1855338"/>
            <a:ext cx="918300" cy="339900"/>
          </a:xfrm>
          <a:prstGeom prst="straightConnector1">
            <a:avLst/>
          </a:prstGeom>
          <a:noFill/>
          <a:ln cap="flat" cmpd="sng" w="19050">
            <a:solidFill>
              <a:schemeClr val="dk1"/>
            </a:solidFill>
            <a:prstDash val="solid"/>
            <a:round/>
            <a:headEnd len="med" w="med" type="none"/>
            <a:tailEnd len="med" w="med" type="triangle"/>
          </a:ln>
        </p:spPr>
      </p:cxnSp>
      <p:cxnSp>
        <p:nvCxnSpPr>
          <p:cNvPr id="1543" name="Google Shape;1543;p84"/>
          <p:cNvCxnSpPr/>
          <p:nvPr/>
        </p:nvCxnSpPr>
        <p:spPr>
          <a:xfrm>
            <a:off x="2705428" y="1838613"/>
            <a:ext cx="2787900" cy="354600"/>
          </a:xfrm>
          <a:prstGeom prst="straightConnector1">
            <a:avLst/>
          </a:prstGeom>
          <a:noFill/>
          <a:ln cap="flat" cmpd="sng" w="38100">
            <a:solidFill>
              <a:schemeClr val="accent4"/>
            </a:solidFill>
            <a:prstDash val="solid"/>
            <a:round/>
            <a:headEnd len="med" w="med" type="none"/>
            <a:tailEnd len="med" w="med" type="triangle"/>
          </a:ln>
        </p:spPr>
      </p:cxnSp>
      <p:cxnSp>
        <p:nvCxnSpPr>
          <p:cNvPr id="1544" name="Google Shape;1544;p84"/>
          <p:cNvCxnSpPr/>
          <p:nvPr/>
        </p:nvCxnSpPr>
        <p:spPr>
          <a:xfrm>
            <a:off x="3328000" y="3655775"/>
            <a:ext cx="3655800" cy="326700"/>
          </a:xfrm>
          <a:prstGeom prst="straightConnector1">
            <a:avLst/>
          </a:prstGeom>
          <a:noFill/>
          <a:ln cap="flat" cmpd="sng" w="19050">
            <a:solidFill>
              <a:schemeClr val="dk1"/>
            </a:solidFill>
            <a:prstDash val="solid"/>
            <a:round/>
            <a:headEnd len="med" w="med" type="none"/>
            <a:tailEnd len="med" w="med" type="triangle"/>
          </a:ln>
        </p:spPr>
      </p:cxnSp>
      <p:cxnSp>
        <p:nvCxnSpPr>
          <p:cNvPr id="1545" name="Google Shape;1545;p84"/>
          <p:cNvCxnSpPr/>
          <p:nvPr/>
        </p:nvCxnSpPr>
        <p:spPr>
          <a:xfrm>
            <a:off x="1460803" y="3642000"/>
            <a:ext cx="914700" cy="340500"/>
          </a:xfrm>
          <a:prstGeom prst="straightConnector1">
            <a:avLst/>
          </a:prstGeom>
          <a:noFill/>
          <a:ln cap="flat" cmpd="sng" w="19050">
            <a:solidFill>
              <a:schemeClr val="dk1"/>
            </a:solidFill>
            <a:prstDash val="solid"/>
            <a:round/>
            <a:headEnd len="med" w="med" type="none"/>
            <a:tailEnd len="med" w="med" type="triangle"/>
          </a:ln>
        </p:spPr>
      </p:cxnSp>
      <p:sp>
        <p:nvSpPr>
          <p:cNvPr id="1546" name="Google Shape;1546;p84"/>
          <p:cNvSpPr txBox="1"/>
          <p:nvPr/>
        </p:nvSpPr>
        <p:spPr>
          <a:xfrm>
            <a:off x="4969800" y="3242750"/>
            <a:ext cx="38091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20 ÷ 5 = 4 intervals for each 20%</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cxnSp>
        <p:nvCxnSpPr>
          <p:cNvPr id="1547" name="Google Shape;1547;p84"/>
          <p:cNvCxnSpPr/>
          <p:nvPr/>
        </p:nvCxnSpPr>
        <p:spPr>
          <a:xfrm>
            <a:off x="2050203" y="3631138"/>
            <a:ext cx="1858500" cy="378300"/>
          </a:xfrm>
          <a:prstGeom prst="straightConnector1">
            <a:avLst/>
          </a:prstGeom>
          <a:noFill/>
          <a:ln cap="flat" cmpd="sng" w="19050">
            <a:solidFill>
              <a:schemeClr val="dk1"/>
            </a:solidFill>
            <a:prstDash val="solid"/>
            <a:round/>
            <a:headEnd len="med" w="med" type="none"/>
            <a:tailEnd len="med" w="med" type="triangle"/>
          </a:ln>
        </p:spPr>
      </p:cxnSp>
      <p:cxnSp>
        <p:nvCxnSpPr>
          <p:cNvPr id="1548" name="Google Shape;1548;p84"/>
          <p:cNvCxnSpPr/>
          <p:nvPr/>
        </p:nvCxnSpPr>
        <p:spPr>
          <a:xfrm>
            <a:off x="2675228" y="3636577"/>
            <a:ext cx="2784600" cy="354900"/>
          </a:xfrm>
          <a:prstGeom prst="straightConnector1">
            <a:avLst/>
          </a:prstGeom>
          <a:noFill/>
          <a:ln cap="flat" cmpd="sng" w="19050">
            <a:solidFill>
              <a:schemeClr val="dk1"/>
            </a:solidFill>
            <a:prstDash val="solid"/>
            <a:round/>
            <a:headEnd len="med" w="med" type="none"/>
            <a:tailEnd len="med" w="med" type="triangle"/>
          </a:ln>
        </p:spPr>
      </p:cxnSp>
      <p:cxnSp>
        <p:nvCxnSpPr>
          <p:cNvPr id="1549" name="Google Shape;1549;p84"/>
          <p:cNvCxnSpPr/>
          <p:nvPr/>
        </p:nvCxnSpPr>
        <p:spPr>
          <a:xfrm>
            <a:off x="2106375" y="3655775"/>
            <a:ext cx="1805400" cy="335700"/>
          </a:xfrm>
          <a:prstGeom prst="straightConnector1">
            <a:avLst/>
          </a:prstGeom>
          <a:noFill/>
          <a:ln cap="flat" cmpd="sng" w="38100">
            <a:solidFill>
              <a:schemeClr val="accent4"/>
            </a:solidFill>
            <a:prstDash val="solid"/>
            <a:round/>
            <a:headEnd len="med" w="med" type="none"/>
            <a:tailEnd len="med" w="med" type="triangle"/>
          </a:ln>
        </p:spPr>
      </p:cxnSp>
      <p:cxnSp>
        <p:nvCxnSpPr>
          <p:cNvPr id="1550" name="Google Shape;1550;p84"/>
          <p:cNvCxnSpPr>
            <a:endCxn id="1499" idx="1"/>
          </p:cNvCxnSpPr>
          <p:nvPr/>
        </p:nvCxnSpPr>
        <p:spPr>
          <a:xfrm>
            <a:off x="3930878" y="3644100"/>
            <a:ext cx="4578900" cy="348300"/>
          </a:xfrm>
          <a:prstGeom prst="straightConnector1">
            <a:avLst/>
          </a:prstGeom>
          <a:noFill/>
          <a:ln cap="flat" cmpd="sng" w="19050">
            <a:solidFill>
              <a:schemeClr val="dk1"/>
            </a:solidFill>
            <a:prstDash val="solid"/>
            <a:round/>
            <a:headEnd len="med" w="med" type="none"/>
            <a:tailEnd len="med" w="med" type="triangle"/>
          </a:ln>
        </p:spPr>
      </p:cxnSp>
      <p:sp>
        <p:nvSpPr>
          <p:cNvPr id="1551" name="Google Shape;1551;p84"/>
          <p:cNvSpPr txBox="1"/>
          <p:nvPr/>
        </p:nvSpPr>
        <p:spPr>
          <a:xfrm>
            <a:off x="228600" y="12058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552" name="Google Shape;1552;p84"/>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558" name="Google Shape;1558;p85"/>
          <p:cNvGraphicFramePr/>
          <p:nvPr/>
        </p:nvGraphicFramePr>
        <p:xfrm>
          <a:off x="759804" y="1964813"/>
          <a:ext cx="3000000" cy="3000000"/>
        </p:xfrm>
        <a:graphic>
          <a:graphicData uri="http://schemas.openxmlformats.org/drawingml/2006/table">
            <a:tbl>
              <a:tblPr>
                <a:noFill/>
                <a:tableStyleId>{59C14B37-5063-47A9-82DC-C1F6685F5BAC}</a:tableStyleId>
              </a:tblPr>
              <a:tblGrid>
                <a:gridCol w="1545450"/>
                <a:gridCol w="1545450"/>
                <a:gridCol w="1545450"/>
                <a:gridCol w="1545450"/>
                <a:gridCol w="15454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559" name="Google Shape;1559;p85"/>
          <p:cNvSpPr txBox="1"/>
          <p:nvPr/>
        </p:nvSpPr>
        <p:spPr>
          <a:xfrm>
            <a:off x="2081694" y="234296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endParaRPr sz="1800">
              <a:solidFill>
                <a:schemeClr val="dk1"/>
              </a:solidFill>
              <a:latin typeface="Lexend"/>
              <a:ea typeface="Lexend"/>
              <a:cs typeface="Lexend"/>
              <a:sym typeface="Lexend"/>
            </a:endParaRPr>
          </a:p>
        </p:txBody>
      </p:sp>
      <p:sp>
        <p:nvSpPr>
          <p:cNvPr id="1560" name="Google Shape;1560;p85"/>
          <p:cNvSpPr txBox="1"/>
          <p:nvPr/>
        </p:nvSpPr>
        <p:spPr>
          <a:xfrm>
            <a:off x="35881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561" name="Google Shape;1561;p85"/>
          <p:cNvSpPr txBox="1"/>
          <p:nvPr/>
        </p:nvSpPr>
        <p:spPr>
          <a:xfrm>
            <a:off x="548500" y="2374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562" name="Google Shape;1562;p85"/>
          <p:cNvGraphicFramePr/>
          <p:nvPr/>
        </p:nvGraphicFramePr>
        <p:xfrm>
          <a:off x="756732" y="1629538"/>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63" name="Google Shape;1563;p85"/>
          <p:cNvSpPr txBox="1"/>
          <p:nvPr/>
        </p:nvSpPr>
        <p:spPr>
          <a:xfrm>
            <a:off x="1436652" y="1293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564" name="Google Shape;1564;p85"/>
          <p:cNvSpPr txBox="1"/>
          <p:nvPr/>
        </p:nvSpPr>
        <p:spPr>
          <a:xfrm>
            <a:off x="3126307" y="13020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565" name="Google Shape;1565;p85"/>
          <p:cNvSpPr txBox="1"/>
          <p:nvPr/>
        </p:nvSpPr>
        <p:spPr>
          <a:xfrm>
            <a:off x="40099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566" name="Google Shape;1566;p85"/>
          <p:cNvSpPr txBox="1"/>
          <p:nvPr/>
        </p:nvSpPr>
        <p:spPr>
          <a:xfrm>
            <a:off x="46957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567" name="Google Shape;1567;p85"/>
          <p:cNvSpPr txBox="1"/>
          <p:nvPr/>
        </p:nvSpPr>
        <p:spPr>
          <a:xfrm>
            <a:off x="589257" y="1257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568" name="Google Shape;1568;p85"/>
          <p:cNvSpPr txBox="1"/>
          <p:nvPr/>
        </p:nvSpPr>
        <p:spPr>
          <a:xfrm>
            <a:off x="5093910" y="15876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69" name="Google Shape;1569;p85"/>
          <p:cNvSpPr txBox="1"/>
          <p:nvPr/>
        </p:nvSpPr>
        <p:spPr>
          <a:xfrm>
            <a:off x="2274852" y="1302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570" name="Google Shape;1570;p85"/>
          <p:cNvGraphicFramePr/>
          <p:nvPr/>
        </p:nvGraphicFramePr>
        <p:xfrm>
          <a:off x="773579" y="3773625"/>
          <a:ext cx="3000000" cy="3000000"/>
        </p:xfrm>
        <a:graphic>
          <a:graphicData uri="http://schemas.openxmlformats.org/drawingml/2006/table">
            <a:tbl>
              <a:tblPr>
                <a:noFill/>
                <a:tableStyleId>{59C14B37-5063-47A9-82DC-C1F6685F5BAC}</a:tableStyleId>
              </a:tblPr>
              <a:tblGrid>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gridCol w="38300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571" name="Google Shape;1571;p85"/>
          <p:cNvSpPr txBox="1"/>
          <p:nvPr/>
        </p:nvSpPr>
        <p:spPr>
          <a:xfrm>
            <a:off x="1333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p:txBody>
      </p:sp>
      <p:sp>
        <p:nvSpPr>
          <p:cNvPr id="1572" name="Google Shape;1572;p85"/>
          <p:cNvSpPr txBox="1"/>
          <p:nvPr/>
        </p:nvSpPr>
        <p:spPr>
          <a:xfrm>
            <a:off x="2095469" y="4151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28</a:t>
            </a:r>
            <a:endParaRPr sz="1800">
              <a:solidFill>
                <a:schemeClr val="dk1"/>
              </a:solidFill>
              <a:latin typeface="Lexend"/>
              <a:ea typeface="Lexend"/>
              <a:cs typeface="Lexend"/>
              <a:sym typeface="Lexend"/>
            </a:endParaRPr>
          </a:p>
        </p:txBody>
      </p:sp>
      <p:sp>
        <p:nvSpPr>
          <p:cNvPr id="1573" name="Google Shape;1573;p85"/>
          <p:cNvSpPr txBox="1"/>
          <p:nvPr/>
        </p:nvSpPr>
        <p:spPr>
          <a:xfrm>
            <a:off x="2870724" y="4160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42</a:t>
            </a:r>
            <a:endParaRPr sz="1800">
              <a:solidFill>
                <a:schemeClr val="dk1"/>
              </a:solidFill>
              <a:latin typeface="Lexend"/>
              <a:ea typeface="Lexend"/>
              <a:cs typeface="Lexend"/>
              <a:sym typeface="Lexend"/>
            </a:endParaRPr>
          </a:p>
        </p:txBody>
      </p:sp>
      <p:sp>
        <p:nvSpPr>
          <p:cNvPr id="1574" name="Google Shape;1574;p85"/>
          <p:cNvSpPr txBox="1"/>
          <p:nvPr/>
        </p:nvSpPr>
        <p:spPr>
          <a:xfrm>
            <a:off x="3601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56</a:t>
            </a:r>
            <a:endParaRPr sz="1800">
              <a:solidFill>
                <a:schemeClr val="dk1"/>
              </a:solidFill>
              <a:latin typeface="Lexend"/>
              <a:ea typeface="Lexend"/>
              <a:cs typeface="Lexend"/>
              <a:sym typeface="Lexend"/>
            </a:endParaRPr>
          </a:p>
        </p:txBody>
      </p:sp>
      <p:sp>
        <p:nvSpPr>
          <p:cNvPr id="1575" name="Google Shape;1575;p85"/>
          <p:cNvSpPr txBox="1"/>
          <p:nvPr/>
        </p:nvSpPr>
        <p:spPr>
          <a:xfrm>
            <a:off x="4363968" y="4143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576" name="Google Shape;1576;p85"/>
          <p:cNvSpPr txBox="1"/>
          <p:nvPr/>
        </p:nvSpPr>
        <p:spPr>
          <a:xfrm>
            <a:off x="5622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577" name="Google Shape;1577;p85"/>
          <p:cNvGraphicFramePr/>
          <p:nvPr/>
        </p:nvGraphicFramePr>
        <p:xfrm>
          <a:off x="770507" y="3438350"/>
          <a:ext cx="3000000" cy="3000000"/>
        </p:xfrm>
        <a:graphic>
          <a:graphicData uri="http://schemas.openxmlformats.org/drawingml/2006/table">
            <a:tbl>
              <a:tblPr>
                <a:noFill/>
                <a:tableStyleId>{59C14B37-5063-47A9-82DC-C1F6685F5BAC}</a:tableStyleId>
              </a:tblPr>
              <a:tblGrid>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78" name="Google Shape;1578;p85"/>
          <p:cNvSpPr txBox="1"/>
          <p:nvPr/>
        </p:nvSpPr>
        <p:spPr>
          <a:xfrm>
            <a:off x="3275110" y="33345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79" name="Google Shape;1579;p85"/>
          <p:cNvSpPr txBox="1"/>
          <p:nvPr/>
        </p:nvSpPr>
        <p:spPr>
          <a:xfrm>
            <a:off x="5170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84</a:t>
            </a:r>
            <a:endParaRPr sz="1800">
              <a:solidFill>
                <a:schemeClr val="dk1"/>
              </a:solidFill>
              <a:latin typeface="Lexend"/>
              <a:ea typeface="Lexend"/>
              <a:cs typeface="Lexend"/>
              <a:sym typeface="Lexend"/>
            </a:endParaRPr>
          </a:p>
        </p:txBody>
      </p:sp>
      <p:sp>
        <p:nvSpPr>
          <p:cNvPr id="1580" name="Google Shape;1580;p85"/>
          <p:cNvSpPr txBox="1"/>
          <p:nvPr/>
        </p:nvSpPr>
        <p:spPr>
          <a:xfrm>
            <a:off x="5932098" y="4148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98</a:t>
            </a:r>
            <a:endParaRPr sz="1800">
              <a:solidFill>
                <a:schemeClr val="dk1"/>
              </a:solidFill>
              <a:latin typeface="Lexend"/>
              <a:ea typeface="Lexend"/>
              <a:cs typeface="Lexend"/>
              <a:sym typeface="Lexend"/>
            </a:endParaRPr>
          </a:p>
        </p:txBody>
      </p:sp>
      <p:sp>
        <p:nvSpPr>
          <p:cNvPr id="1581" name="Google Shape;1581;p85"/>
          <p:cNvSpPr txBox="1"/>
          <p:nvPr/>
        </p:nvSpPr>
        <p:spPr>
          <a:xfrm>
            <a:off x="6707353" y="4157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112</a:t>
            </a:r>
            <a:endParaRPr sz="1800">
              <a:solidFill>
                <a:schemeClr val="dk1"/>
              </a:solidFill>
              <a:latin typeface="Lexend"/>
              <a:ea typeface="Lexend"/>
              <a:cs typeface="Lexend"/>
              <a:sym typeface="Lexend"/>
            </a:endParaRPr>
          </a:p>
        </p:txBody>
      </p:sp>
      <p:sp>
        <p:nvSpPr>
          <p:cNvPr id="1582" name="Google Shape;1582;p85"/>
          <p:cNvSpPr txBox="1"/>
          <p:nvPr/>
        </p:nvSpPr>
        <p:spPr>
          <a:xfrm>
            <a:off x="7438597" y="4140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126</a:t>
            </a:r>
            <a:endParaRPr sz="1800">
              <a:solidFill>
                <a:schemeClr val="dk1"/>
              </a:solidFill>
              <a:latin typeface="Lexend"/>
              <a:ea typeface="Lexend"/>
              <a:cs typeface="Lexend"/>
              <a:sym typeface="Lexend"/>
            </a:endParaRPr>
          </a:p>
        </p:txBody>
      </p:sp>
      <p:sp>
        <p:nvSpPr>
          <p:cNvPr id="1583" name="Google Shape;1583;p85"/>
          <p:cNvSpPr txBox="1"/>
          <p:nvPr/>
        </p:nvSpPr>
        <p:spPr>
          <a:xfrm>
            <a:off x="8200597" y="4140431"/>
            <a:ext cx="697200" cy="2946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584" name="Google Shape;1584;p85"/>
          <p:cNvSpPr txBox="1"/>
          <p:nvPr/>
        </p:nvSpPr>
        <p:spPr>
          <a:xfrm>
            <a:off x="1131852" y="3087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25</a:t>
            </a:r>
            <a:endParaRPr sz="1800">
              <a:solidFill>
                <a:schemeClr val="dk1"/>
              </a:solidFill>
              <a:latin typeface="Lexend"/>
              <a:ea typeface="Lexend"/>
              <a:cs typeface="Lexend"/>
              <a:sym typeface="Lexend"/>
            </a:endParaRPr>
          </a:p>
        </p:txBody>
      </p:sp>
      <p:sp>
        <p:nvSpPr>
          <p:cNvPr id="1585" name="Google Shape;1585;p85"/>
          <p:cNvSpPr txBox="1"/>
          <p:nvPr/>
        </p:nvSpPr>
        <p:spPr>
          <a:xfrm>
            <a:off x="2364307" y="309635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a:t>
            </a:r>
            <a:endParaRPr sz="1800">
              <a:solidFill>
                <a:schemeClr val="dk1"/>
              </a:solidFill>
              <a:latin typeface="Lexend"/>
              <a:ea typeface="Lexend"/>
              <a:cs typeface="Lexend"/>
              <a:sym typeface="Lexend"/>
            </a:endParaRPr>
          </a:p>
        </p:txBody>
      </p:sp>
      <p:sp>
        <p:nvSpPr>
          <p:cNvPr id="1586" name="Google Shape;1586;p85"/>
          <p:cNvSpPr txBox="1"/>
          <p:nvPr/>
        </p:nvSpPr>
        <p:spPr>
          <a:xfrm>
            <a:off x="3019350" y="30788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587" name="Google Shape;1587;p85"/>
          <p:cNvSpPr txBox="1"/>
          <p:nvPr/>
        </p:nvSpPr>
        <p:spPr>
          <a:xfrm>
            <a:off x="5892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588" name="Google Shape;1588;p85"/>
          <p:cNvSpPr txBox="1"/>
          <p:nvPr/>
        </p:nvSpPr>
        <p:spPr>
          <a:xfrm>
            <a:off x="1741452" y="30963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589" name="Google Shape;1589;p85"/>
          <p:cNvSpPr txBox="1"/>
          <p:nvPr/>
        </p:nvSpPr>
        <p:spPr>
          <a:xfrm>
            <a:off x="8487053" y="38869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90" name="Google Shape;1590;p85"/>
          <p:cNvSpPr txBox="1"/>
          <p:nvPr/>
        </p:nvSpPr>
        <p:spPr>
          <a:xfrm>
            <a:off x="8572803" y="20124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591" name="Google Shape;1591;p85"/>
          <p:cNvSpPr txBox="1"/>
          <p:nvPr/>
        </p:nvSpPr>
        <p:spPr>
          <a:xfrm>
            <a:off x="5093898" y="233833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72</a:t>
            </a:r>
            <a:endParaRPr sz="1800">
              <a:solidFill>
                <a:schemeClr val="dk1"/>
              </a:solidFill>
              <a:latin typeface="Lexend"/>
              <a:ea typeface="Lexend"/>
              <a:cs typeface="Lexend"/>
              <a:sym typeface="Lexend"/>
            </a:endParaRPr>
          </a:p>
        </p:txBody>
      </p:sp>
      <p:sp>
        <p:nvSpPr>
          <p:cNvPr id="1592" name="Google Shape;1592;p85"/>
          <p:cNvSpPr txBox="1"/>
          <p:nvPr/>
        </p:nvSpPr>
        <p:spPr>
          <a:xfrm>
            <a:off x="6631153" y="234732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96</a:t>
            </a:r>
            <a:endParaRPr sz="1800">
              <a:solidFill>
                <a:schemeClr val="dk1"/>
              </a:solidFill>
              <a:latin typeface="Lexend"/>
              <a:ea typeface="Lexend"/>
              <a:cs typeface="Lexend"/>
              <a:sym typeface="Lexend"/>
            </a:endParaRPr>
          </a:p>
        </p:txBody>
      </p:sp>
      <p:sp>
        <p:nvSpPr>
          <p:cNvPr id="1593" name="Google Shape;1593;p85"/>
          <p:cNvSpPr txBox="1"/>
          <p:nvPr/>
        </p:nvSpPr>
        <p:spPr>
          <a:xfrm>
            <a:off x="8124397" y="23297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594" name="Google Shape;1594;p85"/>
          <p:cNvSpPr txBox="1"/>
          <p:nvPr/>
        </p:nvSpPr>
        <p:spPr>
          <a:xfrm>
            <a:off x="5668850" y="10266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120 = </a:t>
            </a:r>
            <a:r>
              <a:rPr lang="en-GB" sz="2200">
                <a:solidFill>
                  <a:schemeClr val="dk1"/>
                </a:solidFill>
                <a:latin typeface="Kalam"/>
                <a:ea typeface="Kalam"/>
                <a:cs typeface="Kalam"/>
                <a:sym typeface="Kalam"/>
              </a:rPr>
              <a:t>72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1595" name="Google Shape;1595;p85"/>
          <p:cNvSpPr txBox="1"/>
          <p:nvPr/>
        </p:nvSpPr>
        <p:spPr>
          <a:xfrm>
            <a:off x="5369575" y="3239988"/>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75% of 140 = </a:t>
            </a:r>
            <a:r>
              <a:rPr lang="en-GB" sz="2200">
                <a:solidFill>
                  <a:schemeClr val="dk1"/>
                </a:solidFill>
                <a:latin typeface="Kalam"/>
                <a:ea typeface="Kalam"/>
                <a:cs typeface="Kalam"/>
                <a:sym typeface="Kalam"/>
              </a:rPr>
              <a:t>105</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grpSp>
        <p:nvGrpSpPr>
          <p:cNvPr id="1596" name="Google Shape;1596;p85"/>
          <p:cNvGrpSpPr/>
          <p:nvPr/>
        </p:nvGrpSpPr>
        <p:grpSpPr>
          <a:xfrm>
            <a:off x="1436650" y="1270400"/>
            <a:ext cx="3047825" cy="358500"/>
            <a:chOff x="970650" y="2494650"/>
            <a:chExt cx="3047825" cy="358500"/>
          </a:xfrm>
        </p:grpSpPr>
        <p:sp>
          <p:nvSpPr>
            <p:cNvPr id="1597" name="Google Shape;1597;p85"/>
            <p:cNvSpPr/>
            <p:nvPr/>
          </p:nvSpPr>
          <p:spPr>
            <a:xfrm>
              <a:off x="18104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8" name="Google Shape;1598;p85"/>
            <p:cNvSpPr/>
            <p:nvPr/>
          </p:nvSpPr>
          <p:spPr>
            <a:xfrm>
              <a:off x="9706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9" name="Google Shape;1599;p85"/>
            <p:cNvSpPr/>
            <p:nvPr/>
          </p:nvSpPr>
          <p:spPr>
            <a:xfrm>
              <a:off x="2650250" y="24946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0" name="Google Shape;1600;p85"/>
            <p:cNvSpPr/>
            <p:nvPr/>
          </p:nvSpPr>
          <p:spPr>
            <a:xfrm>
              <a:off x="3568775" y="2494650"/>
              <a:ext cx="4497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601" name="Google Shape;1601;p85"/>
          <p:cNvGrpSpPr/>
          <p:nvPr/>
        </p:nvGrpSpPr>
        <p:grpSpPr>
          <a:xfrm>
            <a:off x="2133850" y="2411325"/>
            <a:ext cx="4889213" cy="358500"/>
            <a:chOff x="1981450" y="2411325"/>
            <a:chExt cx="4889213" cy="358500"/>
          </a:xfrm>
        </p:grpSpPr>
        <p:sp>
          <p:nvSpPr>
            <p:cNvPr id="1602" name="Google Shape;1602;p85"/>
            <p:cNvSpPr/>
            <p:nvPr/>
          </p:nvSpPr>
          <p:spPr>
            <a:xfrm>
              <a:off x="1981450" y="24113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3" name="Google Shape;1603;p85"/>
            <p:cNvSpPr/>
            <p:nvPr/>
          </p:nvSpPr>
          <p:spPr>
            <a:xfrm>
              <a:off x="3461475" y="24113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4" name="Google Shape;1604;p85"/>
            <p:cNvSpPr/>
            <p:nvPr/>
          </p:nvSpPr>
          <p:spPr>
            <a:xfrm>
              <a:off x="4970113" y="24113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5" name="Google Shape;1605;p85"/>
            <p:cNvSpPr/>
            <p:nvPr/>
          </p:nvSpPr>
          <p:spPr>
            <a:xfrm>
              <a:off x="6471063" y="241132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606" name="Google Shape;1606;p85"/>
          <p:cNvGrpSpPr/>
          <p:nvPr/>
        </p:nvGrpSpPr>
        <p:grpSpPr>
          <a:xfrm>
            <a:off x="1131850" y="3042188"/>
            <a:ext cx="1651463" cy="358500"/>
            <a:chOff x="979450" y="3042188"/>
            <a:chExt cx="1651463" cy="358500"/>
          </a:xfrm>
        </p:grpSpPr>
        <p:sp>
          <p:nvSpPr>
            <p:cNvPr id="1607" name="Google Shape;1607;p85"/>
            <p:cNvSpPr/>
            <p:nvPr/>
          </p:nvSpPr>
          <p:spPr>
            <a:xfrm>
              <a:off x="979450"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8" name="Google Shape;1608;p85"/>
            <p:cNvSpPr/>
            <p:nvPr/>
          </p:nvSpPr>
          <p:spPr>
            <a:xfrm>
              <a:off x="1595675"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9" name="Google Shape;1609;p85"/>
            <p:cNvSpPr/>
            <p:nvPr/>
          </p:nvSpPr>
          <p:spPr>
            <a:xfrm>
              <a:off x="2231313" y="3042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610" name="Google Shape;1610;p85"/>
          <p:cNvGrpSpPr/>
          <p:nvPr/>
        </p:nvGrpSpPr>
        <p:grpSpPr>
          <a:xfrm>
            <a:off x="1280650" y="4108475"/>
            <a:ext cx="6690825" cy="358500"/>
            <a:chOff x="1128250" y="4108475"/>
            <a:chExt cx="6690825" cy="358500"/>
          </a:xfrm>
        </p:grpSpPr>
        <p:sp>
          <p:nvSpPr>
            <p:cNvPr id="1611" name="Google Shape;1611;p85"/>
            <p:cNvSpPr/>
            <p:nvPr/>
          </p:nvSpPr>
          <p:spPr>
            <a:xfrm>
              <a:off x="11282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2" name="Google Shape;1612;p85"/>
            <p:cNvSpPr/>
            <p:nvPr/>
          </p:nvSpPr>
          <p:spPr>
            <a:xfrm>
              <a:off x="1923288"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3" name="Google Shape;1613;p85"/>
            <p:cNvSpPr/>
            <p:nvPr/>
          </p:nvSpPr>
          <p:spPr>
            <a:xfrm>
              <a:off x="2705075"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4" name="Google Shape;1614;p85"/>
            <p:cNvSpPr/>
            <p:nvPr/>
          </p:nvSpPr>
          <p:spPr>
            <a:xfrm>
              <a:off x="35223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5" name="Google Shape;1615;p85"/>
            <p:cNvSpPr/>
            <p:nvPr/>
          </p:nvSpPr>
          <p:spPr>
            <a:xfrm>
              <a:off x="4242388"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6" name="Google Shape;1616;p85"/>
            <p:cNvSpPr/>
            <p:nvPr/>
          </p:nvSpPr>
          <p:spPr>
            <a:xfrm>
              <a:off x="501105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7" name="Google Shape;1617;p85"/>
            <p:cNvSpPr/>
            <p:nvPr/>
          </p:nvSpPr>
          <p:spPr>
            <a:xfrm>
              <a:off x="5783000" y="41084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8" name="Google Shape;1618;p85"/>
            <p:cNvSpPr/>
            <p:nvPr/>
          </p:nvSpPr>
          <p:spPr>
            <a:xfrm>
              <a:off x="6627550" y="4108475"/>
              <a:ext cx="4812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9" name="Google Shape;1619;p85"/>
            <p:cNvSpPr/>
            <p:nvPr/>
          </p:nvSpPr>
          <p:spPr>
            <a:xfrm>
              <a:off x="7337875" y="4108475"/>
              <a:ext cx="4812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20" name="Google Shape;1620;p85"/>
          <p:cNvSpPr/>
          <p:nvPr/>
        </p:nvSpPr>
        <p:spPr>
          <a:xfrm>
            <a:off x="8349388" y="109290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1" name="Google Shape;1621;p85"/>
          <p:cNvSpPr txBox="1"/>
          <p:nvPr>
            <p:ph idx="1" type="body"/>
          </p:nvPr>
        </p:nvSpPr>
        <p:spPr>
          <a:xfrm>
            <a:off x="324000" y="683100"/>
            <a:ext cx="8611500" cy="48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F</a:t>
            </a:r>
            <a:r>
              <a:rPr lang="en-GB" sz="1800"/>
              <a:t>ill in the missing information</a:t>
            </a:r>
            <a:r>
              <a:rPr lang="en-GB" sz="1800">
                <a:solidFill>
                  <a:schemeClr val="accent4"/>
                </a:solidFill>
              </a:rPr>
              <a:t> (including arrows) </a:t>
            </a:r>
            <a:r>
              <a:rPr lang="en-GB" sz="1800"/>
              <a:t>using the scaling diagrams.</a:t>
            </a:r>
            <a:endParaRPr sz="1800"/>
          </a:p>
        </p:txBody>
      </p:sp>
      <p:cxnSp>
        <p:nvCxnSpPr>
          <p:cNvPr id="1622" name="Google Shape;1622;p85"/>
          <p:cNvCxnSpPr/>
          <p:nvPr/>
        </p:nvCxnSpPr>
        <p:spPr>
          <a:xfrm>
            <a:off x="1630903" y="1850150"/>
            <a:ext cx="680400" cy="345000"/>
          </a:xfrm>
          <a:prstGeom prst="straightConnector1">
            <a:avLst/>
          </a:prstGeom>
          <a:noFill/>
          <a:ln cap="flat" cmpd="sng" w="19050">
            <a:solidFill>
              <a:schemeClr val="dk1"/>
            </a:solidFill>
            <a:prstDash val="solid"/>
            <a:round/>
            <a:headEnd len="med" w="med" type="none"/>
            <a:tailEnd len="med" w="med" type="triangle"/>
          </a:ln>
        </p:spPr>
      </p:cxnSp>
      <p:cxnSp>
        <p:nvCxnSpPr>
          <p:cNvPr id="1623" name="Google Shape;1623;p85"/>
          <p:cNvCxnSpPr/>
          <p:nvPr/>
        </p:nvCxnSpPr>
        <p:spPr>
          <a:xfrm>
            <a:off x="2438653" y="1847613"/>
            <a:ext cx="1414800" cy="347700"/>
          </a:xfrm>
          <a:prstGeom prst="straightConnector1">
            <a:avLst/>
          </a:prstGeom>
          <a:noFill/>
          <a:ln cap="flat" cmpd="sng" w="19050">
            <a:solidFill>
              <a:schemeClr val="dk1"/>
            </a:solidFill>
            <a:prstDash val="solid"/>
            <a:round/>
            <a:headEnd len="med" w="med" type="none"/>
            <a:tailEnd len="med" w="med" type="triangle"/>
          </a:ln>
        </p:spPr>
      </p:cxnSp>
      <p:cxnSp>
        <p:nvCxnSpPr>
          <p:cNvPr id="1624" name="Google Shape;1624;p85"/>
          <p:cNvCxnSpPr/>
          <p:nvPr/>
        </p:nvCxnSpPr>
        <p:spPr>
          <a:xfrm>
            <a:off x="3300175" y="1832425"/>
            <a:ext cx="2104500" cy="372000"/>
          </a:xfrm>
          <a:prstGeom prst="straightConnector1">
            <a:avLst/>
          </a:prstGeom>
          <a:noFill/>
          <a:ln cap="flat" cmpd="sng" w="19050">
            <a:solidFill>
              <a:schemeClr val="dk1"/>
            </a:solidFill>
            <a:prstDash val="solid"/>
            <a:round/>
            <a:headEnd len="med" w="med" type="none"/>
            <a:tailEnd len="med" w="med" type="triangle"/>
          </a:ln>
        </p:spPr>
      </p:cxnSp>
      <p:cxnSp>
        <p:nvCxnSpPr>
          <p:cNvPr id="1625" name="Google Shape;1625;p85"/>
          <p:cNvCxnSpPr/>
          <p:nvPr/>
        </p:nvCxnSpPr>
        <p:spPr>
          <a:xfrm>
            <a:off x="4189328" y="1835450"/>
            <a:ext cx="2766600" cy="341700"/>
          </a:xfrm>
          <a:prstGeom prst="straightConnector1">
            <a:avLst/>
          </a:prstGeom>
          <a:noFill/>
          <a:ln cap="flat" cmpd="sng" w="19050">
            <a:solidFill>
              <a:schemeClr val="dk1"/>
            </a:solidFill>
            <a:prstDash val="solid"/>
            <a:round/>
            <a:headEnd len="med" w="med" type="none"/>
            <a:tailEnd len="med" w="med" type="triangle"/>
          </a:ln>
        </p:spPr>
      </p:cxnSp>
      <p:cxnSp>
        <p:nvCxnSpPr>
          <p:cNvPr id="1626" name="Google Shape;1626;p85"/>
          <p:cNvCxnSpPr/>
          <p:nvPr/>
        </p:nvCxnSpPr>
        <p:spPr>
          <a:xfrm>
            <a:off x="5033103" y="1842988"/>
            <a:ext cx="3459300" cy="333300"/>
          </a:xfrm>
          <a:prstGeom prst="straightConnector1">
            <a:avLst/>
          </a:prstGeom>
          <a:noFill/>
          <a:ln cap="flat" cmpd="sng" w="19050">
            <a:solidFill>
              <a:schemeClr val="dk1"/>
            </a:solidFill>
            <a:prstDash val="solid"/>
            <a:round/>
            <a:headEnd len="med" w="med" type="none"/>
            <a:tailEnd len="med" w="med" type="triangle"/>
          </a:ln>
        </p:spPr>
      </p:cxnSp>
      <p:cxnSp>
        <p:nvCxnSpPr>
          <p:cNvPr id="1627" name="Google Shape;1627;p85"/>
          <p:cNvCxnSpPr/>
          <p:nvPr/>
        </p:nvCxnSpPr>
        <p:spPr>
          <a:xfrm>
            <a:off x="3325500" y="1834113"/>
            <a:ext cx="2104500" cy="372000"/>
          </a:xfrm>
          <a:prstGeom prst="straightConnector1">
            <a:avLst/>
          </a:prstGeom>
          <a:noFill/>
          <a:ln cap="flat" cmpd="sng" w="28575">
            <a:solidFill>
              <a:schemeClr val="accent4"/>
            </a:solidFill>
            <a:prstDash val="solid"/>
            <a:round/>
            <a:headEnd len="med" w="med" type="none"/>
            <a:tailEnd len="med" w="med" type="triangle"/>
          </a:ln>
        </p:spPr>
      </p:cxnSp>
      <p:sp>
        <p:nvSpPr>
          <p:cNvPr id="1628" name="Google Shape;1628;p85"/>
          <p:cNvSpPr/>
          <p:nvPr/>
        </p:nvSpPr>
        <p:spPr>
          <a:xfrm>
            <a:off x="8050577" y="3273150"/>
            <a:ext cx="4419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29" name="Google Shape;1629;p85"/>
          <p:cNvCxnSpPr/>
          <p:nvPr/>
        </p:nvCxnSpPr>
        <p:spPr>
          <a:xfrm>
            <a:off x="1384603" y="3673075"/>
            <a:ext cx="1294500" cy="315300"/>
          </a:xfrm>
          <a:prstGeom prst="straightConnector1">
            <a:avLst/>
          </a:prstGeom>
          <a:noFill/>
          <a:ln cap="flat" cmpd="sng" w="19050">
            <a:solidFill>
              <a:schemeClr val="dk1"/>
            </a:solidFill>
            <a:prstDash val="solid"/>
            <a:round/>
            <a:headEnd len="med" w="med" type="none"/>
            <a:tailEnd len="med" w="med" type="triangle"/>
          </a:ln>
        </p:spPr>
      </p:cxnSp>
      <p:cxnSp>
        <p:nvCxnSpPr>
          <p:cNvPr id="1630" name="Google Shape;1630;p85"/>
          <p:cNvCxnSpPr/>
          <p:nvPr/>
        </p:nvCxnSpPr>
        <p:spPr>
          <a:xfrm>
            <a:off x="1976188" y="3636064"/>
            <a:ext cx="2616000" cy="356400"/>
          </a:xfrm>
          <a:prstGeom prst="straightConnector1">
            <a:avLst/>
          </a:prstGeom>
          <a:noFill/>
          <a:ln cap="flat" cmpd="sng" w="19050">
            <a:solidFill>
              <a:schemeClr val="dk1"/>
            </a:solidFill>
            <a:prstDash val="solid"/>
            <a:round/>
            <a:headEnd len="med" w="med" type="none"/>
            <a:tailEnd len="med" w="med" type="triangle"/>
          </a:ln>
        </p:spPr>
      </p:cxnSp>
      <p:cxnSp>
        <p:nvCxnSpPr>
          <p:cNvPr id="1631" name="Google Shape;1631;p85"/>
          <p:cNvCxnSpPr/>
          <p:nvPr/>
        </p:nvCxnSpPr>
        <p:spPr>
          <a:xfrm>
            <a:off x="2628788" y="3673075"/>
            <a:ext cx="3894300" cy="315300"/>
          </a:xfrm>
          <a:prstGeom prst="straightConnector1">
            <a:avLst/>
          </a:prstGeom>
          <a:noFill/>
          <a:ln cap="flat" cmpd="sng" w="19050">
            <a:solidFill>
              <a:schemeClr val="dk1"/>
            </a:solidFill>
            <a:prstDash val="solid"/>
            <a:round/>
            <a:headEnd len="med" w="med" type="none"/>
            <a:tailEnd len="med" w="med" type="triangle"/>
          </a:ln>
        </p:spPr>
      </p:cxnSp>
      <p:cxnSp>
        <p:nvCxnSpPr>
          <p:cNvPr id="1632" name="Google Shape;1632;p85"/>
          <p:cNvCxnSpPr/>
          <p:nvPr/>
        </p:nvCxnSpPr>
        <p:spPr>
          <a:xfrm>
            <a:off x="3226853" y="3669324"/>
            <a:ext cx="5216700" cy="296400"/>
          </a:xfrm>
          <a:prstGeom prst="straightConnector1">
            <a:avLst/>
          </a:prstGeom>
          <a:noFill/>
          <a:ln cap="flat" cmpd="sng" w="19050">
            <a:solidFill>
              <a:schemeClr val="dk1"/>
            </a:solidFill>
            <a:prstDash val="solid"/>
            <a:round/>
            <a:headEnd len="med" w="med" type="none"/>
            <a:tailEnd len="med" w="med" type="triangle"/>
          </a:ln>
        </p:spPr>
      </p:cxnSp>
      <p:cxnSp>
        <p:nvCxnSpPr>
          <p:cNvPr id="1633" name="Google Shape;1633;p85"/>
          <p:cNvCxnSpPr/>
          <p:nvPr/>
        </p:nvCxnSpPr>
        <p:spPr>
          <a:xfrm>
            <a:off x="2628788" y="3673075"/>
            <a:ext cx="3894300" cy="315300"/>
          </a:xfrm>
          <a:prstGeom prst="straightConnector1">
            <a:avLst/>
          </a:prstGeom>
          <a:noFill/>
          <a:ln cap="flat" cmpd="sng" w="28575">
            <a:solidFill>
              <a:schemeClr val="accent4"/>
            </a:solidFill>
            <a:prstDash val="solid"/>
            <a:round/>
            <a:headEnd len="med" w="med" type="none"/>
            <a:tailEnd len="med" w="med" type="triangle"/>
          </a:ln>
        </p:spPr>
      </p:cxnSp>
      <p:sp>
        <p:nvSpPr>
          <p:cNvPr id="1634" name="Google Shape;1634;p85"/>
          <p:cNvSpPr txBox="1"/>
          <p:nvPr/>
        </p:nvSpPr>
        <p:spPr>
          <a:xfrm>
            <a:off x="228600" y="12058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635" name="Google Shape;1635;p85"/>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a:t>
            </a:r>
            <a:endParaRPr/>
          </a:p>
        </p:txBody>
      </p:sp>
      <p:graphicFrame>
        <p:nvGraphicFramePr>
          <p:cNvPr id="1641" name="Google Shape;1641;p86"/>
          <p:cNvGraphicFramePr/>
          <p:nvPr/>
        </p:nvGraphicFramePr>
        <p:xfrm>
          <a:off x="759804" y="1964813"/>
          <a:ext cx="3000000" cy="3000000"/>
        </p:xfrm>
        <a:graphic>
          <a:graphicData uri="http://schemas.openxmlformats.org/drawingml/2006/table">
            <a:tbl>
              <a:tblPr>
                <a:noFill/>
                <a:tableStyleId>{59C14B37-5063-47A9-82DC-C1F6685F5BAC}</a:tableStyleId>
              </a:tblPr>
              <a:tblGrid>
                <a:gridCol w="618175"/>
                <a:gridCol w="618175"/>
                <a:gridCol w="618175"/>
                <a:gridCol w="618175"/>
                <a:gridCol w="618175"/>
              </a:tblGrid>
              <a:tr h="195175">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642" name="Google Shape;1642;p86"/>
          <p:cNvSpPr txBox="1"/>
          <p:nvPr/>
        </p:nvSpPr>
        <p:spPr>
          <a:xfrm>
            <a:off x="3588193" y="23343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643" name="Google Shape;1643;p86"/>
          <p:cNvSpPr txBox="1"/>
          <p:nvPr/>
        </p:nvSpPr>
        <p:spPr>
          <a:xfrm>
            <a:off x="548500" y="2374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644" name="Google Shape;1644;p86"/>
          <p:cNvGraphicFramePr/>
          <p:nvPr/>
        </p:nvGraphicFramePr>
        <p:xfrm>
          <a:off x="756732" y="1629538"/>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45" name="Google Shape;1645;p86"/>
          <p:cNvSpPr txBox="1"/>
          <p:nvPr/>
        </p:nvSpPr>
        <p:spPr>
          <a:xfrm>
            <a:off x="1436652" y="1293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646" name="Google Shape;1646;p86"/>
          <p:cNvSpPr txBox="1"/>
          <p:nvPr/>
        </p:nvSpPr>
        <p:spPr>
          <a:xfrm>
            <a:off x="3126307" y="130208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647" name="Google Shape;1647;p86"/>
          <p:cNvSpPr txBox="1"/>
          <p:nvPr/>
        </p:nvSpPr>
        <p:spPr>
          <a:xfrm>
            <a:off x="40099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648" name="Google Shape;1648;p86"/>
          <p:cNvSpPr txBox="1"/>
          <p:nvPr/>
        </p:nvSpPr>
        <p:spPr>
          <a:xfrm>
            <a:off x="4695750" y="128452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649" name="Google Shape;1649;p86"/>
          <p:cNvSpPr txBox="1"/>
          <p:nvPr/>
        </p:nvSpPr>
        <p:spPr>
          <a:xfrm>
            <a:off x="589257" y="12576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650" name="Google Shape;1650;p86"/>
          <p:cNvSpPr txBox="1"/>
          <p:nvPr/>
        </p:nvSpPr>
        <p:spPr>
          <a:xfrm>
            <a:off x="5093910" y="15876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651" name="Google Shape;1651;p86"/>
          <p:cNvSpPr txBox="1"/>
          <p:nvPr/>
        </p:nvSpPr>
        <p:spPr>
          <a:xfrm>
            <a:off x="2274852" y="13020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1652" name="Google Shape;1652;p86"/>
          <p:cNvGraphicFramePr/>
          <p:nvPr/>
        </p:nvGraphicFramePr>
        <p:xfrm>
          <a:off x="773579" y="3773625"/>
          <a:ext cx="3000000" cy="3000000"/>
        </p:xfrm>
        <a:graphic>
          <a:graphicData uri="http://schemas.openxmlformats.org/drawingml/2006/table">
            <a:tbl>
              <a:tblPr>
                <a:noFill/>
                <a:tableStyleId>{59C14B37-5063-47A9-82DC-C1F6685F5BAC}</a:tableStyleId>
              </a:tblPr>
              <a:tblGrid>
                <a:gridCol w="1051950"/>
                <a:gridCol w="1051950"/>
                <a:gridCol w="1051950"/>
                <a:gridCol w="1051950"/>
                <a:gridCol w="10519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1653" name="Google Shape;1653;p86"/>
          <p:cNvSpPr txBox="1"/>
          <p:nvPr/>
        </p:nvSpPr>
        <p:spPr>
          <a:xfrm>
            <a:off x="1333469" y="3008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654" name="Google Shape;1654;p86"/>
          <p:cNvSpPr txBox="1"/>
          <p:nvPr/>
        </p:nvSpPr>
        <p:spPr>
          <a:xfrm>
            <a:off x="2095469" y="3008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655" name="Google Shape;1655;p86"/>
          <p:cNvSpPr txBox="1"/>
          <p:nvPr/>
        </p:nvSpPr>
        <p:spPr>
          <a:xfrm>
            <a:off x="2870724" y="3017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656" name="Google Shape;1656;p86"/>
          <p:cNvSpPr txBox="1"/>
          <p:nvPr/>
        </p:nvSpPr>
        <p:spPr>
          <a:xfrm>
            <a:off x="3601968" y="3000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657" name="Google Shape;1657;p86"/>
          <p:cNvSpPr txBox="1"/>
          <p:nvPr/>
        </p:nvSpPr>
        <p:spPr>
          <a:xfrm>
            <a:off x="4363968" y="3000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658" name="Google Shape;1658;p86"/>
          <p:cNvSpPr txBox="1"/>
          <p:nvPr/>
        </p:nvSpPr>
        <p:spPr>
          <a:xfrm>
            <a:off x="562275" y="41834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1659" name="Google Shape;1659;p86"/>
          <p:cNvGraphicFramePr/>
          <p:nvPr/>
        </p:nvGraphicFramePr>
        <p:xfrm>
          <a:off x="770507" y="3438350"/>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660" name="Google Shape;1660;p86"/>
          <p:cNvSpPr txBox="1"/>
          <p:nvPr/>
        </p:nvSpPr>
        <p:spPr>
          <a:xfrm>
            <a:off x="8572810" y="34383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661" name="Google Shape;1661;p86"/>
          <p:cNvSpPr txBox="1"/>
          <p:nvPr/>
        </p:nvSpPr>
        <p:spPr>
          <a:xfrm>
            <a:off x="5170098" y="3005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662" name="Google Shape;1662;p86"/>
          <p:cNvSpPr txBox="1"/>
          <p:nvPr/>
        </p:nvSpPr>
        <p:spPr>
          <a:xfrm>
            <a:off x="5932098" y="300599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663" name="Google Shape;1663;p86"/>
          <p:cNvSpPr txBox="1"/>
          <p:nvPr/>
        </p:nvSpPr>
        <p:spPr>
          <a:xfrm>
            <a:off x="6707353" y="30149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664" name="Google Shape;1664;p86"/>
          <p:cNvSpPr txBox="1"/>
          <p:nvPr/>
        </p:nvSpPr>
        <p:spPr>
          <a:xfrm>
            <a:off x="7438597" y="2997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665" name="Google Shape;1665;p86"/>
          <p:cNvSpPr txBox="1"/>
          <p:nvPr/>
        </p:nvSpPr>
        <p:spPr>
          <a:xfrm>
            <a:off x="8200597" y="29974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666" name="Google Shape;1666;p86"/>
          <p:cNvSpPr txBox="1"/>
          <p:nvPr/>
        </p:nvSpPr>
        <p:spPr>
          <a:xfrm>
            <a:off x="589257" y="30519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667" name="Google Shape;1667;p86"/>
          <p:cNvSpPr txBox="1"/>
          <p:nvPr/>
        </p:nvSpPr>
        <p:spPr>
          <a:xfrm>
            <a:off x="6033328" y="38869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668" name="Google Shape;1668;p86"/>
          <p:cNvSpPr txBox="1"/>
          <p:nvPr/>
        </p:nvSpPr>
        <p:spPr>
          <a:xfrm>
            <a:off x="3899578" y="20974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669" name="Google Shape;1669;p86"/>
          <p:cNvSpPr txBox="1"/>
          <p:nvPr/>
        </p:nvSpPr>
        <p:spPr>
          <a:xfrm>
            <a:off x="5791100" y="1459400"/>
            <a:ext cx="31980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60% of 80 = </a:t>
            </a:r>
            <a:r>
              <a:rPr lang="en-GB" sz="2200">
                <a:solidFill>
                  <a:schemeClr val="dk1"/>
                </a:solidFill>
                <a:latin typeface="Kalam"/>
                <a:ea typeface="Kalam"/>
                <a:cs typeface="Kalam"/>
                <a:sym typeface="Kalam"/>
              </a:rPr>
              <a:t>48</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1670" name="Google Shape;1670;p86"/>
          <p:cNvSpPr txBox="1"/>
          <p:nvPr/>
        </p:nvSpPr>
        <p:spPr>
          <a:xfrm>
            <a:off x="5452000" y="2513025"/>
            <a:ext cx="34458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Show 40% of 70 = </a:t>
            </a:r>
            <a:r>
              <a:rPr lang="en-GB" sz="2200">
                <a:solidFill>
                  <a:schemeClr val="dk1"/>
                </a:solidFill>
                <a:latin typeface="Kalam"/>
                <a:ea typeface="Kalam"/>
                <a:cs typeface="Kalam"/>
                <a:sym typeface="Kalam"/>
              </a:rPr>
              <a:t>28</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1671" name="Google Shape;1671;p86"/>
          <p:cNvSpPr txBox="1"/>
          <p:nvPr/>
        </p:nvSpPr>
        <p:spPr>
          <a:xfrm>
            <a:off x="1128318" y="23019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p:txBody>
      </p:sp>
      <p:sp>
        <p:nvSpPr>
          <p:cNvPr id="1672" name="Google Shape;1672;p86"/>
          <p:cNvSpPr txBox="1"/>
          <p:nvPr/>
        </p:nvSpPr>
        <p:spPr>
          <a:xfrm>
            <a:off x="1751607" y="229856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32</a:t>
            </a:r>
            <a:endParaRPr sz="1800">
              <a:solidFill>
                <a:schemeClr val="dk1"/>
              </a:solidFill>
              <a:latin typeface="Lexend"/>
              <a:ea typeface="Lexend"/>
              <a:cs typeface="Lexend"/>
              <a:sym typeface="Lexend"/>
            </a:endParaRPr>
          </a:p>
        </p:txBody>
      </p:sp>
      <p:sp>
        <p:nvSpPr>
          <p:cNvPr id="1673" name="Google Shape;1673;p86"/>
          <p:cNvSpPr txBox="1"/>
          <p:nvPr/>
        </p:nvSpPr>
        <p:spPr>
          <a:xfrm>
            <a:off x="2347518" y="230199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1674" name="Google Shape;1674;p86"/>
          <p:cNvSpPr txBox="1"/>
          <p:nvPr/>
        </p:nvSpPr>
        <p:spPr>
          <a:xfrm>
            <a:off x="2970807" y="229856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64</a:t>
            </a:r>
            <a:endParaRPr sz="1800">
              <a:solidFill>
                <a:schemeClr val="dk1"/>
              </a:solidFill>
              <a:latin typeface="Lexend"/>
              <a:ea typeface="Lexend"/>
              <a:cs typeface="Lexend"/>
              <a:sym typeface="Lexend"/>
            </a:endParaRPr>
          </a:p>
        </p:txBody>
      </p:sp>
      <p:sp>
        <p:nvSpPr>
          <p:cNvPr id="1675" name="Google Shape;1675;p86"/>
          <p:cNvSpPr txBox="1"/>
          <p:nvPr/>
        </p:nvSpPr>
        <p:spPr>
          <a:xfrm>
            <a:off x="1614877" y="41213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p:txBody>
      </p:sp>
      <p:sp>
        <p:nvSpPr>
          <p:cNvPr id="1676" name="Google Shape;1676;p86"/>
          <p:cNvSpPr txBox="1"/>
          <p:nvPr/>
        </p:nvSpPr>
        <p:spPr>
          <a:xfrm>
            <a:off x="3761732" y="412130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42</a:t>
            </a:r>
            <a:endParaRPr sz="1800">
              <a:solidFill>
                <a:schemeClr val="dk1"/>
              </a:solidFill>
              <a:latin typeface="Lexend"/>
              <a:ea typeface="Lexend"/>
              <a:cs typeface="Lexend"/>
              <a:sym typeface="Lexend"/>
            </a:endParaRPr>
          </a:p>
        </p:txBody>
      </p:sp>
      <p:sp>
        <p:nvSpPr>
          <p:cNvPr id="1677" name="Google Shape;1677;p86"/>
          <p:cNvSpPr txBox="1"/>
          <p:nvPr/>
        </p:nvSpPr>
        <p:spPr>
          <a:xfrm>
            <a:off x="4797775" y="410375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56</a:t>
            </a:r>
            <a:endParaRPr sz="1800">
              <a:solidFill>
                <a:schemeClr val="dk1"/>
              </a:solidFill>
              <a:latin typeface="Lexend"/>
              <a:ea typeface="Lexend"/>
              <a:cs typeface="Lexend"/>
              <a:sym typeface="Lexend"/>
            </a:endParaRPr>
          </a:p>
        </p:txBody>
      </p:sp>
      <p:sp>
        <p:nvSpPr>
          <p:cNvPr id="1678" name="Google Shape;1678;p86"/>
          <p:cNvSpPr txBox="1"/>
          <p:nvPr/>
        </p:nvSpPr>
        <p:spPr>
          <a:xfrm>
            <a:off x="5712175" y="410375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679" name="Google Shape;1679;p86"/>
          <p:cNvSpPr txBox="1"/>
          <p:nvPr/>
        </p:nvSpPr>
        <p:spPr>
          <a:xfrm>
            <a:off x="2681677" y="412131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28</a:t>
            </a:r>
            <a:endParaRPr sz="1800">
              <a:solidFill>
                <a:schemeClr val="dk1"/>
              </a:solidFill>
              <a:latin typeface="Lexend"/>
              <a:ea typeface="Lexend"/>
              <a:cs typeface="Lexend"/>
              <a:sym typeface="Lexend"/>
            </a:endParaRPr>
          </a:p>
        </p:txBody>
      </p:sp>
      <p:sp>
        <p:nvSpPr>
          <p:cNvPr id="1680" name="Google Shape;1680;p86"/>
          <p:cNvSpPr txBox="1"/>
          <p:nvPr>
            <p:ph idx="1" type="body"/>
          </p:nvPr>
        </p:nvSpPr>
        <p:spPr>
          <a:xfrm>
            <a:off x="324000" y="683100"/>
            <a:ext cx="8237700" cy="9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F</a:t>
            </a:r>
            <a:r>
              <a:rPr lang="en-GB" sz="1800"/>
              <a:t>ill in the missing information</a:t>
            </a:r>
            <a:r>
              <a:rPr lang="en-GB" sz="1800">
                <a:solidFill>
                  <a:schemeClr val="accent4"/>
                </a:solidFill>
              </a:rPr>
              <a:t> (including arrows) </a:t>
            </a:r>
            <a:r>
              <a:rPr lang="en-GB" sz="1800"/>
              <a:t>using the scaling diagrams.</a:t>
            </a:r>
            <a:endParaRPr sz="1800"/>
          </a:p>
        </p:txBody>
      </p:sp>
      <p:grpSp>
        <p:nvGrpSpPr>
          <p:cNvPr id="1681" name="Google Shape;1681;p86"/>
          <p:cNvGrpSpPr/>
          <p:nvPr/>
        </p:nvGrpSpPr>
        <p:grpSpPr>
          <a:xfrm>
            <a:off x="1456300" y="1261150"/>
            <a:ext cx="2921050" cy="358500"/>
            <a:chOff x="1303900" y="1261150"/>
            <a:chExt cx="2921050" cy="358500"/>
          </a:xfrm>
        </p:grpSpPr>
        <p:sp>
          <p:nvSpPr>
            <p:cNvPr id="1682" name="Google Shape;1682;p86"/>
            <p:cNvSpPr/>
            <p:nvPr/>
          </p:nvSpPr>
          <p:spPr>
            <a:xfrm>
              <a:off x="1303900" y="12611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3" name="Google Shape;1683;p86"/>
            <p:cNvSpPr/>
            <p:nvPr/>
          </p:nvSpPr>
          <p:spPr>
            <a:xfrm>
              <a:off x="2138900" y="12611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4" name="Google Shape;1684;p86"/>
            <p:cNvSpPr/>
            <p:nvPr/>
          </p:nvSpPr>
          <p:spPr>
            <a:xfrm>
              <a:off x="2998225" y="12611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5" name="Google Shape;1685;p86"/>
            <p:cNvSpPr/>
            <p:nvPr/>
          </p:nvSpPr>
          <p:spPr>
            <a:xfrm>
              <a:off x="3825350" y="12611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686" name="Google Shape;1686;p86"/>
          <p:cNvGrpSpPr/>
          <p:nvPr/>
        </p:nvGrpSpPr>
        <p:grpSpPr>
          <a:xfrm>
            <a:off x="1128325" y="2349750"/>
            <a:ext cx="2251800" cy="358500"/>
            <a:chOff x="975925" y="2349750"/>
            <a:chExt cx="2251800" cy="358500"/>
          </a:xfrm>
        </p:grpSpPr>
        <p:sp>
          <p:nvSpPr>
            <p:cNvPr id="1687" name="Google Shape;1687;p86"/>
            <p:cNvSpPr/>
            <p:nvPr/>
          </p:nvSpPr>
          <p:spPr>
            <a:xfrm>
              <a:off x="975925" y="23497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8" name="Google Shape;1688;p86"/>
            <p:cNvSpPr/>
            <p:nvPr/>
          </p:nvSpPr>
          <p:spPr>
            <a:xfrm>
              <a:off x="1585525" y="23497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9" name="Google Shape;1689;p86"/>
            <p:cNvSpPr/>
            <p:nvPr/>
          </p:nvSpPr>
          <p:spPr>
            <a:xfrm>
              <a:off x="2220438" y="23497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0" name="Google Shape;1690;p86"/>
            <p:cNvSpPr/>
            <p:nvPr/>
          </p:nvSpPr>
          <p:spPr>
            <a:xfrm>
              <a:off x="2828125" y="2349750"/>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91" name="Google Shape;1691;p86"/>
          <p:cNvSpPr/>
          <p:nvPr/>
        </p:nvSpPr>
        <p:spPr>
          <a:xfrm>
            <a:off x="8349400" y="1530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92" name="Google Shape;1692;p86"/>
          <p:cNvGrpSpPr/>
          <p:nvPr/>
        </p:nvGrpSpPr>
        <p:grpSpPr>
          <a:xfrm>
            <a:off x="1333475" y="3061688"/>
            <a:ext cx="6521350" cy="358500"/>
            <a:chOff x="1181075" y="3061688"/>
            <a:chExt cx="6521350" cy="358500"/>
          </a:xfrm>
        </p:grpSpPr>
        <p:sp>
          <p:nvSpPr>
            <p:cNvPr id="1693" name="Google Shape;1693;p86"/>
            <p:cNvSpPr/>
            <p:nvPr/>
          </p:nvSpPr>
          <p:spPr>
            <a:xfrm>
              <a:off x="194970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4" name="Google Shape;1694;p86"/>
            <p:cNvSpPr/>
            <p:nvPr/>
          </p:nvSpPr>
          <p:spPr>
            <a:xfrm>
              <a:off x="345560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5" name="Google Shape;1695;p86"/>
            <p:cNvSpPr/>
            <p:nvPr/>
          </p:nvSpPr>
          <p:spPr>
            <a:xfrm>
              <a:off x="269962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6" name="Google Shape;1696;p86"/>
            <p:cNvSpPr/>
            <p:nvPr/>
          </p:nvSpPr>
          <p:spPr>
            <a:xfrm>
              <a:off x="118107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7" name="Google Shape;1697;p86"/>
            <p:cNvSpPr/>
            <p:nvPr/>
          </p:nvSpPr>
          <p:spPr>
            <a:xfrm>
              <a:off x="4236650"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8" name="Google Shape;1698;p86"/>
            <p:cNvSpPr/>
            <p:nvPr/>
          </p:nvSpPr>
          <p:spPr>
            <a:xfrm>
              <a:off x="506667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9" name="Google Shape;1699;p86"/>
            <p:cNvSpPr/>
            <p:nvPr/>
          </p:nvSpPr>
          <p:spPr>
            <a:xfrm>
              <a:off x="5810813"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0" name="Google Shape;1700;p86"/>
            <p:cNvSpPr/>
            <p:nvPr/>
          </p:nvSpPr>
          <p:spPr>
            <a:xfrm>
              <a:off x="6557438"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1" name="Google Shape;1701;p86"/>
            <p:cNvSpPr/>
            <p:nvPr/>
          </p:nvSpPr>
          <p:spPr>
            <a:xfrm>
              <a:off x="7302825" y="30616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02" name="Google Shape;1702;p86"/>
          <p:cNvGrpSpPr/>
          <p:nvPr/>
        </p:nvGrpSpPr>
        <p:grpSpPr>
          <a:xfrm>
            <a:off x="1589613" y="4162138"/>
            <a:ext cx="3559975" cy="369175"/>
            <a:chOff x="1485000" y="4197188"/>
            <a:chExt cx="3559975" cy="369175"/>
          </a:xfrm>
        </p:grpSpPr>
        <p:sp>
          <p:nvSpPr>
            <p:cNvPr id="1703" name="Google Shape;1703;p86"/>
            <p:cNvSpPr/>
            <p:nvPr/>
          </p:nvSpPr>
          <p:spPr>
            <a:xfrm>
              <a:off x="1485000" y="4207863"/>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4" name="Google Shape;1704;p86"/>
            <p:cNvSpPr/>
            <p:nvPr/>
          </p:nvSpPr>
          <p:spPr>
            <a:xfrm>
              <a:off x="2547163" y="4207863"/>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5" name="Google Shape;1705;p86"/>
            <p:cNvSpPr/>
            <p:nvPr/>
          </p:nvSpPr>
          <p:spPr>
            <a:xfrm>
              <a:off x="3596275" y="4197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6" name="Google Shape;1706;p86"/>
            <p:cNvSpPr/>
            <p:nvPr/>
          </p:nvSpPr>
          <p:spPr>
            <a:xfrm>
              <a:off x="4645375" y="4197188"/>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707" name="Google Shape;1707;p86"/>
          <p:cNvCxnSpPr/>
          <p:nvPr/>
        </p:nvCxnSpPr>
        <p:spPr>
          <a:xfrm flipH="1">
            <a:off x="1377175" y="1832425"/>
            <a:ext cx="244800" cy="317400"/>
          </a:xfrm>
          <a:prstGeom prst="straightConnector1">
            <a:avLst/>
          </a:prstGeom>
          <a:noFill/>
          <a:ln cap="flat" cmpd="sng" w="19050">
            <a:solidFill>
              <a:schemeClr val="dk1"/>
            </a:solidFill>
            <a:prstDash val="solid"/>
            <a:round/>
            <a:headEnd len="med" w="med" type="none"/>
            <a:tailEnd len="med" w="med" type="triangle"/>
          </a:ln>
        </p:spPr>
      </p:cxnSp>
      <p:cxnSp>
        <p:nvCxnSpPr>
          <p:cNvPr id="1708" name="Google Shape;1708;p86"/>
          <p:cNvCxnSpPr/>
          <p:nvPr/>
        </p:nvCxnSpPr>
        <p:spPr>
          <a:xfrm flipH="1">
            <a:off x="2002838" y="1826000"/>
            <a:ext cx="424800" cy="333000"/>
          </a:xfrm>
          <a:prstGeom prst="straightConnector1">
            <a:avLst/>
          </a:prstGeom>
          <a:noFill/>
          <a:ln cap="flat" cmpd="sng" w="19050">
            <a:solidFill>
              <a:schemeClr val="dk1"/>
            </a:solidFill>
            <a:prstDash val="solid"/>
            <a:round/>
            <a:headEnd len="med" w="med" type="none"/>
            <a:tailEnd len="med" w="med" type="triangle"/>
          </a:ln>
        </p:spPr>
      </p:cxnSp>
      <p:cxnSp>
        <p:nvCxnSpPr>
          <p:cNvPr id="1709" name="Google Shape;1709;p86"/>
          <p:cNvCxnSpPr/>
          <p:nvPr/>
        </p:nvCxnSpPr>
        <p:spPr>
          <a:xfrm flipH="1">
            <a:off x="2647150" y="1827200"/>
            <a:ext cx="719700" cy="331800"/>
          </a:xfrm>
          <a:prstGeom prst="straightConnector1">
            <a:avLst/>
          </a:prstGeom>
          <a:noFill/>
          <a:ln cap="flat" cmpd="sng" w="19050">
            <a:solidFill>
              <a:schemeClr val="dk1"/>
            </a:solidFill>
            <a:prstDash val="solid"/>
            <a:round/>
            <a:headEnd len="med" w="med" type="none"/>
            <a:tailEnd len="med" w="med" type="triangle"/>
          </a:ln>
        </p:spPr>
      </p:cxnSp>
      <p:cxnSp>
        <p:nvCxnSpPr>
          <p:cNvPr id="1710" name="Google Shape;1710;p86"/>
          <p:cNvCxnSpPr/>
          <p:nvPr/>
        </p:nvCxnSpPr>
        <p:spPr>
          <a:xfrm flipH="1">
            <a:off x="3248007" y="1856667"/>
            <a:ext cx="922200" cy="328200"/>
          </a:xfrm>
          <a:prstGeom prst="straightConnector1">
            <a:avLst/>
          </a:prstGeom>
          <a:noFill/>
          <a:ln cap="flat" cmpd="sng" w="19050">
            <a:solidFill>
              <a:schemeClr val="dk1"/>
            </a:solidFill>
            <a:prstDash val="solid"/>
            <a:round/>
            <a:headEnd len="med" w="med" type="none"/>
            <a:tailEnd len="med" w="med" type="triangle"/>
          </a:ln>
        </p:spPr>
      </p:cxnSp>
      <p:cxnSp>
        <p:nvCxnSpPr>
          <p:cNvPr id="1711" name="Google Shape;1711;p86"/>
          <p:cNvCxnSpPr/>
          <p:nvPr/>
        </p:nvCxnSpPr>
        <p:spPr>
          <a:xfrm flipH="1">
            <a:off x="3845482" y="1857242"/>
            <a:ext cx="1194600" cy="327600"/>
          </a:xfrm>
          <a:prstGeom prst="straightConnector1">
            <a:avLst/>
          </a:prstGeom>
          <a:noFill/>
          <a:ln cap="flat" cmpd="sng" w="19050">
            <a:solidFill>
              <a:schemeClr val="dk1"/>
            </a:solidFill>
            <a:prstDash val="solid"/>
            <a:round/>
            <a:headEnd len="med" w="med" type="none"/>
            <a:tailEnd len="med" w="med" type="triangle"/>
          </a:ln>
        </p:spPr>
      </p:cxnSp>
      <p:cxnSp>
        <p:nvCxnSpPr>
          <p:cNvPr id="1712" name="Google Shape;1712;p86"/>
          <p:cNvCxnSpPr/>
          <p:nvPr/>
        </p:nvCxnSpPr>
        <p:spPr>
          <a:xfrm flipH="1">
            <a:off x="2614325" y="1818800"/>
            <a:ext cx="719700" cy="331800"/>
          </a:xfrm>
          <a:prstGeom prst="straightConnector1">
            <a:avLst/>
          </a:prstGeom>
          <a:noFill/>
          <a:ln cap="flat" cmpd="sng" w="28575">
            <a:solidFill>
              <a:schemeClr val="accent4"/>
            </a:solidFill>
            <a:prstDash val="solid"/>
            <a:round/>
            <a:headEnd len="med" w="med" type="none"/>
            <a:tailEnd len="med" w="med" type="triangle"/>
          </a:ln>
        </p:spPr>
      </p:cxnSp>
      <p:cxnSp>
        <p:nvCxnSpPr>
          <p:cNvPr id="1713" name="Google Shape;1713;p86"/>
          <p:cNvCxnSpPr/>
          <p:nvPr/>
        </p:nvCxnSpPr>
        <p:spPr>
          <a:xfrm flipH="1">
            <a:off x="1819125" y="3657525"/>
            <a:ext cx="476400" cy="332100"/>
          </a:xfrm>
          <a:prstGeom prst="straightConnector1">
            <a:avLst/>
          </a:prstGeom>
          <a:noFill/>
          <a:ln cap="flat" cmpd="sng" w="19050">
            <a:solidFill>
              <a:schemeClr val="dk1"/>
            </a:solidFill>
            <a:prstDash val="solid"/>
            <a:round/>
            <a:headEnd len="med" w="med" type="none"/>
            <a:tailEnd len="med" w="med" type="triangle"/>
          </a:ln>
        </p:spPr>
      </p:cxnSp>
      <p:cxnSp>
        <p:nvCxnSpPr>
          <p:cNvPr id="1714" name="Google Shape;1714;p86"/>
          <p:cNvCxnSpPr/>
          <p:nvPr/>
        </p:nvCxnSpPr>
        <p:spPr>
          <a:xfrm flipH="1">
            <a:off x="2865950" y="3663775"/>
            <a:ext cx="977400" cy="351000"/>
          </a:xfrm>
          <a:prstGeom prst="straightConnector1">
            <a:avLst/>
          </a:prstGeom>
          <a:noFill/>
          <a:ln cap="flat" cmpd="sng" w="19050">
            <a:solidFill>
              <a:schemeClr val="dk1"/>
            </a:solidFill>
            <a:prstDash val="solid"/>
            <a:round/>
            <a:headEnd len="med" w="med" type="none"/>
            <a:tailEnd len="med" w="med" type="triangle"/>
          </a:ln>
        </p:spPr>
      </p:cxnSp>
      <p:cxnSp>
        <p:nvCxnSpPr>
          <p:cNvPr id="1715" name="Google Shape;1715;p86"/>
          <p:cNvCxnSpPr/>
          <p:nvPr/>
        </p:nvCxnSpPr>
        <p:spPr>
          <a:xfrm flipH="1">
            <a:off x="3924850" y="3644975"/>
            <a:ext cx="1447500" cy="345000"/>
          </a:xfrm>
          <a:prstGeom prst="straightConnector1">
            <a:avLst/>
          </a:prstGeom>
          <a:noFill/>
          <a:ln cap="flat" cmpd="sng" w="19050">
            <a:solidFill>
              <a:schemeClr val="dk1"/>
            </a:solidFill>
            <a:prstDash val="solid"/>
            <a:round/>
            <a:headEnd len="med" w="med" type="none"/>
            <a:tailEnd len="med" w="med" type="triangle"/>
          </a:ln>
        </p:spPr>
      </p:cxnSp>
      <p:cxnSp>
        <p:nvCxnSpPr>
          <p:cNvPr id="1716" name="Google Shape;1716;p86"/>
          <p:cNvCxnSpPr/>
          <p:nvPr/>
        </p:nvCxnSpPr>
        <p:spPr>
          <a:xfrm flipH="1">
            <a:off x="4989700" y="3644975"/>
            <a:ext cx="1924200" cy="354900"/>
          </a:xfrm>
          <a:prstGeom prst="straightConnector1">
            <a:avLst/>
          </a:prstGeom>
          <a:noFill/>
          <a:ln cap="flat" cmpd="sng" w="19050">
            <a:solidFill>
              <a:schemeClr val="dk1"/>
            </a:solidFill>
            <a:prstDash val="solid"/>
            <a:round/>
            <a:headEnd len="med" w="med" type="none"/>
            <a:tailEnd len="med" w="med" type="triangle"/>
          </a:ln>
        </p:spPr>
      </p:cxnSp>
      <p:cxnSp>
        <p:nvCxnSpPr>
          <p:cNvPr id="1717" name="Google Shape;1717;p86"/>
          <p:cNvCxnSpPr/>
          <p:nvPr/>
        </p:nvCxnSpPr>
        <p:spPr>
          <a:xfrm flipH="1">
            <a:off x="6033375" y="3670050"/>
            <a:ext cx="2397000" cy="324900"/>
          </a:xfrm>
          <a:prstGeom prst="straightConnector1">
            <a:avLst/>
          </a:prstGeom>
          <a:noFill/>
          <a:ln cap="flat" cmpd="sng" w="19050">
            <a:solidFill>
              <a:schemeClr val="dk1"/>
            </a:solidFill>
            <a:prstDash val="solid"/>
            <a:round/>
            <a:headEnd len="med" w="med" type="none"/>
            <a:tailEnd len="med" w="med" type="triangle"/>
          </a:ln>
        </p:spPr>
      </p:cxnSp>
      <p:sp>
        <p:nvSpPr>
          <p:cNvPr id="1718" name="Google Shape;1718;p86"/>
          <p:cNvSpPr/>
          <p:nvPr/>
        </p:nvSpPr>
        <p:spPr>
          <a:xfrm>
            <a:off x="7988075" y="2597875"/>
            <a:ext cx="399600" cy="3585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19" name="Google Shape;1719;p86"/>
          <p:cNvCxnSpPr/>
          <p:nvPr/>
        </p:nvCxnSpPr>
        <p:spPr>
          <a:xfrm flipH="1">
            <a:off x="2922700" y="3631548"/>
            <a:ext cx="977400" cy="351000"/>
          </a:xfrm>
          <a:prstGeom prst="straightConnector1">
            <a:avLst/>
          </a:prstGeom>
          <a:noFill/>
          <a:ln cap="flat" cmpd="sng" w="28575">
            <a:solidFill>
              <a:schemeClr val="accent4"/>
            </a:solidFill>
            <a:prstDash val="solid"/>
            <a:round/>
            <a:headEnd len="med" w="med" type="none"/>
            <a:tailEnd len="med" w="med" type="triangle"/>
          </a:ln>
        </p:spPr>
      </p:cxnSp>
      <p:sp>
        <p:nvSpPr>
          <p:cNvPr id="1720" name="Google Shape;1720;p86"/>
          <p:cNvSpPr txBox="1"/>
          <p:nvPr/>
        </p:nvSpPr>
        <p:spPr>
          <a:xfrm>
            <a:off x="228600" y="1205800"/>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721" name="Google Shape;1721;p86"/>
          <p:cNvSpPr txBox="1"/>
          <p:nvPr/>
        </p:nvSpPr>
        <p:spPr>
          <a:xfrm>
            <a:off x="228600" y="3141375"/>
            <a:ext cx="5415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8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Scaling diagrams</a:t>
            </a:r>
            <a:endParaRPr/>
          </a:p>
        </p:txBody>
      </p:sp>
      <p:sp>
        <p:nvSpPr>
          <p:cNvPr id="1727" name="Google Shape;1727;p8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1728" name="Google Shape;1728;p8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Scaling diagrams for multiplicative relationships</a:t>
            </a:r>
            <a:endParaRPr/>
          </a:p>
        </p:txBody>
      </p:sp>
      <p:pic>
        <p:nvPicPr>
          <p:cNvPr id="1729" name="Google Shape;1729;p87"/>
          <p:cNvPicPr preferRelativeResize="0"/>
          <p:nvPr/>
        </p:nvPicPr>
        <p:blipFill>
          <a:blip r:embed="rId3">
            <a:alphaModFix/>
          </a:blip>
          <a:stretch>
            <a:fillRect/>
          </a:stretch>
        </p:blipFill>
        <p:spPr>
          <a:xfrm>
            <a:off x="415950" y="2988375"/>
            <a:ext cx="450575" cy="44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1735" name="Google Shape;1735;p88"/>
          <p:cNvSpPr txBox="1"/>
          <p:nvPr>
            <p:ph idx="1" type="body"/>
          </p:nvPr>
        </p:nvSpPr>
        <p:spPr>
          <a:xfrm>
            <a:off x="324000" y="759300"/>
            <a:ext cx="8266800" cy="223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We can also find percentages of amounts using scaling diagrams.</a:t>
            </a:r>
            <a:endParaRPr sz="2100"/>
          </a:p>
          <a:p>
            <a:pPr indent="0" lvl="0" marL="0" rtl="0" algn="l">
              <a:spcBef>
                <a:spcPts val="1000"/>
              </a:spcBef>
              <a:spcAft>
                <a:spcPts val="0"/>
              </a:spcAft>
              <a:buNone/>
            </a:pPr>
            <a:r>
              <a:t/>
            </a:r>
            <a:endParaRPr sz="2100"/>
          </a:p>
          <a:p>
            <a:pPr indent="0" lvl="0" marL="0" rtl="0" algn="l">
              <a:spcBef>
                <a:spcPts val="1000"/>
              </a:spcBef>
              <a:spcAft>
                <a:spcPts val="1000"/>
              </a:spcAft>
              <a:buNone/>
            </a:pPr>
            <a:r>
              <a:t/>
            </a:r>
            <a:endParaRPr sz="2100"/>
          </a:p>
        </p:txBody>
      </p:sp>
      <p:graphicFrame>
        <p:nvGraphicFramePr>
          <p:cNvPr id="1736" name="Google Shape;1736;p88"/>
          <p:cNvGraphicFramePr/>
          <p:nvPr/>
        </p:nvGraphicFramePr>
        <p:xfrm>
          <a:off x="806950" y="26107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737" name="Google Shape;1737;p88"/>
          <p:cNvSpPr txBox="1"/>
          <p:nvPr/>
        </p:nvSpPr>
        <p:spPr>
          <a:xfrm>
            <a:off x="4362800" y="35820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738" name="Google Shape;1738;p88"/>
          <p:cNvCxnSpPr/>
          <p:nvPr/>
        </p:nvCxnSpPr>
        <p:spPr>
          <a:xfrm>
            <a:off x="808092" y="3471365"/>
            <a:ext cx="4241100" cy="1500"/>
          </a:xfrm>
          <a:prstGeom prst="straightConnector1">
            <a:avLst/>
          </a:prstGeom>
          <a:noFill/>
          <a:ln cap="flat" cmpd="sng" w="38100">
            <a:solidFill>
              <a:schemeClr val="dk1"/>
            </a:solidFill>
            <a:prstDash val="solid"/>
            <a:round/>
            <a:headEnd len="med" w="med" type="none"/>
            <a:tailEnd len="med" w="med" type="triangle"/>
          </a:ln>
        </p:spPr>
      </p:cxnSp>
      <p:cxnSp>
        <p:nvCxnSpPr>
          <p:cNvPr id="1739" name="Google Shape;1739;p88"/>
          <p:cNvCxnSpPr/>
          <p:nvPr/>
        </p:nvCxnSpPr>
        <p:spPr>
          <a:xfrm>
            <a:off x="803475" y="2609150"/>
            <a:ext cx="4800" cy="1276500"/>
          </a:xfrm>
          <a:prstGeom prst="straightConnector1">
            <a:avLst/>
          </a:prstGeom>
          <a:noFill/>
          <a:ln cap="flat" cmpd="sng" w="38100">
            <a:solidFill>
              <a:schemeClr val="dk1"/>
            </a:solidFill>
            <a:prstDash val="solid"/>
            <a:round/>
            <a:headEnd len="med" w="med" type="none"/>
            <a:tailEnd len="med" w="med" type="none"/>
          </a:ln>
        </p:spPr>
      </p:cxnSp>
      <p:cxnSp>
        <p:nvCxnSpPr>
          <p:cNvPr id="1740" name="Google Shape;1740;p88"/>
          <p:cNvCxnSpPr/>
          <p:nvPr/>
        </p:nvCxnSpPr>
        <p:spPr>
          <a:xfrm>
            <a:off x="1093275" y="2751650"/>
            <a:ext cx="3898200" cy="0"/>
          </a:xfrm>
          <a:prstGeom prst="straightConnector1">
            <a:avLst/>
          </a:prstGeom>
          <a:noFill/>
          <a:ln cap="flat" cmpd="sng" w="38100">
            <a:solidFill>
              <a:schemeClr val="lt1"/>
            </a:solidFill>
            <a:prstDash val="solid"/>
            <a:round/>
            <a:headEnd len="med" w="med" type="none"/>
            <a:tailEnd len="med" w="med" type="none"/>
          </a:ln>
        </p:spPr>
      </p:cxnSp>
      <p:cxnSp>
        <p:nvCxnSpPr>
          <p:cNvPr id="1741" name="Google Shape;1741;p88"/>
          <p:cNvCxnSpPr/>
          <p:nvPr/>
        </p:nvCxnSpPr>
        <p:spPr>
          <a:xfrm>
            <a:off x="1126125" y="3696350"/>
            <a:ext cx="3898200" cy="0"/>
          </a:xfrm>
          <a:prstGeom prst="straightConnector1">
            <a:avLst/>
          </a:prstGeom>
          <a:noFill/>
          <a:ln cap="flat" cmpd="sng" w="38100">
            <a:solidFill>
              <a:schemeClr val="lt1"/>
            </a:solidFill>
            <a:prstDash val="solid"/>
            <a:round/>
            <a:headEnd len="med" w="med" type="none"/>
            <a:tailEnd len="med" w="med" type="none"/>
          </a:ln>
        </p:spPr>
      </p:cxnSp>
      <p:sp>
        <p:nvSpPr>
          <p:cNvPr id="1742" name="Google Shape;1742;p88"/>
          <p:cNvSpPr txBox="1"/>
          <p:nvPr/>
        </p:nvSpPr>
        <p:spPr>
          <a:xfrm>
            <a:off x="4695100" y="26575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743" name="Google Shape;1743;p88"/>
          <p:cNvSpPr txBox="1"/>
          <p:nvPr/>
        </p:nvSpPr>
        <p:spPr>
          <a:xfrm>
            <a:off x="5055525" y="3271538"/>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744" name="Google Shape;1744;p88"/>
          <p:cNvCxnSpPr/>
          <p:nvPr/>
        </p:nvCxnSpPr>
        <p:spPr>
          <a:xfrm>
            <a:off x="1120379" y="41584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745" name="Google Shape;1745;p88"/>
          <p:cNvGraphicFramePr/>
          <p:nvPr/>
        </p:nvGraphicFramePr>
        <p:xfrm>
          <a:off x="806954" y="37128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1746" name="Google Shape;1746;p88"/>
          <p:cNvCxnSpPr/>
          <p:nvPr/>
        </p:nvCxnSpPr>
        <p:spPr>
          <a:xfrm>
            <a:off x="802575" y="3664975"/>
            <a:ext cx="0" cy="682800"/>
          </a:xfrm>
          <a:prstGeom prst="straightConnector1">
            <a:avLst/>
          </a:prstGeom>
          <a:noFill/>
          <a:ln cap="flat" cmpd="sng" w="38100">
            <a:solidFill>
              <a:schemeClr val="dk1"/>
            </a:solidFill>
            <a:prstDash val="solid"/>
            <a:round/>
            <a:headEnd len="med" w="med" type="none"/>
            <a:tailEnd len="med" w="med" type="none"/>
          </a:ln>
        </p:spPr>
      </p:cxnSp>
      <p:sp>
        <p:nvSpPr>
          <p:cNvPr id="1747" name="Google Shape;1747;p88"/>
          <p:cNvSpPr/>
          <p:nvPr/>
        </p:nvSpPr>
        <p:spPr>
          <a:xfrm>
            <a:off x="700425" y="30823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8" name="Google Shape;1748;p88"/>
          <p:cNvSpPr/>
          <p:nvPr/>
        </p:nvSpPr>
        <p:spPr>
          <a:xfrm>
            <a:off x="3437075" y="31549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9" name="Google Shape;1749;p88"/>
          <p:cNvSpPr/>
          <p:nvPr/>
        </p:nvSpPr>
        <p:spPr>
          <a:xfrm>
            <a:off x="564625" y="41306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0" name="Google Shape;1750;p88"/>
          <p:cNvSpPr/>
          <p:nvPr/>
        </p:nvSpPr>
        <p:spPr>
          <a:xfrm>
            <a:off x="685100" y="24689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1" name="Google Shape;1751;p88"/>
          <p:cNvSpPr txBox="1"/>
          <p:nvPr/>
        </p:nvSpPr>
        <p:spPr>
          <a:xfrm>
            <a:off x="658325" y="2440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752" name="Google Shape;1752;p88"/>
          <p:cNvSpPr txBox="1"/>
          <p:nvPr/>
        </p:nvSpPr>
        <p:spPr>
          <a:xfrm>
            <a:off x="658325" y="40076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753" name="Google Shape;1753;p88"/>
          <p:cNvSpPr txBox="1"/>
          <p:nvPr/>
        </p:nvSpPr>
        <p:spPr>
          <a:xfrm>
            <a:off x="945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754" name="Google Shape;1754;p88"/>
          <p:cNvSpPr txBox="1"/>
          <p:nvPr/>
        </p:nvSpPr>
        <p:spPr>
          <a:xfrm>
            <a:off x="1348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755" name="Google Shape;1755;p88"/>
          <p:cNvSpPr txBox="1"/>
          <p:nvPr/>
        </p:nvSpPr>
        <p:spPr>
          <a:xfrm>
            <a:off x="1707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756" name="Google Shape;1756;p88"/>
          <p:cNvSpPr txBox="1"/>
          <p:nvPr/>
        </p:nvSpPr>
        <p:spPr>
          <a:xfrm>
            <a:off x="2110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757" name="Google Shape;1757;p88"/>
          <p:cNvSpPr txBox="1"/>
          <p:nvPr/>
        </p:nvSpPr>
        <p:spPr>
          <a:xfrm>
            <a:off x="2469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758" name="Google Shape;1758;p88"/>
          <p:cNvSpPr txBox="1"/>
          <p:nvPr/>
        </p:nvSpPr>
        <p:spPr>
          <a:xfrm>
            <a:off x="2872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759" name="Google Shape;1759;p88"/>
          <p:cNvSpPr txBox="1"/>
          <p:nvPr/>
        </p:nvSpPr>
        <p:spPr>
          <a:xfrm>
            <a:off x="3231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760" name="Google Shape;1760;p88"/>
          <p:cNvSpPr txBox="1"/>
          <p:nvPr/>
        </p:nvSpPr>
        <p:spPr>
          <a:xfrm>
            <a:off x="3634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761" name="Google Shape;1761;p88"/>
          <p:cNvSpPr txBox="1"/>
          <p:nvPr/>
        </p:nvSpPr>
        <p:spPr>
          <a:xfrm>
            <a:off x="4015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762" name="Google Shape;1762;p88"/>
          <p:cNvSpPr txBox="1"/>
          <p:nvPr/>
        </p:nvSpPr>
        <p:spPr>
          <a:xfrm>
            <a:off x="1366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763" name="Google Shape;1763;p88"/>
          <p:cNvSpPr txBox="1"/>
          <p:nvPr/>
        </p:nvSpPr>
        <p:spPr>
          <a:xfrm>
            <a:off x="2128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764" name="Google Shape;1764;p88"/>
          <p:cNvSpPr txBox="1"/>
          <p:nvPr/>
        </p:nvSpPr>
        <p:spPr>
          <a:xfrm>
            <a:off x="2904099" y="4023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765" name="Google Shape;1765;p88"/>
          <p:cNvSpPr txBox="1"/>
          <p:nvPr/>
        </p:nvSpPr>
        <p:spPr>
          <a:xfrm>
            <a:off x="3635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766" name="Google Shape;1766;p88"/>
          <p:cNvSpPr txBox="1"/>
          <p:nvPr/>
        </p:nvSpPr>
        <p:spPr>
          <a:xfrm>
            <a:off x="4397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767" name="Google Shape;1767;p88"/>
          <p:cNvSpPr txBox="1"/>
          <p:nvPr/>
        </p:nvSpPr>
        <p:spPr>
          <a:xfrm>
            <a:off x="5159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768" name="Google Shape;1768;p88"/>
          <p:cNvSpPr txBox="1"/>
          <p:nvPr/>
        </p:nvSpPr>
        <p:spPr>
          <a:xfrm>
            <a:off x="5997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769" name="Google Shape;1769;p88"/>
          <p:cNvSpPr txBox="1"/>
          <p:nvPr/>
        </p:nvSpPr>
        <p:spPr>
          <a:xfrm>
            <a:off x="6759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cxnSp>
        <p:nvCxnSpPr>
          <p:cNvPr id="1770" name="Google Shape;1770;p88"/>
          <p:cNvCxnSpPr/>
          <p:nvPr/>
        </p:nvCxnSpPr>
        <p:spPr>
          <a:xfrm>
            <a:off x="4641550" y="3043100"/>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1771" name="Google Shape;1771;p88"/>
          <p:cNvCxnSpPr/>
          <p:nvPr/>
        </p:nvCxnSpPr>
        <p:spPr>
          <a:xfrm>
            <a:off x="4255575" y="3049325"/>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1772" name="Google Shape;1772;p88"/>
          <p:cNvCxnSpPr/>
          <p:nvPr/>
        </p:nvCxnSpPr>
        <p:spPr>
          <a:xfrm>
            <a:off x="3828543" y="3036912"/>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1773" name="Google Shape;1773;p88"/>
          <p:cNvCxnSpPr/>
          <p:nvPr/>
        </p:nvCxnSpPr>
        <p:spPr>
          <a:xfrm>
            <a:off x="3496418" y="3034887"/>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1774" name="Google Shape;1774;p88"/>
          <p:cNvCxnSpPr/>
          <p:nvPr/>
        </p:nvCxnSpPr>
        <p:spPr>
          <a:xfrm>
            <a:off x="3104043" y="3023299"/>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1775" name="Google Shape;1775;p88"/>
          <p:cNvCxnSpPr/>
          <p:nvPr/>
        </p:nvCxnSpPr>
        <p:spPr>
          <a:xfrm>
            <a:off x="2721193" y="3037424"/>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1776" name="Google Shape;1776;p88"/>
          <p:cNvCxnSpPr/>
          <p:nvPr/>
        </p:nvCxnSpPr>
        <p:spPr>
          <a:xfrm>
            <a:off x="2350575" y="3059700"/>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1777" name="Google Shape;1777;p88"/>
          <p:cNvCxnSpPr/>
          <p:nvPr/>
        </p:nvCxnSpPr>
        <p:spPr>
          <a:xfrm>
            <a:off x="1938913" y="3043488"/>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1778" name="Google Shape;1778;p88"/>
          <p:cNvCxnSpPr/>
          <p:nvPr/>
        </p:nvCxnSpPr>
        <p:spPr>
          <a:xfrm>
            <a:off x="1568225" y="3036925"/>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1779" name="Google Shape;1779;p88"/>
          <p:cNvCxnSpPr/>
          <p:nvPr/>
        </p:nvCxnSpPr>
        <p:spPr>
          <a:xfrm flipH="1">
            <a:off x="800299" y="3062338"/>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1780" name="Google Shape;1780;p88"/>
          <p:cNvCxnSpPr/>
          <p:nvPr/>
        </p:nvCxnSpPr>
        <p:spPr>
          <a:xfrm>
            <a:off x="1187213" y="3050375"/>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1781" name="Google Shape;1781;p88"/>
          <p:cNvSpPr txBox="1"/>
          <p:nvPr/>
        </p:nvSpPr>
        <p:spPr>
          <a:xfrm>
            <a:off x="8411260" y="3654061"/>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782" name="Google Shape;1782;p88"/>
          <p:cNvSpPr txBox="1"/>
          <p:nvPr/>
        </p:nvSpPr>
        <p:spPr>
          <a:xfrm>
            <a:off x="8107811" y="402255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783" name="Google Shape;1783;p88"/>
          <p:cNvSpPr txBox="1"/>
          <p:nvPr/>
        </p:nvSpPr>
        <p:spPr>
          <a:xfrm>
            <a:off x="7448125" y="399419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1784" name="Google Shape;1784;p88"/>
          <p:cNvSpPr txBox="1"/>
          <p:nvPr/>
        </p:nvSpPr>
        <p:spPr>
          <a:xfrm>
            <a:off x="4362800" y="24521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89"/>
          <p:cNvSpPr txBox="1"/>
          <p:nvPr/>
        </p:nvSpPr>
        <p:spPr>
          <a:xfrm>
            <a:off x="8069065" y="40031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1790" name="Google Shape;1790;p89"/>
          <p:cNvGraphicFramePr/>
          <p:nvPr/>
        </p:nvGraphicFramePr>
        <p:xfrm>
          <a:off x="431979" y="3005759"/>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791" name="Google Shape;1791;p89"/>
          <p:cNvSpPr txBox="1"/>
          <p:nvPr/>
        </p:nvSpPr>
        <p:spPr>
          <a:xfrm>
            <a:off x="3987829" y="39770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792" name="Google Shape;1792;p89"/>
          <p:cNvCxnSpPr/>
          <p:nvPr/>
        </p:nvCxnSpPr>
        <p:spPr>
          <a:xfrm>
            <a:off x="428504" y="3004184"/>
            <a:ext cx="4800" cy="1276500"/>
          </a:xfrm>
          <a:prstGeom prst="straightConnector1">
            <a:avLst/>
          </a:prstGeom>
          <a:noFill/>
          <a:ln cap="flat" cmpd="sng" w="38100">
            <a:solidFill>
              <a:schemeClr val="dk1"/>
            </a:solidFill>
            <a:prstDash val="solid"/>
            <a:round/>
            <a:headEnd len="med" w="med" type="none"/>
            <a:tailEnd len="med" w="med" type="none"/>
          </a:ln>
        </p:spPr>
      </p:cxnSp>
      <p:sp>
        <p:nvSpPr>
          <p:cNvPr id="1793" name="Google Shape;1793;p89"/>
          <p:cNvSpPr txBox="1"/>
          <p:nvPr/>
        </p:nvSpPr>
        <p:spPr>
          <a:xfrm>
            <a:off x="4320129" y="3052597"/>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794" name="Google Shape;1794;p89"/>
          <p:cNvCxnSpPr/>
          <p:nvPr/>
        </p:nvCxnSpPr>
        <p:spPr>
          <a:xfrm>
            <a:off x="745408" y="4553484"/>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795" name="Google Shape;1795;p89"/>
          <p:cNvGraphicFramePr/>
          <p:nvPr/>
        </p:nvGraphicFramePr>
        <p:xfrm>
          <a:off x="431983" y="4107859"/>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1796" name="Google Shape;1796;p89"/>
          <p:cNvCxnSpPr/>
          <p:nvPr/>
        </p:nvCxnSpPr>
        <p:spPr>
          <a:xfrm>
            <a:off x="427604" y="4060009"/>
            <a:ext cx="0" cy="682800"/>
          </a:xfrm>
          <a:prstGeom prst="straightConnector1">
            <a:avLst/>
          </a:prstGeom>
          <a:noFill/>
          <a:ln cap="flat" cmpd="sng" w="38100">
            <a:solidFill>
              <a:schemeClr val="dk1"/>
            </a:solidFill>
            <a:prstDash val="solid"/>
            <a:round/>
            <a:headEnd len="med" w="med" type="none"/>
            <a:tailEnd len="med" w="med" type="none"/>
          </a:ln>
        </p:spPr>
      </p:cxnSp>
      <p:sp>
        <p:nvSpPr>
          <p:cNvPr id="1797" name="Google Shape;1797;p89"/>
          <p:cNvSpPr/>
          <p:nvPr/>
        </p:nvSpPr>
        <p:spPr>
          <a:xfrm>
            <a:off x="325454" y="3477409"/>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8" name="Google Shape;1798;p89"/>
          <p:cNvSpPr/>
          <p:nvPr/>
        </p:nvSpPr>
        <p:spPr>
          <a:xfrm>
            <a:off x="3062104" y="3550009"/>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9" name="Google Shape;1799;p89"/>
          <p:cNvSpPr/>
          <p:nvPr/>
        </p:nvSpPr>
        <p:spPr>
          <a:xfrm>
            <a:off x="189654" y="4525669"/>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0" name="Google Shape;1800;p89"/>
          <p:cNvSpPr txBox="1"/>
          <p:nvPr/>
        </p:nvSpPr>
        <p:spPr>
          <a:xfrm>
            <a:off x="283354" y="440263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801" name="Google Shape;1801;p89"/>
          <p:cNvSpPr txBox="1"/>
          <p:nvPr/>
        </p:nvSpPr>
        <p:spPr>
          <a:xfrm>
            <a:off x="3640890"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802" name="Google Shape;1802;p89"/>
          <p:cNvSpPr txBox="1"/>
          <p:nvPr/>
        </p:nvSpPr>
        <p:spPr>
          <a:xfrm>
            <a:off x="991874" y="440980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803" name="Google Shape;1803;p89"/>
          <p:cNvSpPr txBox="1"/>
          <p:nvPr/>
        </p:nvSpPr>
        <p:spPr>
          <a:xfrm>
            <a:off x="1753874" y="440980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804" name="Google Shape;1804;p89"/>
          <p:cNvSpPr txBox="1"/>
          <p:nvPr/>
        </p:nvSpPr>
        <p:spPr>
          <a:xfrm>
            <a:off x="2529129" y="441879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805" name="Google Shape;1805;p89"/>
          <p:cNvSpPr txBox="1"/>
          <p:nvPr/>
        </p:nvSpPr>
        <p:spPr>
          <a:xfrm>
            <a:off x="3260372" y="440124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806" name="Google Shape;1806;p89"/>
          <p:cNvSpPr txBox="1"/>
          <p:nvPr/>
        </p:nvSpPr>
        <p:spPr>
          <a:xfrm>
            <a:off x="4022372" y="440124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807" name="Google Shape;1807;p89"/>
          <p:cNvSpPr txBox="1"/>
          <p:nvPr/>
        </p:nvSpPr>
        <p:spPr>
          <a:xfrm>
            <a:off x="4784372" y="440124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808" name="Google Shape;1808;p89"/>
          <p:cNvSpPr txBox="1"/>
          <p:nvPr/>
        </p:nvSpPr>
        <p:spPr>
          <a:xfrm>
            <a:off x="5622572" y="440124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809" name="Google Shape;1809;p89"/>
          <p:cNvSpPr txBox="1"/>
          <p:nvPr/>
        </p:nvSpPr>
        <p:spPr>
          <a:xfrm>
            <a:off x="6384572" y="440124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cxnSp>
        <p:nvCxnSpPr>
          <p:cNvPr id="1810" name="Google Shape;1810;p89"/>
          <p:cNvCxnSpPr/>
          <p:nvPr/>
        </p:nvCxnSpPr>
        <p:spPr>
          <a:xfrm>
            <a:off x="4266579" y="3438134"/>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1811" name="Google Shape;1811;p89"/>
          <p:cNvCxnSpPr/>
          <p:nvPr/>
        </p:nvCxnSpPr>
        <p:spPr>
          <a:xfrm>
            <a:off x="3880604" y="3444359"/>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1812" name="Google Shape;1812;p89"/>
          <p:cNvCxnSpPr/>
          <p:nvPr/>
        </p:nvCxnSpPr>
        <p:spPr>
          <a:xfrm>
            <a:off x="3453572" y="3431946"/>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1813" name="Google Shape;1813;p89"/>
          <p:cNvCxnSpPr/>
          <p:nvPr/>
        </p:nvCxnSpPr>
        <p:spPr>
          <a:xfrm>
            <a:off x="3121447" y="3429921"/>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1814" name="Google Shape;1814;p89"/>
          <p:cNvCxnSpPr/>
          <p:nvPr/>
        </p:nvCxnSpPr>
        <p:spPr>
          <a:xfrm>
            <a:off x="2729072" y="3418333"/>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1815" name="Google Shape;1815;p89"/>
          <p:cNvCxnSpPr/>
          <p:nvPr/>
        </p:nvCxnSpPr>
        <p:spPr>
          <a:xfrm>
            <a:off x="2346222" y="3432458"/>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1816" name="Google Shape;1816;p89"/>
          <p:cNvCxnSpPr/>
          <p:nvPr/>
        </p:nvCxnSpPr>
        <p:spPr>
          <a:xfrm>
            <a:off x="1975604" y="3454734"/>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1817" name="Google Shape;1817;p89"/>
          <p:cNvCxnSpPr/>
          <p:nvPr/>
        </p:nvCxnSpPr>
        <p:spPr>
          <a:xfrm>
            <a:off x="1563942" y="3438522"/>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1818" name="Google Shape;1818;p89"/>
          <p:cNvCxnSpPr/>
          <p:nvPr/>
        </p:nvCxnSpPr>
        <p:spPr>
          <a:xfrm>
            <a:off x="1193254" y="3431959"/>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1819" name="Google Shape;1819;p89"/>
          <p:cNvCxnSpPr/>
          <p:nvPr/>
        </p:nvCxnSpPr>
        <p:spPr>
          <a:xfrm flipH="1">
            <a:off x="425328" y="3457372"/>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1820" name="Google Shape;1820;p89"/>
          <p:cNvCxnSpPr/>
          <p:nvPr/>
        </p:nvCxnSpPr>
        <p:spPr>
          <a:xfrm>
            <a:off x="812242" y="3445409"/>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1821" name="Google Shape;1821;p89"/>
          <p:cNvSpPr txBox="1"/>
          <p:nvPr/>
        </p:nvSpPr>
        <p:spPr>
          <a:xfrm>
            <a:off x="7770365" y="438924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
        <p:nvSpPr>
          <p:cNvPr id="1822" name="Google Shape;1822;p89"/>
          <p:cNvSpPr txBox="1"/>
          <p:nvPr/>
        </p:nvSpPr>
        <p:spPr>
          <a:xfrm>
            <a:off x="7073155" y="438923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1823" name="Google Shape;1823;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1824" name="Google Shape;1824;p89"/>
          <p:cNvSpPr txBox="1"/>
          <p:nvPr>
            <p:ph idx="1" type="body"/>
          </p:nvPr>
        </p:nvSpPr>
        <p:spPr>
          <a:xfrm>
            <a:off x="310125" y="723650"/>
            <a:ext cx="5720100" cy="89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Let’s start by putting the information from our scaling diagram into a ratio table.</a:t>
            </a:r>
            <a:endParaRPr sz="2100"/>
          </a:p>
        </p:txBody>
      </p:sp>
      <p:graphicFrame>
        <p:nvGraphicFramePr>
          <p:cNvPr id="1825" name="Google Shape;1825;p89"/>
          <p:cNvGraphicFramePr/>
          <p:nvPr/>
        </p:nvGraphicFramePr>
        <p:xfrm>
          <a:off x="6269800" y="7325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40825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26" name="Google Shape;1826;p89"/>
          <p:cNvGraphicFramePr/>
          <p:nvPr/>
        </p:nvGraphicFramePr>
        <p:xfrm>
          <a:off x="6269800" y="15490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27" name="Google Shape;1827;p89"/>
          <p:cNvGraphicFramePr/>
          <p:nvPr/>
        </p:nvGraphicFramePr>
        <p:xfrm>
          <a:off x="6269800" y="1948193"/>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28" name="Google Shape;1828;p89"/>
          <p:cNvGraphicFramePr/>
          <p:nvPr/>
        </p:nvGraphicFramePr>
        <p:xfrm>
          <a:off x="6269800" y="2356455"/>
          <a:ext cx="3000000" cy="3000000"/>
        </p:xfrm>
        <a:graphic>
          <a:graphicData uri="http://schemas.openxmlformats.org/drawingml/2006/table">
            <a:tbl>
              <a:tblPr>
                <a:noFill/>
                <a:tableStyleId>{59C14B37-5063-47A9-82DC-C1F6685F5BAC}</a:tableStyleId>
              </a:tblPr>
              <a:tblGrid>
                <a:gridCol w="1104875"/>
                <a:gridCol w="1104875"/>
              </a:tblGrid>
              <a:tr h="4024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829" name="Google Shape;1829;p89"/>
          <p:cNvSpPr txBox="1"/>
          <p:nvPr/>
        </p:nvSpPr>
        <p:spPr>
          <a:xfrm>
            <a:off x="6408000" y="16344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a:p>
        </p:txBody>
      </p:sp>
      <p:sp>
        <p:nvSpPr>
          <p:cNvPr id="1830" name="Google Shape;1830;p89"/>
          <p:cNvSpPr txBox="1"/>
          <p:nvPr/>
        </p:nvSpPr>
        <p:spPr>
          <a:xfrm>
            <a:off x="6392775" y="2003438"/>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a:p>
        </p:txBody>
      </p:sp>
      <p:sp>
        <p:nvSpPr>
          <p:cNvPr id="1831" name="Google Shape;1831;p89"/>
          <p:cNvSpPr txBox="1"/>
          <p:nvPr/>
        </p:nvSpPr>
        <p:spPr>
          <a:xfrm>
            <a:off x="6393600" y="2417538"/>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a:t>
            </a:r>
            <a:endParaRPr/>
          </a:p>
        </p:txBody>
      </p:sp>
      <p:sp>
        <p:nvSpPr>
          <p:cNvPr id="1832" name="Google Shape;1832;p89"/>
          <p:cNvSpPr txBox="1"/>
          <p:nvPr/>
        </p:nvSpPr>
        <p:spPr>
          <a:xfrm>
            <a:off x="3994742" y="281948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833" name="Google Shape;1833;p89"/>
          <p:cNvSpPr/>
          <p:nvPr/>
        </p:nvSpPr>
        <p:spPr>
          <a:xfrm>
            <a:off x="310129" y="2863959"/>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4" name="Google Shape;1834;p89"/>
          <p:cNvSpPr txBox="1"/>
          <p:nvPr/>
        </p:nvSpPr>
        <p:spPr>
          <a:xfrm>
            <a:off x="283354" y="283573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835" name="Google Shape;1835;p89"/>
          <p:cNvSpPr txBox="1"/>
          <p:nvPr/>
        </p:nvSpPr>
        <p:spPr>
          <a:xfrm>
            <a:off x="570642"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836" name="Google Shape;1836;p89"/>
          <p:cNvSpPr txBox="1"/>
          <p:nvPr/>
        </p:nvSpPr>
        <p:spPr>
          <a:xfrm>
            <a:off x="973890"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837" name="Google Shape;1837;p89"/>
          <p:cNvSpPr txBox="1"/>
          <p:nvPr/>
        </p:nvSpPr>
        <p:spPr>
          <a:xfrm>
            <a:off x="1332642"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838" name="Google Shape;1838;p89"/>
          <p:cNvSpPr txBox="1"/>
          <p:nvPr/>
        </p:nvSpPr>
        <p:spPr>
          <a:xfrm>
            <a:off x="1735890"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839" name="Google Shape;1839;p89"/>
          <p:cNvSpPr txBox="1"/>
          <p:nvPr/>
        </p:nvSpPr>
        <p:spPr>
          <a:xfrm>
            <a:off x="2094642"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840" name="Google Shape;1840;p89"/>
          <p:cNvSpPr txBox="1"/>
          <p:nvPr/>
        </p:nvSpPr>
        <p:spPr>
          <a:xfrm>
            <a:off x="2497890"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841" name="Google Shape;1841;p89"/>
          <p:cNvSpPr txBox="1"/>
          <p:nvPr/>
        </p:nvSpPr>
        <p:spPr>
          <a:xfrm>
            <a:off x="2856642"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842" name="Google Shape;1842;p89"/>
          <p:cNvSpPr txBox="1"/>
          <p:nvPr/>
        </p:nvSpPr>
        <p:spPr>
          <a:xfrm>
            <a:off x="3259890" y="283658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843" name="Google Shape;1843;p89"/>
          <p:cNvSpPr txBox="1"/>
          <p:nvPr/>
        </p:nvSpPr>
        <p:spPr>
          <a:xfrm>
            <a:off x="325450" y="1584075"/>
            <a:ext cx="6088500" cy="1158900"/>
          </a:xfrm>
          <a:prstGeom prst="rect">
            <a:avLst/>
          </a:prstGeom>
          <a:noFill/>
          <a:ln>
            <a:noFill/>
          </a:ln>
        </p:spPr>
        <p:txBody>
          <a:bodyPr anchorCtr="0" anchor="t" bIns="91425" lIns="0" spcFirstLastPara="1" rIns="91425" wrap="square" tIns="0">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As the amount and percentage are proportional, we have a constant multiplier. Can you see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graphicFrame>
        <p:nvGraphicFramePr>
          <p:cNvPr id="1848" name="Google Shape;1848;p90"/>
          <p:cNvGraphicFramePr/>
          <p:nvPr/>
        </p:nvGraphicFramePr>
        <p:xfrm>
          <a:off x="806950" y="26107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849" name="Google Shape;1849;p90"/>
          <p:cNvSpPr txBox="1"/>
          <p:nvPr/>
        </p:nvSpPr>
        <p:spPr>
          <a:xfrm>
            <a:off x="4362800" y="35820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850" name="Google Shape;1850;p90"/>
          <p:cNvCxnSpPr/>
          <p:nvPr/>
        </p:nvCxnSpPr>
        <p:spPr>
          <a:xfrm>
            <a:off x="803475" y="2609150"/>
            <a:ext cx="4800" cy="1276500"/>
          </a:xfrm>
          <a:prstGeom prst="straightConnector1">
            <a:avLst/>
          </a:prstGeom>
          <a:noFill/>
          <a:ln cap="flat" cmpd="sng" w="38100">
            <a:solidFill>
              <a:schemeClr val="dk1"/>
            </a:solidFill>
            <a:prstDash val="solid"/>
            <a:round/>
            <a:headEnd len="med" w="med" type="none"/>
            <a:tailEnd len="med" w="med" type="none"/>
          </a:ln>
        </p:spPr>
      </p:cxnSp>
      <p:sp>
        <p:nvSpPr>
          <p:cNvPr id="1851" name="Google Shape;1851;p90"/>
          <p:cNvSpPr txBox="1"/>
          <p:nvPr/>
        </p:nvSpPr>
        <p:spPr>
          <a:xfrm>
            <a:off x="4695100" y="26575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852" name="Google Shape;1852;p90"/>
          <p:cNvCxnSpPr/>
          <p:nvPr/>
        </p:nvCxnSpPr>
        <p:spPr>
          <a:xfrm>
            <a:off x="1120379" y="41584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853" name="Google Shape;1853;p90"/>
          <p:cNvGraphicFramePr/>
          <p:nvPr/>
        </p:nvGraphicFramePr>
        <p:xfrm>
          <a:off x="806954" y="37128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1854" name="Google Shape;1854;p90"/>
          <p:cNvCxnSpPr/>
          <p:nvPr/>
        </p:nvCxnSpPr>
        <p:spPr>
          <a:xfrm>
            <a:off x="802575" y="3664975"/>
            <a:ext cx="0" cy="682800"/>
          </a:xfrm>
          <a:prstGeom prst="straightConnector1">
            <a:avLst/>
          </a:prstGeom>
          <a:noFill/>
          <a:ln cap="flat" cmpd="sng" w="38100">
            <a:solidFill>
              <a:schemeClr val="dk1"/>
            </a:solidFill>
            <a:prstDash val="solid"/>
            <a:round/>
            <a:headEnd len="med" w="med" type="none"/>
            <a:tailEnd len="med" w="med" type="none"/>
          </a:ln>
        </p:spPr>
      </p:cxnSp>
      <p:sp>
        <p:nvSpPr>
          <p:cNvPr id="1855" name="Google Shape;1855;p90"/>
          <p:cNvSpPr/>
          <p:nvPr/>
        </p:nvSpPr>
        <p:spPr>
          <a:xfrm>
            <a:off x="700425" y="30823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6" name="Google Shape;1856;p90"/>
          <p:cNvSpPr/>
          <p:nvPr/>
        </p:nvSpPr>
        <p:spPr>
          <a:xfrm>
            <a:off x="3437075" y="31549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7" name="Google Shape;1857;p90"/>
          <p:cNvSpPr/>
          <p:nvPr/>
        </p:nvSpPr>
        <p:spPr>
          <a:xfrm>
            <a:off x="564625" y="41306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8" name="Google Shape;1858;p90"/>
          <p:cNvSpPr txBox="1"/>
          <p:nvPr/>
        </p:nvSpPr>
        <p:spPr>
          <a:xfrm>
            <a:off x="658325" y="40076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859" name="Google Shape;1859;p90"/>
          <p:cNvSpPr txBox="1"/>
          <p:nvPr/>
        </p:nvSpPr>
        <p:spPr>
          <a:xfrm>
            <a:off x="4015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860" name="Google Shape;1860;p90"/>
          <p:cNvSpPr txBox="1"/>
          <p:nvPr/>
        </p:nvSpPr>
        <p:spPr>
          <a:xfrm>
            <a:off x="1366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861" name="Google Shape;1861;p90"/>
          <p:cNvSpPr txBox="1"/>
          <p:nvPr/>
        </p:nvSpPr>
        <p:spPr>
          <a:xfrm>
            <a:off x="2128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862" name="Google Shape;1862;p90"/>
          <p:cNvSpPr txBox="1"/>
          <p:nvPr/>
        </p:nvSpPr>
        <p:spPr>
          <a:xfrm>
            <a:off x="2904099" y="4023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863" name="Google Shape;1863;p90"/>
          <p:cNvSpPr txBox="1"/>
          <p:nvPr/>
        </p:nvSpPr>
        <p:spPr>
          <a:xfrm>
            <a:off x="3635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864" name="Google Shape;1864;p90"/>
          <p:cNvSpPr txBox="1"/>
          <p:nvPr/>
        </p:nvSpPr>
        <p:spPr>
          <a:xfrm>
            <a:off x="4397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865" name="Google Shape;1865;p90"/>
          <p:cNvSpPr txBox="1"/>
          <p:nvPr/>
        </p:nvSpPr>
        <p:spPr>
          <a:xfrm>
            <a:off x="5159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866" name="Google Shape;1866;p90"/>
          <p:cNvSpPr txBox="1"/>
          <p:nvPr/>
        </p:nvSpPr>
        <p:spPr>
          <a:xfrm>
            <a:off x="5997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867" name="Google Shape;1867;p90"/>
          <p:cNvSpPr txBox="1"/>
          <p:nvPr/>
        </p:nvSpPr>
        <p:spPr>
          <a:xfrm>
            <a:off x="6759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cxnSp>
        <p:nvCxnSpPr>
          <p:cNvPr id="1868" name="Google Shape;1868;p90"/>
          <p:cNvCxnSpPr/>
          <p:nvPr/>
        </p:nvCxnSpPr>
        <p:spPr>
          <a:xfrm>
            <a:off x="4641550" y="3043100"/>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1869" name="Google Shape;1869;p90"/>
          <p:cNvCxnSpPr/>
          <p:nvPr/>
        </p:nvCxnSpPr>
        <p:spPr>
          <a:xfrm>
            <a:off x="4255575" y="3049325"/>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1870" name="Google Shape;1870;p90"/>
          <p:cNvCxnSpPr/>
          <p:nvPr/>
        </p:nvCxnSpPr>
        <p:spPr>
          <a:xfrm>
            <a:off x="3828543" y="3036912"/>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1871" name="Google Shape;1871;p90"/>
          <p:cNvCxnSpPr/>
          <p:nvPr/>
        </p:nvCxnSpPr>
        <p:spPr>
          <a:xfrm>
            <a:off x="3496418" y="3034887"/>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1872" name="Google Shape;1872;p90"/>
          <p:cNvCxnSpPr/>
          <p:nvPr/>
        </p:nvCxnSpPr>
        <p:spPr>
          <a:xfrm>
            <a:off x="3104043" y="3023299"/>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1873" name="Google Shape;1873;p90"/>
          <p:cNvCxnSpPr/>
          <p:nvPr/>
        </p:nvCxnSpPr>
        <p:spPr>
          <a:xfrm>
            <a:off x="2721193" y="3037424"/>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1874" name="Google Shape;1874;p90"/>
          <p:cNvCxnSpPr/>
          <p:nvPr/>
        </p:nvCxnSpPr>
        <p:spPr>
          <a:xfrm>
            <a:off x="2350575" y="3059700"/>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1875" name="Google Shape;1875;p90"/>
          <p:cNvCxnSpPr/>
          <p:nvPr/>
        </p:nvCxnSpPr>
        <p:spPr>
          <a:xfrm>
            <a:off x="1938913" y="3043488"/>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1876" name="Google Shape;1876;p90"/>
          <p:cNvCxnSpPr/>
          <p:nvPr/>
        </p:nvCxnSpPr>
        <p:spPr>
          <a:xfrm>
            <a:off x="1568225" y="3036925"/>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1877" name="Google Shape;1877;p90"/>
          <p:cNvCxnSpPr/>
          <p:nvPr/>
        </p:nvCxnSpPr>
        <p:spPr>
          <a:xfrm flipH="1">
            <a:off x="800299" y="3062338"/>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1878" name="Google Shape;1878;p90"/>
          <p:cNvCxnSpPr/>
          <p:nvPr/>
        </p:nvCxnSpPr>
        <p:spPr>
          <a:xfrm>
            <a:off x="1187213" y="3050375"/>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1879" name="Google Shape;1879;p90"/>
          <p:cNvSpPr txBox="1"/>
          <p:nvPr/>
        </p:nvSpPr>
        <p:spPr>
          <a:xfrm>
            <a:off x="7448125" y="399419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1880" name="Google Shape;1880;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1881" name="Google Shape;1881;p90"/>
          <p:cNvSpPr txBox="1"/>
          <p:nvPr>
            <p:ph idx="1" type="body"/>
          </p:nvPr>
        </p:nvSpPr>
        <p:spPr>
          <a:xfrm>
            <a:off x="324000" y="759300"/>
            <a:ext cx="5790300" cy="89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We can work out a constant multiplier to be ×2 from the percentage to give the amount.</a:t>
            </a:r>
            <a:endParaRPr sz="2100"/>
          </a:p>
        </p:txBody>
      </p:sp>
      <p:graphicFrame>
        <p:nvGraphicFramePr>
          <p:cNvPr id="1882" name="Google Shape;1882;p90"/>
          <p:cNvGraphicFramePr/>
          <p:nvPr/>
        </p:nvGraphicFramePr>
        <p:xfrm>
          <a:off x="6269800" y="7325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40825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83" name="Google Shape;1883;p90"/>
          <p:cNvGraphicFramePr/>
          <p:nvPr/>
        </p:nvGraphicFramePr>
        <p:xfrm>
          <a:off x="6269800" y="15490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84" name="Google Shape;1884;p90"/>
          <p:cNvGraphicFramePr/>
          <p:nvPr/>
        </p:nvGraphicFramePr>
        <p:xfrm>
          <a:off x="6269800" y="1948193"/>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885" name="Google Shape;1885;p90"/>
          <p:cNvGraphicFramePr/>
          <p:nvPr/>
        </p:nvGraphicFramePr>
        <p:xfrm>
          <a:off x="6269800" y="2356455"/>
          <a:ext cx="3000000" cy="3000000"/>
        </p:xfrm>
        <a:graphic>
          <a:graphicData uri="http://schemas.openxmlformats.org/drawingml/2006/table">
            <a:tbl>
              <a:tblPr>
                <a:noFill/>
                <a:tableStyleId>{59C14B37-5063-47A9-82DC-C1F6685F5BAC}</a:tableStyleId>
              </a:tblPr>
              <a:tblGrid>
                <a:gridCol w="1104875"/>
                <a:gridCol w="1104875"/>
              </a:tblGrid>
              <a:tr h="4024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886" name="Google Shape;1886;p90"/>
          <p:cNvSpPr txBox="1"/>
          <p:nvPr/>
        </p:nvSpPr>
        <p:spPr>
          <a:xfrm>
            <a:off x="6408000" y="16344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a:p>
        </p:txBody>
      </p:sp>
      <p:sp>
        <p:nvSpPr>
          <p:cNvPr id="1887" name="Google Shape;1887;p90"/>
          <p:cNvSpPr txBox="1"/>
          <p:nvPr/>
        </p:nvSpPr>
        <p:spPr>
          <a:xfrm>
            <a:off x="6409200" y="2003438"/>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a:p>
        </p:txBody>
      </p:sp>
      <p:sp>
        <p:nvSpPr>
          <p:cNvPr id="1888" name="Google Shape;1888;p90"/>
          <p:cNvSpPr txBox="1"/>
          <p:nvPr/>
        </p:nvSpPr>
        <p:spPr>
          <a:xfrm>
            <a:off x="6393600" y="2396163"/>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a:t>
            </a:r>
            <a:endParaRPr/>
          </a:p>
        </p:txBody>
      </p:sp>
      <p:sp>
        <p:nvSpPr>
          <p:cNvPr id="1889" name="Google Shape;1889;p90"/>
          <p:cNvSpPr txBox="1"/>
          <p:nvPr/>
        </p:nvSpPr>
        <p:spPr>
          <a:xfrm>
            <a:off x="4369713" y="24415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890" name="Google Shape;1890;p90"/>
          <p:cNvSpPr/>
          <p:nvPr/>
        </p:nvSpPr>
        <p:spPr>
          <a:xfrm>
            <a:off x="685100" y="24689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1" name="Google Shape;1891;p90"/>
          <p:cNvSpPr txBox="1"/>
          <p:nvPr/>
        </p:nvSpPr>
        <p:spPr>
          <a:xfrm>
            <a:off x="658325" y="2440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892" name="Google Shape;1892;p90"/>
          <p:cNvSpPr txBox="1"/>
          <p:nvPr/>
        </p:nvSpPr>
        <p:spPr>
          <a:xfrm>
            <a:off x="945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893" name="Google Shape;1893;p90"/>
          <p:cNvSpPr txBox="1"/>
          <p:nvPr/>
        </p:nvSpPr>
        <p:spPr>
          <a:xfrm>
            <a:off x="1348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894" name="Google Shape;1894;p90"/>
          <p:cNvSpPr txBox="1"/>
          <p:nvPr/>
        </p:nvSpPr>
        <p:spPr>
          <a:xfrm>
            <a:off x="1707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895" name="Google Shape;1895;p90"/>
          <p:cNvSpPr txBox="1"/>
          <p:nvPr/>
        </p:nvSpPr>
        <p:spPr>
          <a:xfrm>
            <a:off x="2110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896" name="Google Shape;1896;p90"/>
          <p:cNvSpPr txBox="1"/>
          <p:nvPr/>
        </p:nvSpPr>
        <p:spPr>
          <a:xfrm>
            <a:off x="2469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897" name="Google Shape;1897;p90"/>
          <p:cNvSpPr txBox="1"/>
          <p:nvPr/>
        </p:nvSpPr>
        <p:spPr>
          <a:xfrm>
            <a:off x="2872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898" name="Google Shape;1898;p90"/>
          <p:cNvSpPr txBox="1"/>
          <p:nvPr/>
        </p:nvSpPr>
        <p:spPr>
          <a:xfrm>
            <a:off x="3231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899" name="Google Shape;1899;p90"/>
          <p:cNvSpPr txBox="1"/>
          <p:nvPr/>
        </p:nvSpPr>
        <p:spPr>
          <a:xfrm>
            <a:off x="3634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pSp>
        <p:nvGrpSpPr>
          <p:cNvPr id="1900" name="Google Shape;1900;p90"/>
          <p:cNvGrpSpPr/>
          <p:nvPr/>
        </p:nvGrpSpPr>
        <p:grpSpPr>
          <a:xfrm>
            <a:off x="7135200" y="1195941"/>
            <a:ext cx="548100" cy="1504054"/>
            <a:chOff x="7024025" y="1941279"/>
            <a:chExt cx="548100" cy="1504054"/>
          </a:xfrm>
        </p:grpSpPr>
        <p:sp>
          <p:nvSpPr>
            <p:cNvPr id="1901" name="Google Shape;1901;p90"/>
            <p:cNvSpPr txBox="1"/>
            <p:nvPr/>
          </p:nvSpPr>
          <p:spPr>
            <a:xfrm>
              <a:off x="7088825" y="1941279"/>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02" name="Google Shape;1902;p90"/>
            <p:cNvCxnSpPr/>
            <p:nvPr/>
          </p:nvCxnSpPr>
          <p:spPr>
            <a:xfrm rot="10800000">
              <a:off x="7024025" y="2204432"/>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03" name="Google Shape;1903;p90"/>
            <p:cNvSpPr txBox="1"/>
            <p:nvPr/>
          </p:nvSpPr>
          <p:spPr>
            <a:xfrm>
              <a:off x="7088386" y="2371264"/>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04" name="Google Shape;1904;p90"/>
            <p:cNvCxnSpPr/>
            <p:nvPr/>
          </p:nvCxnSpPr>
          <p:spPr>
            <a:xfrm rot="10800000">
              <a:off x="7024896" y="2634418"/>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05" name="Google Shape;1905;p90"/>
            <p:cNvSpPr txBox="1"/>
            <p:nvPr/>
          </p:nvSpPr>
          <p:spPr>
            <a:xfrm>
              <a:off x="7088386" y="2783107"/>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06" name="Google Shape;1906;p90"/>
            <p:cNvCxnSpPr/>
            <p:nvPr/>
          </p:nvCxnSpPr>
          <p:spPr>
            <a:xfrm rot="10800000">
              <a:off x="7024896" y="3046261"/>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07" name="Google Shape;1907;p90"/>
            <p:cNvSpPr txBox="1"/>
            <p:nvPr/>
          </p:nvSpPr>
          <p:spPr>
            <a:xfrm>
              <a:off x="7088386" y="3173179"/>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08" name="Google Shape;1908;p90"/>
            <p:cNvCxnSpPr/>
            <p:nvPr/>
          </p:nvCxnSpPr>
          <p:spPr>
            <a:xfrm rot="10800000">
              <a:off x="7024896" y="3436332"/>
              <a:ext cx="453600" cy="9000"/>
            </a:xfrm>
            <a:prstGeom prst="straightConnector1">
              <a:avLst/>
            </a:prstGeom>
            <a:noFill/>
            <a:ln cap="flat" cmpd="sng" w="28575">
              <a:solidFill>
                <a:schemeClr val="accent5"/>
              </a:solidFill>
              <a:prstDash val="solid"/>
              <a:round/>
              <a:headEnd len="med" w="med" type="none"/>
              <a:tailEnd len="med" w="med" type="triangle"/>
            </a:ln>
          </p:spPr>
        </p:cxnSp>
      </p:grpSp>
      <p:sp>
        <p:nvSpPr>
          <p:cNvPr id="1909" name="Google Shape;1909;p90"/>
          <p:cNvSpPr txBox="1"/>
          <p:nvPr/>
        </p:nvSpPr>
        <p:spPr>
          <a:xfrm>
            <a:off x="6322450" y="3112241"/>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sp>
        <p:nvSpPr>
          <p:cNvPr id="1910" name="Google Shape;1910;p90"/>
          <p:cNvSpPr txBox="1"/>
          <p:nvPr/>
        </p:nvSpPr>
        <p:spPr>
          <a:xfrm>
            <a:off x="8451053" y="36963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911" name="Google Shape;1911;p90"/>
          <p:cNvSpPr txBox="1"/>
          <p:nvPr/>
        </p:nvSpPr>
        <p:spPr>
          <a:xfrm>
            <a:off x="8145336" y="399420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graphicFrame>
        <p:nvGraphicFramePr>
          <p:cNvPr id="1916" name="Google Shape;1916;p91"/>
          <p:cNvGraphicFramePr/>
          <p:nvPr/>
        </p:nvGraphicFramePr>
        <p:xfrm>
          <a:off x="806950" y="26107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917" name="Google Shape;1917;p91"/>
          <p:cNvSpPr txBox="1"/>
          <p:nvPr/>
        </p:nvSpPr>
        <p:spPr>
          <a:xfrm>
            <a:off x="4362800" y="35820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918" name="Google Shape;1918;p91"/>
          <p:cNvCxnSpPr/>
          <p:nvPr/>
        </p:nvCxnSpPr>
        <p:spPr>
          <a:xfrm>
            <a:off x="803475" y="2609150"/>
            <a:ext cx="4800" cy="1276500"/>
          </a:xfrm>
          <a:prstGeom prst="straightConnector1">
            <a:avLst/>
          </a:prstGeom>
          <a:noFill/>
          <a:ln cap="flat" cmpd="sng" w="38100">
            <a:solidFill>
              <a:schemeClr val="dk1"/>
            </a:solidFill>
            <a:prstDash val="solid"/>
            <a:round/>
            <a:headEnd len="med" w="med" type="none"/>
            <a:tailEnd len="med" w="med" type="none"/>
          </a:ln>
        </p:spPr>
      </p:cxnSp>
      <p:sp>
        <p:nvSpPr>
          <p:cNvPr id="1919" name="Google Shape;1919;p91"/>
          <p:cNvSpPr txBox="1"/>
          <p:nvPr/>
        </p:nvSpPr>
        <p:spPr>
          <a:xfrm>
            <a:off x="4695100" y="26575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920" name="Google Shape;1920;p91"/>
          <p:cNvCxnSpPr/>
          <p:nvPr/>
        </p:nvCxnSpPr>
        <p:spPr>
          <a:xfrm>
            <a:off x="1120379" y="41584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921" name="Google Shape;1921;p91"/>
          <p:cNvGraphicFramePr/>
          <p:nvPr/>
        </p:nvGraphicFramePr>
        <p:xfrm>
          <a:off x="806954" y="37128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1922" name="Google Shape;1922;p91"/>
          <p:cNvCxnSpPr/>
          <p:nvPr/>
        </p:nvCxnSpPr>
        <p:spPr>
          <a:xfrm>
            <a:off x="802575" y="3664975"/>
            <a:ext cx="0" cy="682800"/>
          </a:xfrm>
          <a:prstGeom prst="straightConnector1">
            <a:avLst/>
          </a:prstGeom>
          <a:noFill/>
          <a:ln cap="flat" cmpd="sng" w="38100">
            <a:solidFill>
              <a:schemeClr val="dk1"/>
            </a:solidFill>
            <a:prstDash val="solid"/>
            <a:round/>
            <a:headEnd len="med" w="med" type="none"/>
            <a:tailEnd len="med" w="med" type="none"/>
          </a:ln>
        </p:spPr>
      </p:cxnSp>
      <p:sp>
        <p:nvSpPr>
          <p:cNvPr id="1923" name="Google Shape;1923;p91"/>
          <p:cNvSpPr/>
          <p:nvPr/>
        </p:nvSpPr>
        <p:spPr>
          <a:xfrm>
            <a:off x="700425" y="30823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4" name="Google Shape;1924;p91"/>
          <p:cNvSpPr/>
          <p:nvPr/>
        </p:nvSpPr>
        <p:spPr>
          <a:xfrm>
            <a:off x="3437075" y="31549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5" name="Google Shape;1925;p91"/>
          <p:cNvSpPr/>
          <p:nvPr/>
        </p:nvSpPr>
        <p:spPr>
          <a:xfrm>
            <a:off x="564625" y="41306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6" name="Google Shape;1926;p91"/>
          <p:cNvSpPr txBox="1"/>
          <p:nvPr/>
        </p:nvSpPr>
        <p:spPr>
          <a:xfrm>
            <a:off x="658325" y="40076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927" name="Google Shape;1927;p91"/>
          <p:cNvSpPr txBox="1"/>
          <p:nvPr/>
        </p:nvSpPr>
        <p:spPr>
          <a:xfrm>
            <a:off x="4015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1928" name="Google Shape;1928;p91"/>
          <p:cNvSpPr txBox="1"/>
          <p:nvPr/>
        </p:nvSpPr>
        <p:spPr>
          <a:xfrm>
            <a:off x="1366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929" name="Google Shape;1929;p91"/>
          <p:cNvSpPr txBox="1"/>
          <p:nvPr/>
        </p:nvSpPr>
        <p:spPr>
          <a:xfrm>
            <a:off x="2128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930" name="Google Shape;1930;p91"/>
          <p:cNvSpPr txBox="1"/>
          <p:nvPr/>
        </p:nvSpPr>
        <p:spPr>
          <a:xfrm>
            <a:off x="2904099" y="4023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931" name="Google Shape;1931;p91"/>
          <p:cNvSpPr txBox="1"/>
          <p:nvPr/>
        </p:nvSpPr>
        <p:spPr>
          <a:xfrm>
            <a:off x="3635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1932" name="Google Shape;1932;p91"/>
          <p:cNvSpPr txBox="1"/>
          <p:nvPr/>
        </p:nvSpPr>
        <p:spPr>
          <a:xfrm>
            <a:off x="4397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933" name="Google Shape;1933;p91"/>
          <p:cNvSpPr txBox="1"/>
          <p:nvPr/>
        </p:nvSpPr>
        <p:spPr>
          <a:xfrm>
            <a:off x="5159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1934" name="Google Shape;1934;p91"/>
          <p:cNvSpPr txBox="1"/>
          <p:nvPr/>
        </p:nvSpPr>
        <p:spPr>
          <a:xfrm>
            <a:off x="5997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1935" name="Google Shape;1935;p91"/>
          <p:cNvSpPr txBox="1"/>
          <p:nvPr/>
        </p:nvSpPr>
        <p:spPr>
          <a:xfrm>
            <a:off x="6759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cxnSp>
        <p:nvCxnSpPr>
          <p:cNvPr id="1936" name="Google Shape;1936;p91"/>
          <p:cNvCxnSpPr/>
          <p:nvPr/>
        </p:nvCxnSpPr>
        <p:spPr>
          <a:xfrm>
            <a:off x="4641550" y="3043100"/>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1937" name="Google Shape;1937;p91"/>
          <p:cNvCxnSpPr/>
          <p:nvPr/>
        </p:nvCxnSpPr>
        <p:spPr>
          <a:xfrm>
            <a:off x="4255575" y="3049325"/>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1938" name="Google Shape;1938;p91"/>
          <p:cNvCxnSpPr/>
          <p:nvPr/>
        </p:nvCxnSpPr>
        <p:spPr>
          <a:xfrm>
            <a:off x="3828543" y="3036912"/>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1939" name="Google Shape;1939;p91"/>
          <p:cNvCxnSpPr/>
          <p:nvPr/>
        </p:nvCxnSpPr>
        <p:spPr>
          <a:xfrm>
            <a:off x="3496418" y="3034887"/>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1940" name="Google Shape;1940;p91"/>
          <p:cNvCxnSpPr/>
          <p:nvPr/>
        </p:nvCxnSpPr>
        <p:spPr>
          <a:xfrm>
            <a:off x="3104043" y="3023299"/>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1941" name="Google Shape;1941;p91"/>
          <p:cNvCxnSpPr/>
          <p:nvPr/>
        </p:nvCxnSpPr>
        <p:spPr>
          <a:xfrm>
            <a:off x="2721193" y="3037424"/>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1942" name="Google Shape;1942;p91"/>
          <p:cNvCxnSpPr/>
          <p:nvPr/>
        </p:nvCxnSpPr>
        <p:spPr>
          <a:xfrm>
            <a:off x="2350575" y="3059700"/>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1943" name="Google Shape;1943;p91"/>
          <p:cNvCxnSpPr/>
          <p:nvPr/>
        </p:nvCxnSpPr>
        <p:spPr>
          <a:xfrm>
            <a:off x="1938913" y="3043488"/>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1944" name="Google Shape;1944;p91"/>
          <p:cNvCxnSpPr/>
          <p:nvPr/>
        </p:nvCxnSpPr>
        <p:spPr>
          <a:xfrm>
            <a:off x="1568225" y="3036925"/>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1945" name="Google Shape;1945;p91"/>
          <p:cNvCxnSpPr/>
          <p:nvPr/>
        </p:nvCxnSpPr>
        <p:spPr>
          <a:xfrm flipH="1">
            <a:off x="800299" y="3062338"/>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1946" name="Google Shape;1946;p91"/>
          <p:cNvCxnSpPr/>
          <p:nvPr/>
        </p:nvCxnSpPr>
        <p:spPr>
          <a:xfrm>
            <a:off x="1187213" y="3050375"/>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1947" name="Google Shape;1947;p91"/>
          <p:cNvSpPr txBox="1"/>
          <p:nvPr/>
        </p:nvSpPr>
        <p:spPr>
          <a:xfrm>
            <a:off x="7448125" y="399419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1948" name="Google Shape;1948;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1949" name="Google Shape;1949;p91"/>
          <p:cNvSpPr txBox="1"/>
          <p:nvPr>
            <p:ph idx="1" type="body"/>
          </p:nvPr>
        </p:nvSpPr>
        <p:spPr>
          <a:xfrm>
            <a:off x="324000" y="759300"/>
            <a:ext cx="5790300" cy="89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Scaling diagrams show the multiplicative relationship as a stretch or a squash. How about trying to find more </a:t>
            </a:r>
            <a:r>
              <a:rPr lang="en-GB" sz="1800"/>
              <a:t>complicated</a:t>
            </a:r>
            <a:r>
              <a:rPr lang="en-GB" sz="1800"/>
              <a:t> percentag</a:t>
            </a:r>
            <a:r>
              <a:rPr lang="en-GB" sz="1800"/>
              <a:t>es, such as 23%?</a:t>
            </a:r>
            <a:endParaRPr sz="1800"/>
          </a:p>
        </p:txBody>
      </p:sp>
      <p:sp>
        <p:nvSpPr>
          <p:cNvPr id="1950" name="Google Shape;1950;p91"/>
          <p:cNvSpPr txBox="1"/>
          <p:nvPr/>
        </p:nvSpPr>
        <p:spPr>
          <a:xfrm>
            <a:off x="6409200" y="1537688"/>
            <a:ext cx="829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a:p>
        </p:txBody>
      </p:sp>
      <p:sp>
        <p:nvSpPr>
          <p:cNvPr id="1951" name="Google Shape;1951;p91"/>
          <p:cNvSpPr txBox="1"/>
          <p:nvPr/>
        </p:nvSpPr>
        <p:spPr>
          <a:xfrm>
            <a:off x="6409200" y="1918688"/>
            <a:ext cx="829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a:p>
        </p:txBody>
      </p:sp>
      <p:sp>
        <p:nvSpPr>
          <p:cNvPr id="1952" name="Google Shape;1952;p91"/>
          <p:cNvSpPr txBox="1"/>
          <p:nvPr/>
        </p:nvSpPr>
        <p:spPr>
          <a:xfrm>
            <a:off x="6392775" y="2326800"/>
            <a:ext cx="829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a:t>
            </a:r>
            <a:endParaRPr/>
          </a:p>
        </p:txBody>
      </p:sp>
      <p:sp>
        <p:nvSpPr>
          <p:cNvPr id="1953" name="Google Shape;1953;p91"/>
          <p:cNvSpPr txBox="1"/>
          <p:nvPr/>
        </p:nvSpPr>
        <p:spPr>
          <a:xfrm>
            <a:off x="436280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1954" name="Google Shape;1954;p91"/>
          <p:cNvSpPr/>
          <p:nvPr/>
        </p:nvSpPr>
        <p:spPr>
          <a:xfrm>
            <a:off x="685100" y="24689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55" name="Google Shape;1955;p91"/>
          <p:cNvSpPr txBox="1"/>
          <p:nvPr/>
        </p:nvSpPr>
        <p:spPr>
          <a:xfrm>
            <a:off x="658325"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1956" name="Google Shape;1956;p91"/>
          <p:cNvSpPr txBox="1"/>
          <p:nvPr/>
        </p:nvSpPr>
        <p:spPr>
          <a:xfrm>
            <a:off x="945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957" name="Google Shape;1957;p91"/>
          <p:cNvSpPr txBox="1"/>
          <p:nvPr/>
        </p:nvSpPr>
        <p:spPr>
          <a:xfrm>
            <a:off x="1348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1958" name="Google Shape;1958;p91"/>
          <p:cNvSpPr txBox="1"/>
          <p:nvPr/>
        </p:nvSpPr>
        <p:spPr>
          <a:xfrm>
            <a:off x="1707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1959" name="Google Shape;1959;p91"/>
          <p:cNvSpPr txBox="1"/>
          <p:nvPr/>
        </p:nvSpPr>
        <p:spPr>
          <a:xfrm>
            <a:off x="2110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1960" name="Google Shape;1960;p91"/>
          <p:cNvSpPr txBox="1"/>
          <p:nvPr/>
        </p:nvSpPr>
        <p:spPr>
          <a:xfrm>
            <a:off x="2469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961" name="Google Shape;1961;p91"/>
          <p:cNvSpPr txBox="1"/>
          <p:nvPr/>
        </p:nvSpPr>
        <p:spPr>
          <a:xfrm>
            <a:off x="2872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1962" name="Google Shape;1962;p91"/>
          <p:cNvSpPr txBox="1"/>
          <p:nvPr/>
        </p:nvSpPr>
        <p:spPr>
          <a:xfrm>
            <a:off x="3231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1963" name="Google Shape;1963;p91"/>
          <p:cNvSpPr txBox="1"/>
          <p:nvPr/>
        </p:nvSpPr>
        <p:spPr>
          <a:xfrm>
            <a:off x="3634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cxnSp>
        <p:nvCxnSpPr>
          <p:cNvPr id="1964" name="Google Shape;1964;p91"/>
          <p:cNvCxnSpPr/>
          <p:nvPr/>
        </p:nvCxnSpPr>
        <p:spPr>
          <a:xfrm>
            <a:off x="1725475" y="3015938"/>
            <a:ext cx="923400" cy="939300"/>
          </a:xfrm>
          <a:prstGeom prst="straightConnector1">
            <a:avLst/>
          </a:prstGeom>
          <a:noFill/>
          <a:ln cap="flat" cmpd="sng" w="28575">
            <a:solidFill>
              <a:schemeClr val="accent5"/>
            </a:solidFill>
            <a:prstDash val="solid"/>
            <a:round/>
            <a:headEnd len="med" w="med" type="none"/>
            <a:tailEnd len="med" w="med" type="triangle"/>
          </a:ln>
        </p:spPr>
      </p:cxnSp>
      <p:sp>
        <p:nvSpPr>
          <p:cNvPr id="1965" name="Google Shape;1965;p91"/>
          <p:cNvSpPr txBox="1"/>
          <p:nvPr/>
        </p:nvSpPr>
        <p:spPr>
          <a:xfrm>
            <a:off x="2501099" y="389120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966" name="Google Shape;1966;p91"/>
          <p:cNvSpPr txBox="1"/>
          <p:nvPr/>
        </p:nvSpPr>
        <p:spPr>
          <a:xfrm>
            <a:off x="549200" y="4402550"/>
            <a:ext cx="83244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Lexend"/>
                <a:ea typeface="Lexend"/>
                <a:cs typeface="Lexend"/>
                <a:sym typeface="Lexend"/>
              </a:rPr>
              <a:t>Accuracy of this is dependent on the accuracy of the scale.</a:t>
            </a:r>
            <a:endParaRPr/>
          </a:p>
        </p:txBody>
      </p:sp>
      <p:graphicFrame>
        <p:nvGraphicFramePr>
          <p:cNvPr id="1967" name="Google Shape;1967;p91"/>
          <p:cNvGraphicFramePr/>
          <p:nvPr/>
        </p:nvGraphicFramePr>
        <p:xfrm>
          <a:off x="6269800" y="7325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40825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968" name="Google Shape;1968;p91"/>
          <p:cNvGraphicFramePr/>
          <p:nvPr/>
        </p:nvGraphicFramePr>
        <p:xfrm>
          <a:off x="6269800" y="15490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969" name="Google Shape;1969;p91"/>
          <p:cNvGraphicFramePr/>
          <p:nvPr/>
        </p:nvGraphicFramePr>
        <p:xfrm>
          <a:off x="6269800" y="1948193"/>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970" name="Google Shape;1970;p91"/>
          <p:cNvGraphicFramePr/>
          <p:nvPr/>
        </p:nvGraphicFramePr>
        <p:xfrm>
          <a:off x="6269800" y="2356455"/>
          <a:ext cx="3000000" cy="3000000"/>
        </p:xfrm>
        <a:graphic>
          <a:graphicData uri="http://schemas.openxmlformats.org/drawingml/2006/table">
            <a:tbl>
              <a:tblPr>
                <a:noFill/>
                <a:tableStyleId>{59C14B37-5063-47A9-82DC-C1F6685F5BAC}</a:tableStyleId>
              </a:tblPr>
              <a:tblGrid>
                <a:gridCol w="1104875"/>
                <a:gridCol w="1104875"/>
              </a:tblGrid>
              <a:tr h="4024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971" name="Google Shape;1971;p91"/>
          <p:cNvSpPr txBox="1"/>
          <p:nvPr/>
        </p:nvSpPr>
        <p:spPr>
          <a:xfrm>
            <a:off x="6408000" y="16344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a:p>
        </p:txBody>
      </p:sp>
      <p:sp>
        <p:nvSpPr>
          <p:cNvPr id="1972" name="Google Shape;1972;p91"/>
          <p:cNvSpPr txBox="1"/>
          <p:nvPr/>
        </p:nvSpPr>
        <p:spPr>
          <a:xfrm>
            <a:off x="6409200" y="200345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a:p>
        </p:txBody>
      </p:sp>
      <p:sp>
        <p:nvSpPr>
          <p:cNvPr id="1973" name="Google Shape;1973;p91"/>
          <p:cNvSpPr txBox="1"/>
          <p:nvPr/>
        </p:nvSpPr>
        <p:spPr>
          <a:xfrm>
            <a:off x="6393600" y="2417538"/>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a:t>
            </a:r>
            <a:endParaRPr/>
          </a:p>
        </p:txBody>
      </p:sp>
      <p:grpSp>
        <p:nvGrpSpPr>
          <p:cNvPr id="1974" name="Google Shape;1974;p91"/>
          <p:cNvGrpSpPr/>
          <p:nvPr/>
        </p:nvGrpSpPr>
        <p:grpSpPr>
          <a:xfrm>
            <a:off x="7163286" y="1179888"/>
            <a:ext cx="495082" cy="1520107"/>
            <a:chOff x="7163286" y="1179888"/>
            <a:chExt cx="495082" cy="1520107"/>
          </a:xfrm>
        </p:grpSpPr>
        <p:sp>
          <p:nvSpPr>
            <p:cNvPr id="1975" name="Google Shape;1975;p91"/>
            <p:cNvSpPr txBox="1"/>
            <p:nvPr/>
          </p:nvSpPr>
          <p:spPr>
            <a:xfrm>
              <a:off x="7175068" y="1179888"/>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76" name="Google Shape;1976;p91"/>
            <p:cNvCxnSpPr/>
            <p:nvPr/>
          </p:nvCxnSpPr>
          <p:spPr>
            <a:xfrm rot="10800000">
              <a:off x="7163286" y="1459095"/>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77" name="Google Shape;1977;p91"/>
            <p:cNvSpPr txBox="1"/>
            <p:nvPr/>
          </p:nvSpPr>
          <p:spPr>
            <a:xfrm>
              <a:off x="7175068" y="1609873"/>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78" name="Google Shape;1978;p91"/>
            <p:cNvCxnSpPr/>
            <p:nvPr/>
          </p:nvCxnSpPr>
          <p:spPr>
            <a:xfrm rot="10800000">
              <a:off x="7163286" y="1889080"/>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79" name="Google Shape;1979;p91"/>
            <p:cNvSpPr txBox="1"/>
            <p:nvPr/>
          </p:nvSpPr>
          <p:spPr>
            <a:xfrm>
              <a:off x="7175068" y="2021716"/>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80" name="Google Shape;1980;p91"/>
            <p:cNvCxnSpPr/>
            <p:nvPr/>
          </p:nvCxnSpPr>
          <p:spPr>
            <a:xfrm rot="10800000">
              <a:off x="7163286" y="2300923"/>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1981" name="Google Shape;1981;p91"/>
            <p:cNvSpPr txBox="1"/>
            <p:nvPr/>
          </p:nvSpPr>
          <p:spPr>
            <a:xfrm>
              <a:off x="7175068" y="2411788"/>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1982" name="Google Shape;1982;p91"/>
            <p:cNvCxnSpPr/>
            <p:nvPr/>
          </p:nvCxnSpPr>
          <p:spPr>
            <a:xfrm rot="10800000">
              <a:off x="7163286" y="2690995"/>
              <a:ext cx="453600" cy="9000"/>
            </a:xfrm>
            <a:prstGeom prst="straightConnector1">
              <a:avLst/>
            </a:prstGeom>
            <a:noFill/>
            <a:ln cap="flat" cmpd="sng" w="28575">
              <a:solidFill>
                <a:schemeClr val="accent5"/>
              </a:solidFill>
              <a:prstDash val="solid"/>
              <a:round/>
              <a:headEnd len="med" w="med" type="none"/>
              <a:tailEnd len="med" w="med" type="triangle"/>
            </a:ln>
          </p:spPr>
        </p:cxnSp>
      </p:grpSp>
      <p:sp>
        <p:nvSpPr>
          <p:cNvPr id="1983" name="Google Shape;1983;p91"/>
          <p:cNvSpPr txBox="1"/>
          <p:nvPr/>
        </p:nvSpPr>
        <p:spPr>
          <a:xfrm>
            <a:off x="8451053" y="36963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984" name="Google Shape;1984;p91"/>
          <p:cNvSpPr txBox="1"/>
          <p:nvPr/>
        </p:nvSpPr>
        <p:spPr>
          <a:xfrm>
            <a:off x="8145336" y="399420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graphicFrame>
        <p:nvGraphicFramePr>
          <p:cNvPr id="1989" name="Google Shape;1989;p92"/>
          <p:cNvGraphicFramePr/>
          <p:nvPr/>
        </p:nvGraphicFramePr>
        <p:xfrm>
          <a:off x="806950" y="261072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788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1990" name="Google Shape;1990;p92"/>
          <p:cNvSpPr txBox="1"/>
          <p:nvPr/>
        </p:nvSpPr>
        <p:spPr>
          <a:xfrm>
            <a:off x="4362800" y="35820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cxnSp>
        <p:nvCxnSpPr>
          <p:cNvPr id="1991" name="Google Shape;1991;p92"/>
          <p:cNvCxnSpPr/>
          <p:nvPr/>
        </p:nvCxnSpPr>
        <p:spPr>
          <a:xfrm>
            <a:off x="803475" y="2609150"/>
            <a:ext cx="4800" cy="1276500"/>
          </a:xfrm>
          <a:prstGeom prst="straightConnector1">
            <a:avLst/>
          </a:prstGeom>
          <a:noFill/>
          <a:ln cap="flat" cmpd="sng" w="38100">
            <a:solidFill>
              <a:schemeClr val="dk1"/>
            </a:solidFill>
            <a:prstDash val="solid"/>
            <a:round/>
            <a:headEnd len="med" w="med" type="none"/>
            <a:tailEnd len="med" w="med" type="none"/>
          </a:ln>
        </p:spPr>
      </p:cxnSp>
      <p:sp>
        <p:nvSpPr>
          <p:cNvPr id="1992" name="Google Shape;1992;p92"/>
          <p:cNvSpPr txBox="1"/>
          <p:nvPr/>
        </p:nvSpPr>
        <p:spPr>
          <a:xfrm>
            <a:off x="4695100" y="2657563"/>
            <a:ext cx="16257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cxnSp>
        <p:nvCxnSpPr>
          <p:cNvPr id="1993" name="Google Shape;1993;p92"/>
          <p:cNvCxnSpPr/>
          <p:nvPr/>
        </p:nvCxnSpPr>
        <p:spPr>
          <a:xfrm>
            <a:off x="1120379" y="4158450"/>
            <a:ext cx="3898200" cy="0"/>
          </a:xfrm>
          <a:prstGeom prst="straightConnector1">
            <a:avLst/>
          </a:prstGeom>
          <a:noFill/>
          <a:ln cap="flat" cmpd="sng" w="38100">
            <a:solidFill>
              <a:schemeClr val="lt1"/>
            </a:solidFill>
            <a:prstDash val="solid"/>
            <a:round/>
            <a:headEnd len="med" w="med" type="none"/>
            <a:tailEnd len="med" w="med" type="none"/>
          </a:ln>
        </p:spPr>
      </p:cxnSp>
      <p:graphicFrame>
        <p:nvGraphicFramePr>
          <p:cNvPr id="1994" name="Google Shape;1994;p92"/>
          <p:cNvGraphicFramePr/>
          <p:nvPr/>
        </p:nvGraphicFramePr>
        <p:xfrm>
          <a:off x="806954" y="3712825"/>
          <a:ext cx="3000000" cy="3000000"/>
        </p:xfrm>
        <a:graphic>
          <a:graphicData uri="http://schemas.openxmlformats.org/drawingml/2006/table">
            <a:tbl>
              <a:tblPr>
                <a:noFill/>
                <a:tableStyleId>{59C14B37-5063-47A9-82DC-C1F6685F5BAC}</a:tableStyleId>
              </a:tblPr>
              <a:tblGrid>
                <a:gridCol w="765975"/>
                <a:gridCol w="765975"/>
                <a:gridCol w="765975"/>
                <a:gridCol w="765975"/>
                <a:gridCol w="765975"/>
                <a:gridCol w="765975"/>
                <a:gridCol w="765975"/>
                <a:gridCol w="765975"/>
                <a:gridCol w="765975"/>
                <a:gridCol w="7659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cxnSp>
        <p:nvCxnSpPr>
          <p:cNvPr id="1995" name="Google Shape;1995;p92"/>
          <p:cNvCxnSpPr/>
          <p:nvPr/>
        </p:nvCxnSpPr>
        <p:spPr>
          <a:xfrm>
            <a:off x="802575" y="3664975"/>
            <a:ext cx="0" cy="682800"/>
          </a:xfrm>
          <a:prstGeom prst="straightConnector1">
            <a:avLst/>
          </a:prstGeom>
          <a:noFill/>
          <a:ln cap="flat" cmpd="sng" w="38100">
            <a:solidFill>
              <a:schemeClr val="dk1"/>
            </a:solidFill>
            <a:prstDash val="solid"/>
            <a:round/>
            <a:headEnd len="med" w="med" type="none"/>
            <a:tailEnd len="med" w="med" type="none"/>
          </a:ln>
        </p:spPr>
      </p:cxnSp>
      <p:sp>
        <p:nvSpPr>
          <p:cNvPr id="1996" name="Google Shape;1996;p92"/>
          <p:cNvSpPr/>
          <p:nvPr/>
        </p:nvSpPr>
        <p:spPr>
          <a:xfrm>
            <a:off x="700425" y="3082375"/>
            <a:ext cx="4072200" cy="80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7" name="Google Shape;1997;p92"/>
          <p:cNvSpPr/>
          <p:nvPr/>
        </p:nvSpPr>
        <p:spPr>
          <a:xfrm>
            <a:off x="3437075" y="3154975"/>
            <a:ext cx="40722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8" name="Google Shape;1998;p92"/>
          <p:cNvSpPr/>
          <p:nvPr/>
        </p:nvSpPr>
        <p:spPr>
          <a:xfrm>
            <a:off x="564625" y="4130635"/>
            <a:ext cx="40722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9" name="Google Shape;1999;p92"/>
          <p:cNvSpPr txBox="1"/>
          <p:nvPr/>
        </p:nvSpPr>
        <p:spPr>
          <a:xfrm>
            <a:off x="658325" y="40076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000" name="Google Shape;2000;p92"/>
          <p:cNvSpPr txBox="1"/>
          <p:nvPr/>
        </p:nvSpPr>
        <p:spPr>
          <a:xfrm>
            <a:off x="4015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2001" name="Google Shape;2001;p92"/>
          <p:cNvSpPr txBox="1"/>
          <p:nvPr/>
        </p:nvSpPr>
        <p:spPr>
          <a:xfrm>
            <a:off x="1366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002" name="Google Shape;2002;p92"/>
          <p:cNvSpPr txBox="1"/>
          <p:nvPr/>
        </p:nvSpPr>
        <p:spPr>
          <a:xfrm>
            <a:off x="2128844" y="401477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003" name="Google Shape;2003;p92"/>
          <p:cNvSpPr txBox="1"/>
          <p:nvPr/>
        </p:nvSpPr>
        <p:spPr>
          <a:xfrm>
            <a:off x="2904099" y="402376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004" name="Google Shape;2004;p92"/>
          <p:cNvSpPr txBox="1"/>
          <p:nvPr/>
        </p:nvSpPr>
        <p:spPr>
          <a:xfrm>
            <a:off x="3635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005" name="Google Shape;2005;p92"/>
          <p:cNvSpPr txBox="1"/>
          <p:nvPr/>
        </p:nvSpPr>
        <p:spPr>
          <a:xfrm>
            <a:off x="4397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006" name="Google Shape;2006;p92"/>
          <p:cNvSpPr txBox="1"/>
          <p:nvPr/>
        </p:nvSpPr>
        <p:spPr>
          <a:xfrm>
            <a:off x="51593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2007" name="Google Shape;2007;p92"/>
          <p:cNvSpPr txBox="1"/>
          <p:nvPr/>
        </p:nvSpPr>
        <p:spPr>
          <a:xfrm>
            <a:off x="5997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140</a:t>
            </a:r>
            <a:endParaRPr sz="1800">
              <a:solidFill>
                <a:schemeClr val="dk1"/>
              </a:solidFill>
              <a:latin typeface="Lexend"/>
              <a:ea typeface="Lexend"/>
              <a:cs typeface="Lexend"/>
              <a:sym typeface="Lexend"/>
            </a:endParaRPr>
          </a:p>
        </p:txBody>
      </p:sp>
      <p:sp>
        <p:nvSpPr>
          <p:cNvPr id="2008" name="Google Shape;2008;p92"/>
          <p:cNvSpPr txBox="1"/>
          <p:nvPr/>
        </p:nvSpPr>
        <p:spPr>
          <a:xfrm>
            <a:off x="6759543" y="40062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cxnSp>
        <p:nvCxnSpPr>
          <p:cNvPr id="2009" name="Google Shape;2009;p92"/>
          <p:cNvCxnSpPr/>
          <p:nvPr/>
        </p:nvCxnSpPr>
        <p:spPr>
          <a:xfrm>
            <a:off x="4641550" y="3043100"/>
            <a:ext cx="3845100" cy="882300"/>
          </a:xfrm>
          <a:prstGeom prst="straightConnector1">
            <a:avLst/>
          </a:prstGeom>
          <a:noFill/>
          <a:ln cap="flat" cmpd="sng" w="19050">
            <a:solidFill>
              <a:schemeClr val="dk1"/>
            </a:solidFill>
            <a:prstDash val="solid"/>
            <a:round/>
            <a:headEnd len="med" w="med" type="none"/>
            <a:tailEnd len="med" w="med" type="triangle"/>
          </a:ln>
        </p:spPr>
      </p:cxnSp>
      <p:cxnSp>
        <p:nvCxnSpPr>
          <p:cNvPr id="2010" name="Google Shape;2010;p92"/>
          <p:cNvCxnSpPr/>
          <p:nvPr/>
        </p:nvCxnSpPr>
        <p:spPr>
          <a:xfrm>
            <a:off x="4255575" y="3049325"/>
            <a:ext cx="3400200" cy="840900"/>
          </a:xfrm>
          <a:prstGeom prst="straightConnector1">
            <a:avLst/>
          </a:prstGeom>
          <a:noFill/>
          <a:ln cap="flat" cmpd="sng" w="19050">
            <a:solidFill>
              <a:schemeClr val="dk1"/>
            </a:solidFill>
            <a:prstDash val="solid"/>
            <a:round/>
            <a:headEnd len="med" w="med" type="none"/>
            <a:tailEnd len="med" w="med" type="triangle"/>
          </a:ln>
        </p:spPr>
      </p:cxnSp>
      <p:cxnSp>
        <p:nvCxnSpPr>
          <p:cNvPr id="2011" name="Google Shape;2011;p92"/>
          <p:cNvCxnSpPr/>
          <p:nvPr/>
        </p:nvCxnSpPr>
        <p:spPr>
          <a:xfrm>
            <a:off x="3828543" y="3036912"/>
            <a:ext cx="3108300" cy="877800"/>
          </a:xfrm>
          <a:prstGeom prst="straightConnector1">
            <a:avLst/>
          </a:prstGeom>
          <a:noFill/>
          <a:ln cap="flat" cmpd="sng" w="19050">
            <a:solidFill>
              <a:schemeClr val="dk1"/>
            </a:solidFill>
            <a:prstDash val="solid"/>
            <a:round/>
            <a:headEnd len="med" w="med" type="none"/>
            <a:tailEnd len="med" w="med" type="triangle"/>
          </a:ln>
        </p:spPr>
      </p:cxnSp>
      <p:cxnSp>
        <p:nvCxnSpPr>
          <p:cNvPr id="2012" name="Google Shape;2012;p92"/>
          <p:cNvCxnSpPr/>
          <p:nvPr/>
        </p:nvCxnSpPr>
        <p:spPr>
          <a:xfrm>
            <a:off x="3496418" y="3034887"/>
            <a:ext cx="2693100" cy="892200"/>
          </a:xfrm>
          <a:prstGeom prst="straightConnector1">
            <a:avLst/>
          </a:prstGeom>
          <a:noFill/>
          <a:ln cap="flat" cmpd="sng" w="19050">
            <a:solidFill>
              <a:schemeClr val="dk1"/>
            </a:solidFill>
            <a:prstDash val="solid"/>
            <a:round/>
            <a:headEnd len="med" w="med" type="none"/>
            <a:tailEnd len="med" w="med" type="triangle"/>
          </a:ln>
        </p:spPr>
      </p:cxnSp>
      <p:cxnSp>
        <p:nvCxnSpPr>
          <p:cNvPr id="2013" name="Google Shape;2013;p92"/>
          <p:cNvCxnSpPr/>
          <p:nvPr/>
        </p:nvCxnSpPr>
        <p:spPr>
          <a:xfrm>
            <a:off x="3104043" y="3023299"/>
            <a:ext cx="2301300" cy="897600"/>
          </a:xfrm>
          <a:prstGeom prst="straightConnector1">
            <a:avLst/>
          </a:prstGeom>
          <a:noFill/>
          <a:ln cap="flat" cmpd="sng" w="19050">
            <a:solidFill>
              <a:schemeClr val="dk1"/>
            </a:solidFill>
            <a:prstDash val="solid"/>
            <a:round/>
            <a:headEnd len="med" w="med" type="none"/>
            <a:tailEnd len="med" w="med" type="triangle"/>
          </a:ln>
        </p:spPr>
      </p:cxnSp>
      <p:cxnSp>
        <p:nvCxnSpPr>
          <p:cNvPr id="2014" name="Google Shape;2014;p92"/>
          <p:cNvCxnSpPr/>
          <p:nvPr/>
        </p:nvCxnSpPr>
        <p:spPr>
          <a:xfrm>
            <a:off x="2721193" y="3037424"/>
            <a:ext cx="1912200" cy="883500"/>
          </a:xfrm>
          <a:prstGeom prst="straightConnector1">
            <a:avLst/>
          </a:prstGeom>
          <a:noFill/>
          <a:ln cap="flat" cmpd="sng" w="19050">
            <a:solidFill>
              <a:schemeClr val="dk1"/>
            </a:solidFill>
            <a:prstDash val="solid"/>
            <a:round/>
            <a:headEnd len="med" w="med" type="none"/>
            <a:tailEnd len="med" w="med" type="triangle"/>
          </a:ln>
        </p:spPr>
      </p:cxnSp>
      <p:cxnSp>
        <p:nvCxnSpPr>
          <p:cNvPr id="2015" name="Google Shape;2015;p92"/>
          <p:cNvCxnSpPr/>
          <p:nvPr/>
        </p:nvCxnSpPr>
        <p:spPr>
          <a:xfrm>
            <a:off x="2350575" y="3059700"/>
            <a:ext cx="1506600" cy="879900"/>
          </a:xfrm>
          <a:prstGeom prst="straightConnector1">
            <a:avLst/>
          </a:prstGeom>
          <a:noFill/>
          <a:ln cap="flat" cmpd="sng" w="19050">
            <a:solidFill>
              <a:schemeClr val="dk1"/>
            </a:solidFill>
            <a:prstDash val="solid"/>
            <a:round/>
            <a:headEnd len="med" w="med" type="none"/>
            <a:tailEnd len="med" w="med" type="triangle"/>
          </a:ln>
        </p:spPr>
      </p:cxnSp>
      <p:cxnSp>
        <p:nvCxnSpPr>
          <p:cNvPr id="2016" name="Google Shape;2016;p92"/>
          <p:cNvCxnSpPr/>
          <p:nvPr/>
        </p:nvCxnSpPr>
        <p:spPr>
          <a:xfrm>
            <a:off x="1938913" y="3043488"/>
            <a:ext cx="1146300" cy="858600"/>
          </a:xfrm>
          <a:prstGeom prst="straightConnector1">
            <a:avLst/>
          </a:prstGeom>
          <a:noFill/>
          <a:ln cap="flat" cmpd="sng" w="19050">
            <a:solidFill>
              <a:schemeClr val="dk1"/>
            </a:solidFill>
            <a:prstDash val="solid"/>
            <a:round/>
            <a:headEnd len="med" w="med" type="none"/>
            <a:tailEnd len="med" w="med" type="triangle"/>
          </a:ln>
        </p:spPr>
      </p:cxnSp>
      <p:cxnSp>
        <p:nvCxnSpPr>
          <p:cNvPr id="2017" name="Google Shape;2017;p92"/>
          <p:cNvCxnSpPr/>
          <p:nvPr/>
        </p:nvCxnSpPr>
        <p:spPr>
          <a:xfrm>
            <a:off x="1568225" y="3036925"/>
            <a:ext cx="788700" cy="890100"/>
          </a:xfrm>
          <a:prstGeom prst="straightConnector1">
            <a:avLst/>
          </a:prstGeom>
          <a:noFill/>
          <a:ln cap="flat" cmpd="sng" w="19050">
            <a:solidFill>
              <a:schemeClr val="dk1"/>
            </a:solidFill>
            <a:prstDash val="solid"/>
            <a:round/>
            <a:headEnd len="med" w="med" type="none"/>
            <a:tailEnd len="med" w="med" type="triangle"/>
          </a:ln>
        </p:spPr>
      </p:cxnSp>
      <p:cxnSp>
        <p:nvCxnSpPr>
          <p:cNvPr id="2018" name="Google Shape;2018;p92"/>
          <p:cNvCxnSpPr/>
          <p:nvPr/>
        </p:nvCxnSpPr>
        <p:spPr>
          <a:xfrm flipH="1">
            <a:off x="800299" y="3062338"/>
            <a:ext cx="13200" cy="864900"/>
          </a:xfrm>
          <a:prstGeom prst="straightConnector1">
            <a:avLst/>
          </a:prstGeom>
          <a:noFill/>
          <a:ln cap="flat" cmpd="sng" w="19050">
            <a:solidFill>
              <a:schemeClr val="dk1"/>
            </a:solidFill>
            <a:prstDash val="solid"/>
            <a:round/>
            <a:headEnd len="med" w="med" type="none"/>
            <a:tailEnd len="med" w="med" type="triangle"/>
          </a:ln>
        </p:spPr>
      </p:cxnSp>
      <p:cxnSp>
        <p:nvCxnSpPr>
          <p:cNvPr id="2019" name="Google Shape;2019;p92"/>
          <p:cNvCxnSpPr/>
          <p:nvPr/>
        </p:nvCxnSpPr>
        <p:spPr>
          <a:xfrm>
            <a:off x="1187213" y="3050375"/>
            <a:ext cx="378000" cy="857700"/>
          </a:xfrm>
          <a:prstGeom prst="straightConnector1">
            <a:avLst/>
          </a:prstGeom>
          <a:noFill/>
          <a:ln cap="flat" cmpd="sng" w="19050">
            <a:solidFill>
              <a:schemeClr val="dk1"/>
            </a:solidFill>
            <a:prstDash val="solid"/>
            <a:round/>
            <a:headEnd len="med" w="med" type="none"/>
            <a:tailEnd len="med" w="med" type="triangle"/>
          </a:ln>
        </p:spPr>
      </p:cxnSp>
      <p:sp>
        <p:nvSpPr>
          <p:cNvPr id="2020" name="Google Shape;2020;p92"/>
          <p:cNvSpPr txBox="1"/>
          <p:nvPr/>
        </p:nvSpPr>
        <p:spPr>
          <a:xfrm>
            <a:off x="7448125" y="399419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2021" name="Google Shape;2021;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2022" name="Google Shape;2022;p92"/>
          <p:cNvSpPr txBox="1"/>
          <p:nvPr>
            <p:ph idx="1" type="body"/>
          </p:nvPr>
        </p:nvSpPr>
        <p:spPr>
          <a:xfrm>
            <a:off x="324000" y="759300"/>
            <a:ext cx="5790300" cy="89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Using a ratio table can allow for any amount or percentage to be calculated. </a:t>
            </a:r>
            <a:endParaRPr sz="2100"/>
          </a:p>
          <a:p>
            <a:pPr indent="0" lvl="0" marL="0" rtl="0" algn="l">
              <a:spcBef>
                <a:spcPts val="1000"/>
              </a:spcBef>
              <a:spcAft>
                <a:spcPts val="1000"/>
              </a:spcAft>
              <a:buNone/>
            </a:pPr>
            <a:r>
              <a:rPr lang="en-GB" sz="2100"/>
              <a:t>23% of 200 = </a:t>
            </a:r>
            <a:endParaRPr sz="2100"/>
          </a:p>
        </p:txBody>
      </p:sp>
      <p:sp>
        <p:nvSpPr>
          <p:cNvPr id="2023" name="Google Shape;2023;p92"/>
          <p:cNvSpPr/>
          <p:nvPr/>
        </p:nvSpPr>
        <p:spPr>
          <a:xfrm>
            <a:off x="685100" y="2468925"/>
            <a:ext cx="3408600" cy="2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24" name="Google Shape;2024;p92"/>
          <p:cNvSpPr txBox="1"/>
          <p:nvPr/>
        </p:nvSpPr>
        <p:spPr>
          <a:xfrm>
            <a:off x="658325" y="24407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025" name="Google Shape;2025;p92"/>
          <p:cNvSpPr txBox="1"/>
          <p:nvPr/>
        </p:nvSpPr>
        <p:spPr>
          <a:xfrm>
            <a:off x="945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2026" name="Google Shape;2026;p92"/>
          <p:cNvSpPr txBox="1"/>
          <p:nvPr/>
        </p:nvSpPr>
        <p:spPr>
          <a:xfrm>
            <a:off x="1348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027" name="Google Shape;2027;p92"/>
          <p:cNvSpPr txBox="1"/>
          <p:nvPr/>
        </p:nvSpPr>
        <p:spPr>
          <a:xfrm>
            <a:off x="1707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2028" name="Google Shape;2028;p92"/>
          <p:cNvSpPr txBox="1"/>
          <p:nvPr/>
        </p:nvSpPr>
        <p:spPr>
          <a:xfrm>
            <a:off x="2110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029" name="Google Shape;2029;p92"/>
          <p:cNvSpPr txBox="1"/>
          <p:nvPr/>
        </p:nvSpPr>
        <p:spPr>
          <a:xfrm>
            <a:off x="2469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2030" name="Google Shape;2030;p92"/>
          <p:cNvSpPr txBox="1"/>
          <p:nvPr/>
        </p:nvSpPr>
        <p:spPr>
          <a:xfrm>
            <a:off x="2872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031" name="Google Shape;2031;p92"/>
          <p:cNvSpPr txBox="1"/>
          <p:nvPr/>
        </p:nvSpPr>
        <p:spPr>
          <a:xfrm>
            <a:off x="3231613"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p:txBody>
      </p:sp>
      <p:sp>
        <p:nvSpPr>
          <p:cNvPr id="2032" name="Google Shape;2032;p92"/>
          <p:cNvSpPr txBox="1"/>
          <p:nvPr/>
        </p:nvSpPr>
        <p:spPr>
          <a:xfrm>
            <a:off x="363486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cxnSp>
        <p:nvCxnSpPr>
          <p:cNvPr id="2033" name="Google Shape;2033;p92"/>
          <p:cNvCxnSpPr/>
          <p:nvPr/>
        </p:nvCxnSpPr>
        <p:spPr>
          <a:xfrm>
            <a:off x="1725475" y="3015938"/>
            <a:ext cx="923400" cy="939300"/>
          </a:xfrm>
          <a:prstGeom prst="straightConnector1">
            <a:avLst/>
          </a:prstGeom>
          <a:noFill/>
          <a:ln cap="flat" cmpd="sng" w="28575">
            <a:solidFill>
              <a:schemeClr val="accent5"/>
            </a:solidFill>
            <a:prstDash val="solid"/>
            <a:round/>
            <a:headEnd len="med" w="med" type="none"/>
            <a:tailEnd len="med" w="med" type="triangle"/>
          </a:ln>
        </p:spPr>
      </p:cxnSp>
      <p:sp>
        <p:nvSpPr>
          <p:cNvPr id="2034" name="Google Shape;2034;p92"/>
          <p:cNvSpPr txBox="1"/>
          <p:nvPr/>
        </p:nvSpPr>
        <p:spPr>
          <a:xfrm>
            <a:off x="2501099" y="389120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2035" name="Google Shape;2035;p92"/>
          <p:cNvGraphicFramePr/>
          <p:nvPr/>
        </p:nvGraphicFramePr>
        <p:xfrm>
          <a:off x="6269800" y="7325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408250">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2036" name="Google Shape;2036;p92"/>
          <p:cNvGraphicFramePr/>
          <p:nvPr/>
        </p:nvGraphicFramePr>
        <p:xfrm>
          <a:off x="6269800" y="1549050"/>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2037" name="Google Shape;2037;p92"/>
          <p:cNvGraphicFramePr/>
          <p:nvPr/>
        </p:nvGraphicFramePr>
        <p:xfrm>
          <a:off x="6269800" y="1948193"/>
          <a:ext cx="3000000" cy="3000000"/>
        </p:xfrm>
        <a:graphic>
          <a:graphicData uri="http://schemas.openxmlformats.org/drawingml/2006/table">
            <a:tbl>
              <a:tblPr>
                <a:noFill/>
                <a:tableStyleId>{59C14B37-5063-47A9-82DC-C1F6685F5BAC}</a:tableStyleId>
              </a:tblPr>
              <a:tblGrid>
                <a:gridCol w="1104875"/>
                <a:gridCol w="1104875"/>
              </a:tblGrid>
              <a:tr h="408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2038" name="Google Shape;2038;p92"/>
          <p:cNvGraphicFramePr/>
          <p:nvPr/>
        </p:nvGraphicFramePr>
        <p:xfrm>
          <a:off x="6269800" y="2356455"/>
          <a:ext cx="3000000" cy="3000000"/>
        </p:xfrm>
        <a:graphic>
          <a:graphicData uri="http://schemas.openxmlformats.org/drawingml/2006/table">
            <a:tbl>
              <a:tblPr>
                <a:noFill/>
                <a:tableStyleId>{59C14B37-5063-47A9-82DC-C1F6685F5BAC}</a:tableStyleId>
              </a:tblPr>
              <a:tblGrid>
                <a:gridCol w="1104875"/>
                <a:gridCol w="1104875"/>
              </a:tblGrid>
              <a:tr h="4024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2039" name="Google Shape;2039;p92"/>
          <p:cNvSpPr txBox="1"/>
          <p:nvPr/>
        </p:nvSpPr>
        <p:spPr>
          <a:xfrm>
            <a:off x="6408000" y="16344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a:p>
        </p:txBody>
      </p:sp>
      <p:sp>
        <p:nvSpPr>
          <p:cNvPr id="2040" name="Google Shape;2040;p92"/>
          <p:cNvSpPr txBox="1"/>
          <p:nvPr/>
        </p:nvSpPr>
        <p:spPr>
          <a:xfrm>
            <a:off x="6408000" y="20052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80</a:t>
            </a:r>
            <a:endParaRPr/>
          </a:p>
        </p:txBody>
      </p:sp>
      <p:sp>
        <p:nvSpPr>
          <p:cNvPr id="2041" name="Google Shape;2041;p92"/>
          <p:cNvSpPr txBox="1"/>
          <p:nvPr/>
        </p:nvSpPr>
        <p:spPr>
          <a:xfrm>
            <a:off x="6393600" y="2419200"/>
            <a:ext cx="8295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a:t>
            </a:r>
            <a:endParaRPr/>
          </a:p>
        </p:txBody>
      </p:sp>
      <p:sp>
        <p:nvSpPr>
          <p:cNvPr id="2042" name="Google Shape;2042;p92"/>
          <p:cNvSpPr txBox="1"/>
          <p:nvPr/>
        </p:nvSpPr>
        <p:spPr>
          <a:xfrm>
            <a:off x="1720911" y="1526990"/>
            <a:ext cx="8781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46</a:t>
            </a:r>
            <a:endParaRPr sz="1700"/>
          </a:p>
        </p:txBody>
      </p:sp>
      <p:graphicFrame>
        <p:nvGraphicFramePr>
          <p:cNvPr id="2043" name="Google Shape;2043;p92"/>
          <p:cNvGraphicFramePr/>
          <p:nvPr/>
        </p:nvGraphicFramePr>
        <p:xfrm>
          <a:off x="6269800" y="2777918"/>
          <a:ext cx="3000000" cy="3000000"/>
        </p:xfrm>
        <a:graphic>
          <a:graphicData uri="http://schemas.openxmlformats.org/drawingml/2006/table">
            <a:tbl>
              <a:tblPr>
                <a:noFill/>
                <a:tableStyleId>{59C14B37-5063-47A9-82DC-C1F6685F5BAC}</a:tableStyleId>
              </a:tblPr>
              <a:tblGrid>
                <a:gridCol w="1104875"/>
                <a:gridCol w="1104875"/>
              </a:tblGrid>
              <a:tr h="40242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2044" name="Google Shape;2044;p92"/>
          <p:cNvSpPr txBox="1"/>
          <p:nvPr/>
        </p:nvSpPr>
        <p:spPr>
          <a:xfrm>
            <a:off x="7182628" y="2797016"/>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sp>
        <p:nvSpPr>
          <p:cNvPr id="2045" name="Google Shape;2045;p92"/>
          <p:cNvSpPr txBox="1"/>
          <p:nvPr/>
        </p:nvSpPr>
        <p:spPr>
          <a:xfrm>
            <a:off x="6505200" y="2841363"/>
            <a:ext cx="531000" cy="277200"/>
          </a:xfrm>
          <a:prstGeom prst="rect">
            <a:avLst/>
          </a:prstGeom>
          <a:noFill/>
          <a:ln>
            <a:noFill/>
          </a:ln>
        </p:spPr>
        <p:txBody>
          <a:bodyPr anchorCtr="0" anchor="t" bIns="0" lIns="91425" spcFirstLastPara="1" rIns="91425"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46</a:t>
            </a:r>
            <a:endParaRPr sz="1800">
              <a:solidFill>
                <a:schemeClr val="dk1"/>
              </a:solidFill>
              <a:latin typeface="Lexend"/>
              <a:ea typeface="Lexend"/>
              <a:cs typeface="Lexend"/>
              <a:sym typeface="Lexend"/>
            </a:endParaRPr>
          </a:p>
        </p:txBody>
      </p:sp>
      <p:sp>
        <p:nvSpPr>
          <p:cNvPr id="2046" name="Google Shape;2046;p92"/>
          <p:cNvSpPr txBox="1"/>
          <p:nvPr/>
        </p:nvSpPr>
        <p:spPr>
          <a:xfrm>
            <a:off x="8451053" y="36963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047" name="Google Shape;2047;p92"/>
          <p:cNvSpPr txBox="1"/>
          <p:nvPr/>
        </p:nvSpPr>
        <p:spPr>
          <a:xfrm>
            <a:off x="8145336" y="399420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200</a:t>
            </a:r>
            <a:endParaRPr sz="1800">
              <a:solidFill>
                <a:schemeClr val="dk1"/>
              </a:solidFill>
              <a:latin typeface="Lexend"/>
              <a:ea typeface="Lexend"/>
              <a:cs typeface="Lexend"/>
              <a:sym typeface="Lexend"/>
            </a:endParaRPr>
          </a:p>
        </p:txBody>
      </p:sp>
      <p:grpSp>
        <p:nvGrpSpPr>
          <p:cNvPr id="2048" name="Google Shape;2048;p92"/>
          <p:cNvGrpSpPr/>
          <p:nvPr/>
        </p:nvGrpSpPr>
        <p:grpSpPr>
          <a:xfrm>
            <a:off x="7163286" y="1179888"/>
            <a:ext cx="495082" cy="1520107"/>
            <a:chOff x="7163286" y="1179888"/>
            <a:chExt cx="495082" cy="1520107"/>
          </a:xfrm>
        </p:grpSpPr>
        <p:sp>
          <p:nvSpPr>
            <p:cNvPr id="2049" name="Google Shape;2049;p92"/>
            <p:cNvSpPr txBox="1"/>
            <p:nvPr/>
          </p:nvSpPr>
          <p:spPr>
            <a:xfrm>
              <a:off x="7175068" y="1179888"/>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2050" name="Google Shape;2050;p92"/>
            <p:cNvCxnSpPr/>
            <p:nvPr/>
          </p:nvCxnSpPr>
          <p:spPr>
            <a:xfrm rot="10800000">
              <a:off x="7163286" y="1459095"/>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2051" name="Google Shape;2051;p92"/>
            <p:cNvSpPr txBox="1"/>
            <p:nvPr/>
          </p:nvSpPr>
          <p:spPr>
            <a:xfrm>
              <a:off x="7175068" y="1609873"/>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2052" name="Google Shape;2052;p92"/>
            <p:cNvCxnSpPr/>
            <p:nvPr/>
          </p:nvCxnSpPr>
          <p:spPr>
            <a:xfrm rot="10800000">
              <a:off x="7163286" y="1889080"/>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2053" name="Google Shape;2053;p92"/>
            <p:cNvSpPr txBox="1"/>
            <p:nvPr/>
          </p:nvSpPr>
          <p:spPr>
            <a:xfrm>
              <a:off x="7175068" y="2021716"/>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2054" name="Google Shape;2054;p92"/>
            <p:cNvCxnSpPr/>
            <p:nvPr/>
          </p:nvCxnSpPr>
          <p:spPr>
            <a:xfrm rot="10800000">
              <a:off x="7163286" y="2300923"/>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2055" name="Google Shape;2055;p92"/>
            <p:cNvSpPr txBox="1"/>
            <p:nvPr/>
          </p:nvSpPr>
          <p:spPr>
            <a:xfrm>
              <a:off x="7175068" y="2411788"/>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cxnSp>
          <p:nvCxnSpPr>
            <p:cNvPr id="2056" name="Google Shape;2056;p92"/>
            <p:cNvCxnSpPr/>
            <p:nvPr/>
          </p:nvCxnSpPr>
          <p:spPr>
            <a:xfrm rot="10800000">
              <a:off x="7163286" y="2690995"/>
              <a:ext cx="453600" cy="9000"/>
            </a:xfrm>
            <a:prstGeom prst="straightConnector1">
              <a:avLst/>
            </a:prstGeom>
            <a:noFill/>
            <a:ln cap="flat" cmpd="sng" w="28575">
              <a:solidFill>
                <a:schemeClr val="accent5"/>
              </a:solidFill>
              <a:prstDash val="solid"/>
              <a:round/>
              <a:headEnd len="med" w="med" type="none"/>
              <a:tailEnd len="med" w="med" type="triangle"/>
            </a:ln>
          </p:spPr>
        </p:cxnSp>
      </p:grpSp>
      <p:cxnSp>
        <p:nvCxnSpPr>
          <p:cNvPr id="2057" name="Google Shape;2057;p92"/>
          <p:cNvCxnSpPr/>
          <p:nvPr/>
        </p:nvCxnSpPr>
        <p:spPr>
          <a:xfrm rot="10800000">
            <a:off x="7158721" y="3082370"/>
            <a:ext cx="453600" cy="9000"/>
          </a:xfrm>
          <a:prstGeom prst="straightConnector1">
            <a:avLst/>
          </a:prstGeom>
          <a:noFill/>
          <a:ln cap="flat" cmpd="sng" w="28575">
            <a:solidFill>
              <a:schemeClr val="accent5"/>
            </a:solidFill>
            <a:prstDash val="solid"/>
            <a:round/>
            <a:headEnd len="med" w="med" type="none"/>
            <a:tailEnd len="med" w="med" type="triangle"/>
          </a:ln>
        </p:spPr>
      </p:cxnSp>
      <p:sp>
        <p:nvSpPr>
          <p:cNvPr id="2058" name="Google Shape;2058;p92"/>
          <p:cNvSpPr txBox="1"/>
          <p:nvPr/>
        </p:nvSpPr>
        <p:spPr>
          <a:xfrm>
            <a:off x="4362800" y="2441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93"/>
          <p:cNvSpPr txBox="1"/>
          <p:nvPr>
            <p:ph idx="1" type="body"/>
          </p:nvPr>
        </p:nvSpPr>
        <p:spPr>
          <a:xfrm>
            <a:off x="324000" y="759300"/>
            <a:ext cx="8237700" cy="51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the scaling diagrams, fill in the ratio table.</a:t>
            </a:r>
            <a:endParaRPr/>
          </a:p>
        </p:txBody>
      </p:sp>
      <p:sp>
        <p:nvSpPr>
          <p:cNvPr id="2064" name="Google Shape;206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representations</a:t>
            </a:r>
            <a:endParaRPr/>
          </a:p>
        </p:txBody>
      </p:sp>
      <p:graphicFrame>
        <p:nvGraphicFramePr>
          <p:cNvPr id="2065" name="Google Shape;2065;p93"/>
          <p:cNvGraphicFramePr/>
          <p:nvPr/>
        </p:nvGraphicFramePr>
        <p:xfrm>
          <a:off x="3171904" y="2016688"/>
          <a:ext cx="3000000" cy="3000000"/>
        </p:xfrm>
        <a:graphic>
          <a:graphicData uri="http://schemas.openxmlformats.org/drawingml/2006/table">
            <a:tbl>
              <a:tblPr>
                <a:noFill/>
                <a:tableStyleId>{59C14B37-5063-47A9-82DC-C1F6685F5BAC}</a:tableStyleId>
              </a:tblPr>
              <a:tblGrid>
                <a:gridCol w="618175"/>
                <a:gridCol w="618175"/>
                <a:gridCol w="618175"/>
                <a:gridCol w="618175"/>
                <a:gridCol w="6181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066" name="Google Shape;2066;p93"/>
          <p:cNvSpPr txBox="1"/>
          <p:nvPr/>
        </p:nvSpPr>
        <p:spPr>
          <a:xfrm>
            <a:off x="6000293" y="23862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067" name="Google Shape;2067;p93"/>
          <p:cNvSpPr txBox="1"/>
          <p:nvPr/>
        </p:nvSpPr>
        <p:spPr>
          <a:xfrm>
            <a:off x="2960600" y="24265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068" name="Google Shape;2068;p93"/>
          <p:cNvGraphicFramePr/>
          <p:nvPr/>
        </p:nvGraphicFramePr>
        <p:xfrm>
          <a:off x="3168832" y="1681413"/>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69" name="Google Shape;2069;p93"/>
          <p:cNvSpPr txBox="1"/>
          <p:nvPr/>
        </p:nvSpPr>
        <p:spPr>
          <a:xfrm>
            <a:off x="3848752" y="13449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070" name="Google Shape;2070;p93"/>
          <p:cNvSpPr txBox="1"/>
          <p:nvPr/>
        </p:nvSpPr>
        <p:spPr>
          <a:xfrm>
            <a:off x="5538407" y="135395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071" name="Google Shape;2071;p93"/>
          <p:cNvSpPr txBox="1"/>
          <p:nvPr/>
        </p:nvSpPr>
        <p:spPr>
          <a:xfrm>
            <a:off x="6422050" y="13364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072" name="Google Shape;2072;p93"/>
          <p:cNvSpPr txBox="1"/>
          <p:nvPr/>
        </p:nvSpPr>
        <p:spPr>
          <a:xfrm>
            <a:off x="7107850" y="133640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073" name="Google Shape;2073;p93"/>
          <p:cNvSpPr txBox="1"/>
          <p:nvPr/>
        </p:nvSpPr>
        <p:spPr>
          <a:xfrm>
            <a:off x="3001357" y="13095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074" name="Google Shape;2074;p93"/>
          <p:cNvSpPr txBox="1"/>
          <p:nvPr/>
        </p:nvSpPr>
        <p:spPr>
          <a:xfrm>
            <a:off x="7506010" y="163956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075" name="Google Shape;2075;p93"/>
          <p:cNvSpPr txBox="1"/>
          <p:nvPr/>
        </p:nvSpPr>
        <p:spPr>
          <a:xfrm>
            <a:off x="4686952" y="13539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076" name="Google Shape;2076;p93"/>
          <p:cNvSpPr txBox="1"/>
          <p:nvPr/>
        </p:nvSpPr>
        <p:spPr>
          <a:xfrm>
            <a:off x="6311678" y="2149288"/>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077" name="Google Shape;2077;p93"/>
          <p:cNvSpPr txBox="1"/>
          <p:nvPr/>
        </p:nvSpPr>
        <p:spPr>
          <a:xfrm>
            <a:off x="3540418" y="23538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p:txBody>
      </p:sp>
      <p:sp>
        <p:nvSpPr>
          <p:cNvPr id="2078" name="Google Shape;2078;p93"/>
          <p:cNvSpPr txBox="1"/>
          <p:nvPr/>
        </p:nvSpPr>
        <p:spPr>
          <a:xfrm>
            <a:off x="4163707" y="235044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32</a:t>
            </a:r>
            <a:endParaRPr sz="1800">
              <a:solidFill>
                <a:schemeClr val="dk1"/>
              </a:solidFill>
              <a:latin typeface="Lexend"/>
              <a:ea typeface="Lexend"/>
              <a:cs typeface="Lexend"/>
              <a:sym typeface="Lexend"/>
            </a:endParaRPr>
          </a:p>
        </p:txBody>
      </p:sp>
      <p:sp>
        <p:nvSpPr>
          <p:cNvPr id="2079" name="Google Shape;2079;p93"/>
          <p:cNvSpPr txBox="1"/>
          <p:nvPr/>
        </p:nvSpPr>
        <p:spPr>
          <a:xfrm>
            <a:off x="4759618" y="235387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2080" name="Google Shape;2080;p93"/>
          <p:cNvSpPr txBox="1"/>
          <p:nvPr/>
        </p:nvSpPr>
        <p:spPr>
          <a:xfrm>
            <a:off x="5382907" y="235044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64</a:t>
            </a:r>
            <a:endParaRPr sz="1800">
              <a:solidFill>
                <a:schemeClr val="dk1"/>
              </a:solidFill>
              <a:latin typeface="Lexend"/>
              <a:ea typeface="Lexend"/>
              <a:cs typeface="Lexend"/>
              <a:sym typeface="Lexend"/>
            </a:endParaRPr>
          </a:p>
        </p:txBody>
      </p:sp>
      <p:graphicFrame>
        <p:nvGraphicFramePr>
          <p:cNvPr id="2081" name="Google Shape;2081;p93"/>
          <p:cNvGraphicFramePr/>
          <p:nvPr/>
        </p:nvGraphicFramePr>
        <p:xfrm>
          <a:off x="3164066" y="3684738"/>
          <a:ext cx="3000000" cy="3000000"/>
        </p:xfrm>
        <a:graphic>
          <a:graphicData uri="http://schemas.openxmlformats.org/drawingml/2006/table">
            <a:tbl>
              <a:tblPr>
                <a:noFill/>
                <a:tableStyleId>{59C14B37-5063-47A9-82DC-C1F6685F5BAC}</a:tableStyleId>
              </a:tblPr>
              <a:tblGrid>
                <a:gridCol w="1048350"/>
                <a:gridCol w="1048350"/>
                <a:gridCol w="1048350"/>
                <a:gridCol w="1048350"/>
                <a:gridCol w="10483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082" name="Google Shape;2082;p93"/>
          <p:cNvSpPr txBox="1"/>
          <p:nvPr/>
        </p:nvSpPr>
        <p:spPr>
          <a:xfrm>
            <a:off x="2952763" y="40945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083" name="Google Shape;2083;p93"/>
          <p:cNvGraphicFramePr/>
          <p:nvPr/>
        </p:nvGraphicFramePr>
        <p:xfrm>
          <a:off x="3160995" y="3349463"/>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084" name="Google Shape;2084;p93"/>
          <p:cNvSpPr txBox="1"/>
          <p:nvPr/>
        </p:nvSpPr>
        <p:spPr>
          <a:xfrm>
            <a:off x="7600735" y="323626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085" name="Google Shape;2085;p93"/>
          <p:cNvSpPr txBox="1"/>
          <p:nvPr/>
        </p:nvSpPr>
        <p:spPr>
          <a:xfrm>
            <a:off x="8473803" y="39764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086" name="Google Shape;2086;p93"/>
          <p:cNvSpPr txBox="1"/>
          <p:nvPr/>
        </p:nvSpPr>
        <p:spPr>
          <a:xfrm>
            <a:off x="8000322" y="404152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150</a:t>
            </a:r>
            <a:endParaRPr sz="1800">
              <a:solidFill>
                <a:schemeClr val="dk1"/>
              </a:solidFill>
              <a:latin typeface="Lexend"/>
              <a:ea typeface="Lexend"/>
              <a:cs typeface="Lexend"/>
              <a:sym typeface="Lexend"/>
            </a:endParaRPr>
          </a:p>
        </p:txBody>
      </p:sp>
      <p:sp>
        <p:nvSpPr>
          <p:cNvPr id="2087" name="Google Shape;2087;p93"/>
          <p:cNvSpPr txBox="1"/>
          <p:nvPr/>
        </p:nvSpPr>
        <p:spPr>
          <a:xfrm>
            <a:off x="3971397" y="404152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30</a:t>
            </a:r>
            <a:endParaRPr sz="1800">
              <a:solidFill>
                <a:schemeClr val="dk1"/>
              </a:solidFill>
              <a:latin typeface="Lexend"/>
              <a:ea typeface="Lexend"/>
              <a:cs typeface="Lexend"/>
              <a:sym typeface="Lexend"/>
            </a:endParaRPr>
          </a:p>
        </p:txBody>
      </p:sp>
      <p:sp>
        <p:nvSpPr>
          <p:cNvPr id="2088" name="Google Shape;2088;p93"/>
          <p:cNvSpPr txBox="1"/>
          <p:nvPr/>
        </p:nvSpPr>
        <p:spPr>
          <a:xfrm>
            <a:off x="4978628" y="404152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089" name="Google Shape;2089;p93"/>
          <p:cNvSpPr txBox="1"/>
          <p:nvPr/>
        </p:nvSpPr>
        <p:spPr>
          <a:xfrm>
            <a:off x="5985859" y="404152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90</a:t>
            </a:r>
            <a:endParaRPr sz="1800">
              <a:solidFill>
                <a:schemeClr val="dk1"/>
              </a:solidFill>
              <a:latin typeface="Lexend"/>
              <a:ea typeface="Lexend"/>
              <a:cs typeface="Lexend"/>
              <a:sym typeface="Lexend"/>
            </a:endParaRPr>
          </a:p>
        </p:txBody>
      </p:sp>
      <p:sp>
        <p:nvSpPr>
          <p:cNvPr id="2090" name="Google Shape;2090;p93"/>
          <p:cNvSpPr txBox="1"/>
          <p:nvPr/>
        </p:nvSpPr>
        <p:spPr>
          <a:xfrm>
            <a:off x="6993090" y="4041524"/>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120</a:t>
            </a:r>
            <a:endParaRPr sz="1800">
              <a:solidFill>
                <a:schemeClr val="dk1"/>
              </a:solidFill>
              <a:latin typeface="Lexend"/>
              <a:ea typeface="Lexend"/>
              <a:cs typeface="Lexend"/>
              <a:sym typeface="Lexend"/>
            </a:endParaRPr>
          </a:p>
        </p:txBody>
      </p:sp>
      <p:sp>
        <p:nvSpPr>
          <p:cNvPr id="2091" name="Google Shape;2091;p93"/>
          <p:cNvSpPr txBox="1"/>
          <p:nvPr/>
        </p:nvSpPr>
        <p:spPr>
          <a:xfrm>
            <a:off x="3848752" y="29572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092" name="Google Shape;2092;p93"/>
          <p:cNvSpPr txBox="1"/>
          <p:nvPr/>
        </p:nvSpPr>
        <p:spPr>
          <a:xfrm>
            <a:off x="5538407" y="296623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093" name="Google Shape;2093;p93"/>
          <p:cNvSpPr txBox="1"/>
          <p:nvPr/>
        </p:nvSpPr>
        <p:spPr>
          <a:xfrm>
            <a:off x="6422050" y="294867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094" name="Google Shape;2094;p93"/>
          <p:cNvSpPr txBox="1"/>
          <p:nvPr/>
        </p:nvSpPr>
        <p:spPr>
          <a:xfrm>
            <a:off x="7107850" y="294867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095" name="Google Shape;2095;p93"/>
          <p:cNvSpPr txBox="1"/>
          <p:nvPr/>
        </p:nvSpPr>
        <p:spPr>
          <a:xfrm>
            <a:off x="3001357" y="292178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096" name="Google Shape;2096;p93"/>
          <p:cNvSpPr txBox="1"/>
          <p:nvPr/>
        </p:nvSpPr>
        <p:spPr>
          <a:xfrm>
            <a:off x="4686952" y="296623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graphicFrame>
        <p:nvGraphicFramePr>
          <p:cNvPr id="2097" name="Google Shape;2097;p93"/>
          <p:cNvGraphicFramePr/>
          <p:nvPr/>
        </p:nvGraphicFramePr>
        <p:xfrm>
          <a:off x="464075" y="1211738"/>
          <a:ext cx="3000000" cy="3000000"/>
        </p:xfrm>
        <a:graphic>
          <a:graphicData uri="http://schemas.openxmlformats.org/drawingml/2006/table">
            <a:tbl>
              <a:tblPr>
                <a:noFill/>
                <a:tableStyleId>{59C14B37-5063-47A9-82DC-C1F6685F5BAC}</a:tableStyleId>
              </a:tblPr>
              <a:tblGrid>
                <a:gridCol w="1193550"/>
                <a:gridCol w="1193550"/>
              </a:tblGrid>
              <a:tr h="342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42000">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42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42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pSp>
        <p:nvGrpSpPr>
          <p:cNvPr id="2098" name="Google Shape;2098;p93"/>
          <p:cNvGrpSpPr/>
          <p:nvPr/>
        </p:nvGrpSpPr>
        <p:grpSpPr>
          <a:xfrm>
            <a:off x="1430836" y="1569325"/>
            <a:ext cx="604214" cy="268345"/>
            <a:chOff x="6980886" y="2014663"/>
            <a:chExt cx="604214" cy="268345"/>
          </a:xfrm>
        </p:grpSpPr>
        <p:sp>
          <p:nvSpPr>
            <p:cNvPr id="2099" name="Google Shape;2099;p93"/>
            <p:cNvSpPr txBox="1"/>
            <p:nvPr/>
          </p:nvSpPr>
          <p:spPr>
            <a:xfrm>
              <a:off x="6993200" y="2014663"/>
              <a:ext cx="5919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 0.8</a:t>
              </a:r>
              <a:endParaRPr sz="1800">
                <a:solidFill>
                  <a:schemeClr val="dk1"/>
                </a:solidFill>
                <a:latin typeface="Lexend"/>
                <a:ea typeface="Lexend"/>
                <a:cs typeface="Lexend"/>
                <a:sym typeface="Lexend"/>
              </a:endParaRPr>
            </a:p>
          </p:txBody>
        </p:sp>
        <p:cxnSp>
          <p:nvCxnSpPr>
            <p:cNvPr id="2100" name="Google Shape;2100;p93"/>
            <p:cNvCxnSpPr/>
            <p:nvPr/>
          </p:nvCxnSpPr>
          <p:spPr>
            <a:xfrm rot="10800000">
              <a:off x="6980886" y="2279408"/>
              <a:ext cx="453600" cy="3600"/>
            </a:xfrm>
            <a:prstGeom prst="straightConnector1">
              <a:avLst/>
            </a:prstGeom>
            <a:noFill/>
            <a:ln cap="flat" cmpd="sng" w="28575">
              <a:solidFill>
                <a:schemeClr val="accent5"/>
              </a:solidFill>
              <a:prstDash val="solid"/>
              <a:round/>
              <a:headEnd len="med" w="med" type="none"/>
              <a:tailEnd len="med" w="med" type="triangle"/>
            </a:ln>
          </p:spPr>
        </p:cxnSp>
      </p:grpSp>
      <p:graphicFrame>
        <p:nvGraphicFramePr>
          <p:cNvPr id="2101" name="Google Shape;2101;p93"/>
          <p:cNvGraphicFramePr/>
          <p:nvPr/>
        </p:nvGraphicFramePr>
        <p:xfrm>
          <a:off x="491250" y="3133063"/>
          <a:ext cx="3000000" cy="3000000"/>
        </p:xfrm>
        <a:graphic>
          <a:graphicData uri="http://schemas.openxmlformats.org/drawingml/2006/table">
            <a:tbl>
              <a:tblPr>
                <a:noFill/>
                <a:tableStyleId>{59C14B37-5063-47A9-82DC-C1F6685F5BAC}</a:tableStyleId>
              </a:tblPr>
              <a:tblGrid>
                <a:gridCol w="1193550"/>
                <a:gridCol w="1193550"/>
              </a:tblGrid>
              <a:tr h="342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42000">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42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42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pSp>
        <p:nvGrpSpPr>
          <p:cNvPr id="2102" name="Google Shape;2102;p93"/>
          <p:cNvGrpSpPr/>
          <p:nvPr/>
        </p:nvGrpSpPr>
        <p:grpSpPr>
          <a:xfrm>
            <a:off x="1458011" y="3490641"/>
            <a:ext cx="495614" cy="268354"/>
            <a:chOff x="6980886" y="2014653"/>
            <a:chExt cx="495614" cy="268354"/>
          </a:xfrm>
        </p:grpSpPr>
        <p:sp>
          <p:nvSpPr>
            <p:cNvPr id="2103" name="Google Shape;2103;p93"/>
            <p:cNvSpPr txBox="1"/>
            <p:nvPr/>
          </p:nvSpPr>
          <p:spPr>
            <a:xfrm>
              <a:off x="6993200" y="2014653"/>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×1.5</a:t>
              </a:r>
              <a:endParaRPr sz="1800">
                <a:solidFill>
                  <a:schemeClr val="dk1"/>
                </a:solidFill>
                <a:latin typeface="Lexend"/>
                <a:ea typeface="Lexend"/>
                <a:cs typeface="Lexend"/>
                <a:sym typeface="Lexend"/>
              </a:endParaRPr>
            </a:p>
          </p:txBody>
        </p:sp>
        <p:cxnSp>
          <p:nvCxnSpPr>
            <p:cNvPr id="2104" name="Google Shape;2104;p93"/>
            <p:cNvCxnSpPr/>
            <p:nvPr/>
          </p:nvCxnSpPr>
          <p:spPr>
            <a:xfrm rot="10800000">
              <a:off x="6980886" y="2279408"/>
              <a:ext cx="453600" cy="3600"/>
            </a:xfrm>
            <a:prstGeom prst="straightConnector1">
              <a:avLst/>
            </a:prstGeom>
            <a:noFill/>
            <a:ln cap="flat" cmpd="sng" w="28575">
              <a:solidFill>
                <a:schemeClr val="accent5"/>
              </a:solidFill>
              <a:prstDash val="solid"/>
              <a:round/>
              <a:headEnd len="med" w="med" type="none"/>
              <a:tailEnd len="med" w="med" type="triangle"/>
            </a:ln>
          </p:spPr>
        </p:cxnSp>
      </p:grpSp>
      <p:cxnSp>
        <p:nvCxnSpPr>
          <p:cNvPr id="2105" name="Google Shape;2105;p93"/>
          <p:cNvCxnSpPr/>
          <p:nvPr/>
        </p:nvCxnSpPr>
        <p:spPr>
          <a:xfrm>
            <a:off x="3175000" y="1914075"/>
            <a:ext cx="0" cy="326700"/>
          </a:xfrm>
          <a:prstGeom prst="straightConnector1">
            <a:avLst/>
          </a:prstGeom>
          <a:noFill/>
          <a:ln cap="flat" cmpd="sng" w="19050">
            <a:solidFill>
              <a:schemeClr val="dk1"/>
            </a:solidFill>
            <a:prstDash val="solid"/>
            <a:round/>
            <a:headEnd len="med" w="med" type="none"/>
            <a:tailEnd len="med" w="med" type="triangle"/>
          </a:ln>
        </p:spPr>
      </p:cxnSp>
      <p:cxnSp>
        <p:nvCxnSpPr>
          <p:cNvPr id="2106" name="Google Shape;2106;p93"/>
          <p:cNvCxnSpPr/>
          <p:nvPr/>
        </p:nvCxnSpPr>
        <p:spPr>
          <a:xfrm flipH="1">
            <a:off x="3808575" y="1871650"/>
            <a:ext cx="218400" cy="360900"/>
          </a:xfrm>
          <a:prstGeom prst="straightConnector1">
            <a:avLst/>
          </a:prstGeom>
          <a:noFill/>
          <a:ln cap="flat" cmpd="sng" w="19050">
            <a:solidFill>
              <a:schemeClr val="dk1"/>
            </a:solidFill>
            <a:prstDash val="solid"/>
            <a:round/>
            <a:headEnd len="med" w="med" type="none"/>
            <a:tailEnd len="med" w="med" type="triangle"/>
          </a:ln>
        </p:spPr>
      </p:cxnSp>
      <p:cxnSp>
        <p:nvCxnSpPr>
          <p:cNvPr id="2107" name="Google Shape;2107;p93"/>
          <p:cNvCxnSpPr/>
          <p:nvPr/>
        </p:nvCxnSpPr>
        <p:spPr>
          <a:xfrm flipH="1">
            <a:off x="4423250" y="1871650"/>
            <a:ext cx="482100" cy="369600"/>
          </a:xfrm>
          <a:prstGeom prst="straightConnector1">
            <a:avLst/>
          </a:prstGeom>
          <a:noFill/>
          <a:ln cap="flat" cmpd="sng" w="19050">
            <a:solidFill>
              <a:schemeClr val="dk1"/>
            </a:solidFill>
            <a:prstDash val="solid"/>
            <a:round/>
            <a:headEnd len="med" w="med" type="none"/>
            <a:tailEnd len="med" w="med" type="triangle"/>
          </a:ln>
        </p:spPr>
      </p:cxnSp>
      <p:cxnSp>
        <p:nvCxnSpPr>
          <p:cNvPr id="2108" name="Google Shape;2108;p93"/>
          <p:cNvCxnSpPr/>
          <p:nvPr/>
        </p:nvCxnSpPr>
        <p:spPr>
          <a:xfrm flipH="1">
            <a:off x="5029475" y="1871650"/>
            <a:ext cx="713400" cy="365400"/>
          </a:xfrm>
          <a:prstGeom prst="straightConnector1">
            <a:avLst/>
          </a:prstGeom>
          <a:noFill/>
          <a:ln cap="flat" cmpd="sng" w="19050">
            <a:solidFill>
              <a:schemeClr val="dk1"/>
            </a:solidFill>
            <a:prstDash val="solid"/>
            <a:round/>
            <a:headEnd len="med" w="med" type="none"/>
            <a:tailEnd len="med" w="med" type="triangle"/>
          </a:ln>
        </p:spPr>
      </p:cxnSp>
      <p:cxnSp>
        <p:nvCxnSpPr>
          <p:cNvPr id="2109" name="Google Shape;2109;p93"/>
          <p:cNvCxnSpPr/>
          <p:nvPr/>
        </p:nvCxnSpPr>
        <p:spPr>
          <a:xfrm flipH="1">
            <a:off x="5652900" y="1894725"/>
            <a:ext cx="960600" cy="342300"/>
          </a:xfrm>
          <a:prstGeom prst="straightConnector1">
            <a:avLst/>
          </a:prstGeom>
          <a:noFill/>
          <a:ln cap="flat" cmpd="sng" w="19050">
            <a:solidFill>
              <a:schemeClr val="dk1"/>
            </a:solidFill>
            <a:prstDash val="solid"/>
            <a:round/>
            <a:headEnd len="med" w="med" type="none"/>
            <a:tailEnd len="med" w="med" type="triangle"/>
          </a:ln>
        </p:spPr>
      </p:cxnSp>
      <p:cxnSp>
        <p:nvCxnSpPr>
          <p:cNvPr id="2110" name="Google Shape;2110;p93"/>
          <p:cNvCxnSpPr/>
          <p:nvPr/>
        </p:nvCxnSpPr>
        <p:spPr>
          <a:xfrm flipH="1">
            <a:off x="6263400" y="1906275"/>
            <a:ext cx="1242600" cy="330600"/>
          </a:xfrm>
          <a:prstGeom prst="straightConnector1">
            <a:avLst/>
          </a:prstGeom>
          <a:noFill/>
          <a:ln cap="flat" cmpd="sng" w="19050">
            <a:solidFill>
              <a:schemeClr val="dk1"/>
            </a:solidFill>
            <a:prstDash val="solid"/>
            <a:round/>
            <a:headEnd len="med" w="med" type="none"/>
            <a:tailEnd len="med" w="med" type="triangle"/>
          </a:ln>
        </p:spPr>
      </p:cxnSp>
      <p:cxnSp>
        <p:nvCxnSpPr>
          <p:cNvPr id="2111" name="Google Shape;2111;p93"/>
          <p:cNvCxnSpPr/>
          <p:nvPr/>
        </p:nvCxnSpPr>
        <p:spPr>
          <a:xfrm>
            <a:off x="4026897" y="3541124"/>
            <a:ext cx="188700" cy="345300"/>
          </a:xfrm>
          <a:prstGeom prst="straightConnector1">
            <a:avLst/>
          </a:prstGeom>
          <a:noFill/>
          <a:ln cap="flat" cmpd="sng" w="19050">
            <a:solidFill>
              <a:schemeClr val="dk1"/>
            </a:solidFill>
            <a:prstDash val="solid"/>
            <a:round/>
            <a:headEnd len="med" w="med" type="none"/>
            <a:tailEnd len="med" w="med" type="triangle"/>
          </a:ln>
        </p:spPr>
      </p:cxnSp>
      <p:cxnSp>
        <p:nvCxnSpPr>
          <p:cNvPr id="2112" name="Google Shape;2112;p93"/>
          <p:cNvCxnSpPr/>
          <p:nvPr/>
        </p:nvCxnSpPr>
        <p:spPr>
          <a:xfrm>
            <a:off x="4885122" y="3578624"/>
            <a:ext cx="378300" cy="333900"/>
          </a:xfrm>
          <a:prstGeom prst="straightConnector1">
            <a:avLst/>
          </a:prstGeom>
          <a:noFill/>
          <a:ln cap="flat" cmpd="sng" w="19050">
            <a:solidFill>
              <a:schemeClr val="dk1"/>
            </a:solidFill>
            <a:prstDash val="solid"/>
            <a:round/>
            <a:headEnd len="med" w="med" type="none"/>
            <a:tailEnd len="med" w="med" type="triangle"/>
          </a:ln>
        </p:spPr>
      </p:cxnSp>
      <p:cxnSp>
        <p:nvCxnSpPr>
          <p:cNvPr id="2113" name="Google Shape;2113;p93"/>
          <p:cNvCxnSpPr/>
          <p:nvPr/>
        </p:nvCxnSpPr>
        <p:spPr>
          <a:xfrm>
            <a:off x="5719009" y="3546174"/>
            <a:ext cx="591900" cy="366300"/>
          </a:xfrm>
          <a:prstGeom prst="straightConnector1">
            <a:avLst/>
          </a:prstGeom>
          <a:noFill/>
          <a:ln cap="flat" cmpd="sng" w="19050">
            <a:solidFill>
              <a:schemeClr val="dk1"/>
            </a:solidFill>
            <a:prstDash val="solid"/>
            <a:round/>
            <a:headEnd len="med" w="med" type="none"/>
            <a:tailEnd len="med" w="med" type="triangle"/>
          </a:ln>
        </p:spPr>
      </p:cxnSp>
      <p:cxnSp>
        <p:nvCxnSpPr>
          <p:cNvPr id="2114" name="Google Shape;2114;p93"/>
          <p:cNvCxnSpPr/>
          <p:nvPr/>
        </p:nvCxnSpPr>
        <p:spPr>
          <a:xfrm>
            <a:off x="6613509" y="3562424"/>
            <a:ext cx="736500" cy="337200"/>
          </a:xfrm>
          <a:prstGeom prst="straightConnector1">
            <a:avLst/>
          </a:prstGeom>
          <a:noFill/>
          <a:ln cap="flat" cmpd="sng" w="19050">
            <a:solidFill>
              <a:schemeClr val="dk1"/>
            </a:solidFill>
            <a:prstDash val="solid"/>
            <a:round/>
            <a:headEnd len="med" w="med" type="none"/>
            <a:tailEnd len="med" w="med" type="triangle"/>
          </a:ln>
        </p:spPr>
      </p:cxnSp>
      <p:cxnSp>
        <p:nvCxnSpPr>
          <p:cNvPr id="2115" name="Google Shape;2115;p93"/>
          <p:cNvCxnSpPr/>
          <p:nvPr/>
        </p:nvCxnSpPr>
        <p:spPr>
          <a:xfrm>
            <a:off x="7432284" y="3560724"/>
            <a:ext cx="991500" cy="351900"/>
          </a:xfrm>
          <a:prstGeom prst="straightConnector1">
            <a:avLst/>
          </a:prstGeom>
          <a:noFill/>
          <a:ln cap="flat" cmpd="sng" w="19050">
            <a:solidFill>
              <a:schemeClr val="dk1"/>
            </a:solidFill>
            <a:prstDash val="solid"/>
            <a:round/>
            <a:headEnd len="med" w="med" type="none"/>
            <a:tailEnd len="med" w="med" type="triangle"/>
          </a:ln>
        </p:spPr>
      </p:cxnSp>
      <p:cxnSp>
        <p:nvCxnSpPr>
          <p:cNvPr id="2116" name="Google Shape;2116;p93"/>
          <p:cNvCxnSpPr/>
          <p:nvPr/>
        </p:nvCxnSpPr>
        <p:spPr>
          <a:xfrm>
            <a:off x="3168672" y="3543524"/>
            <a:ext cx="2100" cy="372900"/>
          </a:xfrm>
          <a:prstGeom prst="straightConnector1">
            <a:avLst/>
          </a:prstGeom>
          <a:noFill/>
          <a:ln cap="flat" cmpd="sng" w="19050">
            <a:solidFill>
              <a:schemeClr val="dk1"/>
            </a:solidFill>
            <a:prstDash val="solid"/>
            <a:round/>
            <a:headEnd len="med" w="med" type="none"/>
            <a:tailEnd len="med" w="med" type="triangle"/>
          </a:ln>
        </p:spPr>
      </p:cxnSp>
      <p:sp>
        <p:nvSpPr>
          <p:cNvPr id="2117" name="Google Shape;2117;p93"/>
          <p:cNvSpPr txBox="1"/>
          <p:nvPr/>
        </p:nvSpPr>
        <p:spPr>
          <a:xfrm>
            <a:off x="721500" y="1846575"/>
            <a:ext cx="73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32</a:t>
            </a:r>
            <a:endParaRPr/>
          </a:p>
        </p:txBody>
      </p:sp>
      <p:sp>
        <p:nvSpPr>
          <p:cNvPr id="2118" name="Google Shape;2118;p93"/>
          <p:cNvSpPr txBox="1"/>
          <p:nvPr/>
        </p:nvSpPr>
        <p:spPr>
          <a:xfrm>
            <a:off x="729875" y="2186775"/>
            <a:ext cx="73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a:t>
            </a:r>
            <a:r>
              <a:rPr lang="en-GB" sz="1800">
                <a:solidFill>
                  <a:schemeClr val="dk1"/>
                </a:solidFill>
                <a:latin typeface="Lexend"/>
                <a:ea typeface="Lexend"/>
                <a:cs typeface="Lexend"/>
                <a:sym typeface="Lexend"/>
              </a:rPr>
              <a:t>2.8</a:t>
            </a:r>
            <a:endParaRPr/>
          </a:p>
        </p:txBody>
      </p:sp>
      <p:grpSp>
        <p:nvGrpSpPr>
          <p:cNvPr id="2119" name="Google Shape;2119;p93"/>
          <p:cNvGrpSpPr/>
          <p:nvPr/>
        </p:nvGrpSpPr>
        <p:grpSpPr>
          <a:xfrm>
            <a:off x="1418303" y="2267658"/>
            <a:ext cx="604214" cy="268345"/>
            <a:chOff x="6980886" y="2014663"/>
            <a:chExt cx="604214" cy="268345"/>
          </a:xfrm>
        </p:grpSpPr>
        <p:sp>
          <p:nvSpPr>
            <p:cNvPr id="2120" name="Google Shape;2120;p93"/>
            <p:cNvSpPr txBox="1"/>
            <p:nvPr/>
          </p:nvSpPr>
          <p:spPr>
            <a:xfrm>
              <a:off x="6993200" y="2014663"/>
              <a:ext cx="5919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 0.8</a:t>
              </a:r>
              <a:endParaRPr sz="1800">
                <a:solidFill>
                  <a:schemeClr val="dk1"/>
                </a:solidFill>
                <a:latin typeface="Lexend"/>
                <a:ea typeface="Lexend"/>
                <a:cs typeface="Lexend"/>
                <a:sym typeface="Lexend"/>
              </a:endParaRPr>
            </a:p>
          </p:txBody>
        </p:sp>
        <p:cxnSp>
          <p:nvCxnSpPr>
            <p:cNvPr id="2121" name="Google Shape;2121;p93"/>
            <p:cNvCxnSpPr/>
            <p:nvPr/>
          </p:nvCxnSpPr>
          <p:spPr>
            <a:xfrm rot="10800000">
              <a:off x="6980886" y="2279408"/>
              <a:ext cx="453600" cy="3600"/>
            </a:xfrm>
            <a:prstGeom prst="straightConnector1">
              <a:avLst/>
            </a:prstGeom>
            <a:noFill/>
            <a:ln cap="flat" cmpd="sng" w="28575">
              <a:solidFill>
                <a:schemeClr val="accent5"/>
              </a:solidFill>
              <a:prstDash val="solid"/>
              <a:round/>
              <a:headEnd len="med" w="med" type="none"/>
              <a:tailEnd len="med" w="med" type="triangle"/>
            </a:ln>
          </p:spPr>
        </p:cxnSp>
      </p:grpSp>
      <p:sp>
        <p:nvSpPr>
          <p:cNvPr id="2122" name="Google Shape;2122;p93"/>
          <p:cNvSpPr txBox="1"/>
          <p:nvPr/>
        </p:nvSpPr>
        <p:spPr>
          <a:xfrm>
            <a:off x="717825" y="3779575"/>
            <a:ext cx="73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120</a:t>
            </a:r>
            <a:endParaRPr/>
          </a:p>
        </p:txBody>
      </p:sp>
      <p:sp>
        <p:nvSpPr>
          <p:cNvPr id="2123" name="Google Shape;2123;p93"/>
          <p:cNvSpPr txBox="1"/>
          <p:nvPr/>
        </p:nvSpPr>
        <p:spPr>
          <a:xfrm>
            <a:off x="1470325" y="4215042"/>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×1.5</a:t>
            </a:r>
            <a:endParaRPr sz="1800">
              <a:solidFill>
                <a:schemeClr val="dk1"/>
              </a:solidFill>
              <a:latin typeface="Lexend"/>
              <a:ea typeface="Lexend"/>
              <a:cs typeface="Lexend"/>
              <a:sym typeface="Lexend"/>
            </a:endParaRPr>
          </a:p>
        </p:txBody>
      </p:sp>
      <p:sp>
        <p:nvSpPr>
          <p:cNvPr id="2124" name="Google Shape;2124;p93"/>
          <p:cNvSpPr txBox="1"/>
          <p:nvPr/>
        </p:nvSpPr>
        <p:spPr>
          <a:xfrm>
            <a:off x="721500" y="4089150"/>
            <a:ext cx="736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51</a:t>
            </a:r>
            <a:endParaRPr/>
          </a:p>
        </p:txBody>
      </p:sp>
      <p:grpSp>
        <p:nvGrpSpPr>
          <p:cNvPr id="2125" name="Google Shape;2125;p93"/>
          <p:cNvGrpSpPr/>
          <p:nvPr/>
        </p:nvGrpSpPr>
        <p:grpSpPr>
          <a:xfrm>
            <a:off x="1430518" y="1569357"/>
            <a:ext cx="604203" cy="268354"/>
            <a:chOff x="6980886" y="2014653"/>
            <a:chExt cx="495614" cy="268354"/>
          </a:xfrm>
        </p:grpSpPr>
        <p:sp>
          <p:nvSpPr>
            <p:cNvPr id="2126" name="Google Shape;2126;p93"/>
            <p:cNvSpPr txBox="1"/>
            <p:nvPr/>
          </p:nvSpPr>
          <p:spPr>
            <a:xfrm>
              <a:off x="6993200" y="2014653"/>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cxnSp>
          <p:nvCxnSpPr>
            <p:cNvPr id="2127" name="Google Shape;2127;p93"/>
            <p:cNvCxnSpPr/>
            <p:nvPr/>
          </p:nvCxnSpPr>
          <p:spPr>
            <a:xfrm rot="10800000">
              <a:off x="6980886" y="2274008"/>
              <a:ext cx="453600" cy="9000"/>
            </a:xfrm>
            <a:prstGeom prst="straightConnector1">
              <a:avLst/>
            </a:prstGeom>
            <a:noFill/>
            <a:ln cap="flat" cmpd="sng" w="28575">
              <a:solidFill>
                <a:schemeClr val="accent5"/>
              </a:solidFill>
              <a:prstDash val="solid"/>
              <a:round/>
              <a:headEnd len="med" w="med" type="none"/>
              <a:tailEnd len="med" w="med" type="triangle"/>
            </a:ln>
          </p:spPr>
        </p:cxnSp>
      </p:grpSp>
      <p:grpSp>
        <p:nvGrpSpPr>
          <p:cNvPr id="2128" name="Google Shape;2128;p93"/>
          <p:cNvGrpSpPr/>
          <p:nvPr/>
        </p:nvGrpSpPr>
        <p:grpSpPr>
          <a:xfrm>
            <a:off x="1430830" y="3490657"/>
            <a:ext cx="604203" cy="268354"/>
            <a:chOff x="6980886" y="2014653"/>
            <a:chExt cx="495614" cy="268354"/>
          </a:xfrm>
        </p:grpSpPr>
        <p:sp>
          <p:nvSpPr>
            <p:cNvPr id="2129" name="Google Shape;2129;p93"/>
            <p:cNvSpPr txBox="1"/>
            <p:nvPr/>
          </p:nvSpPr>
          <p:spPr>
            <a:xfrm>
              <a:off x="6993200" y="2014653"/>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cxnSp>
          <p:nvCxnSpPr>
            <p:cNvPr id="2130" name="Google Shape;2130;p93"/>
            <p:cNvCxnSpPr/>
            <p:nvPr/>
          </p:nvCxnSpPr>
          <p:spPr>
            <a:xfrm rot="10800000">
              <a:off x="6980886" y="2274008"/>
              <a:ext cx="453600" cy="9000"/>
            </a:xfrm>
            <a:prstGeom prst="straightConnector1">
              <a:avLst/>
            </a:prstGeom>
            <a:noFill/>
            <a:ln cap="flat" cmpd="sng" w="28575">
              <a:solidFill>
                <a:schemeClr val="accent5"/>
              </a:solidFill>
              <a:prstDash val="solid"/>
              <a:round/>
              <a:headEnd len="med" w="med" type="none"/>
              <a:tailEnd len="med" w="med" type="triangle"/>
            </a:ln>
          </p:spPr>
        </p:cxnSp>
      </p:grpSp>
      <p:sp>
        <p:nvSpPr>
          <p:cNvPr id="2131" name="Google Shape;2131;p93"/>
          <p:cNvSpPr txBox="1"/>
          <p:nvPr/>
        </p:nvSpPr>
        <p:spPr>
          <a:xfrm>
            <a:off x="6993105" y="2072958"/>
            <a:ext cx="5919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 0.8</a:t>
            </a:r>
            <a:endParaRPr sz="1800">
              <a:solidFill>
                <a:schemeClr val="dk1"/>
              </a:solidFill>
              <a:latin typeface="Lexend"/>
              <a:ea typeface="Lexend"/>
              <a:cs typeface="Lexend"/>
              <a:sym typeface="Lexend"/>
            </a:endParaRPr>
          </a:p>
        </p:txBody>
      </p:sp>
      <p:sp>
        <p:nvSpPr>
          <p:cNvPr id="2132" name="Google Shape;2132;p93"/>
          <p:cNvSpPr txBox="1"/>
          <p:nvPr/>
        </p:nvSpPr>
        <p:spPr>
          <a:xfrm>
            <a:off x="7905600" y="3501217"/>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×1.5</a:t>
            </a:r>
            <a:endParaRPr sz="1800">
              <a:solidFill>
                <a:schemeClr val="dk1"/>
              </a:solidFill>
              <a:latin typeface="Lexend"/>
              <a:ea typeface="Lexend"/>
              <a:cs typeface="Lexend"/>
              <a:sym typeface="Lexend"/>
            </a:endParaRPr>
          </a:p>
        </p:txBody>
      </p:sp>
      <p:cxnSp>
        <p:nvCxnSpPr>
          <p:cNvPr id="2133" name="Google Shape;2133;p93"/>
          <p:cNvCxnSpPr/>
          <p:nvPr/>
        </p:nvCxnSpPr>
        <p:spPr>
          <a:xfrm rot="10800000">
            <a:off x="1430914" y="4464000"/>
            <a:ext cx="552900" cy="90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2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94"/>
          <p:cNvSpPr txBox="1"/>
          <p:nvPr>
            <p:ph idx="1" type="body"/>
          </p:nvPr>
        </p:nvSpPr>
        <p:spPr>
          <a:xfrm>
            <a:off x="324000" y="759300"/>
            <a:ext cx="8237700" cy="5352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missing information on the ratio table and the scaling diagram.</a:t>
            </a:r>
            <a:endParaRPr/>
          </a:p>
        </p:txBody>
      </p:sp>
      <p:sp>
        <p:nvSpPr>
          <p:cNvPr id="2139" name="Google Shape;2139;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graphicFrame>
        <p:nvGraphicFramePr>
          <p:cNvPr id="2140" name="Google Shape;2140;p94"/>
          <p:cNvGraphicFramePr/>
          <p:nvPr/>
        </p:nvGraphicFramePr>
        <p:xfrm>
          <a:off x="3355291" y="214797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141" name="Google Shape;2141;p94"/>
          <p:cNvSpPr txBox="1"/>
          <p:nvPr/>
        </p:nvSpPr>
        <p:spPr>
          <a:xfrm>
            <a:off x="6911931" y="251756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sp>
        <p:nvSpPr>
          <p:cNvPr id="2142" name="Google Shape;2142;p94"/>
          <p:cNvSpPr txBox="1"/>
          <p:nvPr/>
        </p:nvSpPr>
        <p:spPr>
          <a:xfrm>
            <a:off x="3140988" y="25578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143" name="Google Shape;2143;p94"/>
          <p:cNvGraphicFramePr/>
          <p:nvPr/>
        </p:nvGraphicFramePr>
        <p:xfrm>
          <a:off x="3349220" y="1812700"/>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144" name="Google Shape;2144;p94"/>
          <p:cNvSpPr txBox="1"/>
          <p:nvPr/>
        </p:nvSpPr>
        <p:spPr>
          <a:xfrm>
            <a:off x="6478297" y="170886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145" name="Google Shape;2145;p94"/>
          <p:cNvSpPr txBox="1"/>
          <p:nvPr/>
        </p:nvSpPr>
        <p:spPr>
          <a:xfrm>
            <a:off x="3710564" y="14617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146" name="Google Shape;2146;p94"/>
          <p:cNvSpPr txBox="1"/>
          <p:nvPr/>
        </p:nvSpPr>
        <p:spPr>
          <a:xfrm>
            <a:off x="4943019" y="147070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147" name="Google Shape;2147;p94"/>
          <p:cNvSpPr txBox="1"/>
          <p:nvPr/>
        </p:nvSpPr>
        <p:spPr>
          <a:xfrm>
            <a:off x="5598063" y="145315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148" name="Google Shape;2148;p94"/>
          <p:cNvSpPr txBox="1"/>
          <p:nvPr/>
        </p:nvSpPr>
        <p:spPr>
          <a:xfrm>
            <a:off x="6207663" y="145315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149" name="Google Shape;2149;p94"/>
          <p:cNvSpPr txBox="1"/>
          <p:nvPr/>
        </p:nvSpPr>
        <p:spPr>
          <a:xfrm>
            <a:off x="3167970" y="14262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150" name="Google Shape;2150;p94"/>
          <p:cNvSpPr txBox="1"/>
          <p:nvPr/>
        </p:nvSpPr>
        <p:spPr>
          <a:xfrm>
            <a:off x="4320164" y="14707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151" name="Google Shape;2151;p94"/>
          <p:cNvSpPr txBox="1"/>
          <p:nvPr/>
        </p:nvSpPr>
        <p:spPr>
          <a:xfrm>
            <a:off x="7060715" y="20298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2152" name="Google Shape;2152;p94"/>
          <p:cNvGraphicFramePr/>
          <p:nvPr/>
        </p:nvGraphicFramePr>
        <p:xfrm>
          <a:off x="3355291" y="3767975"/>
          <a:ext cx="3000000" cy="3000000"/>
        </p:xfrm>
        <a:graphic>
          <a:graphicData uri="http://schemas.openxmlformats.org/drawingml/2006/table">
            <a:tbl>
              <a:tblPr>
                <a:noFill/>
                <a:tableStyleId>{59C14B37-5063-47A9-82DC-C1F6685F5BAC}</a:tableStyleId>
              </a:tblPr>
              <a:tblGrid>
                <a:gridCol w="511425"/>
                <a:gridCol w="511425"/>
                <a:gridCol w="511425"/>
                <a:gridCol w="511425"/>
                <a:gridCol w="511425"/>
                <a:gridCol w="511425"/>
                <a:gridCol w="511425"/>
                <a:gridCol w="511425"/>
                <a:gridCol w="511425"/>
                <a:gridCol w="51142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153" name="Google Shape;2153;p94"/>
          <p:cNvSpPr txBox="1"/>
          <p:nvPr/>
        </p:nvSpPr>
        <p:spPr>
          <a:xfrm>
            <a:off x="5597962" y="409648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105</a:t>
            </a:r>
            <a:endParaRPr sz="1800">
              <a:solidFill>
                <a:schemeClr val="dk1"/>
              </a:solidFill>
              <a:latin typeface="Lexend"/>
              <a:ea typeface="Lexend"/>
              <a:cs typeface="Lexend"/>
              <a:sym typeface="Lexend"/>
            </a:endParaRPr>
          </a:p>
        </p:txBody>
      </p:sp>
      <p:sp>
        <p:nvSpPr>
          <p:cNvPr id="2154" name="Google Shape;2154;p94"/>
          <p:cNvSpPr txBox="1"/>
          <p:nvPr/>
        </p:nvSpPr>
        <p:spPr>
          <a:xfrm>
            <a:off x="8054931" y="413756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210</a:t>
            </a:r>
            <a:endParaRPr sz="1800">
              <a:solidFill>
                <a:schemeClr val="dk1"/>
              </a:solidFill>
              <a:latin typeface="Lexend"/>
              <a:ea typeface="Lexend"/>
              <a:cs typeface="Lexend"/>
              <a:sym typeface="Lexend"/>
            </a:endParaRPr>
          </a:p>
        </p:txBody>
      </p:sp>
      <p:sp>
        <p:nvSpPr>
          <p:cNvPr id="2155" name="Google Shape;2155;p94"/>
          <p:cNvSpPr txBox="1"/>
          <p:nvPr/>
        </p:nvSpPr>
        <p:spPr>
          <a:xfrm>
            <a:off x="3140988" y="41778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156" name="Google Shape;2156;p94"/>
          <p:cNvGraphicFramePr/>
          <p:nvPr/>
        </p:nvGraphicFramePr>
        <p:xfrm>
          <a:off x="3349220" y="3432700"/>
          <a:ext cx="3000000" cy="3000000"/>
        </p:xfrm>
        <a:graphic>
          <a:graphicData uri="http://schemas.openxmlformats.org/drawingml/2006/table">
            <a:tbl>
              <a:tblPr>
                <a:noFill/>
                <a:tableStyleId>{59C14B37-5063-47A9-82DC-C1F6685F5BAC}</a:tableStyleId>
              </a:tblPr>
              <a:tblGrid>
                <a:gridCol w="491275"/>
                <a:gridCol w="491275"/>
                <a:gridCol w="491275"/>
                <a:gridCol w="491275"/>
                <a:gridCol w="4912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157" name="Google Shape;2157;p94"/>
          <p:cNvSpPr txBox="1"/>
          <p:nvPr/>
        </p:nvSpPr>
        <p:spPr>
          <a:xfrm>
            <a:off x="5828397" y="33350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158" name="Google Shape;2158;p94"/>
          <p:cNvSpPr txBox="1"/>
          <p:nvPr/>
        </p:nvSpPr>
        <p:spPr>
          <a:xfrm>
            <a:off x="5527718" y="309124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159" name="Google Shape;2159;p94"/>
          <p:cNvSpPr txBox="1"/>
          <p:nvPr/>
        </p:nvSpPr>
        <p:spPr>
          <a:xfrm>
            <a:off x="3167970" y="30462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160" name="Google Shape;2160;p94"/>
          <p:cNvSpPr txBox="1"/>
          <p:nvPr/>
        </p:nvSpPr>
        <p:spPr>
          <a:xfrm>
            <a:off x="8469540" y="38406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161" name="Google Shape;2161;p94"/>
          <p:cNvSpPr txBox="1"/>
          <p:nvPr/>
        </p:nvSpPr>
        <p:spPr>
          <a:xfrm>
            <a:off x="5062568" y="2517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aphicFrame>
        <p:nvGraphicFramePr>
          <p:cNvPr id="2162" name="Google Shape;2162;p94"/>
          <p:cNvGraphicFramePr/>
          <p:nvPr/>
        </p:nvGraphicFramePr>
        <p:xfrm>
          <a:off x="472150" y="1631338"/>
          <a:ext cx="3000000" cy="3000000"/>
        </p:xfrm>
        <a:graphic>
          <a:graphicData uri="http://schemas.openxmlformats.org/drawingml/2006/table">
            <a:tbl>
              <a:tblPr>
                <a:noFill/>
                <a:tableStyleId>{59C14B37-5063-47A9-82DC-C1F6685F5BAC}</a:tableStyleId>
              </a:tblPr>
              <a:tblGrid>
                <a:gridCol w="1193550"/>
                <a:gridCol w="1193550"/>
              </a:tblGrid>
              <a:tr h="3247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2163" name="Google Shape;2163;p94"/>
          <p:cNvGraphicFramePr/>
          <p:nvPr/>
        </p:nvGraphicFramePr>
        <p:xfrm>
          <a:off x="456425" y="3174713"/>
          <a:ext cx="3000000" cy="3000000"/>
        </p:xfrm>
        <a:graphic>
          <a:graphicData uri="http://schemas.openxmlformats.org/drawingml/2006/table">
            <a:tbl>
              <a:tblPr>
                <a:noFill/>
                <a:tableStyleId>{59C14B37-5063-47A9-82DC-C1F6685F5BAC}</a:tableStyleId>
              </a:tblPr>
              <a:tblGrid>
                <a:gridCol w="1193550"/>
                <a:gridCol w="1193550"/>
              </a:tblGrid>
              <a:tr h="3247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cxnSp>
        <p:nvCxnSpPr>
          <p:cNvPr id="2164" name="Google Shape;2164;p94"/>
          <p:cNvCxnSpPr/>
          <p:nvPr/>
        </p:nvCxnSpPr>
        <p:spPr>
          <a:xfrm>
            <a:off x="3349225" y="2047530"/>
            <a:ext cx="0" cy="326700"/>
          </a:xfrm>
          <a:prstGeom prst="straightConnector1">
            <a:avLst/>
          </a:prstGeom>
          <a:noFill/>
          <a:ln cap="flat" cmpd="sng" w="19050">
            <a:solidFill>
              <a:schemeClr val="dk1"/>
            </a:solidFill>
            <a:prstDash val="solid"/>
            <a:round/>
            <a:headEnd len="med" w="med" type="none"/>
            <a:tailEnd len="med" w="med" type="triangle"/>
          </a:ln>
        </p:spPr>
      </p:cxnSp>
      <p:cxnSp>
        <p:nvCxnSpPr>
          <p:cNvPr id="2165" name="Google Shape;2165;p94"/>
          <p:cNvCxnSpPr/>
          <p:nvPr/>
        </p:nvCxnSpPr>
        <p:spPr>
          <a:xfrm>
            <a:off x="3963325" y="1996655"/>
            <a:ext cx="166200" cy="415800"/>
          </a:xfrm>
          <a:prstGeom prst="straightConnector1">
            <a:avLst/>
          </a:prstGeom>
          <a:noFill/>
          <a:ln cap="flat" cmpd="sng" w="19050">
            <a:solidFill>
              <a:schemeClr val="dk1"/>
            </a:solidFill>
            <a:prstDash val="solid"/>
            <a:round/>
            <a:headEnd len="med" w="med" type="none"/>
            <a:tailEnd len="med" w="med" type="triangle"/>
          </a:ln>
        </p:spPr>
      </p:cxnSp>
      <p:cxnSp>
        <p:nvCxnSpPr>
          <p:cNvPr id="2166" name="Google Shape;2166;p94"/>
          <p:cNvCxnSpPr/>
          <p:nvPr/>
        </p:nvCxnSpPr>
        <p:spPr>
          <a:xfrm>
            <a:off x="4585675" y="2034330"/>
            <a:ext cx="283500" cy="340500"/>
          </a:xfrm>
          <a:prstGeom prst="straightConnector1">
            <a:avLst/>
          </a:prstGeom>
          <a:noFill/>
          <a:ln cap="flat" cmpd="sng" w="19050">
            <a:solidFill>
              <a:schemeClr val="dk1"/>
            </a:solidFill>
            <a:prstDash val="solid"/>
            <a:round/>
            <a:headEnd len="med" w="med" type="none"/>
            <a:tailEnd len="med" w="med" type="triangle"/>
          </a:ln>
        </p:spPr>
      </p:cxnSp>
      <p:cxnSp>
        <p:nvCxnSpPr>
          <p:cNvPr id="2167" name="Google Shape;2167;p94"/>
          <p:cNvCxnSpPr/>
          <p:nvPr/>
        </p:nvCxnSpPr>
        <p:spPr>
          <a:xfrm>
            <a:off x="5191525" y="2034330"/>
            <a:ext cx="448200" cy="334500"/>
          </a:xfrm>
          <a:prstGeom prst="straightConnector1">
            <a:avLst/>
          </a:prstGeom>
          <a:noFill/>
          <a:ln cap="flat" cmpd="sng" w="19050">
            <a:solidFill>
              <a:schemeClr val="dk1"/>
            </a:solidFill>
            <a:prstDash val="solid"/>
            <a:round/>
            <a:headEnd len="med" w="med" type="none"/>
            <a:tailEnd len="med" w="med" type="triangle"/>
          </a:ln>
        </p:spPr>
      </p:cxnSp>
      <p:cxnSp>
        <p:nvCxnSpPr>
          <p:cNvPr id="2168" name="Google Shape;2168;p94"/>
          <p:cNvCxnSpPr/>
          <p:nvPr/>
        </p:nvCxnSpPr>
        <p:spPr>
          <a:xfrm>
            <a:off x="5804100" y="2025630"/>
            <a:ext cx="637800" cy="361800"/>
          </a:xfrm>
          <a:prstGeom prst="straightConnector1">
            <a:avLst/>
          </a:prstGeom>
          <a:noFill/>
          <a:ln cap="flat" cmpd="sng" w="19050">
            <a:solidFill>
              <a:schemeClr val="dk1"/>
            </a:solidFill>
            <a:prstDash val="solid"/>
            <a:round/>
            <a:headEnd len="med" w="med" type="none"/>
            <a:tailEnd len="med" w="med" type="triangle"/>
          </a:ln>
        </p:spPr>
      </p:cxnSp>
      <p:cxnSp>
        <p:nvCxnSpPr>
          <p:cNvPr id="2169" name="Google Shape;2169;p94"/>
          <p:cNvCxnSpPr/>
          <p:nvPr/>
        </p:nvCxnSpPr>
        <p:spPr>
          <a:xfrm>
            <a:off x="6421325" y="2025630"/>
            <a:ext cx="747600" cy="343200"/>
          </a:xfrm>
          <a:prstGeom prst="straightConnector1">
            <a:avLst/>
          </a:prstGeom>
          <a:noFill/>
          <a:ln cap="flat" cmpd="sng" w="19050">
            <a:solidFill>
              <a:schemeClr val="dk1"/>
            </a:solidFill>
            <a:prstDash val="solid"/>
            <a:round/>
            <a:headEnd len="med" w="med" type="none"/>
            <a:tailEnd len="med" w="med" type="triangle"/>
          </a:ln>
        </p:spPr>
      </p:cxnSp>
      <p:sp>
        <p:nvSpPr>
          <p:cNvPr id="2170" name="Google Shape;2170;p94"/>
          <p:cNvSpPr txBox="1"/>
          <p:nvPr/>
        </p:nvSpPr>
        <p:spPr>
          <a:xfrm>
            <a:off x="6877900" y="1830191"/>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2171" name="Google Shape;2171;p94"/>
          <p:cNvSpPr txBox="1"/>
          <p:nvPr/>
        </p:nvSpPr>
        <p:spPr>
          <a:xfrm>
            <a:off x="1443150" y="1951284"/>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cxnSp>
        <p:nvCxnSpPr>
          <p:cNvPr id="2172" name="Google Shape;2172;p94"/>
          <p:cNvCxnSpPr/>
          <p:nvPr/>
        </p:nvCxnSpPr>
        <p:spPr>
          <a:xfrm rot="10800000">
            <a:off x="1443152" y="2230124"/>
            <a:ext cx="552900" cy="9000"/>
          </a:xfrm>
          <a:prstGeom prst="straightConnector1">
            <a:avLst/>
          </a:prstGeom>
          <a:noFill/>
          <a:ln cap="flat" cmpd="sng" w="28575">
            <a:solidFill>
              <a:schemeClr val="accent5"/>
            </a:solidFill>
            <a:prstDash val="solid"/>
            <a:round/>
            <a:headEnd len="med" w="med" type="none"/>
            <a:tailEnd len="med" w="med" type="triangle"/>
          </a:ln>
        </p:spPr>
      </p:cxnSp>
      <p:sp>
        <p:nvSpPr>
          <p:cNvPr id="2173" name="Google Shape;2173;p94"/>
          <p:cNvSpPr txBox="1"/>
          <p:nvPr/>
        </p:nvSpPr>
        <p:spPr>
          <a:xfrm>
            <a:off x="1373525" y="3499434"/>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cxnSp>
        <p:nvCxnSpPr>
          <p:cNvPr id="2174" name="Google Shape;2174;p94"/>
          <p:cNvCxnSpPr/>
          <p:nvPr/>
        </p:nvCxnSpPr>
        <p:spPr>
          <a:xfrm rot="10800000">
            <a:off x="1373527" y="3778274"/>
            <a:ext cx="552900" cy="9000"/>
          </a:xfrm>
          <a:prstGeom prst="straightConnector1">
            <a:avLst/>
          </a:prstGeom>
          <a:noFill/>
          <a:ln cap="flat" cmpd="sng" w="28575">
            <a:solidFill>
              <a:schemeClr val="accent5"/>
            </a:solidFill>
            <a:prstDash val="solid"/>
            <a:round/>
            <a:headEnd len="med" w="med" type="none"/>
            <a:tailEnd len="med" w="med" type="triangle"/>
          </a:ln>
        </p:spPr>
      </p:cxnSp>
      <p:sp>
        <p:nvSpPr>
          <p:cNvPr id="2175" name="Google Shape;2175;p94"/>
          <p:cNvSpPr txBox="1"/>
          <p:nvPr/>
        </p:nvSpPr>
        <p:spPr>
          <a:xfrm>
            <a:off x="7013100" y="3462059"/>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cxnSp>
        <p:nvCxnSpPr>
          <p:cNvPr id="2176" name="Google Shape;2176;p94"/>
          <p:cNvCxnSpPr/>
          <p:nvPr/>
        </p:nvCxnSpPr>
        <p:spPr>
          <a:xfrm>
            <a:off x="5805925" y="3657025"/>
            <a:ext cx="2669700" cy="317400"/>
          </a:xfrm>
          <a:prstGeom prst="straightConnector1">
            <a:avLst/>
          </a:prstGeom>
          <a:noFill/>
          <a:ln cap="flat" cmpd="sng" w="19050">
            <a:solidFill>
              <a:schemeClr val="dk1"/>
            </a:solidFill>
            <a:prstDash val="solid"/>
            <a:round/>
            <a:headEnd len="med" w="med" type="none"/>
            <a:tailEnd len="med" w="med" type="triangle"/>
          </a:ln>
        </p:spPr>
      </p:cxnSp>
      <p:cxnSp>
        <p:nvCxnSpPr>
          <p:cNvPr id="2177" name="Google Shape;2177;p94"/>
          <p:cNvCxnSpPr/>
          <p:nvPr/>
        </p:nvCxnSpPr>
        <p:spPr>
          <a:xfrm>
            <a:off x="5314325" y="3664950"/>
            <a:ext cx="2115300" cy="325500"/>
          </a:xfrm>
          <a:prstGeom prst="straightConnector1">
            <a:avLst/>
          </a:prstGeom>
          <a:noFill/>
          <a:ln cap="flat" cmpd="sng" w="19050">
            <a:solidFill>
              <a:schemeClr val="dk1"/>
            </a:solidFill>
            <a:prstDash val="solid"/>
            <a:round/>
            <a:headEnd len="med" w="med" type="none"/>
            <a:tailEnd len="med" w="med" type="triangle"/>
          </a:ln>
        </p:spPr>
      </p:cxnSp>
      <p:cxnSp>
        <p:nvCxnSpPr>
          <p:cNvPr id="2178" name="Google Shape;2178;p94"/>
          <p:cNvCxnSpPr/>
          <p:nvPr/>
        </p:nvCxnSpPr>
        <p:spPr>
          <a:xfrm>
            <a:off x="4818675" y="3664950"/>
            <a:ext cx="1599300" cy="322500"/>
          </a:xfrm>
          <a:prstGeom prst="straightConnector1">
            <a:avLst/>
          </a:prstGeom>
          <a:noFill/>
          <a:ln cap="flat" cmpd="sng" w="19050">
            <a:solidFill>
              <a:schemeClr val="dk1"/>
            </a:solidFill>
            <a:prstDash val="solid"/>
            <a:round/>
            <a:headEnd len="med" w="med" type="none"/>
            <a:tailEnd len="med" w="med" type="triangle"/>
          </a:ln>
        </p:spPr>
      </p:cxnSp>
      <p:cxnSp>
        <p:nvCxnSpPr>
          <p:cNvPr id="2179" name="Google Shape;2179;p94"/>
          <p:cNvCxnSpPr/>
          <p:nvPr/>
        </p:nvCxnSpPr>
        <p:spPr>
          <a:xfrm>
            <a:off x="4320000" y="3652825"/>
            <a:ext cx="1058700" cy="321600"/>
          </a:xfrm>
          <a:prstGeom prst="straightConnector1">
            <a:avLst/>
          </a:prstGeom>
          <a:noFill/>
          <a:ln cap="flat" cmpd="sng" w="19050">
            <a:solidFill>
              <a:schemeClr val="dk1"/>
            </a:solidFill>
            <a:prstDash val="solid"/>
            <a:round/>
            <a:headEnd len="med" w="med" type="none"/>
            <a:tailEnd len="med" w="med" type="triangle"/>
          </a:ln>
        </p:spPr>
      </p:cxnSp>
      <p:cxnSp>
        <p:nvCxnSpPr>
          <p:cNvPr id="2180" name="Google Shape;2180;p94"/>
          <p:cNvCxnSpPr/>
          <p:nvPr/>
        </p:nvCxnSpPr>
        <p:spPr>
          <a:xfrm>
            <a:off x="3808750" y="3653875"/>
            <a:ext cx="569400" cy="334800"/>
          </a:xfrm>
          <a:prstGeom prst="straightConnector1">
            <a:avLst/>
          </a:prstGeom>
          <a:noFill/>
          <a:ln cap="flat" cmpd="sng" w="19050">
            <a:solidFill>
              <a:schemeClr val="dk1"/>
            </a:solidFill>
            <a:prstDash val="solid"/>
            <a:round/>
            <a:headEnd len="med" w="med" type="none"/>
            <a:tailEnd len="med" w="med" type="triangle"/>
          </a:ln>
        </p:spPr>
      </p:cxnSp>
      <p:cxnSp>
        <p:nvCxnSpPr>
          <p:cNvPr id="2181" name="Google Shape;2181;p94"/>
          <p:cNvCxnSpPr/>
          <p:nvPr/>
        </p:nvCxnSpPr>
        <p:spPr>
          <a:xfrm flipH="1">
            <a:off x="3347752" y="3665250"/>
            <a:ext cx="6300" cy="3249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5" name="Shape 2185"/>
        <p:cNvGrpSpPr/>
        <p:nvPr/>
      </p:nvGrpSpPr>
      <p:grpSpPr>
        <a:xfrm>
          <a:off x="0" y="0"/>
          <a:ext cx="0" cy="0"/>
          <a:chOff x="0" y="0"/>
          <a:chExt cx="0" cy="0"/>
        </a:xfrm>
      </p:grpSpPr>
      <p:sp>
        <p:nvSpPr>
          <p:cNvPr id="2186" name="Google Shape;2186;p95"/>
          <p:cNvSpPr txBox="1"/>
          <p:nvPr>
            <p:ph idx="1" type="body"/>
          </p:nvPr>
        </p:nvSpPr>
        <p:spPr>
          <a:xfrm>
            <a:off x="324000" y="690650"/>
            <a:ext cx="85842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2a) Fill in the missing information, using the different representations.</a:t>
            </a:r>
            <a:endParaRPr sz="1900"/>
          </a:p>
        </p:txBody>
      </p:sp>
      <p:sp>
        <p:nvSpPr>
          <p:cNvPr id="2187" name="Google Shape;2187;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pic>
        <p:nvPicPr>
          <p:cNvPr id="2188" name="Google Shape;2188;p95"/>
          <p:cNvPicPr preferRelativeResize="0"/>
          <p:nvPr/>
        </p:nvPicPr>
        <p:blipFill>
          <a:blip r:embed="rId3">
            <a:alphaModFix/>
          </a:blip>
          <a:stretch>
            <a:fillRect/>
          </a:stretch>
        </p:blipFill>
        <p:spPr>
          <a:xfrm>
            <a:off x="3450400" y="2501425"/>
            <a:ext cx="3950750" cy="2386570"/>
          </a:xfrm>
          <a:prstGeom prst="rect">
            <a:avLst/>
          </a:prstGeom>
          <a:noFill/>
          <a:ln>
            <a:noFill/>
          </a:ln>
        </p:spPr>
      </p:pic>
      <p:cxnSp>
        <p:nvCxnSpPr>
          <p:cNvPr id="2189" name="Google Shape;2189;p95"/>
          <p:cNvCxnSpPr/>
          <p:nvPr/>
        </p:nvCxnSpPr>
        <p:spPr>
          <a:xfrm>
            <a:off x="998096" y="3226195"/>
            <a:ext cx="0" cy="737400"/>
          </a:xfrm>
          <a:prstGeom prst="straightConnector1">
            <a:avLst/>
          </a:prstGeom>
          <a:noFill/>
          <a:ln cap="flat" cmpd="sng" w="38100">
            <a:solidFill>
              <a:srgbClr val="000000"/>
            </a:solidFill>
            <a:prstDash val="solid"/>
            <a:round/>
            <a:headEnd len="med" w="med" type="none"/>
            <a:tailEnd len="med" w="med" type="none"/>
          </a:ln>
        </p:spPr>
      </p:cxnSp>
      <p:sp>
        <p:nvSpPr>
          <p:cNvPr id="2190" name="Google Shape;2190;p95"/>
          <p:cNvSpPr txBox="1"/>
          <p:nvPr/>
        </p:nvSpPr>
        <p:spPr>
          <a:xfrm>
            <a:off x="1751537" y="383502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180</a:t>
            </a:r>
            <a:endParaRPr/>
          </a:p>
        </p:txBody>
      </p:sp>
      <p:grpSp>
        <p:nvGrpSpPr>
          <p:cNvPr id="2191" name="Google Shape;2191;p95"/>
          <p:cNvGrpSpPr/>
          <p:nvPr/>
        </p:nvGrpSpPr>
        <p:grpSpPr>
          <a:xfrm>
            <a:off x="694510" y="2952237"/>
            <a:ext cx="2675088" cy="1245396"/>
            <a:chOff x="344550" y="2159986"/>
            <a:chExt cx="3502800" cy="1689359"/>
          </a:xfrm>
        </p:grpSpPr>
        <p:grpSp>
          <p:nvGrpSpPr>
            <p:cNvPr id="2192" name="Google Shape;2192;p95"/>
            <p:cNvGrpSpPr/>
            <p:nvPr/>
          </p:nvGrpSpPr>
          <p:grpSpPr>
            <a:xfrm>
              <a:off x="1433102" y="2533775"/>
              <a:ext cx="31897" cy="1000200"/>
              <a:chOff x="941713" y="3767150"/>
              <a:chExt cx="63300" cy="1000200"/>
            </a:xfrm>
          </p:grpSpPr>
          <p:cxnSp>
            <p:nvCxnSpPr>
              <p:cNvPr id="2193" name="Google Shape;2193;p9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194" name="Google Shape;2194;p9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5" name="Google Shape;2195;p95"/>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2196" name="Google Shape;2196;p95"/>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2197" name="Google Shape;2197;p95"/>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198" name="Google Shape;2198;p95"/>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199" name="Google Shape;2199;p95"/>
            <p:cNvSpPr txBox="1"/>
            <p:nvPr/>
          </p:nvSpPr>
          <p:spPr>
            <a:xfrm>
              <a:off x="773777"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00" name="Google Shape;2200;p95"/>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01" name="Google Shape;2201;p95"/>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2202" name="Google Shape;2202;p95"/>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2203" name="Google Shape;2203;p95"/>
            <p:cNvGrpSpPr/>
            <p:nvPr/>
          </p:nvGrpSpPr>
          <p:grpSpPr>
            <a:xfrm>
              <a:off x="856988" y="2519701"/>
              <a:ext cx="233764" cy="1000200"/>
              <a:chOff x="941713" y="3753076"/>
              <a:chExt cx="463909" cy="1000200"/>
            </a:xfrm>
          </p:grpSpPr>
          <p:cxnSp>
            <p:nvCxnSpPr>
              <p:cNvPr id="2204" name="Google Shape;2204;p95"/>
              <p:cNvCxnSpPr/>
              <p:nvPr/>
            </p:nvCxnSpPr>
            <p:spPr>
              <a:xfrm>
                <a:off x="1405622" y="3753076"/>
                <a:ext cx="0" cy="1000200"/>
              </a:xfrm>
              <a:prstGeom prst="straightConnector1">
                <a:avLst/>
              </a:prstGeom>
              <a:noFill/>
              <a:ln cap="flat" cmpd="sng" w="38100">
                <a:solidFill>
                  <a:srgbClr val="000000"/>
                </a:solidFill>
                <a:prstDash val="solid"/>
                <a:round/>
                <a:headEnd len="med" w="med" type="none"/>
                <a:tailEnd len="med" w="med" type="none"/>
              </a:ln>
            </p:spPr>
          </p:cxnSp>
          <p:sp>
            <p:nvSpPr>
              <p:cNvPr id="2205" name="Google Shape;2205;p9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6" name="Google Shape;2206;p95"/>
            <p:cNvGrpSpPr/>
            <p:nvPr/>
          </p:nvGrpSpPr>
          <p:grpSpPr>
            <a:xfrm>
              <a:off x="2008903" y="2533775"/>
              <a:ext cx="94704" cy="1000200"/>
              <a:chOff x="941713" y="3767150"/>
              <a:chExt cx="187942" cy="1000200"/>
            </a:xfrm>
          </p:grpSpPr>
          <p:cxnSp>
            <p:nvCxnSpPr>
              <p:cNvPr id="2207" name="Google Shape;2207;p95"/>
              <p:cNvCxnSpPr/>
              <p:nvPr/>
            </p:nvCxnSpPr>
            <p:spPr>
              <a:xfrm>
                <a:off x="1129655"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08" name="Google Shape;2208;p9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9" name="Google Shape;2209;p95"/>
            <p:cNvGrpSpPr/>
            <p:nvPr/>
          </p:nvGrpSpPr>
          <p:grpSpPr>
            <a:xfrm>
              <a:off x="1432946" y="2533775"/>
              <a:ext cx="31897" cy="1000200"/>
              <a:chOff x="941713" y="3767150"/>
              <a:chExt cx="63300" cy="1000200"/>
            </a:xfrm>
          </p:grpSpPr>
          <p:cxnSp>
            <p:nvCxnSpPr>
              <p:cNvPr id="2210" name="Google Shape;2210;p95"/>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11" name="Google Shape;2211;p95"/>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12" name="Google Shape;2212;p95"/>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2213" name="Google Shape;2213;p95"/>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cxnSp>
        <p:nvCxnSpPr>
          <p:cNvPr id="2214" name="Google Shape;2214;p95"/>
          <p:cNvCxnSpPr/>
          <p:nvPr/>
        </p:nvCxnSpPr>
        <p:spPr>
          <a:xfrm>
            <a:off x="1791218" y="3226195"/>
            <a:ext cx="0" cy="737400"/>
          </a:xfrm>
          <a:prstGeom prst="straightConnector1">
            <a:avLst/>
          </a:prstGeom>
          <a:noFill/>
          <a:ln cap="flat" cmpd="sng" w="38100">
            <a:solidFill>
              <a:srgbClr val="000000"/>
            </a:solidFill>
            <a:prstDash val="solid"/>
            <a:round/>
            <a:headEnd len="med" w="med" type="none"/>
            <a:tailEnd len="med" w="med" type="none"/>
          </a:ln>
        </p:spPr>
      </p:cxnSp>
      <p:sp>
        <p:nvSpPr>
          <p:cNvPr id="2215" name="Google Shape;2215;p95"/>
          <p:cNvSpPr/>
          <p:nvPr/>
        </p:nvSpPr>
        <p:spPr>
          <a:xfrm>
            <a:off x="758975" y="3422175"/>
            <a:ext cx="1314900" cy="36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16" name="Google Shape;2216;p95"/>
          <p:cNvCxnSpPr/>
          <p:nvPr/>
        </p:nvCxnSpPr>
        <p:spPr>
          <a:xfrm>
            <a:off x="954400" y="3231384"/>
            <a:ext cx="962700" cy="0"/>
          </a:xfrm>
          <a:prstGeom prst="straightConnector1">
            <a:avLst/>
          </a:prstGeom>
          <a:noFill/>
          <a:ln cap="flat" cmpd="sng" w="38100">
            <a:solidFill>
              <a:schemeClr val="lt1"/>
            </a:solidFill>
            <a:prstDash val="solid"/>
            <a:round/>
            <a:headEnd len="med" w="med" type="none"/>
            <a:tailEnd len="med" w="med" type="none"/>
          </a:ln>
        </p:spPr>
      </p:cxnSp>
      <p:cxnSp>
        <p:nvCxnSpPr>
          <p:cNvPr id="2217" name="Google Shape;2217;p95"/>
          <p:cNvCxnSpPr/>
          <p:nvPr/>
        </p:nvCxnSpPr>
        <p:spPr>
          <a:xfrm>
            <a:off x="864275" y="3963600"/>
            <a:ext cx="1225500" cy="0"/>
          </a:xfrm>
          <a:prstGeom prst="straightConnector1">
            <a:avLst/>
          </a:prstGeom>
          <a:noFill/>
          <a:ln cap="flat" cmpd="sng" w="38100">
            <a:solidFill>
              <a:srgbClr val="F3EEFB"/>
            </a:solidFill>
            <a:prstDash val="solid"/>
            <a:round/>
            <a:headEnd len="med" w="med" type="none"/>
            <a:tailEnd len="med" w="med" type="none"/>
          </a:ln>
        </p:spPr>
      </p:cxnSp>
      <p:sp>
        <p:nvSpPr>
          <p:cNvPr id="2218" name="Google Shape;2218;p95"/>
          <p:cNvSpPr txBox="1"/>
          <p:nvPr/>
        </p:nvSpPr>
        <p:spPr>
          <a:xfrm>
            <a:off x="1754421" y="291032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100</a:t>
            </a:r>
            <a:endParaRPr/>
          </a:p>
        </p:txBody>
      </p:sp>
      <p:sp>
        <p:nvSpPr>
          <p:cNvPr id="2219" name="Google Shape;2219;p95"/>
          <p:cNvSpPr txBox="1"/>
          <p:nvPr/>
        </p:nvSpPr>
        <p:spPr>
          <a:xfrm>
            <a:off x="3390500" y="2395300"/>
            <a:ext cx="5685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2220" name="Google Shape;2220;p95"/>
          <p:cNvSpPr txBox="1"/>
          <p:nvPr/>
        </p:nvSpPr>
        <p:spPr>
          <a:xfrm>
            <a:off x="1037860" y="290050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40</a:t>
            </a:r>
            <a:endParaRPr/>
          </a:p>
        </p:txBody>
      </p:sp>
      <p:sp>
        <p:nvSpPr>
          <p:cNvPr id="2221" name="Google Shape;2221;p95"/>
          <p:cNvSpPr txBox="1"/>
          <p:nvPr/>
        </p:nvSpPr>
        <p:spPr>
          <a:xfrm>
            <a:off x="1030331" y="384485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72</a:t>
            </a:r>
            <a:endParaRPr/>
          </a:p>
        </p:txBody>
      </p:sp>
      <p:sp>
        <p:nvSpPr>
          <p:cNvPr id="2222" name="Google Shape;2222;p95"/>
          <p:cNvSpPr/>
          <p:nvPr/>
        </p:nvSpPr>
        <p:spPr>
          <a:xfrm>
            <a:off x="1866997" y="3947865"/>
            <a:ext cx="3441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23" name="Google Shape;2223;p95"/>
          <p:cNvSpPr/>
          <p:nvPr/>
        </p:nvSpPr>
        <p:spPr>
          <a:xfrm>
            <a:off x="1095275" y="3933350"/>
            <a:ext cx="3441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2224" name="Google Shape;2224;p95"/>
          <p:cNvGraphicFramePr/>
          <p:nvPr/>
        </p:nvGraphicFramePr>
        <p:xfrm>
          <a:off x="475150" y="1261200"/>
          <a:ext cx="3000000" cy="3000000"/>
        </p:xfrm>
        <a:graphic>
          <a:graphicData uri="http://schemas.openxmlformats.org/drawingml/2006/table">
            <a:tbl>
              <a:tblPr>
                <a:noFill/>
                <a:tableStyleId>{59C14B37-5063-47A9-82DC-C1F6685F5BAC}</a:tableStyleId>
              </a:tblPr>
              <a:tblGrid>
                <a:gridCol w="1020775"/>
                <a:gridCol w="1020775"/>
              </a:tblGrid>
              <a:tr h="3305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2225" name="Google Shape;2225;p95"/>
          <p:cNvSpPr txBox="1"/>
          <p:nvPr/>
        </p:nvSpPr>
        <p:spPr>
          <a:xfrm>
            <a:off x="7287150" y="4382800"/>
            <a:ext cx="3441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2226" name="Google Shape;2226;p95"/>
          <p:cNvSpPr/>
          <p:nvPr/>
        </p:nvSpPr>
        <p:spPr>
          <a:xfrm>
            <a:off x="1866999" y="2945825"/>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2227" name="Google Shape;2227;p95"/>
          <p:cNvGraphicFramePr/>
          <p:nvPr/>
        </p:nvGraphicFramePr>
        <p:xfrm>
          <a:off x="2964491" y="1743925"/>
          <a:ext cx="3000000" cy="3000000"/>
        </p:xfrm>
        <a:graphic>
          <a:graphicData uri="http://schemas.openxmlformats.org/drawingml/2006/table">
            <a:tbl>
              <a:tblPr>
                <a:noFill/>
                <a:tableStyleId>{59C14B37-5063-47A9-82DC-C1F6685F5BAC}</a:tableStyleId>
              </a:tblPr>
              <a:tblGrid>
                <a:gridCol w="1048350"/>
                <a:gridCol w="1048350"/>
                <a:gridCol w="1161275"/>
                <a:gridCol w="935425"/>
                <a:gridCol w="10483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228" name="Google Shape;2228;p95"/>
          <p:cNvSpPr txBox="1"/>
          <p:nvPr/>
        </p:nvSpPr>
        <p:spPr>
          <a:xfrm>
            <a:off x="2753188" y="21537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229" name="Google Shape;2229;p95"/>
          <p:cNvGraphicFramePr/>
          <p:nvPr/>
        </p:nvGraphicFramePr>
        <p:xfrm>
          <a:off x="2961420" y="1408650"/>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2291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30" name="Google Shape;2230;p95"/>
          <p:cNvSpPr txBox="1"/>
          <p:nvPr/>
        </p:nvSpPr>
        <p:spPr>
          <a:xfrm>
            <a:off x="7401160" y="12954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231" name="Google Shape;2231;p95"/>
          <p:cNvSpPr txBox="1"/>
          <p:nvPr/>
        </p:nvSpPr>
        <p:spPr>
          <a:xfrm>
            <a:off x="8234278" y="18076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232" name="Google Shape;2232;p95"/>
          <p:cNvSpPr txBox="1"/>
          <p:nvPr/>
        </p:nvSpPr>
        <p:spPr>
          <a:xfrm>
            <a:off x="7800747"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2233" name="Google Shape;2233;p95"/>
          <p:cNvSpPr txBox="1"/>
          <p:nvPr/>
        </p:nvSpPr>
        <p:spPr>
          <a:xfrm>
            <a:off x="3771822"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36</a:t>
            </a:r>
            <a:endParaRPr sz="1800">
              <a:solidFill>
                <a:schemeClr val="dk1"/>
              </a:solidFill>
              <a:latin typeface="Lexend"/>
              <a:ea typeface="Lexend"/>
              <a:cs typeface="Lexend"/>
              <a:sym typeface="Lexend"/>
            </a:endParaRPr>
          </a:p>
        </p:txBody>
      </p:sp>
      <p:sp>
        <p:nvSpPr>
          <p:cNvPr id="2234" name="Google Shape;2234;p95"/>
          <p:cNvSpPr txBox="1"/>
          <p:nvPr/>
        </p:nvSpPr>
        <p:spPr>
          <a:xfrm>
            <a:off x="4779053"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72</a:t>
            </a:r>
            <a:endParaRPr sz="1800">
              <a:solidFill>
                <a:schemeClr val="dk1"/>
              </a:solidFill>
              <a:latin typeface="Lexend"/>
              <a:ea typeface="Lexend"/>
              <a:cs typeface="Lexend"/>
              <a:sym typeface="Lexend"/>
            </a:endParaRPr>
          </a:p>
        </p:txBody>
      </p:sp>
      <p:sp>
        <p:nvSpPr>
          <p:cNvPr id="2235" name="Google Shape;2235;p95"/>
          <p:cNvSpPr txBox="1"/>
          <p:nvPr/>
        </p:nvSpPr>
        <p:spPr>
          <a:xfrm>
            <a:off x="5786284"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108</a:t>
            </a:r>
            <a:endParaRPr sz="1800">
              <a:solidFill>
                <a:schemeClr val="dk1"/>
              </a:solidFill>
              <a:latin typeface="Lexend"/>
              <a:ea typeface="Lexend"/>
              <a:cs typeface="Lexend"/>
              <a:sym typeface="Lexend"/>
            </a:endParaRPr>
          </a:p>
        </p:txBody>
      </p:sp>
      <p:sp>
        <p:nvSpPr>
          <p:cNvPr id="2236" name="Google Shape;2236;p95"/>
          <p:cNvSpPr txBox="1"/>
          <p:nvPr/>
        </p:nvSpPr>
        <p:spPr>
          <a:xfrm>
            <a:off x="6793515"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144</a:t>
            </a:r>
            <a:endParaRPr sz="1800">
              <a:solidFill>
                <a:schemeClr val="dk1"/>
              </a:solidFill>
              <a:latin typeface="Lexend"/>
              <a:ea typeface="Lexend"/>
              <a:cs typeface="Lexend"/>
              <a:sym typeface="Lexend"/>
            </a:endParaRPr>
          </a:p>
        </p:txBody>
      </p:sp>
      <p:sp>
        <p:nvSpPr>
          <p:cNvPr id="2237" name="Google Shape;2237;p95"/>
          <p:cNvSpPr txBox="1"/>
          <p:nvPr/>
        </p:nvSpPr>
        <p:spPr>
          <a:xfrm>
            <a:off x="3649177" y="101642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238" name="Google Shape;2238;p95"/>
          <p:cNvSpPr txBox="1"/>
          <p:nvPr/>
        </p:nvSpPr>
        <p:spPr>
          <a:xfrm>
            <a:off x="5338832" y="102541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239" name="Google Shape;2239;p95"/>
          <p:cNvSpPr txBox="1"/>
          <p:nvPr/>
        </p:nvSpPr>
        <p:spPr>
          <a:xfrm>
            <a:off x="6222475" y="100786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240" name="Google Shape;2240;p95"/>
          <p:cNvSpPr txBox="1"/>
          <p:nvPr/>
        </p:nvSpPr>
        <p:spPr>
          <a:xfrm>
            <a:off x="6908275" y="100786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241" name="Google Shape;2241;p95"/>
          <p:cNvSpPr txBox="1"/>
          <p:nvPr/>
        </p:nvSpPr>
        <p:spPr>
          <a:xfrm>
            <a:off x="2801782" y="98097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242" name="Google Shape;2242;p95"/>
          <p:cNvSpPr txBox="1"/>
          <p:nvPr/>
        </p:nvSpPr>
        <p:spPr>
          <a:xfrm>
            <a:off x="4487377" y="102542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cxnSp>
        <p:nvCxnSpPr>
          <p:cNvPr id="2243" name="Google Shape;2243;p95"/>
          <p:cNvCxnSpPr/>
          <p:nvPr/>
        </p:nvCxnSpPr>
        <p:spPr>
          <a:xfrm>
            <a:off x="3827322" y="1600312"/>
            <a:ext cx="188700" cy="345300"/>
          </a:xfrm>
          <a:prstGeom prst="straightConnector1">
            <a:avLst/>
          </a:prstGeom>
          <a:noFill/>
          <a:ln cap="flat" cmpd="sng" w="19050">
            <a:solidFill>
              <a:schemeClr val="dk1"/>
            </a:solidFill>
            <a:prstDash val="solid"/>
            <a:round/>
            <a:headEnd len="med" w="med" type="none"/>
            <a:tailEnd len="med" w="med" type="triangle"/>
          </a:ln>
        </p:spPr>
      </p:cxnSp>
      <p:cxnSp>
        <p:nvCxnSpPr>
          <p:cNvPr id="2244" name="Google Shape;2244;p95"/>
          <p:cNvCxnSpPr/>
          <p:nvPr/>
        </p:nvCxnSpPr>
        <p:spPr>
          <a:xfrm>
            <a:off x="4685547" y="1637812"/>
            <a:ext cx="378300" cy="333900"/>
          </a:xfrm>
          <a:prstGeom prst="straightConnector1">
            <a:avLst/>
          </a:prstGeom>
          <a:noFill/>
          <a:ln cap="flat" cmpd="sng" w="19050">
            <a:solidFill>
              <a:schemeClr val="dk1"/>
            </a:solidFill>
            <a:prstDash val="solid"/>
            <a:round/>
            <a:headEnd len="med" w="med" type="none"/>
            <a:tailEnd len="med" w="med" type="triangle"/>
          </a:ln>
        </p:spPr>
      </p:cxnSp>
      <p:cxnSp>
        <p:nvCxnSpPr>
          <p:cNvPr id="2245" name="Google Shape;2245;p95"/>
          <p:cNvCxnSpPr/>
          <p:nvPr/>
        </p:nvCxnSpPr>
        <p:spPr>
          <a:xfrm>
            <a:off x="5519434" y="1605362"/>
            <a:ext cx="591900" cy="366300"/>
          </a:xfrm>
          <a:prstGeom prst="straightConnector1">
            <a:avLst/>
          </a:prstGeom>
          <a:noFill/>
          <a:ln cap="flat" cmpd="sng" w="19050">
            <a:solidFill>
              <a:schemeClr val="dk1"/>
            </a:solidFill>
            <a:prstDash val="solid"/>
            <a:round/>
            <a:headEnd len="med" w="med" type="none"/>
            <a:tailEnd len="med" w="med" type="triangle"/>
          </a:ln>
        </p:spPr>
      </p:cxnSp>
      <p:cxnSp>
        <p:nvCxnSpPr>
          <p:cNvPr id="2246" name="Google Shape;2246;p95"/>
          <p:cNvCxnSpPr/>
          <p:nvPr/>
        </p:nvCxnSpPr>
        <p:spPr>
          <a:xfrm>
            <a:off x="6413934" y="1621612"/>
            <a:ext cx="736500" cy="337200"/>
          </a:xfrm>
          <a:prstGeom prst="straightConnector1">
            <a:avLst/>
          </a:prstGeom>
          <a:noFill/>
          <a:ln cap="flat" cmpd="sng" w="19050">
            <a:solidFill>
              <a:schemeClr val="dk1"/>
            </a:solidFill>
            <a:prstDash val="solid"/>
            <a:round/>
            <a:headEnd len="med" w="med" type="none"/>
            <a:tailEnd len="med" w="med" type="triangle"/>
          </a:ln>
        </p:spPr>
      </p:cxnSp>
      <p:cxnSp>
        <p:nvCxnSpPr>
          <p:cNvPr id="2247" name="Google Shape;2247;p95"/>
          <p:cNvCxnSpPr/>
          <p:nvPr/>
        </p:nvCxnSpPr>
        <p:spPr>
          <a:xfrm>
            <a:off x="7232709" y="1619912"/>
            <a:ext cx="991500" cy="351900"/>
          </a:xfrm>
          <a:prstGeom prst="straightConnector1">
            <a:avLst/>
          </a:prstGeom>
          <a:noFill/>
          <a:ln cap="flat" cmpd="sng" w="19050">
            <a:solidFill>
              <a:schemeClr val="dk1"/>
            </a:solidFill>
            <a:prstDash val="solid"/>
            <a:round/>
            <a:headEnd len="med" w="med" type="none"/>
            <a:tailEnd len="med" w="med" type="triangle"/>
          </a:ln>
        </p:spPr>
      </p:cxnSp>
      <p:cxnSp>
        <p:nvCxnSpPr>
          <p:cNvPr id="2248" name="Google Shape;2248;p95"/>
          <p:cNvCxnSpPr/>
          <p:nvPr/>
        </p:nvCxnSpPr>
        <p:spPr>
          <a:xfrm>
            <a:off x="2969097" y="1602712"/>
            <a:ext cx="2100" cy="372900"/>
          </a:xfrm>
          <a:prstGeom prst="straightConnector1">
            <a:avLst/>
          </a:prstGeom>
          <a:noFill/>
          <a:ln cap="flat" cmpd="sng" w="19050">
            <a:solidFill>
              <a:schemeClr val="dk1"/>
            </a:solidFill>
            <a:prstDash val="solid"/>
            <a:round/>
            <a:headEnd len="med" w="med" type="none"/>
            <a:tailEnd len="med" w="med" type="triangle"/>
          </a:ln>
        </p:spPr>
      </p:cxnSp>
      <p:sp>
        <p:nvSpPr>
          <p:cNvPr id="2249" name="Google Shape;2249;p95"/>
          <p:cNvSpPr txBox="1"/>
          <p:nvPr/>
        </p:nvSpPr>
        <p:spPr>
          <a:xfrm>
            <a:off x="7800750" y="1496405"/>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2250" name="Google Shape;2250;p95"/>
          <p:cNvSpPr/>
          <p:nvPr/>
        </p:nvSpPr>
        <p:spPr>
          <a:xfrm>
            <a:off x="3767074"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1" name="Google Shape;2251;p95"/>
          <p:cNvSpPr/>
          <p:nvPr/>
        </p:nvSpPr>
        <p:spPr>
          <a:xfrm>
            <a:off x="4776674"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2" name="Google Shape;2252;p95"/>
          <p:cNvSpPr/>
          <p:nvPr/>
        </p:nvSpPr>
        <p:spPr>
          <a:xfrm>
            <a:off x="5865937"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3" name="Google Shape;2253;p95"/>
          <p:cNvSpPr/>
          <p:nvPr/>
        </p:nvSpPr>
        <p:spPr>
          <a:xfrm>
            <a:off x="6833337"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7" name="Shape 2257"/>
        <p:cNvGrpSpPr/>
        <p:nvPr/>
      </p:nvGrpSpPr>
      <p:grpSpPr>
        <a:xfrm>
          <a:off x="0" y="0"/>
          <a:ext cx="0" cy="0"/>
          <a:chOff x="0" y="0"/>
          <a:chExt cx="0" cy="0"/>
        </a:xfrm>
      </p:grpSpPr>
      <p:sp>
        <p:nvSpPr>
          <p:cNvPr id="2258" name="Google Shape;2258;p96"/>
          <p:cNvSpPr txBox="1"/>
          <p:nvPr>
            <p:ph idx="1" type="body"/>
          </p:nvPr>
        </p:nvSpPr>
        <p:spPr>
          <a:xfrm>
            <a:off x="403200" y="1080000"/>
            <a:ext cx="25632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2b) Fill in the missing information, using the different representations.</a:t>
            </a:r>
            <a:endParaRPr sz="1900"/>
          </a:p>
        </p:txBody>
      </p:sp>
      <p:sp>
        <p:nvSpPr>
          <p:cNvPr id="2259" name="Google Shape;2259;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graphicFrame>
        <p:nvGraphicFramePr>
          <p:cNvPr id="2260" name="Google Shape;2260;p96"/>
          <p:cNvGraphicFramePr/>
          <p:nvPr/>
        </p:nvGraphicFramePr>
        <p:xfrm>
          <a:off x="3150250" y="1171975"/>
          <a:ext cx="3000000" cy="3000000"/>
        </p:xfrm>
        <a:graphic>
          <a:graphicData uri="http://schemas.openxmlformats.org/drawingml/2006/table">
            <a:tbl>
              <a:tblPr>
                <a:noFill/>
                <a:tableStyleId>{59C14B37-5063-47A9-82DC-C1F6685F5BAC}</a:tableStyleId>
              </a:tblPr>
              <a:tblGrid>
                <a:gridCol w="1020775"/>
                <a:gridCol w="1020775"/>
              </a:tblGrid>
              <a:tr h="3305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rPr lang="en-GB" sz="1800">
                          <a:latin typeface="Lexend"/>
                          <a:ea typeface="Lexend"/>
                          <a:cs typeface="Lexend"/>
                          <a:sym typeface="Lexend"/>
                        </a:rPr>
                        <a:t>0.4</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pSp>
        <p:nvGrpSpPr>
          <p:cNvPr id="2261" name="Google Shape;2261;p96"/>
          <p:cNvGrpSpPr/>
          <p:nvPr/>
        </p:nvGrpSpPr>
        <p:grpSpPr>
          <a:xfrm>
            <a:off x="419350" y="3256875"/>
            <a:ext cx="2839298" cy="1245396"/>
            <a:chOff x="1068645" y="1397986"/>
            <a:chExt cx="3717818" cy="1689359"/>
          </a:xfrm>
        </p:grpSpPr>
        <p:grpSp>
          <p:nvGrpSpPr>
            <p:cNvPr id="2262" name="Google Shape;2262;p96"/>
            <p:cNvGrpSpPr/>
            <p:nvPr/>
          </p:nvGrpSpPr>
          <p:grpSpPr>
            <a:xfrm>
              <a:off x="1283663" y="1397986"/>
              <a:ext cx="3502800" cy="1689359"/>
              <a:chOff x="344550" y="2159986"/>
              <a:chExt cx="3502800" cy="1689359"/>
            </a:xfrm>
          </p:grpSpPr>
          <p:grpSp>
            <p:nvGrpSpPr>
              <p:cNvPr id="2263" name="Google Shape;2263;p96"/>
              <p:cNvGrpSpPr/>
              <p:nvPr/>
            </p:nvGrpSpPr>
            <p:grpSpPr>
              <a:xfrm>
                <a:off x="1433102" y="2533775"/>
                <a:ext cx="31897" cy="1000200"/>
                <a:chOff x="941713" y="3767150"/>
                <a:chExt cx="63300" cy="1000200"/>
              </a:xfrm>
            </p:grpSpPr>
            <p:cxnSp>
              <p:nvCxnSpPr>
                <p:cNvPr id="2264" name="Google Shape;2264;p96"/>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65" name="Google Shape;2265;p96"/>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6" name="Google Shape;2266;p96"/>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2267" name="Google Shape;2267;p96"/>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2268" name="Google Shape;2268;p96"/>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69" name="Google Shape;2269;p96"/>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70" name="Google Shape;2270;p96"/>
              <p:cNvSpPr txBox="1"/>
              <p:nvPr/>
            </p:nvSpPr>
            <p:spPr>
              <a:xfrm>
                <a:off x="773777"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71" name="Google Shape;2271;p96"/>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272" name="Google Shape;2272;p96"/>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2273" name="Google Shape;2273;p96"/>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2274" name="Google Shape;2274;p96"/>
              <p:cNvGrpSpPr/>
              <p:nvPr/>
            </p:nvGrpSpPr>
            <p:grpSpPr>
              <a:xfrm>
                <a:off x="856988" y="2533775"/>
                <a:ext cx="31897" cy="1000200"/>
                <a:chOff x="941713" y="3767150"/>
                <a:chExt cx="63300" cy="1000200"/>
              </a:xfrm>
            </p:grpSpPr>
            <p:cxnSp>
              <p:nvCxnSpPr>
                <p:cNvPr id="2275" name="Google Shape;2275;p96"/>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76" name="Google Shape;2276;p96"/>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7" name="Google Shape;2277;p96"/>
              <p:cNvGrpSpPr/>
              <p:nvPr/>
            </p:nvGrpSpPr>
            <p:grpSpPr>
              <a:xfrm>
                <a:off x="2008903" y="2533775"/>
                <a:ext cx="31897" cy="1000200"/>
                <a:chOff x="941713" y="3767150"/>
                <a:chExt cx="63300" cy="1000200"/>
              </a:xfrm>
            </p:grpSpPr>
            <p:cxnSp>
              <p:nvCxnSpPr>
                <p:cNvPr id="2278" name="Google Shape;2278;p96"/>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79" name="Google Shape;2279;p96"/>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0" name="Google Shape;2280;p96"/>
              <p:cNvGrpSpPr/>
              <p:nvPr/>
            </p:nvGrpSpPr>
            <p:grpSpPr>
              <a:xfrm>
                <a:off x="1432946" y="2533775"/>
                <a:ext cx="31897" cy="1000200"/>
                <a:chOff x="941713" y="3767150"/>
                <a:chExt cx="63300" cy="1000200"/>
              </a:xfrm>
            </p:grpSpPr>
            <p:cxnSp>
              <p:nvCxnSpPr>
                <p:cNvPr id="2281" name="Google Shape;2281;p96"/>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282" name="Google Shape;2282;p96"/>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83" name="Google Shape;2283;p96"/>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2284" name="Google Shape;2284;p96"/>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sp>
          <p:nvSpPr>
            <p:cNvPr id="2285" name="Google Shape;2285;p96"/>
            <p:cNvSpPr/>
            <p:nvPr/>
          </p:nvSpPr>
          <p:spPr>
            <a:xfrm>
              <a:off x="1068645" y="1560357"/>
              <a:ext cx="244500" cy="145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286" name="Google Shape;2286;p96"/>
          <p:cNvSpPr txBox="1"/>
          <p:nvPr/>
        </p:nvSpPr>
        <p:spPr>
          <a:xfrm>
            <a:off x="8222475" y="2824725"/>
            <a:ext cx="3441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2287" name="Google Shape;2287;p96"/>
          <p:cNvSpPr/>
          <p:nvPr/>
        </p:nvSpPr>
        <p:spPr>
          <a:xfrm>
            <a:off x="648025" y="3726800"/>
            <a:ext cx="1257300" cy="36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8" name="Google Shape;2288;p96"/>
          <p:cNvSpPr txBox="1"/>
          <p:nvPr/>
        </p:nvSpPr>
        <p:spPr>
          <a:xfrm>
            <a:off x="1196731" y="4143980"/>
            <a:ext cx="49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80</a:t>
            </a:r>
            <a:endParaRPr/>
          </a:p>
        </p:txBody>
      </p:sp>
      <p:sp>
        <p:nvSpPr>
          <p:cNvPr id="2289" name="Google Shape;2289;p96"/>
          <p:cNvSpPr txBox="1"/>
          <p:nvPr/>
        </p:nvSpPr>
        <p:spPr>
          <a:xfrm>
            <a:off x="1200464" y="3192142"/>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50</a:t>
            </a:r>
            <a:endParaRPr/>
          </a:p>
        </p:txBody>
      </p:sp>
      <p:sp>
        <p:nvSpPr>
          <p:cNvPr id="2290" name="Google Shape;2290;p96"/>
          <p:cNvSpPr/>
          <p:nvPr/>
        </p:nvSpPr>
        <p:spPr>
          <a:xfrm>
            <a:off x="121202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2291" name="Google Shape;2291;p96"/>
          <p:cNvGraphicFramePr/>
          <p:nvPr/>
        </p:nvGraphicFramePr>
        <p:xfrm>
          <a:off x="3145566" y="3909525"/>
          <a:ext cx="3000000" cy="3000000"/>
        </p:xfrm>
        <a:graphic>
          <a:graphicData uri="http://schemas.openxmlformats.org/drawingml/2006/table">
            <a:tbl>
              <a:tblPr>
                <a:noFill/>
                <a:tableStyleId>{59C14B37-5063-47A9-82DC-C1F6685F5BAC}</a:tableStyleId>
              </a:tblPr>
              <a:tblGrid>
                <a:gridCol w="618175"/>
                <a:gridCol w="618175"/>
                <a:gridCol w="618175"/>
                <a:gridCol w="618175"/>
                <a:gridCol w="6181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292" name="Google Shape;2292;p96"/>
          <p:cNvSpPr txBox="1"/>
          <p:nvPr/>
        </p:nvSpPr>
        <p:spPr>
          <a:xfrm>
            <a:off x="5973956" y="42791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293" name="Google Shape;2293;p96"/>
          <p:cNvSpPr txBox="1"/>
          <p:nvPr/>
        </p:nvSpPr>
        <p:spPr>
          <a:xfrm>
            <a:off x="2934263" y="43193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294" name="Google Shape;2294;p96"/>
          <p:cNvGraphicFramePr/>
          <p:nvPr/>
        </p:nvGraphicFramePr>
        <p:xfrm>
          <a:off x="3142495" y="3574250"/>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295" name="Google Shape;2295;p96"/>
          <p:cNvSpPr txBox="1"/>
          <p:nvPr/>
        </p:nvSpPr>
        <p:spPr>
          <a:xfrm>
            <a:off x="3822414" y="323780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296" name="Google Shape;2296;p96"/>
          <p:cNvSpPr txBox="1"/>
          <p:nvPr/>
        </p:nvSpPr>
        <p:spPr>
          <a:xfrm>
            <a:off x="5512069" y="324679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297" name="Google Shape;2297;p96"/>
          <p:cNvSpPr txBox="1"/>
          <p:nvPr/>
        </p:nvSpPr>
        <p:spPr>
          <a:xfrm>
            <a:off x="6395713" y="322924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298" name="Google Shape;2298;p96"/>
          <p:cNvSpPr txBox="1"/>
          <p:nvPr/>
        </p:nvSpPr>
        <p:spPr>
          <a:xfrm>
            <a:off x="7081513" y="322924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299" name="Google Shape;2299;p96"/>
          <p:cNvSpPr txBox="1"/>
          <p:nvPr/>
        </p:nvSpPr>
        <p:spPr>
          <a:xfrm>
            <a:off x="2975020" y="32023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300" name="Google Shape;2300;p96"/>
          <p:cNvSpPr txBox="1"/>
          <p:nvPr/>
        </p:nvSpPr>
        <p:spPr>
          <a:xfrm>
            <a:off x="7479672" y="35324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01" name="Google Shape;2301;p96"/>
          <p:cNvSpPr txBox="1"/>
          <p:nvPr/>
        </p:nvSpPr>
        <p:spPr>
          <a:xfrm>
            <a:off x="4660614" y="324680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302" name="Google Shape;2302;p96"/>
          <p:cNvSpPr txBox="1"/>
          <p:nvPr/>
        </p:nvSpPr>
        <p:spPr>
          <a:xfrm>
            <a:off x="6285340" y="40421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03" name="Google Shape;2303;p96"/>
          <p:cNvSpPr txBox="1"/>
          <p:nvPr/>
        </p:nvSpPr>
        <p:spPr>
          <a:xfrm>
            <a:off x="3514081" y="42467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p:txBody>
      </p:sp>
      <p:sp>
        <p:nvSpPr>
          <p:cNvPr id="2304" name="Google Shape;2304;p96"/>
          <p:cNvSpPr txBox="1"/>
          <p:nvPr/>
        </p:nvSpPr>
        <p:spPr>
          <a:xfrm>
            <a:off x="4137370" y="424327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32</a:t>
            </a:r>
            <a:endParaRPr sz="1800">
              <a:solidFill>
                <a:schemeClr val="dk1"/>
              </a:solidFill>
              <a:latin typeface="Lexend"/>
              <a:ea typeface="Lexend"/>
              <a:cs typeface="Lexend"/>
              <a:sym typeface="Lexend"/>
            </a:endParaRPr>
          </a:p>
        </p:txBody>
      </p:sp>
      <p:sp>
        <p:nvSpPr>
          <p:cNvPr id="2305" name="Google Shape;2305;p96"/>
          <p:cNvSpPr txBox="1"/>
          <p:nvPr/>
        </p:nvSpPr>
        <p:spPr>
          <a:xfrm>
            <a:off x="4733281" y="42467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48</a:t>
            </a:r>
            <a:endParaRPr sz="1800">
              <a:solidFill>
                <a:schemeClr val="dk1"/>
              </a:solidFill>
              <a:latin typeface="Lexend"/>
              <a:ea typeface="Lexend"/>
              <a:cs typeface="Lexend"/>
              <a:sym typeface="Lexend"/>
            </a:endParaRPr>
          </a:p>
        </p:txBody>
      </p:sp>
      <p:sp>
        <p:nvSpPr>
          <p:cNvPr id="2306" name="Google Shape;2306;p96"/>
          <p:cNvSpPr txBox="1"/>
          <p:nvPr/>
        </p:nvSpPr>
        <p:spPr>
          <a:xfrm>
            <a:off x="5356570" y="424327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64</a:t>
            </a:r>
            <a:endParaRPr sz="1800">
              <a:solidFill>
                <a:schemeClr val="dk1"/>
              </a:solidFill>
              <a:latin typeface="Lexend"/>
              <a:ea typeface="Lexend"/>
              <a:cs typeface="Lexend"/>
              <a:sym typeface="Lexend"/>
            </a:endParaRPr>
          </a:p>
        </p:txBody>
      </p:sp>
      <p:cxnSp>
        <p:nvCxnSpPr>
          <p:cNvPr id="2307" name="Google Shape;2307;p96"/>
          <p:cNvCxnSpPr/>
          <p:nvPr/>
        </p:nvCxnSpPr>
        <p:spPr>
          <a:xfrm>
            <a:off x="3148663" y="3806913"/>
            <a:ext cx="0" cy="326700"/>
          </a:xfrm>
          <a:prstGeom prst="straightConnector1">
            <a:avLst/>
          </a:prstGeom>
          <a:noFill/>
          <a:ln cap="flat" cmpd="sng" w="19050">
            <a:solidFill>
              <a:schemeClr val="dk1"/>
            </a:solidFill>
            <a:prstDash val="solid"/>
            <a:round/>
            <a:headEnd len="med" w="med" type="none"/>
            <a:tailEnd len="med" w="med" type="triangle"/>
          </a:ln>
        </p:spPr>
      </p:cxnSp>
      <p:cxnSp>
        <p:nvCxnSpPr>
          <p:cNvPr id="2308" name="Google Shape;2308;p96"/>
          <p:cNvCxnSpPr/>
          <p:nvPr/>
        </p:nvCxnSpPr>
        <p:spPr>
          <a:xfrm flipH="1">
            <a:off x="3782238" y="3764488"/>
            <a:ext cx="218400" cy="360900"/>
          </a:xfrm>
          <a:prstGeom prst="straightConnector1">
            <a:avLst/>
          </a:prstGeom>
          <a:noFill/>
          <a:ln cap="flat" cmpd="sng" w="19050">
            <a:solidFill>
              <a:schemeClr val="dk1"/>
            </a:solidFill>
            <a:prstDash val="solid"/>
            <a:round/>
            <a:headEnd len="med" w="med" type="none"/>
            <a:tailEnd len="med" w="med" type="triangle"/>
          </a:ln>
        </p:spPr>
      </p:cxnSp>
      <p:cxnSp>
        <p:nvCxnSpPr>
          <p:cNvPr id="2309" name="Google Shape;2309;p96"/>
          <p:cNvCxnSpPr/>
          <p:nvPr/>
        </p:nvCxnSpPr>
        <p:spPr>
          <a:xfrm flipH="1">
            <a:off x="4396913" y="3764488"/>
            <a:ext cx="482100" cy="369600"/>
          </a:xfrm>
          <a:prstGeom prst="straightConnector1">
            <a:avLst/>
          </a:prstGeom>
          <a:noFill/>
          <a:ln cap="flat" cmpd="sng" w="19050">
            <a:solidFill>
              <a:schemeClr val="dk1"/>
            </a:solidFill>
            <a:prstDash val="solid"/>
            <a:round/>
            <a:headEnd len="med" w="med" type="none"/>
            <a:tailEnd len="med" w="med" type="triangle"/>
          </a:ln>
        </p:spPr>
      </p:cxnSp>
      <p:cxnSp>
        <p:nvCxnSpPr>
          <p:cNvPr id="2310" name="Google Shape;2310;p96"/>
          <p:cNvCxnSpPr/>
          <p:nvPr/>
        </p:nvCxnSpPr>
        <p:spPr>
          <a:xfrm flipH="1">
            <a:off x="5003138" y="3764488"/>
            <a:ext cx="713400" cy="365400"/>
          </a:xfrm>
          <a:prstGeom prst="straightConnector1">
            <a:avLst/>
          </a:prstGeom>
          <a:noFill/>
          <a:ln cap="flat" cmpd="sng" w="19050">
            <a:solidFill>
              <a:schemeClr val="dk1"/>
            </a:solidFill>
            <a:prstDash val="solid"/>
            <a:round/>
            <a:headEnd len="med" w="med" type="none"/>
            <a:tailEnd len="med" w="med" type="triangle"/>
          </a:ln>
        </p:spPr>
      </p:cxnSp>
      <p:cxnSp>
        <p:nvCxnSpPr>
          <p:cNvPr id="2311" name="Google Shape;2311;p96"/>
          <p:cNvCxnSpPr/>
          <p:nvPr/>
        </p:nvCxnSpPr>
        <p:spPr>
          <a:xfrm flipH="1">
            <a:off x="5626563" y="3787563"/>
            <a:ext cx="960600" cy="342300"/>
          </a:xfrm>
          <a:prstGeom prst="straightConnector1">
            <a:avLst/>
          </a:prstGeom>
          <a:noFill/>
          <a:ln cap="flat" cmpd="sng" w="19050">
            <a:solidFill>
              <a:schemeClr val="dk1"/>
            </a:solidFill>
            <a:prstDash val="solid"/>
            <a:round/>
            <a:headEnd len="med" w="med" type="none"/>
            <a:tailEnd len="med" w="med" type="triangle"/>
          </a:ln>
        </p:spPr>
      </p:cxnSp>
      <p:cxnSp>
        <p:nvCxnSpPr>
          <p:cNvPr id="2312" name="Google Shape;2312;p96"/>
          <p:cNvCxnSpPr/>
          <p:nvPr/>
        </p:nvCxnSpPr>
        <p:spPr>
          <a:xfrm flipH="1">
            <a:off x="6237063" y="3799113"/>
            <a:ext cx="1242600" cy="330600"/>
          </a:xfrm>
          <a:prstGeom prst="straightConnector1">
            <a:avLst/>
          </a:prstGeom>
          <a:noFill/>
          <a:ln cap="flat" cmpd="sng" w="19050">
            <a:solidFill>
              <a:schemeClr val="dk1"/>
            </a:solidFill>
            <a:prstDash val="solid"/>
            <a:round/>
            <a:headEnd len="med" w="med" type="none"/>
            <a:tailEnd len="med" w="med" type="triangle"/>
          </a:ln>
        </p:spPr>
      </p:cxnSp>
      <p:sp>
        <p:nvSpPr>
          <p:cNvPr id="2313" name="Google Shape;2313;p96"/>
          <p:cNvSpPr txBox="1"/>
          <p:nvPr/>
        </p:nvSpPr>
        <p:spPr>
          <a:xfrm>
            <a:off x="6966767" y="4041995"/>
            <a:ext cx="5919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 …..</a:t>
            </a:r>
            <a:endParaRPr sz="1800">
              <a:solidFill>
                <a:schemeClr val="dk1"/>
              </a:solidFill>
              <a:latin typeface="Lexend"/>
              <a:ea typeface="Lexend"/>
              <a:cs typeface="Lexend"/>
              <a:sym typeface="Lexend"/>
            </a:endParaRPr>
          </a:p>
        </p:txBody>
      </p:sp>
      <p:sp>
        <p:nvSpPr>
          <p:cNvPr id="2314" name="Google Shape;2314;p96"/>
          <p:cNvSpPr/>
          <p:nvPr/>
        </p:nvSpPr>
        <p:spPr>
          <a:xfrm>
            <a:off x="53404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5" name="Google Shape;2315;p96"/>
          <p:cNvSpPr/>
          <p:nvPr/>
        </p:nvSpPr>
        <p:spPr>
          <a:xfrm>
            <a:off x="4727712"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6" name="Google Shape;2316;p96"/>
          <p:cNvSpPr/>
          <p:nvPr/>
        </p:nvSpPr>
        <p:spPr>
          <a:xfrm>
            <a:off x="40831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7" name="Google Shape;2317;p96"/>
          <p:cNvSpPr/>
          <p:nvPr/>
        </p:nvSpPr>
        <p:spPr>
          <a:xfrm>
            <a:off x="34473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318" name="Google Shape;2318;p96"/>
          <p:cNvPicPr preferRelativeResize="0"/>
          <p:nvPr/>
        </p:nvPicPr>
        <p:blipFill>
          <a:blip r:embed="rId3">
            <a:alphaModFix/>
          </a:blip>
          <a:stretch>
            <a:fillRect/>
          </a:stretch>
        </p:blipFill>
        <p:spPr>
          <a:xfrm>
            <a:off x="5375652" y="616188"/>
            <a:ext cx="2907624" cy="27224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2" name="Shape 2322"/>
        <p:cNvGrpSpPr/>
        <p:nvPr/>
      </p:nvGrpSpPr>
      <p:grpSpPr>
        <a:xfrm>
          <a:off x="0" y="0"/>
          <a:ext cx="0" cy="0"/>
          <a:chOff x="0" y="0"/>
          <a:chExt cx="0" cy="0"/>
        </a:xfrm>
      </p:grpSpPr>
      <p:sp>
        <p:nvSpPr>
          <p:cNvPr id="2323" name="Google Shape;2323;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missing information on the ratio table and the scaling diagram.</a:t>
            </a:r>
            <a:endParaRPr/>
          </a:p>
        </p:txBody>
      </p:sp>
      <p:sp>
        <p:nvSpPr>
          <p:cNvPr id="2324" name="Google Shape;2324;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graphicFrame>
        <p:nvGraphicFramePr>
          <p:cNvPr id="2325" name="Google Shape;2325;p97"/>
          <p:cNvGraphicFramePr/>
          <p:nvPr/>
        </p:nvGraphicFramePr>
        <p:xfrm>
          <a:off x="3355291" y="2147975"/>
          <a:ext cx="3000000" cy="3000000"/>
        </p:xfrm>
        <a:graphic>
          <a:graphicData uri="http://schemas.openxmlformats.org/drawingml/2006/table">
            <a:tbl>
              <a:tblPr>
                <a:noFill/>
                <a:tableStyleId>{59C14B37-5063-47A9-82DC-C1F6685F5BAC}</a:tableStyleId>
              </a:tblPr>
              <a:tblGrid>
                <a:gridCol w="382850"/>
                <a:gridCol w="382850"/>
                <a:gridCol w="382850"/>
                <a:gridCol w="382850"/>
                <a:gridCol w="382850"/>
                <a:gridCol w="382850"/>
                <a:gridCol w="382850"/>
                <a:gridCol w="382850"/>
                <a:gridCol w="382850"/>
                <a:gridCol w="3828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326" name="Google Shape;2326;p97"/>
          <p:cNvSpPr txBox="1"/>
          <p:nvPr/>
        </p:nvSpPr>
        <p:spPr>
          <a:xfrm>
            <a:off x="6911931" y="251756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160</a:t>
            </a:r>
            <a:endParaRPr sz="1800">
              <a:solidFill>
                <a:schemeClr val="dk1"/>
              </a:solidFill>
              <a:latin typeface="Lexend"/>
              <a:ea typeface="Lexend"/>
              <a:cs typeface="Lexend"/>
              <a:sym typeface="Lexend"/>
            </a:endParaRPr>
          </a:p>
        </p:txBody>
      </p:sp>
      <p:sp>
        <p:nvSpPr>
          <p:cNvPr id="2327" name="Google Shape;2327;p97"/>
          <p:cNvSpPr txBox="1"/>
          <p:nvPr/>
        </p:nvSpPr>
        <p:spPr>
          <a:xfrm>
            <a:off x="3140988" y="25578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328" name="Google Shape;2328;p97"/>
          <p:cNvGraphicFramePr/>
          <p:nvPr/>
        </p:nvGraphicFramePr>
        <p:xfrm>
          <a:off x="3349220" y="1812700"/>
          <a:ext cx="3000000" cy="3000000"/>
        </p:xfrm>
        <a:graphic>
          <a:graphicData uri="http://schemas.openxmlformats.org/drawingml/2006/table">
            <a:tbl>
              <a:tblPr>
                <a:noFill/>
                <a:tableStyleId>{59C14B37-5063-47A9-82DC-C1F6685F5BAC}</a:tableStyleId>
              </a:tblPr>
              <a:tblGrid>
                <a:gridCol w="614100"/>
                <a:gridCol w="614100"/>
                <a:gridCol w="614100"/>
                <a:gridCol w="614100"/>
                <a:gridCol w="614100"/>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329" name="Google Shape;2329;p97"/>
          <p:cNvSpPr txBox="1"/>
          <p:nvPr/>
        </p:nvSpPr>
        <p:spPr>
          <a:xfrm>
            <a:off x="6478297" y="170886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30" name="Google Shape;2330;p97"/>
          <p:cNvSpPr txBox="1"/>
          <p:nvPr/>
        </p:nvSpPr>
        <p:spPr>
          <a:xfrm>
            <a:off x="3710564" y="14617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331" name="Google Shape;2331;p97"/>
          <p:cNvSpPr txBox="1"/>
          <p:nvPr/>
        </p:nvSpPr>
        <p:spPr>
          <a:xfrm>
            <a:off x="4943019" y="147070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332" name="Google Shape;2332;p97"/>
          <p:cNvSpPr txBox="1"/>
          <p:nvPr/>
        </p:nvSpPr>
        <p:spPr>
          <a:xfrm>
            <a:off x="5598063" y="145315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333" name="Google Shape;2333;p97"/>
          <p:cNvSpPr txBox="1"/>
          <p:nvPr/>
        </p:nvSpPr>
        <p:spPr>
          <a:xfrm>
            <a:off x="6207663" y="145315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334" name="Google Shape;2334;p97"/>
          <p:cNvSpPr txBox="1"/>
          <p:nvPr/>
        </p:nvSpPr>
        <p:spPr>
          <a:xfrm>
            <a:off x="3167970" y="14262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335" name="Google Shape;2335;p97"/>
          <p:cNvSpPr txBox="1"/>
          <p:nvPr/>
        </p:nvSpPr>
        <p:spPr>
          <a:xfrm>
            <a:off x="4320164" y="147071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336" name="Google Shape;2336;p97"/>
          <p:cNvSpPr txBox="1"/>
          <p:nvPr/>
        </p:nvSpPr>
        <p:spPr>
          <a:xfrm>
            <a:off x="7060715" y="20298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aphicFrame>
        <p:nvGraphicFramePr>
          <p:cNvPr id="2337" name="Google Shape;2337;p97"/>
          <p:cNvGraphicFramePr/>
          <p:nvPr/>
        </p:nvGraphicFramePr>
        <p:xfrm>
          <a:off x="3355291" y="3767975"/>
          <a:ext cx="3000000" cy="3000000"/>
        </p:xfrm>
        <a:graphic>
          <a:graphicData uri="http://schemas.openxmlformats.org/drawingml/2006/table">
            <a:tbl>
              <a:tblPr>
                <a:noFill/>
                <a:tableStyleId>{59C14B37-5063-47A9-82DC-C1F6685F5BAC}</a:tableStyleId>
              </a:tblPr>
              <a:tblGrid>
                <a:gridCol w="511425"/>
                <a:gridCol w="511425"/>
                <a:gridCol w="511425"/>
                <a:gridCol w="511425"/>
                <a:gridCol w="511425"/>
                <a:gridCol w="511425"/>
                <a:gridCol w="511425"/>
                <a:gridCol w="511425"/>
                <a:gridCol w="511425"/>
                <a:gridCol w="51142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338" name="Google Shape;2338;p97"/>
          <p:cNvSpPr txBox="1"/>
          <p:nvPr/>
        </p:nvSpPr>
        <p:spPr>
          <a:xfrm>
            <a:off x="5597962" y="409648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105</a:t>
            </a:r>
            <a:endParaRPr sz="1800">
              <a:solidFill>
                <a:schemeClr val="dk1"/>
              </a:solidFill>
              <a:latin typeface="Lexend"/>
              <a:ea typeface="Lexend"/>
              <a:cs typeface="Lexend"/>
              <a:sym typeface="Lexend"/>
            </a:endParaRPr>
          </a:p>
        </p:txBody>
      </p:sp>
      <p:sp>
        <p:nvSpPr>
          <p:cNvPr id="2339" name="Google Shape;2339;p97"/>
          <p:cNvSpPr txBox="1"/>
          <p:nvPr/>
        </p:nvSpPr>
        <p:spPr>
          <a:xfrm>
            <a:off x="8054931" y="413756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210</a:t>
            </a:r>
            <a:endParaRPr sz="1800">
              <a:solidFill>
                <a:schemeClr val="dk1"/>
              </a:solidFill>
              <a:latin typeface="Lexend"/>
              <a:ea typeface="Lexend"/>
              <a:cs typeface="Lexend"/>
              <a:sym typeface="Lexend"/>
            </a:endParaRPr>
          </a:p>
        </p:txBody>
      </p:sp>
      <p:sp>
        <p:nvSpPr>
          <p:cNvPr id="2340" name="Google Shape;2340;p97"/>
          <p:cNvSpPr txBox="1"/>
          <p:nvPr/>
        </p:nvSpPr>
        <p:spPr>
          <a:xfrm>
            <a:off x="3140988" y="417780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341" name="Google Shape;2341;p97"/>
          <p:cNvGraphicFramePr/>
          <p:nvPr/>
        </p:nvGraphicFramePr>
        <p:xfrm>
          <a:off x="3349220" y="3432700"/>
          <a:ext cx="3000000" cy="3000000"/>
        </p:xfrm>
        <a:graphic>
          <a:graphicData uri="http://schemas.openxmlformats.org/drawingml/2006/table">
            <a:tbl>
              <a:tblPr>
                <a:noFill/>
                <a:tableStyleId>{59C14B37-5063-47A9-82DC-C1F6685F5BAC}</a:tableStyleId>
              </a:tblPr>
              <a:tblGrid>
                <a:gridCol w="491275"/>
                <a:gridCol w="491275"/>
                <a:gridCol w="491275"/>
                <a:gridCol w="491275"/>
                <a:gridCol w="4912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342" name="Google Shape;2342;p97"/>
          <p:cNvSpPr txBox="1"/>
          <p:nvPr/>
        </p:nvSpPr>
        <p:spPr>
          <a:xfrm>
            <a:off x="5828397" y="33350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43" name="Google Shape;2343;p97"/>
          <p:cNvSpPr txBox="1"/>
          <p:nvPr/>
        </p:nvSpPr>
        <p:spPr>
          <a:xfrm>
            <a:off x="5527718" y="3091247"/>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344" name="Google Shape;2344;p97"/>
          <p:cNvSpPr txBox="1"/>
          <p:nvPr/>
        </p:nvSpPr>
        <p:spPr>
          <a:xfrm>
            <a:off x="3167970" y="304626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345" name="Google Shape;2345;p97"/>
          <p:cNvSpPr txBox="1"/>
          <p:nvPr/>
        </p:nvSpPr>
        <p:spPr>
          <a:xfrm>
            <a:off x="8469540" y="3840625"/>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46" name="Google Shape;2346;p97"/>
          <p:cNvSpPr txBox="1"/>
          <p:nvPr/>
        </p:nvSpPr>
        <p:spPr>
          <a:xfrm>
            <a:off x="5062568" y="25175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graphicFrame>
        <p:nvGraphicFramePr>
          <p:cNvPr id="2347" name="Google Shape;2347;p97"/>
          <p:cNvGraphicFramePr/>
          <p:nvPr/>
        </p:nvGraphicFramePr>
        <p:xfrm>
          <a:off x="472150" y="1631338"/>
          <a:ext cx="3000000" cy="3000000"/>
        </p:xfrm>
        <a:graphic>
          <a:graphicData uri="http://schemas.openxmlformats.org/drawingml/2006/table">
            <a:tbl>
              <a:tblPr>
                <a:noFill/>
                <a:tableStyleId>{59C14B37-5063-47A9-82DC-C1F6685F5BAC}</a:tableStyleId>
              </a:tblPr>
              <a:tblGrid>
                <a:gridCol w="1193550"/>
                <a:gridCol w="1193550"/>
              </a:tblGrid>
              <a:tr h="3247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2348" name="Google Shape;2348;p97"/>
          <p:cNvGraphicFramePr/>
          <p:nvPr/>
        </p:nvGraphicFramePr>
        <p:xfrm>
          <a:off x="456425" y="3174713"/>
          <a:ext cx="3000000" cy="3000000"/>
        </p:xfrm>
        <a:graphic>
          <a:graphicData uri="http://schemas.openxmlformats.org/drawingml/2006/table">
            <a:tbl>
              <a:tblPr>
                <a:noFill/>
                <a:tableStyleId>{59C14B37-5063-47A9-82DC-C1F6685F5BAC}</a:tableStyleId>
              </a:tblPr>
              <a:tblGrid>
                <a:gridCol w="1193550"/>
                <a:gridCol w="1193550"/>
              </a:tblGrid>
              <a:tr h="3247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247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cxnSp>
        <p:nvCxnSpPr>
          <p:cNvPr id="2349" name="Google Shape;2349;p97"/>
          <p:cNvCxnSpPr/>
          <p:nvPr/>
        </p:nvCxnSpPr>
        <p:spPr>
          <a:xfrm>
            <a:off x="3349225" y="2047530"/>
            <a:ext cx="0" cy="326700"/>
          </a:xfrm>
          <a:prstGeom prst="straightConnector1">
            <a:avLst/>
          </a:prstGeom>
          <a:noFill/>
          <a:ln cap="flat" cmpd="sng" w="19050">
            <a:solidFill>
              <a:schemeClr val="dk1"/>
            </a:solidFill>
            <a:prstDash val="solid"/>
            <a:round/>
            <a:headEnd len="med" w="med" type="none"/>
            <a:tailEnd len="med" w="med" type="triangle"/>
          </a:ln>
        </p:spPr>
      </p:cxnSp>
      <p:cxnSp>
        <p:nvCxnSpPr>
          <p:cNvPr id="2350" name="Google Shape;2350;p97"/>
          <p:cNvCxnSpPr/>
          <p:nvPr/>
        </p:nvCxnSpPr>
        <p:spPr>
          <a:xfrm>
            <a:off x="3963325" y="1996655"/>
            <a:ext cx="166200" cy="415800"/>
          </a:xfrm>
          <a:prstGeom prst="straightConnector1">
            <a:avLst/>
          </a:prstGeom>
          <a:noFill/>
          <a:ln cap="flat" cmpd="sng" w="19050">
            <a:solidFill>
              <a:schemeClr val="dk1"/>
            </a:solidFill>
            <a:prstDash val="solid"/>
            <a:round/>
            <a:headEnd len="med" w="med" type="none"/>
            <a:tailEnd len="med" w="med" type="triangle"/>
          </a:ln>
        </p:spPr>
      </p:cxnSp>
      <p:cxnSp>
        <p:nvCxnSpPr>
          <p:cNvPr id="2351" name="Google Shape;2351;p97"/>
          <p:cNvCxnSpPr/>
          <p:nvPr/>
        </p:nvCxnSpPr>
        <p:spPr>
          <a:xfrm>
            <a:off x="4585675" y="2034330"/>
            <a:ext cx="283500" cy="340500"/>
          </a:xfrm>
          <a:prstGeom prst="straightConnector1">
            <a:avLst/>
          </a:prstGeom>
          <a:noFill/>
          <a:ln cap="flat" cmpd="sng" w="19050">
            <a:solidFill>
              <a:schemeClr val="dk1"/>
            </a:solidFill>
            <a:prstDash val="solid"/>
            <a:round/>
            <a:headEnd len="med" w="med" type="none"/>
            <a:tailEnd len="med" w="med" type="triangle"/>
          </a:ln>
        </p:spPr>
      </p:cxnSp>
      <p:cxnSp>
        <p:nvCxnSpPr>
          <p:cNvPr id="2352" name="Google Shape;2352;p97"/>
          <p:cNvCxnSpPr/>
          <p:nvPr/>
        </p:nvCxnSpPr>
        <p:spPr>
          <a:xfrm>
            <a:off x="5191525" y="2034330"/>
            <a:ext cx="448200" cy="334500"/>
          </a:xfrm>
          <a:prstGeom prst="straightConnector1">
            <a:avLst/>
          </a:prstGeom>
          <a:noFill/>
          <a:ln cap="flat" cmpd="sng" w="19050">
            <a:solidFill>
              <a:schemeClr val="dk1"/>
            </a:solidFill>
            <a:prstDash val="solid"/>
            <a:round/>
            <a:headEnd len="med" w="med" type="none"/>
            <a:tailEnd len="med" w="med" type="triangle"/>
          </a:ln>
        </p:spPr>
      </p:cxnSp>
      <p:cxnSp>
        <p:nvCxnSpPr>
          <p:cNvPr id="2353" name="Google Shape;2353;p97"/>
          <p:cNvCxnSpPr/>
          <p:nvPr/>
        </p:nvCxnSpPr>
        <p:spPr>
          <a:xfrm>
            <a:off x="5804100" y="2025630"/>
            <a:ext cx="637800" cy="361800"/>
          </a:xfrm>
          <a:prstGeom prst="straightConnector1">
            <a:avLst/>
          </a:prstGeom>
          <a:noFill/>
          <a:ln cap="flat" cmpd="sng" w="19050">
            <a:solidFill>
              <a:schemeClr val="dk1"/>
            </a:solidFill>
            <a:prstDash val="solid"/>
            <a:round/>
            <a:headEnd len="med" w="med" type="none"/>
            <a:tailEnd len="med" w="med" type="triangle"/>
          </a:ln>
        </p:spPr>
      </p:cxnSp>
      <p:cxnSp>
        <p:nvCxnSpPr>
          <p:cNvPr id="2354" name="Google Shape;2354;p97"/>
          <p:cNvCxnSpPr/>
          <p:nvPr/>
        </p:nvCxnSpPr>
        <p:spPr>
          <a:xfrm>
            <a:off x="6421325" y="2025630"/>
            <a:ext cx="747600" cy="343200"/>
          </a:xfrm>
          <a:prstGeom prst="straightConnector1">
            <a:avLst/>
          </a:prstGeom>
          <a:noFill/>
          <a:ln cap="flat" cmpd="sng" w="19050">
            <a:solidFill>
              <a:schemeClr val="dk1"/>
            </a:solidFill>
            <a:prstDash val="solid"/>
            <a:round/>
            <a:headEnd len="med" w="med" type="none"/>
            <a:tailEnd len="med" w="med" type="triangle"/>
          </a:ln>
        </p:spPr>
      </p:cxnSp>
      <p:sp>
        <p:nvSpPr>
          <p:cNvPr id="2355" name="Google Shape;2355;p97"/>
          <p:cNvSpPr txBox="1"/>
          <p:nvPr/>
        </p:nvSpPr>
        <p:spPr>
          <a:xfrm>
            <a:off x="6877900" y="1906391"/>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×1.6</a:t>
            </a:r>
            <a:endParaRPr sz="1800">
              <a:solidFill>
                <a:schemeClr val="dk1"/>
              </a:solidFill>
              <a:latin typeface="Kalam"/>
              <a:ea typeface="Kalam"/>
              <a:cs typeface="Kalam"/>
              <a:sym typeface="Kalam"/>
            </a:endParaRPr>
          </a:p>
        </p:txBody>
      </p:sp>
      <p:sp>
        <p:nvSpPr>
          <p:cNvPr id="2356" name="Google Shape;2356;p97"/>
          <p:cNvSpPr txBox="1"/>
          <p:nvPr/>
        </p:nvSpPr>
        <p:spPr>
          <a:xfrm>
            <a:off x="1443150" y="1951284"/>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×1.6</a:t>
            </a:r>
            <a:endParaRPr sz="1800">
              <a:solidFill>
                <a:schemeClr val="dk1"/>
              </a:solidFill>
              <a:latin typeface="Kalam"/>
              <a:ea typeface="Kalam"/>
              <a:cs typeface="Kalam"/>
              <a:sym typeface="Kalam"/>
            </a:endParaRPr>
          </a:p>
        </p:txBody>
      </p:sp>
      <p:cxnSp>
        <p:nvCxnSpPr>
          <p:cNvPr id="2357" name="Google Shape;2357;p97"/>
          <p:cNvCxnSpPr/>
          <p:nvPr/>
        </p:nvCxnSpPr>
        <p:spPr>
          <a:xfrm rot="10800000">
            <a:off x="1443152" y="2230124"/>
            <a:ext cx="552900" cy="9000"/>
          </a:xfrm>
          <a:prstGeom prst="straightConnector1">
            <a:avLst/>
          </a:prstGeom>
          <a:noFill/>
          <a:ln cap="flat" cmpd="sng" w="28575">
            <a:solidFill>
              <a:schemeClr val="accent5"/>
            </a:solidFill>
            <a:prstDash val="solid"/>
            <a:round/>
            <a:headEnd len="med" w="med" type="none"/>
            <a:tailEnd len="med" w="med" type="triangle"/>
          </a:ln>
        </p:spPr>
      </p:cxnSp>
      <p:sp>
        <p:nvSpPr>
          <p:cNvPr id="2358" name="Google Shape;2358;p97"/>
          <p:cNvSpPr txBox="1"/>
          <p:nvPr/>
        </p:nvSpPr>
        <p:spPr>
          <a:xfrm>
            <a:off x="545000" y="1981632"/>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160</a:t>
            </a:r>
            <a:endParaRPr>
              <a:latin typeface="Kalam"/>
              <a:ea typeface="Kalam"/>
              <a:cs typeface="Kalam"/>
              <a:sym typeface="Kalam"/>
            </a:endParaRPr>
          </a:p>
        </p:txBody>
      </p:sp>
      <p:sp>
        <p:nvSpPr>
          <p:cNvPr id="2359" name="Google Shape;2359;p97"/>
          <p:cNvSpPr txBox="1"/>
          <p:nvPr/>
        </p:nvSpPr>
        <p:spPr>
          <a:xfrm>
            <a:off x="545000" y="2279854"/>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64</a:t>
            </a:r>
            <a:endParaRPr>
              <a:latin typeface="Kalam"/>
              <a:ea typeface="Kalam"/>
              <a:cs typeface="Kalam"/>
              <a:sym typeface="Kalam"/>
            </a:endParaRPr>
          </a:p>
        </p:txBody>
      </p:sp>
      <p:sp>
        <p:nvSpPr>
          <p:cNvPr id="2360" name="Google Shape;2360;p97"/>
          <p:cNvSpPr txBox="1"/>
          <p:nvPr/>
        </p:nvSpPr>
        <p:spPr>
          <a:xfrm>
            <a:off x="545000" y="2584654"/>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24</a:t>
            </a:r>
            <a:endParaRPr>
              <a:latin typeface="Kalam"/>
              <a:ea typeface="Kalam"/>
              <a:cs typeface="Kalam"/>
              <a:sym typeface="Kalam"/>
            </a:endParaRPr>
          </a:p>
        </p:txBody>
      </p:sp>
      <p:sp>
        <p:nvSpPr>
          <p:cNvPr id="2361" name="Google Shape;2361;p97"/>
          <p:cNvSpPr txBox="1"/>
          <p:nvPr/>
        </p:nvSpPr>
        <p:spPr>
          <a:xfrm>
            <a:off x="608500" y="3542407"/>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210</a:t>
            </a:r>
            <a:endParaRPr>
              <a:latin typeface="Kalam"/>
              <a:ea typeface="Kalam"/>
              <a:cs typeface="Kalam"/>
              <a:sym typeface="Kalam"/>
            </a:endParaRPr>
          </a:p>
        </p:txBody>
      </p:sp>
      <p:sp>
        <p:nvSpPr>
          <p:cNvPr id="2362" name="Google Shape;2362;p97"/>
          <p:cNvSpPr txBox="1"/>
          <p:nvPr/>
        </p:nvSpPr>
        <p:spPr>
          <a:xfrm>
            <a:off x="608500" y="3840629"/>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126</a:t>
            </a:r>
            <a:endParaRPr>
              <a:latin typeface="Kalam"/>
              <a:ea typeface="Kalam"/>
              <a:cs typeface="Kalam"/>
              <a:sym typeface="Kalam"/>
            </a:endParaRPr>
          </a:p>
        </p:txBody>
      </p:sp>
      <p:sp>
        <p:nvSpPr>
          <p:cNvPr id="2363" name="Google Shape;2363;p97"/>
          <p:cNvSpPr txBox="1"/>
          <p:nvPr/>
        </p:nvSpPr>
        <p:spPr>
          <a:xfrm>
            <a:off x="608500" y="4145429"/>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50.4</a:t>
            </a:r>
            <a:endParaRPr>
              <a:latin typeface="Kalam"/>
              <a:ea typeface="Kalam"/>
              <a:cs typeface="Kalam"/>
              <a:sym typeface="Kalam"/>
            </a:endParaRPr>
          </a:p>
        </p:txBody>
      </p:sp>
      <p:sp>
        <p:nvSpPr>
          <p:cNvPr id="2364" name="Google Shape;2364;p97"/>
          <p:cNvSpPr txBox="1"/>
          <p:nvPr/>
        </p:nvSpPr>
        <p:spPr>
          <a:xfrm>
            <a:off x="1373525" y="3499434"/>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×2.1</a:t>
            </a:r>
            <a:endParaRPr sz="1800">
              <a:solidFill>
                <a:schemeClr val="dk1"/>
              </a:solidFill>
              <a:latin typeface="Kalam"/>
              <a:ea typeface="Kalam"/>
              <a:cs typeface="Kalam"/>
              <a:sym typeface="Kalam"/>
            </a:endParaRPr>
          </a:p>
        </p:txBody>
      </p:sp>
      <p:cxnSp>
        <p:nvCxnSpPr>
          <p:cNvPr id="2365" name="Google Shape;2365;p97"/>
          <p:cNvCxnSpPr/>
          <p:nvPr/>
        </p:nvCxnSpPr>
        <p:spPr>
          <a:xfrm rot="10800000">
            <a:off x="1373527" y="3778274"/>
            <a:ext cx="552900" cy="9000"/>
          </a:xfrm>
          <a:prstGeom prst="straightConnector1">
            <a:avLst/>
          </a:prstGeom>
          <a:noFill/>
          <a:ln cap="flat" cmpd="sng" w="28575">
            <a:solidFill>
              <a:schemeClr val="accent5"/>
            </a:solidFill>
            <a:prstDash val="solid"/>
            <a:round/>
            <a:headEnd len="med" w="med" type="none"/>
            <a:tailEnd len="med" w="med" type="triangle"/>
          </a:ln>
        </p:spPr>
      </p:cxnSp>
      <p:sp>
        <p:nvSpPr>
          <p:cNvPr id="2366" name="Google Shape;2366;p97"/>
          <p:cNvSpPr txBox="1"/>
          <p:nvPr/>
        </p:nvSpPr>
        <p:spPr>
          <a:xfrm>
            <a:off x="7013100" y="3462059"/>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×2.1</a:t>
            </a:r>
            <a:endParaRPr sz="1800">
              <a:solidFill>
                <a:schemeClr val="dk1"/>
              </a:solidFill>
              <a:latin typeface="Kalam"/>
              <a:ea typeface="Kalam"/>
              <a:cs typeface="Kalam"/>
              <a:sym typeface="Kalam"/>
            </a:endParaRPr>
          </a:p>
        </p:txBody>
      </p:sp>
      <p:cxnSp>
        <p:nvCxnSpPr>
          <p:cNvPr id="2367" name="Google Shape;2367;p97"/>
          <p:cNvCxnSpPr/>
          <p:nvPr/>
        </p:nvCxnSpPr>
        <p:spPr>
          <a:xfrm>
            <a:off x="5805925" y="3657025"/>
            <a:ext cx="2669700" cy="317400"/>
          </a:xfrm>
          <a:prstGeom prst="straightConnector1">
            <a:avLst/>
          </a:prstGeom>
          <a:noFill/>
          <a:ln cap="flat" cmpd="sng" w="19050">
            <a:solidFill>
              <a:schemeClr val="dk1"/>
            </a:solidFill>
            <a:prstDash val="solid"/>
            <a:round/>
            <a:headEnd len="med" w="med" type="none"/>
            <a:tailEnd len="med" w="med" type="triangle"/>
          </a:ln>
        </p:spPr>
      </p:cxnSp>
      <p:cxnSp>
        <p:nvCxnSpPr>
          <p:cNvPr id="2368" name="Google Shape;2368;p97"/>
          <p:cNvCxnSpPr/>
          <p:nvPr/>
        </p:nvCxnSpPr>
        <p:spPr>
          <a:xfrm>
            <a:off x="5314325" y="3664950"/>
            <a:ext cx="2115300" cy="325500"/>
          </a:xfrm>
          <a:prstGeom prst="straightConnector1">
            <a:avLst/>
          </a:prstGeom>
          <a:noFill/>
          <a:ln cap="flat" cmpd="sng" w="19050">
            <a:solidFill>
              <a:schemeClr val="dk1"/>
            </a:solidFill>
            <a:prstDash val="solid"/>
            <a:round/>
            <a:headEnd len="med" w="med" type="none"/>
            <a:tailEnd len="med" w="med" type="triangle"/>
          </a:ln>
        </p:spPr>
      </p:cxnSp>
      <p:cxnSp>
        <p:nvCxnSpPr>
          <p:cNvPr id="2369" name="Google Shape;2369;p97"/>
          <p:cNvCxnSpPr/>
          <p:nvPr/>
        </p:nvCxnSpPr>
        <p:spPr>
          <a:xfrm>
            <a:off x="4818675" y="3664950"/>
            <a:ext cx="1599300" cy="322500"/>
          </a:xfrm>
          <a:prstGeom prst="straightConnector1">
            <a:avLst/>
          </a:prstGeom>
          <a:noFill/>
          <a:ln cap="flat" cmpd="sng" w="19050">
            <a:solidFill>
              <a:schemeClr val="dk1"/>
            </a:solidFill>
            <a:prstDash val="solid"/>
            <a:round/>
            <a:headEnd len="med" w="med" type="none"/>
            <a:tailEnd len="med" w="med" type="triangle"/>
          </a:ln>
        </p:spPr>
      </p:cxnSp>
      <p:cxnSp>
        <p:nvCxnSpPr>
          <p:cNvPr id="2370" name="Google Shape;2370;p97"/>
          <p:cNvCxnSpPr/>
          <p:nvPr/>
        </p:nvCxnSpPr>
        <p:spPr>
          <a:xfrm>
            <a:off x="4320000" y="3652825"/>
            <a:ext cx="1058700" cy="321600"/>
          </a:xfrm>
          <a:prstGeom prst="straightConnector1">
            <a:avLst/>
          </a:prstGeom>
          <a:noFill/>
          <a:ln cap="flat" cmpd="sng" w="19050">
            <a:solidFill>
              <a:schemeClr val="dk1"/>
            </a:solidFill>
            <a:prstDash val="solid"/>
            <a:round/>
            <a:headEnd len="med" w="med" type="none"/>
            <a:tailEnd len="med" w="med" type="triangle"/>
          </a:ln>
        </p:spPr>
      </p:cxnSp>
      <p:cxnSp>
        <p:nvCxnSpPr>
          <p:cNvPr id="2371" name="Google Shape;2371;p97"/>
          <p:cNvCxnSpPr/>
          <p:nvPr/>
        </p:nvCxnSpPr>
        <p:spPr>
          <a:xfrm>
            <a:off x="3808750" y="3653875"/>
            <a:ext cx="569400" cy="334800"/>
          </a:xfrm>
          <a:prstGeom prst="straightConnector1">
            <a:avLst/>
          </a:prstGeom>
          <a:noFill/>
          <a:ln cap="flat" cmpd="sng" w="19050">
            <a:solidFill>
              <a:schemeClr val="dk1"/>
            </a:solidFill>
            <a:prstDash val="solid"/>
            <a:round/>
            <a:headEnd len="med" w="med" type="none"/>
            <a:tailEnd len="med" w="med" type="triangle"/>
          </a:ln>
        </p:spPr>
      </p:cxnSp>
      <p:cxnSp>
        <p:nvCxnSpPr>
          <p:cNvPr id="2372" name="Google Shape;2372;p97"/>
          <p:cNvCxnSpPr/>
          <p:nvPr/>
        </p:nvCxnSpPr>
        <p:spPr>
          <a:xfrm flipH="1">
            <a:off x="3347752" y="3665250"/>
            <a:ext cx="6300" cy="3249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pic>
        <p:nvPicPr>
          <p:cNvPr id="2377" name="Google Shape;2377;p98"/>
          <p:cNvPicPr preferRelativeResize="0"/>
          <p:nvPr/>
        </p:nvPicPr>
        <p:blipFill>
          <a:blip r:embed="rId3">
            <a:alphaModFix/>
          </a:blip>
          <a:stretch>
            <a:fillRect/>
          </a:stretch>
        </p:blipFill>
        <p:spPr>
          <a:xfrm>
            <a:off x="3448800" y="2502000"/>
            <a:ext cx="3949200" cy="2386800"/>
          </a:xfrm>
          <a:prstGeom prst="rect">
            <a:avLst/>
          </a:prstGeom>
          <a:noFill/>
          <a:ln>
            <a:noFill/>
          </a:ln>
        </p:spPr>
      </p:pic>
      <p:sp>
        <p:nvSpPr>
          <p:cNvPr id="2378" name="Google Shape;2378;p9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2a) Fill in the missing information, using the different representations.</a:t>
            </a:r>
            <a:endParaRPr sz="1900"/>
          </a:p>
        </p:txBody>
      </p:sp>
      <p:sp>
        <p:nvSpPr>
          <p:cNvPr id="2379" name="Google Shape;2379;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cxnSp>
        <p:nvCxnSpPr>
          <p:cNvPr id="2380" name="Google Shape;2380;p98"/>
          <p:cNvCxnSpPr/>
          <p:nvPr/>
        </p:nvCxnSpPr>
        <p:spPr>
          <a:xfrm>
            <a:off x="998096" y="3226195"/>
            <a:ext cx="0" cy="737400"/>
          </a:xfrm>
          <a:prstGeom prst="straightConnector1">
            <a:avLst/>
          </a:prstGeom>
          <a:noFill/>
          <a:ln cap="flat" cmpd="sng" w="38100">
            <a:solidFill>
              <a:srgbClr val="000000"/>
            </a:solidFill>
            <a:prstDash val="solid"/>
            <a:round/>
            <a:headEnd len="med" w="med" type="none"/>
            <a:tailEnd len="med" w="med" type="none"/>
          </a:ln>
        </p:spPr>
      </p:cxnSp>
      <p:sp>
        <p:nvSpPr>
          <p:cNvPr id="2381" name="Google Shape;2381;p98"/>
          <p:cNvSpPr txBox="1"/>
          <p:nvPr/>
        </p:nvSpPr>
        <p:spPr>
          <a:xfrm>
            <a:off x="1751537" y="383502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180</a:t>
            </a:r>
            <a:endParaRPr>
              <a:latin typeface="Kalam"/>
              <a:ea typeface="Kalam"/>
              <a:cs typeface="Kalam"/>
              <a:sym typeface="Kalam"/>
            </a:endParaRPr>
          </a:p>
        </p:txBody>
      </p:sp>
      <p:grpSp>
        <p:nvGrpSpPr>
          <p:cNvPr id="2382" name="Google Shape;2382;p98"/>
          <p:cNvGrpSpPr/>
          <p:nvPr/>
        </p:nvGrpSpPr>
        <p:grpSpPr>
          <a:xfrm>
            <a:off x="694510" y="2952237"/>
            <a:ext cx="2675088" cy="1245396"/>
            <a:chOff x="344550" y="2159986"/>
            <a:chExt cx="3502800" cy="1689359"/>
          </a:xfrm>
        </p:grpSpPr>
        <p:grpSp>
          <p:nvGrpSpPr>
            <p:cNvPr id="2383" name="Google Shape;2383;p98"/>
            <p:cNvGrpSpPr/>
            <p:nvPr/>
          </p:nvGrpSpPr>
          <p:grpSpPr>
            <a:xfrm>
              <a:off x="1433102" y="2533775"/>
              <a:ext cx="31897" cy="1000200"/>
              <a:chOff x="941713" y="3767150"/>
              <a:chExt cx="63300" cy="1000200"/>
            </a:xfrm>
          </p:grpSpPr>
          <p:cxnSp>
            <p:nvCxnSpPr>
              <p:cNvPr id="2384" name="Google Shape;2384;p98"/>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385" name="Google Shape;2385;p9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6" name="Google Shape;2386;p98"/>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2387" name="Google Shape;2387;p98"/>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2388" name="Google Shape;2388;p98"/>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389" name="Google Shape;2389;p98"/>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390" name="Google Shape;2390;p98"/>
            <p:cNvSpPr txBox="1"/>
            <p:nvPr/>
          </p:nvSpPr>
          <p:spPr>
            <a:xfrm>
              <a:off x="773777"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391" name="Google Shape;2391;p98"/>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392" name="Google Shape;2392;p98"/>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2393" name="Google Shape;2393;p98"/>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2394" name="Google Shape;2394;p98"/>
            <p:cNvGrpSpPr/>
            <p:nvPr/>
          </p:nvGrpSpPr>
          <p:grpSpPr>
            <a:xfrm>
              <a:off x="856988" y="2519701"/>
              <a:ext cx="233764" cy="1000200"/>
              <a:chOff x="941713" y="3753076"/>
              <a:chExt cx="463909" cy="1000200"/>
            </a:xfrm>
          </p:grpSpPr>
          <p:cxnSp>
            <p:nvCxnSpPr>
              <p:cNvPr id="2395" name="Google Shape;2395;p98"/>
              <p:cNvCxnSpPr/>
              <p:nvPr/>
            </p:nvCxnSpPr>
            <p:spPr>
              <a:xfrm>
                <a:off x="1405622" y="3753076"/>
                <a:ext cx="0" cy="1000200"/>
              </a:xfrm>
              <a:prstGeom prst="straightConnector1">
                <a:avLst/>
              </a:prstGeom>
              <a:noFill/>
              <a:ln cap="flat" cmpd="sng" w="38100">
                <a:solidFill>
                  <a:srgbClr val="000000"/>
                </a:solidFill>
                <a:prstDash val="solid"/>
                <a:round/>
                <a:headEnd len="med" w="med" type="none"/>
                <a:tailEnd len="med" w="med" type="none"/>
              </a:ln>
            </p:spPr>
          </p:cxnSp>
          <p:sp>
            <p:nvSpPr>
              <p:cNvPr id="2396" name="Google Shape;2396;p9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7" name="Google Shape;2397;p98"/>
            <p:cNvGrpSpPr/>
            <p:nvPr/>
          </p:nvGrpSpPr>
          <p:grpSpPr>
            <a:xfrm>
              <a:off x="2008903" y="2533775"/>
              <a:ext cx="94704" cy="1000200"/>
              <a:chOff x="941713" y="3767150"/>
              <a:chExt cx="187942" cy="1000200"/>
            </a:xfrm>
          </p:grpSpPr>
          <p:cxnSp>
            <p:nvCxnSpPr>
              <p:cNvPr id="2398" name="Google Shape;2398;p98"/>
              <p:cNvCxnSpPr/>
              <p:nvPr/>
            </p:nvCxnSpPr>
            <p:spPr>
              <a:xfrm>
                <a:off x="1129655"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399" name="Google Shape;2399;p9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0" name="Google Shape;2400;p98"/>
            <p:cNvGrpSpPr/>
            <p:nvPr/>
          </p:nvGrpSpPr>
          <p:grpSpPr>
            <a:xfrm>
              <a:off x="1432946" y="2533775"/>
              <a:ext cx="31897" cy="1000200"/>
              <a:chOff x="941713" y="3767150"/>
              <a:chExt cx="63300" cy="1000200"/>
            </a:xfrm>
          </p:grpSpPr>
          <p:cxnSp>
            <p:nvCxnSpPr>
              <p:cNvPr id="2401" name="Google Shape;2401;p98"/>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402" name="Google Shape;2402;p98"/>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03" name="Google Shape;2403;p98"/>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2404" name="Google Shape;2404;p98"/>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cxnSp>
        <p:nvCxnSpPr>
          <p:cNvPr id="2405" name="Google Shape;2405;p98"/>
          <p:cNvCxnSpPr/>
          <p:nvPr/>
        </p:nvCxnSpPr>
        <p:spPr>
          <a:xfrm>
            <a:off x="1791218" y="3226195"/>
            <a:ext cx="0" cy="737400"/>
          </a:xfrm>
          <a:prstGeom prst="straightConnector1">
            <a:avLst/>
          </a:prstGeom>
          <a:noFill/>
          <a:ln cap="flat" cmpd="sng" w="38100">
            <a:solidFill>
              <a:srgbClr val="000000"/>
            </a:solidFill>
            <a:prstDash val="solid"/>
            <a:round/>
            <a:headEnd len="med" w="med" type="none"/>
            <a:tailEnd len="med" w="med" type="none"/>
          </a:ln>
        </p:spPr>
      </p:cxnSp>
      <p:sp>
        <p:nvSpPr>
          <p:cNvPr id="2406" name="Google Shape;2406;p98"/>
          <p:cNvSpPr/>
          <p:nvPr/>
        </p:nvSpPr>
        <p:spPr>
          <a:xfrm>
            <a:off x="758975" y="3422175"/>
            <a:ext cx="1314900" cy="362700"/>
          </a:xfrm>
          <a:prstGeom prst="rect">
            <a:avLst/>
          </a:prstGeom>
          <a:solidFill>
            <a:srgbClr val="E6F2F2"/>
          </a:solidFill>
          <a:ln cap="flat" cmpd="sng" w="9525">
            <a:solidFill>
              <a:srgbClr val="E6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407" name="Google Shape;2407;p98"/>
          <p:cNvCxnSpPr/>
          <p:nvPr/>
        </p:nvCxnSpPr>
        <p:spPr>
          <a:xfrm>
            <a:off x="954400" y="3231384"/>
            <a:ext cx="962700" cy="0"/>
          </a:xfrm>
          <a:prstGeom prst="straightConnector1">
            <a:avLst/>
          </a:prstGeom>
          <a:noFill/>
          <a:ln cap="flat" cmpd="sng" w="38100">
            <a:solidFill>
              <a:srgbClr val="E6F2F2"/>
            </a:solidFill>
            <a:prstDash val="solid"/>
            <a:round/>
            <a:headEnd len="med" w="med" type="none"/>
            <a:tailEnd len="med" w="med" type="none"/>
          </a:ln>
        </p:spPr>
      </p:cxnSp>
      <p:sp>
        <p:nvSpPr>
          <p:cNvPr id="2408" name="Google Shape;2408;p98"/>
          <p:cNvSpPr txBox="1"/>
          <p:nvPr/>
        </p:nvSpPr>
        <p:spPr>
          <a:xfrm>
            <a:off x="1754421" y="291032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100</a:t>
            </a:r>
            <a:endParaRPr>
              <a:latin typeface="Kalam"/>
              <a:ea typeface="Kalam"/>
              <a:cs typeface="Kalam"/>
              <a:sym typeface="Kalam"/>
            </a:endParaRPr>
          </a:p>
        </p:txBody>
      </p:sp>
      <p:sp>
        <p:nvSpPr>
          <p:cNvPr id="2409" name="Google Shape;2409;p98"/>
          <p:cNvSpPr txBox="1"/>
          <p:nvPr/>
        </p:nvSpPr>
        <p:spPr>
          <a:xfrm>
            <a:off x="3390500" y="2395300"/>
            <a:ext cx="5685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sp>
        <p:nvSpPr>
          <p:cNvPr id="2410" name="Google Shape;2410;p98"/>
          <p:cNvSpPr txBox="1"/>
          <p:nvPr/>
        </p:nvSpPr>
        <p:spPr>
          <a:xfrm>
            <a:off x="1037860" y="290050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40</a:t>
            </a:r>
            <a:endParaRPr/>
          </a:p>
        </p:txBody>
      </p:sp>
      <p:sp>
        <p:nvSpPr>
          <p:cNvPr id="2411" name="Google Shape;2411;p98"/>
          <p:cNvSpPr txBox="1"/>
          <p:nvPr/>
        </p:nvSpPr>
        <p:spPr>
          <a:xfrm>
            <a:off x="1030331" y="3844855"/>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72</a:t>
            </a:r>
            <a:endParaRPr>
              <a:latin typeface="Kalam"/>
              <a:ea typeface="Kalam"/>
              <a:cs typeface="Kalam"/>
              <a:sym typeface="Kalam"/>
            </a:endParaRPr>
          </a:p>
        </p:txBody>
      </p:sp>
      <p:graphicFrame>
        <p:nvGraphicFramePr>
          <p:cNvPr id="2412" name="Google Shape;2412;p98"/>
          <p:cNvGraphicFramePr/>
          <p:nvPr/>
        </p:nvGraphicFramePr>
        <p:xfrm>
          <a:off x="475150" y="1261200"/>
          <a:ext cx="3000000" cy="3000000"/>
        </p:xfrm>
        <a:graphic>
          <a:graphicData uri="http://schemas.openxmlformats.org/drawingml/2006/table">
            <a:tbl>
              <a:tblPr>
                <a:noFill/>
                <a:tableStyleId>{59C14B37-5063-47A9-82DC-C1F6685F5BAC}</a:tableStyleId>
              </a:tblPr>
              <a:tblGrid>
                <a:gridCol w="1020775"/>
                <a:gridCol w="1020775"/>
              </a:tblGrid>
              <a:tr h="3305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2413" name="Google Shape;2413;p98"/>
          <p:cNvSpPr txBox="1"/>
          <p:nvPr/>
        </p:nvSpPr>
        <p:spPr>
          <a:xfrm>
            <a:off x="7287150" y="4382800"/>
            <a:ext cx="3441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grpSp>
        <p:nvGrpSpPr>
          <p:cNvPr id="2414" name="Google Shape;2414;p98"/>
          <p:cNvGrpSpPr/>
          <p:nvPr/>
        </p:nvGrpSpPr>
        <p:grpSpPr>
          <a:xfrm>
            <a:off x="1095275" y="2945825"/>
            <a:ext cx="1233124" cy="1286740"/>
            <a:chOff x="1095275" y="2945825"/>
            <a:chExt cx="1233124" cy="1286740"/>
          </a:xfrm>
        </p:grpSpPr>
        <p:sp>
          <p:nvSpPr>
            <p:cNvPr id="2415" name="Google Shape;2415;p98"/>
            <p:cNvSpPr/>
            <p:nvPr/>
          </p:nvSpPr>
          <p:spPr>
            <a:xfrm>
              <a:off x="1866997" y="3947865"/>
              <a:ext cx="3441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16" name="Google Shape;2416;p98"/>
            <p:cNvSpPr/>
            <p:nvPr/>
          </p:nvSpPr>
          <p:spPr>
            <a:xfrm>
              <a:off x="1095275" y="3933350"/>
              <a:ext cx="3441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17" name="Google Shape;2417;p98"/>
            <p:cNvSpPr/>
            <p:nvPr/>
          </p:nvSpPr>
          <p:spPr>
            <a:xfrm>
              <a:off x="1866999" y="2945825"/>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aphicFrame>
        <p:nvGraphicFramePr>
          <p:cNvPr id="2418" name="Google Shape;2418;p98"/>
          <p:cNvGraphicFramePr/>
          <p:nvPr/>
        </p:nvGraphicFramePr>
        <p:xfrm>
          <a:off x="2964491" y="1743925"/>
          <a:ext cx="3000000" cy="3000000"/>
        </p:xfrm>
        <a:graphic>
          <a:graphicData uri="http://schemas.openxmlformats.org/drawingml/2006/table">
            <a:tbl>
              <a:tblPr>
                <a:noFill/>
                <a:tableStyleId>{59C14B37-5063-47A9-82DC-C1F6685F5BAC}</a:tableStyleId>
              </a:tblPr>
              <a:tblGrid>
                <a:gridCol w="1048350"/>
                <a:gridCol w="1048350"/>
                <a:gridCol w="1161275"/>
                <a:gridCol w="935425"/>
                <a:gridCol w="1048350"/>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419" name="Google Shape;2419;p98"/>
          <p:cNvSpPr txBox="1"/>
          <p:nvPr/>
        </p:nvSpPr>
        <p:spPr>
          <a:xfrm>
            <a:off x="2753188" y="21537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420" name="Google Shape;2420;p98"/>
          <p:cNvGraphicFramePr/>
          <p:nvPr/>
        </p:nvGraphicFramePr>
        <p:xfrm>
          <a:off x="2961420" y="1408650"/>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22915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421" name="Google Shape;2421;p98"/>
          <p:cNvSpPr txBox="1"/>
          <p:nvPr/>
        </p:nvSpPr>
        <p:spPr>
          <a:xfrm>
            <a:off x="7401160" y="129545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422" name="Google Shape;2422;p98"/>
          <p:cNvSpPr txBox="1"/>
          <p:nvPr/>
        </p:nvSpPr>
        <p:spPr>
          <a:xfrm>
            <a:off x="8234278" y="18076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423" name="Google Shape;2423;p98"/>
          <p:cNvSpPr txBox="1"/>
          <p:nvPr/>
        </p:nvSpPr>
        <p:spPr>
          <a:xfrm>
            <a:off x="7800747"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180</a:t>
            </a:r>
            <a:endParaRPr sz="1800">
              <a:solidFill>
                <a:schemeClr val="dk1"/>
              </a:solidFill>
              <a:latin typeface="Lexend"/>
              <a:ea typeface="Lexend"/>
              <a:cs typeface="Lexend"/>
              <a:sym typeface="Lexend"/>
            </a:endParaRPr>
          </a:p>
        </p:txBody>
      </p:sp>
      <p:sp>
        <p:nvSpPr>
          <p:cNvPr id="2424" name="Google Shape;2424;p98"/>
          <p:cNvSpPr txBox="1"/>
          <p:nvPr/>
        </p:nvSpPr>
        <p:spPr>
          <a:xfrm>
            <a:off x="3771822"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36</a:t>
            </a:r>
            <a:endParaRPr sz="1800">
              <a:solidFill>
                <a:schemeClr val="dk1"/>
              </a:solidFill>
              <a:latin typeface="Kalam"/>
              <a:ea typeface="Kalam"/>
              <a:cs typeface="Kalam"/>
              <a:sym typeface="Kalam"/>
            </a:endParaRPr>
          </a:p>
        </p:txBody>
      </p:sp>
      <p:sp>
        <p:nvSpPr>
          <p:cNvPr id="2425" name="Google Shape;2425;p98"/>
          <p:cNvSpPr txBox="1"/>
          <p:nvPr/>
        </p:nvSpPr>
        <p:spPr>
          <a:xfrm>
            <a:off x="4779053"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72</a:t>
            </a:r>
            <a:endParaRPr sz="1800">
              <a:solidFill>
                <a:schemeClr val="dk1"/>
              </a:solidFill>
              <a:latin typeface="Kalam"/>
              <a:ea typeface="Kalam"/>
              <a:cs typeface="Kalam"/>
              <a:sym typeface="Kalam"/>
            </a:endParaRPr>
          </a:p>
        </p:txBody>
      </p:sp>
      <p:sp>
        <p:nvSpPr>
          <p:cNvPr id="2426" name="Google Shape;2426;p98"/>
          <p:cNvSpPr txBox="1"/>
          <p:nvPr/>
        </p:nvSpPr>
        <p:spPr>
          <a:xfrm>
            <a:off x="5786284"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108</a:t>
            </a:r>
            <a:endParaRPr sz="1800">
              <a:solidFill>
                <a:schemeClr val="dk1"/>
              </a:solidFill>
              <a:latin typeface="Kalam"/>
              <a:ea typeface="Kalam"/>
              <a:cs typeface="Kalam"/>
              <a:sym typeface="Kalam"/>
            </a:endParaRPr>
          </a:p>
        </p:txBody>
      </p:sp>
      <p:sp>
        <p:nvSpPr>
          <p:cNvPr id="2427" name="Google Shape;2427;p98"/>
          <p:cNvSpPr txBox="1"/>
          <p:nvPr/>
        </p:nvSpPr>
        <p:spPr>
          <a:xfrm>
            <a:off x="6793515" y="208924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144</a:t>
            </a:r>
            <a:endParaRPr sz="1800">
              <a:solidFill>
                <a:schemeClr val="dk1"/>
              </a:solidFill>
              <a:latin typeface="Kalam"/>
              <a:ea typeface="Kalam"/>
              <a:cs typeface="Kalam"/>
              <a:sym typeface="Kalam"/>
            </a:endParaRPr>
          </a:p>
        </p:txBody>
      </p:sp>
      <p:sp>
        <p:nvSpPr>
          <p:cNvPr id="2428" name="Google Shape;2428;p98"/>
          <p:cNvSpPr txBox="1"/>
          <p:nvPr/>
        </p:nvSpPr>
        <p:spPr>
          <a:xfrm>
            <a:off x="3649177" y="101642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429" name="Google Shape;2429;p98"/>
          <p:cNvSpPr txBox="1"/>
          <p:nvPr/>
        </p:nvSpPr>
        <p:spPr>
          <a:xfrm>
            <a:off x="5338832" y="1025418"/>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430" name="Google Shape;2430;p98"/>
          <p:cNvSpPr txBox="1"/>
          <p:nvPr/>
        </p:nvSpPr>
        <p:spPr>
          <a:xfrm>
            <a:off x="6222475" y="100786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431" name="Google Shape;2431;p98"/>
          <p:cNvSpPr txBox="1"/>
          <p:nvPr/>
        </p:nvSpPr>
        <p:spPr>
          <a:xfrm>
            <a:off x="6908275" y="100786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432" name="Google Shape;2432;p98"/>
          <p:cNvSpPr txBox="1"/>
          <p:nvPr/>
        </p:nvSpPr>
        <p:spPr>
          <a:xfrm>
            <a:off x="2801782" y="980975"/>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433" name="Google Shape;2433;p98"/>
          <p:cNvSpPr txBox="1"/>
          <p:nvPr/>
        </p:nvSpPr>
        <p:spPr>
          <a:xfrm>
            <a:off x="4487377" y="1025426"/>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cxnSp>
        <p:nvCxnSpPr>
          <p:cNvPr id="2434" name="Google Shape;2434;p98"/>
          <p:cNvCxnSpPr/>
          <p:nvPr/>
        </p:nvCxnSpPr>
        <p:spPr>
          <a:xfrm>
            <a:off x="3827322" y="1600312"/>
            <a:ext cx="188700" cy="345300"/>
          </a:xfrm>
          <a:prstGeom prst="straightConnector1">
            <a:avLst/>
          </a:prstGeom>
          <a:noFill/>
          <a:ln cap="flat" cmpd="sng" w="19050">
            <a:solidFill>
              <a:schemeClr val="dk1"/>
            </a:solidFill>
            <a:prstDash val="solid"/>
            <a:round/>
            <a:headEnd len="med" w="med" type="none"/>
            <a:tailEnd len="med" w="med" type="triangle"/>
          </a:ln>
        </p:spPr>
      </p:cxnSp>
      <p:cxnSp>
        <p:nvCxnSpPr>
          <p:cNvPr id="2435" name="Google Shape;2435;p98"/>
          <p:cNvCxnSpPr/>
          <p:nvPr/>
        </p:nvCxnSpPr>
        <p:spPr>
          <a:xfrm>
            <a:off x="4685547" y="1637812"/>
            <a:ext cx="378300" cy="333900"/>
          </a:xfrm>
          <a:prstGeom prst="straightConnector1">
            <a:avLst/>
          </a:prstGeom>
          <a:noFill/>
          <a:ln cap="flat" cmpd="sng" w="19050">
            <a:solidFill>
              <a:schemeClr val="dk1"/>
            </a:solidFill>
            <a:prstDash val="solid"/>
            <a:round/>
            <a:headEnd len="med" w="med" type="none"/>
            <a:tailEnd len="med" w="med" type="triangle"/>
          </a:ln>
        </p:spPr>
      </p:cxnSp>
      <p:cxnSp>
        <p:nvCxnSpPr>
          <p:cNvPr id="2436" name="Google Shape;2436;p98"/>
          <p:cNvCxnSpPr/>
          <p:nvPr/>
        </p:nvCxnSpPr>
        <p:spPr>
          <a:xfrm>
            <a:off x="5519434" y="1605362"/>
            <a:ext cx="591900" cy="366300"/>
          </a:xfrm>
          <a:prstGeom prst="straightConnector1">
            <a:avLst/>
          </a:prstGeom>
          <a:noFill/>
          <a:ln cap="flat" cmpd="sng" w="19050">
            <a:solidFill>
              <a:schemeClr val="dk1"/>
            </a:solidFill>
            <a:prstDash val="solid"/>
            <a:round/>
            <a:headEnd len="med" w="med" type="none"/>
            <a:tailEnd len="med" w="med" type="triangle"/>
          </a:ln>
        </p:spPr>
      </p:cxnSp>
      <p:cxnSp>
        <p:nvCxnSpPr>
          <p:cNvPr id="2437" name="Google Shape;2437;p98"/>
          <p:cNvCxnSpPr/>
          <p:nvPr/>
        </p:nvCxnSpPr>
        <p:spPr>
          <a:xfrm>
            <a:off x="6413934" y="1621612"/>
            <a:ext cx="736500" cy="337200"/>
          </a:xfrm>
          <a:prstGeom prst="straightConnector1">
            <a:avLst/>
          </a:prstGeom>
          <a:noFill/>
          <a:ln cap="flat" cmpd="sng" w="19050">
            <a:solidFill>
              <a:schemeClr val="dk1"/>
            </a:solidFill>
            <a:prstDash val="solid"/>
            <a:round/>
            <a:headEnd len="med" w="med" type="none"/>
            <a:tailEnd len="med" w="med" type="triangle"/>
          </a:ln>
        </p:spPr>
      </p:cxnSp>
      <p:cxnSp>
        <p:nvCxnSpPr>
          <p:cNvPr id="2438" name="Google Shape;2438;p98"/>
          <p:cNvCxnSpPr/>
          <p:nvPr/>
        </p:nvCxnSpPr>
        <p:spPr>
          <a:xfrm>
            <a:off x="7232709" y="1619912"/>
            <a:ext cx="991500" cy="351900"/>
          </a:xfrm>
          <a:prstGeom prst="straightConnector1">
            <a:avLst/>
          </a:prstGeom>
          <a:noFill/>
          <a:ln cap="flat" cmpd="sng" w="19050">
            <a:solidFill>
              <a:schemeClr val="dk1"/>
            </a:solidFill>
            <a:prstDash val="solid"/>
            <a:round/>
            <a:headEnd len="med" w="med" type="none"/>
            <a:tailEnd len="med" w="med" type="triangle"/>
          </a:ln>
        </p:spPr>
      </p:cxnSp>
      <p:cxnSp>
        <p:nvCxnSpPr>
          <p:cNvPr id="2439" name="Google Shape;2439;p98"/>
          <p:cNvCxnSpPr/>
          <p:nvPr/>
        </p:nvCxnSpPr>
        <p:spPr>
          <a:xfrm>
            <a:off x="2969097" y="1602712"/>
            <a:ext cx="2100" cy="372900"/>
          </a:xfrm>
          <a:prstGeom prst="straightConnector1">
            <a:avLst/>
          </a:prstGeom>
          <a:noFill/>
          <a:ln cap="flat" cmpd="sng" w="19050">
            <a:solidFill>
              <a:schemeClr val="dk1"/>
            </a:solidFill>
            <a:prstDash val="solid"/>
            <a:round/>
            <a:headEnd len="med" w="med" type="none"/>
            <a:tailEnd len="med" w="med" type="triangle"/>
          </a:ln>
        </p:spPr>
      </p:cxnSp>
      <p:sp>
        <p:nvSpPr>
          <p:cNvPr id="2440" name="Google Shape;2440;p98"/>
          <p:cNvSpPr txBox="1"/>
          <p:nvPr/>
        </p:nvSpPr>
        <p:spPr>
          <a:xfrm>
            <a:off x="7800750" y="1496405"/>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×1.8</a:t>
            </a:r>
            <a:endParaRPr sz="1800">
              <a:solidFill>
                <a:schemeClr val="dk1"/>
              </a:solidFill>
              <a:latin typeface="Kalam"/>
              <a:ea typeface="Kalam"/>
              <a:cs typeface="Kalam"/>
              <a:sym typeface="Kalam"/>
            </a:endParaRPr>
          </a:p>
        </p:txBody>
      </p:sp>
      <p:grpSp>
        <p:nvGrpSpPr>
          <p:cNvPr id="2441" name="Google Shape;2441;p98"/>
          <p:cNvGrpSpPr/>
          <p:nvPr/>
        </p:nvGrpSpPr>
        <p:grpSpPr>
          <a:xfrm>
            <a:off x="3767074" y="2158700"/>
            <a:ext cx="3527663" cy="284700"/>
            <a:chOff x="3767074" y="2158700"/>
            <a:chExt cx="3527663" cy="284700"/>
          </a:xfrm>
        </p:grpSpPr>
        <p:sp>
          <p:nvSpPr>
            <p:cNvPr id="2442" name="Google Shape;2442;p98"/>
            <p:cNvSpPr/>
            <p:nvPr/>
          </p:nvSpPr>
          <p:spPr>
            <a:xfrm>
              <a:off x="3767074"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3" name="Google Shape;2443;p98"/>
            <p:cNvSpPr/>
            <p:nvPr/>
          </p:nvSpPr>
          <p:spPr>
            <a:xfrm>
              <a:off x="4776674"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4" name="Google Shape;2444;p98"/>
            <p:cNvSpPr/>
            <p:nvPr/>
          </p:nvSpPr>
          <p:spPr>
            <a:xfrm>
              <a:off x="5865937"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45" name="Google Shape;2445;p98"/>
            <p:cNvSpPr/>
            <p:nvPr/>
          </p:nvSpPr>
          <p:spPr>
            <a:xfrm>
              <a:off x="6833337" y="21587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446" name="Google Shape;2446;p98"/>
          <p:cNvSpPr txBox="1"/>
          <p:nvPr/>
        </p:nvSpPr>
        <p:spPr>
          <a:xfrm>
            <a:off x="517325" y="1634357"/>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180</a:t>
            </a:r>
            <a:endParaRPr>
              <a:latin typeface="Kalam"/>
              <a:ea typeface="Kalam"/>
              <a:cs typeface="Kalam"/>
              <a:sym typeface="Kalam"/>
            </a:endParaRPr>
          </a:p>
        </p:txBody>
      </p:sp>
      <p:sp>
        <p:nvSpPr>
          <p:cNvPr id="2447" name="Google Shape;2447;p98"/>
          <p:cNvSpPr txBox="1"/>
          <p:nvPr/>
        </p:nvSpPr>
        <p:spPr>
          <a:xfrm>
            <a:off x="483150" y="1931016"/>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72</a:t>
            </a:r>
            <a:endParaRPr>
              <a:latin typeface="Kalam"/>
              <a:ea typeface="Kalam"/>
              <a:cs typeface="Kalam"/>
              <a:sym typeface="Kalam"/>
            </a:endParaRPr>
          </a:p>
        </p:txBody>
      </p:sp>
      <p:sp>
        <p:nvSpPr>
          <p:cNvPr id="2448" name="Google Shape;2448;p98"/>
          <p:cNvSpPr txBox="1"/>
          <p:nvPr/>
        </p:nvSpPr>
        <p:spPr>
          <a:xfrm>
            <a:off x="499200" y="2267429"/>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27</a:t>
            </a:r>
            <a:endParaRPr>
              <a:latin typeface="Kalam"/>
              <a:ea typeface="Kalam"/>
              <a:cs typeface="Kalam"/>
              <a:sym typeface="Kalam"/>
            </a:endParaRPr>
          </a:p>
        </p:txBody>
      </p:sp>
      <p:sp>
        <p:nvSpPr>
          <p:cNvPr id="2449" name="Google Shape;2449;p98"/>
          <p:cNvSpPr txBox="1"/>
          <p:nvPr/>
        </p:nvSpPr>
        <p:spPr>
          <a:xfrm>
            <a:off x="1254275" y="1605355"/>
            <a:ext cx="4833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×1.8</a:t>
            </a:r>
            <a:endParaRPr sz="1800">
              <a:solidFill>
                <a:schemeClr val="dk1"/>
              </a:solidFill>
              <a:latin typeface="Kalam"/>
              <a:ea typeface="Kalam"/>
              <a:cs typeface="Kalam"/>
              <a:sym typeface="Kalam"/>
            </a:endParaRPr>
          </a:p>
        </p:txBody>
      </p:sp>
      <p:cxnSp>
        <p:nvCxnSpPr>
          <p:cNvPr id="2450" name="Google Shape;2450;p98"/>
          <p:cNvCxnSpPr/>
          <p:nvPr/>
        </p:nvCxnSpPr>
        <p:spPr>
          <a:xfrm rot="10800000">
            <a:off x="1325227" y="1852549"/>
            <a:ext cx="552900" cy="90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4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4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4" name="Shape 2454"/>
        <p:cNvGrpSpPr/>
        <p:nvPr/>
      </p:nvGrpSpPr>
      <p:grpSpPr>
        <a:xfrm>
          <a:off x="0" y="0"/>
          <a:ext cx="0" cy="0"/>
          <a:chOff x="0" y="0"/>
          <a:chExt cx="0" cy="0"/>
        </a:xfrm>
      </p:grpSpPr>
      <p:pic>
        <p:nvPicPr>
          <p:cNvPr id="2455" name="Google Shape;2455;p99"/>
          <p:cNvPicPr preferRelativeResize="0"/>
          <p:nvPr/>
        </p:nvPicPr>
        <p:blipFill>
          <a:blip r:embed="rId3">
            <a:alphaModFix/>
          </a:blip>
          <a:stretch>
            <a:fillRect/>
          </a:stretch>
        </p:blipFill>
        <p:spPr>
          <a:xfrm>
            <a:off x="5540400" y="669600"/>
            <a:ext cx="2764800" cy="2584800"/>
          </a:xfrm>
          <a:prstGeom prst="rect">
            <a:avLst/>
          </a:prstGeom>
          <a:noFill/>
          <a:ln>
            <a:noFill/>
          </a:ln>
        </p:spPr>
      </p:pic>
      <p:sp>
        <p:nvSpPr>
          <p:cNvPr id="2456" name="Google Shape;2456;p99"/>
          <p:cNvSpPr txBox="1"/>
          <p:nvPr>
            <p:ph idx="1" type="body"/>
          </p:nvPr>
        </p:nvSpPr>
        <p:spPr>
          <a:xfrm>
            <a:off x="324000" y="1195425"/>
            <a:ext cx="2651100" cy="178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2b) Fill in the missing information, using the different representations.</a:t>
            </a:r>
            <a:endParaRPr sz="1900"/>
          </a:p>
        </p:txBody>
      </p:sp>
      <p:sp>
        <p:nvSpPr>
          <p:cNvPr id="2457" name="Google Shape;2457;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representations</a:t>
            </a:r>
            <a:endParaRPr/>
          </a:p>
        </p:txBody>
      </p:sp>
      <p:sp>
        <p:nvSpPr>
          <p:cNvPr id="2458" name="Google Shape;2458;p99"/>
          <p:cNvSpPr txBox="1"/>
          <p:nvPr/>
        </p:nvSpPr>
        <p:spPr>
          <a:xfrm>
            <a:off x="5576425" y="499175"/>
            <a:ext cx="5685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graphicFrame>
        <p:nvGraphicFramePr>
          <p:cNvPr id="2459" name="Google Shape;2459;p99"/>
          <p:cNvGraphicFramePr/>
          <p:nvPr/>
        </p:nvGraphicFramePr>
        <p:xfrm>
          <a:off x="3150250" y="1171975"/>
          <a:ext cx="3000000" cy="3000000"/>
        </p:xfrm>
        <a:graphic>
          <a:graphicData uri="http://schemas.openxmlformats.org/drawingml/2006/table">
            <a:tbl>
              <a:tblPr>
                <a:noFill/>
                <a:tableStyleId>{59C14B37-5063-47A9-82DC-C1F6685F5BAC}</a:tableStyleId>
              </a:tblPr>
              <a:tblGrid>
                <a:gridCol w="1020775"/>
                <a:gridCol w="1020775"/>
              </a:tblGrid>
              <a:tr h="33055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Amount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5"/>
                    </a:solidFill>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30550">
                <a:tc>
                  <a:txBody>
                    <a:bodyPr/>
                    <a:lstStyle/>
                    <a:p>
                      <a:pPr indent="0" lvl="0" marL="0" rtl="0" algn="ctr">
                        <a:spcBef>
                          <a:spcPts val="0"/>
                        </a:spcBef>
                        <a:spcAft>
                          <a:spcPts val="0"/>
                        </a:spcAft>
                        <a:buNone/>
                      </a:pPr>
                      <a:r>
                        <a:rPr lang="en-GB" sz="1800">
                          <a:latin typeface="Lexend"/>
                          <a:ea typeface="Lexend"/>
                          <a:cs typeface="Lexend"/>
                          <a:sym typeface="Lexend"/>
                        </a:rPr>
                        <a:t>0.4</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1800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2460" name="Google Shape;2460;p99"/>
          <p:cNvSpPr txBox="1"/>
          <p:nvPr/>
        </p:nvSpPr>
        <p:spPr>
          <a:xfrm>
            <a:off x="8266725" y="2749850"/>
            <a:ext cx="344100" cy="5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rgbClr val="000000"/>
                </a:solidFill>
                <a:latin typeface="Lexend"/>
                <a:ea typeface="Lexend"/>
                <a:cs typeface="Lexend"/>
                <a:sym typeface="Lexend"/>
              </a:rPr>
              <a:t>£</a:t>
            </a:r>
            <a:endParaRPr sz="1900">
              <a:solidFill>
                <a:srgbClr val="000000"/>
              </a:solidFill>
              <a:latin typeface="Lexend"/>
              <a:ea typeface="Lexend"/>
              <a:cs typeface="Lexend"/>
              <a:sym typeface="Lexend"/>
            </a:endParaRPr>
          </a:p>
        </p:txBody>
      </p:sp>
      <p:grpSp>
        <p:nvGrpSpPr>
          <p:cNvPr id="2461" name="Google Shape;2461;p99"/>
          <p:cNvGrpSpPr/>
          <p:nvPr/>
        </p:nvGrpSpPr>
        <p:grpSpPr>
          <a:xfrm>
            <a:off x="419350" y="3256875"/>
            <a:ext cx="2839298" cy="1245396"/>
            <a:chOff x="1068645" y="1397986"/>
            <a:chExt cx="3717818" cy="1689359"/>
          </a:xfrm>
        </p:grpSpPr>
        <p:grpSp>
          <p:nvGrpSpPr>
            <p:cNvPr id="2462" name="Google Shape;2462;p99"/>
            <p:cNvGrpSpPr/>
            <p:nvPr/>
          </p:nvGrpSpPr>
          <p:grpSpPr>
            <a:xfrm>
              <a:off x="1283663" y="1397986"/>
              <a:ext cx="3502800" cy="1689359"/>
              <a:chOff x="344550" y="2159986"/>
              <a:chExt cx="3502800" cy="1689359"/>
            </a:xfrm>
          </p:grpSpPr>
          <p:grpSp>
            <p:nvGrpSpPr>
              <p:cNvPr id="2463" name="Google Shape;2463;p99"/>
              <p:cNvGrpSpPr/>
              <p:nvPr/>
            </p:nvGrpSpPr>
            <p:grpSpPr>
              <a:xfrm>
                <a:off x="1433102" y="2533775"/>
                <a:ext cx="31897" cy="1000200"/>
                <a:chOff x="941713" y="3767150"/>
                <a:chExt cx="63300" cy="1000200"/>
              </a:xfrm>
            </p:grpSpPr>
            <p:cxnSp>
              <p:nvCxnSpPr>
                <p:cNvPr id="2464" name="Google Shape;2464;p9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465" name="Google Shape;2465;p9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6" name="Google Shape;2466;p99"/>
              <p:cNvSpPr txBox="1"/>
              <p:nvPr/>
            </p:nvSpPr>
            <p:spPr>
              <a:xfrm>
                <a:off x="2445450" y="2574225"/>
                <a:ext cx="14019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900">
                  <a:solidFill>
                    <a:srgbClr val="000000"/>
                  </a:solidFill>
                  <a:latin typeface="Lexend"/>
                  <a:ea typeface="Lexend"/>
                  <a:cs typeface="Lexend"/>
                  <a:sym typeface="Lexend"/>
                </a:endParaRPr>
              </a:p>
            </p:txBody>
          </p:sp>
          <p:sp>
            <p:nvSpPr>
              <p:cNvPr id="2467" name="Google Shape;2467;p99"/>
              <p:cNvSpPr txBox="1"/>
              <p:nvPr/>
            </p:nvSpPr>
            <p:spPr>
              <a:xfrm>
                <a:off x="2460186" y="3181550"/>
                <a:ext cx="1301700" cy="39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2468" name="Google Shape;2468;p99"/>
              <p:cNvSpPr txBox="1"/>
              <p:nvPr/>
            </p:nvSpPr>
            <p:spPr>
              <a:xfrm>
                <a:off x="774976"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469" name="Google Shape;2469;p99"/>
              <p:cNvSpPr txBox="1"/>
              <p:nvPr/>
            </p:nvSpPr>
            <p:spPr>
              <a:xfrm>
                <a:off x="1356140"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470" name="Google Shape;2470;p99"/>
              <p:cNvSpPr txBox="1"/>
              <p:nvPr/>
            </p:nvSpPr>
            <p:spPr>
              <a:xfrm>
                <a:off x="773777" y="3473445"/>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471" name="Google Shape;2471;p99"/>
              <p:cNvSpPr txBox="1"/>
              <p:nvPr/>
            </p:nvSpPr>
            <p:spPr>
              <a:xfrm>
                <a:off x="1348295" y="2159986"/>
                <a:ext cx="4722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2472" name="Google Shape;2472;p99"/>
              <p:cNvSpPr txBox="1"/>
              <p:nvPr/>
            </p:nvSpPr>
            <p:spPr>
              <a:xfrm>
                <a:off x="1924278" y="2160000"/>
                <a:ext cx="492900" cy="37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2473" name="Google Shape;2473;p99"/>
              <p:cNvCxnSpPr/>
              <p:nvPr/>
            </p:nvCxnSpPr>
            <p:spPr>
              <a:xfrm>
                <a:off x="397280" y="2355125"/>
                <a:ext cx="0" cy="1357500"/>
              </a:xfrm>
              <a:prstGeom prst="straightConnector1">
                <a:avLst/>
              </a:prstGeom>
              <a:noFill/>
              <a:ln cap="flat" cmpd="sng" w="38100">
                <a:solidFill>
                  <a:srgbClr val="000000"/>
                </a:solidFill>
                <a:prstDash val="solid"/>
                <a:round/>
                <a:headEnd len="med" w="med" type="none"/>
                <a:tailEnd len="med" w="med" type="none"/>
              </a:ln>
            </p:spPr>
          </p:cxnSp>
          <p:grpSp>
            <p:nvGrpSpPr>
              <p:cNvPr id="2474" name="Google Shape;2474;p99"/>
              <p:cNvGrpSpPr/>
              <p:nvPr/>
            </p:nvGrpSpPr>
            <p:grpSpPr>
              <a:xfrm>
                <a:off x="856988" y="2533775"/>
                <a:ext cx="31897" cy="1000200"/>
                <a:chOff x="941713" y="3767150"/>
                <a:chExt cx="63300" cy="1000200"/>
              </a:xfrm>
            </p:grpSpPr>
            <p:cxnSp>
              <p:nvCxnSpPr>
                <p:cNvPr id="2475" name="Google Shape;2475;p9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476" name="Google Shape;2476;p9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7" name="Google Shape;2477;p99"/>
              <p:cNvGrpSpPr/>
              <p:nvPr/>
            </p:nvGrpSpPr>
            <p:grpSpPr>
              <a:xfrm>
                <a:off x="2008903" y="2533775"/>
                <a:ext cx="31897" cy="1000200"/>
                <a:chOff x="941713" y="3767150"/>
                <a:chExt cx="63300" cy="1000200"/>
              </a:xfrm>
            </p:grpSpPr>
            <p:cxnSp>
              <p:nvCxnSpPr>
                <p:cNvPr id="2478" name="Google Shape;2478;p9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479" name="Google Shape;2479;p9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0" name="Google Shape;2480;p99"/>
              <p:cNvGrpSpPr/>
              <p:nvPr/>
            </p:nvGrpSpPr>
            <p:grpSpPr>
              <a:xfrm>
                <a:off x="1432946" y="2533775"/>
                <a:ext cx="31897" cy="1000200"/>
                <a:chOff x="941713" y="3767150"/>
                <a:chExt cx="63300" cy="1000200"/>
              </a:xfrm>
            </p:grpSpPr>
            <p:cxnSp>
              <p:nvCxnSpPr>
                <p:cNvPr id="2481" name="Google Shape;2481;p99"/>
                <p:cNvCxnSpPr/>
                <p:nvPr/>
              </p:nvCxnSpPr>
              <p:spPr>
                <a:xfrm>
                  <a:off x="975300" y="3767150"/>
                  <a:ext cx="0" cy="1000200"/>
                </a:xfrm>
                <a:prstGeom prst="straightConnector1">
                  <a:avLst/>
                </a:prstGeom>
                <a:noFill/>
                <a:ln cap="flat" cmpd="sng" w="38100">
                  <a:solidFill>
                    <a:srgbClr val="000000"/>
                  </a:solidFill>
                  <a:prstDash val="solid"/>
                  <a:round/>
                  <a:headEnd len="med" w="med" type="none"/>
                  <a:tailEnd len="med" w="med" type="none"/>
                </a:ln>
              </p:spPr>
            </p:cxnSp>
            <p:sp>
              <p:nvSpPr>
                <p:cNvPr id="2482" name="Google Shape;2482;p99"/>
                <p:cNvSpPr/>
                <p:nvPr/>
              </p:nvSpPr>
              <p:spPr>
                <a:xfrm>
                  <a:off x="941713" y="3976875"/>
                  <a:ext cx="63300" cy="552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83" name="Google Shape;2483;p99"/>
              <p:cNvCxnSpPr/>
              <p:nvPr/>
            </p:nvCxnSpPr>
            <p:spPr>
              <a:xfrm>
                <a:off x="344550" y="2769525"/>
                <a:ext cx="2212800" cy="0"/>
              </a:xfrm>
              <a:prstGeom prst="straightConnector1">
                <a:avLst/>
              </a:prstGeom>
              <a:noFill/>
              <a:ln cap="flat" cmpd="sng" w="38100">
                <a:solidFill>
                  <a:srgbClr val="000000"/>
                </a:solidFill>
                <a:prstDash val="solid"/>
                <a:round/>
                <a:headEnd len="med" w="med" type="none"/>
                <a:tailEnd len="med" w="med" type="triangle"/>
              </a:ln>
            </p:spPr>
          </p:cxnSp>
          <p:cxnSp>
            <p:nvCxnSpPr>
              <p:cNvPr id="2484" name="Google Shape;2484;p99"/>
              <p:cNvCxnSpPr/>
              <p:nvPr/>
            </p:nvCxnSpPr>
            <p:spPr>
              <a:xfrm>
                <a:off x="367935" y="3317336"/>
                <a:ext cx="2166000" cy="13800"/>
              </a:xfrm>
              <a:prstGeom prst="straightConnector1">
                <a:avLst/>
              </a:prstGeom>
              <a:noFill/>
              <a:ln cap="flat" cmpd="sng" w="38100">
                <a:solidFill>
                  <a:srgbClr val="000000"/>
                </a:solidFill>
                <a:prstDash val="solid"/>
                <a:round/>
                <a:headEnd len="med" w="med" type="none"/>
                <a:tailEnd len="med" w="med" type="triangle"/>
              </a:ln>
            </p:spPr>
          </p:cxnSp>
        </p:grpSp>
        <p:sp>
          <p:nvSpPr>
            <p:cNvPr id="2485" name="Google Shape;2485;p99"/>
            <p:cNvSpPr/>
            <p:nvPr/>
          </p:nvSpPr>
          <p:spPr>
            <a:xfrm>
              <a:off x="1068645" y="1560357"/>
              <a:ext cx="244500" cy="1458900"/>
            </a:xfrm>
            <a:prstGeom prst="rect">
              <a:avLst/>
            </a:prstGeom>
            <a:solidFill>
              <a:srgbClr val="E6F2F2"/>
            </a:solidFill>
            <a:ln cap="flat" cmpd="sng" w="9525">
              <a:solidFill>
                <a:srgbClr val="E6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486" name="Google Shape;2486;p99"/>
          <p:cNvSpPr/>
          <p:nvPr/>
        </p:nvSpPr>
        <p:spPr>
          <a:xfrm>
            <a:off x="648025" y="3726800"/>
            <a:ext cx="1257300" cy="362700"/>
          </a:xfrm>
          <a:prstGeom prst="rect">
            <a:avLst/>
          </a:prstGeom>
          <a:solidFill>
            <a:srgbClr val="E6F2F2"/>
          </a:solidFill>
          <a:ln cap="flat" cmpd="sng" w="9525">
            <a:solidFill>
              <a:srgbClr val="E6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87" name="Google Shape;2487;p99"/>
          <p:cNvSpPr txBox="1"/>
          <p:nvPr/>
        </p:nvSpPr>
        <p:spPr>
          <a:xfrm>
            <a:off x="1196731" y="4143980"/>
            <a:ext cx="49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4</a:t>
            </a:r>
            <a:r>
              <a:rPr lang="en-GB" sz="1800">
                <a:latin typeface="Kalam"/>
                <a:ea typeface="Kalam"/>
                <a:cs typeface="Kalam"/>
                <a:sym typeface="Kalam"/>
              </a:rPr>
              <a:t>0</a:t>
            </a:r>
            <a:endParaRPr>
              <a:latin typeface="Kalam"/>
              <a:ea typeface="Kalam"/>
              <a:cs typeface="Kalam"/>
              <a:sym typeface="Kalam"/>
            </a:endParaRPr>
          </a:p>
        </p:txBody>
      </p:sp>
      <p:sp>
        <p:nvSpPr>
          <p:cNvPr id="2488" name="Google Shape;2488;p99"/>
          <p:cNvSpPr txBox="1"/>
          <p:nvPr/>
        </p:nvSpPr>
        <p:spPr>
          <a:xfrm>
            <a:off x="1200464" y="3192142"/>
            <a:ext cx="59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50</a:t>
            </a:r>
            <a:endParaRPr/>
          </a:p>
        </p:txBody>
      </p:sp>
      <p:sp>
        <p:nvSpPr>
          <p:cNvPr id="2489" name="Google Shape;2489;p99"/>
          <p:cNvSpPr/>
          <p:nvPr/>
        </p:nvSpPr>
        <p:spPr>
          <a:xfrm>
            <a:off x="1212024" y="4232475"/>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2490" name="Google Shape;2490;p99"/>
          <p:cNvGraphicFramePr/>
          <p:nvPr/>
        </p:nvGraphicFramePr>
        <p:xfrm>
          <a:off x="3145566" y="3909525"/>
          <a:ext cx="3000000" cy="3000000"/>
        </p:xfrm>
        <a:graphic>
          <a:graphicData uri="http://schemas.openxmlformats.org/drawingml/2006/table">
            <a:tbl>
              <a:tblPr>
                <a:noFill/>
                <a:tableStyleId>{59C14B37-5063-47A9-82DC-C1F6685F5BAC}</a:tableStyleId>
              </a:tblPr>
              <a:tblGrid>
                <a:gridCol w="618175"/>
                <a:gridCol w="618175"/>
                <a:gridCol w="618175"/>
                <a:gridCol w="618175"/>
                <a:gridCol w="618175"/>
              </a:tblGrid>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r h="1700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lt1">
                          <a:alpha val="0"/>
                        </a:schemeClr>
                      </a:solidFill>
                      <a:prstDash val="solid"/>
                      <a:round/>
                      <a:headEnd len="sm" w="sm" type="none"/>
                      <a:tailEnd len="sm" w="sm" type="none"/>
                    </a:lnL>
                    <a:lnR cap="flat" cmpd="sng" w="28575">
                      <a:solidFill>
                        <a:schemeClr val="lt1">
                          <a:alpha val="0"/>
                        </a:schemeClr>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lt1">
                          <a:alpha val="0"/>
                        </a:schemeClr>
                      </a:solidFill>
                      <a:prstDash val="solid"/>
                      <a:round/>
                      <a:headEnd len="sm" w="sm" type="none"/>
                      <a:tailEnd len="sm" w="sm" type="none"/>
                    </a:lnB>
                  </a:tcPr>
                </a:tc>
              </a:tr>
            </a:tbl>
          </a:graphicData>
        </a:graphic>
      </p:graphicFrame>
      <p:sp>
        <p:nvSpPr>
          <p:cNvPr id="2491" name="Google Shape;2491;p99"/>
          <p:cNvSpPr txBox="1"/>
          <p:nvPr/>
        </p:nvSpPr>
        <p:spPr>
          <a:xfrm>
            <a:off x="5973956" y="42791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492" name="Google Shape;2492;p99"/>
          <p:cNvSpPr txBox="1"/>
          <p:nvPr/>
        </p:nvSpPr>
        <p:spPr>
          <a:xfrm>
            <a:off x="2934263" y="43193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graphicFrame>
        <p:nvGraphicFramePr>
          <p:cNvPr id="2493" name="Google Shape;2493;p99"/>
          <p:cNvGraphicFramePr/>
          <p:nvPr/>
        </p:nvGraphicFramePr>
        <p:xfrm>
          <a:off x="3142495" y="3574250"/>
          <a:ext cx="3000000" cy="3000000"/>
        </p:xfrm>
        <a:graphic>
          <a:graphicData uri="http://schemas.openxmlformats.org/drawingml/2006/table">
            <a:tbl>
              <a:tblPr>
                <a:noFill/>
                <a:tableStyleId>{59C14B37-5063-47A9-82DC-C1F6685F5BAC}</a:tableStyleId>
              </a:tblPr>
              <a:tblGrid>
                <a:gridCol w="429075"/>
                <a:gridCol w="429075"/>
                <a:gridCol w="429075"/>
                <a:gridCol w="429075"/>
                <a:gridCol w="429075"/>
                <a:gridCol w="429075"/>
                <a:gridCol w="429075"/>
                <a:gridCol w="429075"/>
                <a:gridCol w="429075"/>
                <a:gridCol w="429075"/>
              </a:tblGrid>
              <a:tr h="195500">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lt1">
                          <a:alpha val="0"/>
                        </a:schemeClr>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2494" name="Google Shape;2494;p99"/>
          <p:cNvSpPr txBox="1"/>
          <p:nvPr/>
        </p:nvSpPr>
        <p:spPr>
          <a:xfrm>
            <a:off x="3822414" y="323780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
        <p:nvSpPr>
          <p:cNvPr id="2495" name="Google Shape;2495;p99"/>
          <p:cNvSpPr txBox="1"/>
          <p:nvPr/>
        </p:nvSpPr>
        <p:spPr>
          <a:xfrm>
            <a:off x="5512069" y="3246793"/>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60</a:t>
            </a:r>
            <a:endParaRPr sz="1800">
              <a:solidFill>
                <a:schemeClr val="dk1"/>
              </a:solidFill>
              <a:latin typeface="Lexend"/>
              <a:ea typeface="Lexend"/>
              <a:cs typeface="Lexend"/>
              <a:sym typeface="Lexend"/>
            </a:endParaRPr>
          </a:p>
        </p:txBody>
      </p:sp>
      <p:sp>
        <p:nvSpPr>
          <p:cNvPr id="2496" name="Google Shape;2496;p99"/>
          <p:cNvSpPr txBox="1"/>
          <p:nvPr/>
        </p:nvSpPr>
        <p:spPr>
          <a:xfrm>
            <a:off x="6395713" y="322924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80</a:t>
            </a:r>
            <a:endParaRPr sz="1800">
              <a:solidFill>
                <a:schemeClr val="dk1"/>
              </a:solidFill>
              <a:latin typeface="Lexend"/>
              <a:ea typeface="Lexend"/>
              <a:cs typeface="Lexend"/>
              <a:sym typeface="Lexend"/>
            </a:endParaRPr>
          </a:p>
        </p:txBody>
      </p:sp>
      <p:sp>
        <p:nvSpPr>
          <p:cNvPr id="2497" name="Google Shape;2497;p99"/>
          <p:cNvSpPr txBox="1"/>
          <p:nvPr/>
        </p:nvSpPr>
        <p:spPr>
          <a:xfrm>
            <a:off x="7081513" y="322924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100</a:t>
            </a:r>
            <a:endParaRPr sz="1800">
              <a:solidFill>
                <a:schemeClr val="dk1"/>
              </a:solidFill>
              <a:latin typeface="Lexend"/>
              <a:ea typeface="Lexend"/>
              <a:cs typeface="Lexend"/>
              <a:sym typeface="Lexend"/>
            </a:endParaRPr>
          </a:p>
        </p:txBody>
      </p:sp>
      <p:sp>
        <p:nvSpPr>
          <p:cNvPr id="2498" name="Google Shape;2498;p99"/>
          <p:cNvSpPr txBox="1"/>
          <p:nvPr/>
        </p:nvSpPr>
        <p:spPr>
          <a:xfrm>
            <a:off x="2975020" y="3202350"/>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a:t>
            </a:r>
            <a:endParaRPr sz="1800">
              <a:solidFill>
                <a:schemeClr val="dk1"/>
              </a:solidFill>
              <a:latin typeface="Lexend"/>
              <a:ea typeface="Lexend"/>
              <a:cs typeface="Lexend"/>
              <a:sym typeface="Lexend"/>
            </a:endParaRPr>
          </a:p>
        </p:txBody>
      </p:sp>
      <p:sp>
        <p:nvSpPr>
          <p:cNvPr id="2499" name="Google Shape;2499;p99"/>
          <p:cNvSpPr txBox="1"/>
          <p:nvPr/>
        </p:nvSpPr>
        <p:spPr>
          <a:xfrm>
            <a:off x="7479672" y="3532400"/>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500" name="Google Shape;2500;p99"/>
          <p:cNvSpPr txBox="1"/>
          <p:nvPr/>
        </p:nvSpPr>
        <p:spPr>
          <a:xfrm>
            <a:off x="4660614" y="3246801"/>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40</a:t>
            </a:r>
            <a:endParaRPr sz="1800">
              <a:solidFill>
                <a:schemeClr val="dk1"/>
              </a:solidFill>
              <a:latin typeface="Lexend"/>
              <a:ea typeface="Lexend"/>
              <a:cs typeface="Lexend"/>
              <a:sym typeface="Lexend"/>
            </a:endParaRPr>
          </a:p>
        </p:txBody>
      </p:sp>
      <p:sp>
        <p:nvSpPr>
          <p:cNvPr id="2501" name="Google Shape;2501;p99"/>
          <p:cNvSpPr txBox="1"/>
          <p:nvPr/>
        </p:nvSpPr>
        <p:spPr>
          <a:xfrm>
            <a:off x="6236440" y="4022813"/>
            <a:ext cx="399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502" name="Google Shape;2502;p99"/>
          <p:cNvSpPr txBox="1"/>
          <p:nvPr/>
        </p:nvSpPr>
        <p:spPr>
          <a:xfrm>
            <a:off x="3514081" y="42467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16</a:t>
            </a:r>
            <a:endParaRPr sz="1800">
              <a:solidFill>
                <a:schemeClr val="dk1"/>
              </a:solidFill>
              <a:latin typeface="Kalam"/>
              <a:ea typeface="Kalam"/>
              <a:cs typeface="Kalam"/>
              <a:sym typeface="Kalam"/>
            </a:endParaRPr>
          </a:p>
        </p:txBody>
      </p:sp>
      <p:sp>
        <p:nvSpPr>
          <p:cNvPr id="2503" name="Google Shape;2503;p99"/>
          <p:cNvSpPr txBox="1"/>
          <p:nvPr/>
        </p:nvSpPr>
        <p:spPr>
          <a:xfrm>
            <a:off x="4137370" y="424327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32</a:t>
            </a:r>
            <a:endParaRPr sz="1800">
              <a:solidFill>
                <a:schemeClr val="dk1"/>
              </a:solidFill>
              <a:latin typeface="Kalam"/>
              <a:ea typeface="Kalam"/>
              <a:cs typeface="Kalam"/>
              <a:sym typeface="Kalam"/>
            </a:endParaRPr>
          </a:p>
        </p:txBody>
      </p:sp>
      <p:sp>
        <p:nvSpPr>
          <p:cNvPr id="2504" name="Google Shape;2504;p99"/>
          <p:cNvSpPr txBox="1"/>
          <p:nvPr/>
        </p:nvSpPr>
        <p:spPr>
          <a:xfrm>
            <a:off x="4733281" y="4246712"/>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48</a:t>
            </a:r>
            <a:endParaRPr sz="1800">
              <a:solidFill>
                <a:schemeClr val="dk1"/>
              </a:solidFill>
              <a:latin typeface="Kalam"/>
              <a:ea typeface="Kalam"/>
              <a:cs typeface="Kalam"/>
              <a:sym typeface="Kalam"/>
            </a:endParaRPr>
          </a:p>
        </p:txBody>
      </p:sp>
      <p:sp>
        <p:nvSpPr>
          <p:cNvPr id="2505" name="Google Shape;2505;p99"/>
          <p:cNvSpPr txBox="1"/>
          <p:nvPr/>
        </p:nvSpPr>
        <p:spPr>
          <a:xfrm>
            <a:off x="5356570" y="4243279"/>
            <a:ext cx="6972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64</a:t>
            </a:r>
            <a:endParaRPr sz="1800">
              <a:solidFill>
                <a:schemeClr val="dk1"/>
              </a:solidFill>
              <a:latin typeface="Kalam"/>
              <a:ea typeface="Kalam"/>
              <a:cs typeface="Kalam"/>
              <a:sym typeface="Kalam"/>
            </a:endParaRPr>
          </a:p>
        </p:txBody>
      </p:sp>
      <p:cxnSp>
        <p:nvCxnSpPr>
          <p:cNvPr id="2506" name="Google Shape;2506;p99"/>
          <p:cNvCxnSpPr/>
          <p:nvPr/>
        </p:nvCxnSpPr>
        <p:spPr>
          <a:xfrm>
            <a:off x="3148663" y="3806913"/>
            <a:ext cx="0" cy="326700"/>
          </a:xfrm>
          <a:prstGeom prst="straightConnector1">
            <a:avLst/>
          </a:prstGeom>
          <a:noFill/>
          <a:ln cap="flat" cmpd="sng" w="19050">
            <a:solidFill>
              <a:schemeClr val="dk1"/>
            </a:solidFill>
            <a:prstDash val="solid"/>
            <a:round/>
            <a:headEnd len="med" w="med" type="none"/>
            <a:tailEnd len="med" w="med" type="triangle"/>
          </a:ln>
        </p:spPr>
      </p:cxnSp>
      <p:cxnSp>
        <p:nvCxnSpPr>
          <p:cNvPr id="2507" name="Google Shape;2507;p99"/>
          <p:cNvCxnSpPr/>
          <p:nvPr/>
        </p:nvCxnSpPr>
        <p:spPr>
          <a:xfrm flipH="1">
            <a:off x="3782238" y="3764488"/>
            <a:ext cx="218400" cy="360900"/>
          </a:xfrm>
          <a:prstGeom prst="straightConnector1">
            <a:avLst/>
          </a:prstGeom>
          <a:noFill/>
          <a:ln cap="flat" cmpd="sng" w="19050">
            <a:solidFill>
              <a:schemeClr val="dk1"/>
            </a:solidFill>
            <a:prstDash val="solid"/>
            <a:round/>
            <a:headEnd len="med" w="med" type="none"/>
            <a:tailEnd len="med" w="med" type="triangle"/>
          </a:ln>
        </p:spPr>
      </p:cxnSp>
      <p:cxnSp>
        <p:nvCxnSpPr>
          <p:cNvPr id="2508" name="Google Shape;2508;p99"/>
          <p:cNvCxnSpPr/>
          <p:nvPr/>
        </p:nvCxnSpPr>
        <p:spPr>
          <a:xfrm flipH="1">
            <a:off x="4396913" y="3764488"/>
            <a:ext cx="482100" cy="369600"/>
          </a:xfrm>
          <a:prstGeom prst="straightConnector1">
            <a:avLst/>
          </a:prstGeom>
          <a:noFill/>
          <a:ln cap="flat" cmpd="sng" w="19050">
            <a:solidFill>
              <a:schemeClr val="dk1"/>
            </a:solidFill>
            <a:prstDash val="solid"/>
            <a:round/>
            <a:headEnd len="med" w="med" type="none"/>
            <a:tailEnd len="med" w="med" type="triangle"/>
          </a:ln>
        </p:spPr>
      </p:cxnSp>
      <p:cxnSp>
        <p:nvCxnSpPr>
          <p:cNvPr id="2509" name="Google Shape;2509;p99"/>
          <p:cNvCxnSpPr/>
          <p:nvPr/>
        </p:nvCxnSpPr>
        <p:spPr>
          <a:xfrm flipH="1">
            <a:off x="5003138" y="3764488"/>
            <a:ext cx="713400" cy="365400"/>
          </a:xfrm>
          <a:prstGeom prst="straightConnector1">
            <a:avLst/>
          </a:prstGeom>
          <a:noFill/>
          <a:ln cap="flat" cmpd="sng" w="19050">
            <a:solidFill>
              <a:schemeClr val="dk1"/>
            </a:solidFill>
            <a:prstDash val="solid"/>
            <a:round/>
            <a:headEnd len="med" w="med" type="none"/>
            <a:tailEnd len="med" w="med" type="triangle"/>
          </a:ln>
        </p:spPr>
      </p:cxnSp>
      <p:cxnSp>
        <p:nvCxnSpPr>
          <p:cNvPr id="2510" name="Google Shape;2510;p99"/>
          <p:cNvCxnSpPr/>
          <p:nvPr/>
        </p:nvCxnSpPr>
        <p:spPr>
          <a:xfrm flipH="1">
            <a:off x="5626563" y="3787563"/>
            <a:ext cx="960600" cy="342300"/>
          </a:xfrm>
          <a:prstGeom prst="straightConnector1">
            <a:avLst/>
          </a:prstGeom>
          <a:noFill/>
          <a:ln cap="flat" cmpd="sng" w="19050">
            <a:solidFill>
              <a:schemeClr val="dk1"/>
            </a:solidFill>
            <a:prstDash val="solid"/>
            <a:round/>
            <a:headEnd len="med" w="med" type="none"/>
            <a:tailEnd len="med" w="med" type="triangle"/>
          </a:ln>
        </p:spPr>
      </p:cxnSp>
      <p:cxnSp>
        <p:nvCxnSpPr>
          <p:cNvPr id="2511" name="Google Shape;2511;p99"/>
          <p:cNvCxnSpPr/>
          <p:nvPr/>
        </p:nvCxnSpPr>
        <p:spPr>
          <a:xfrm flipH="1">
            <a:off x="6237063" y="3799113"/>
            <a:ext cx="1242600" cy="330600"/>
          </a:xfrm>
          <a:prstGeom prst="straightConnector1">
            <a:avLst/>
          </a:prstGeom>
          <a:noFill/>
          <a:ln cap="flat" cmpd="sng" w="19050">
            <a:solidFill>
              <a:schemeClr val="dk1"/>
            </a:solidFill>
            <a:prstDash val="solid"/>
            <a:round/>
            <a:headEnd len="med" w="med" type="none"/>
            <a:tailEnd len="med" w="med" type="triangle"/>
          </a:ln>
        </p:spPr>
      </p:cxnSp>
      <p:sp>
        <p:nvSpPr>
          <p:cNvPr id="2512" name="Google Shape;2512;p99"/>
          <p:cNvSpPr txBox="1"/>
          <p:nvPr/>
        </p:nvSpPr>
        <p:spPr>
          <a:xfrm>
            <a:off x="6966777" y="3965800"/>
            <a:ext cx="7134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 0.8</a:t>
            </a:r>
            <a:endParaRPr sz="1800">
              <a:solidFill>
                <a:schemeClr val="dk1"/>
              </a:solidFill>
              <a:latin typeface="Kalam"/>
              <a:ea typeface="Kalam"/>
              <a:cs typeface="Kalam"/>
              <a:sym typeface="Kalam"/>
            </a:endParaRPr>
          </a:p>
        </p:txBody>
      </p:sp>
      <p:grpSp>
        <p:nvGrpSpPr>
          <p:cNvPr id="2513" name="Google Shape;2513;p99"/>
          <p:cNvGrpSpPr/>
          <p:nvPr/>
        </p:nvGrpSpPr>
        <p:grpSpPr>
          <a:xfrm>
            <a:off x="3447374" y="4345500"/>
            <a:ext cx="2354500" cy="284700"/>
            <a:chOff x="3447374" y="4269300"/>
            <a:chExt cx="2354500" cy="284700"/>
          </a:xfrm>
        </p:grpSpPr>
        <p:sp>
          <p:nvSpPr>
            <p:cNvPr id="2514" name="Google Shape;2514;p99"/>
            <p:cNvSpPr/>
            <p:nvPr/>
          </p:nvSpPr>
          <p:spPr>
            <a:xfrm>
              <a:off x="53404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5" name="Google Shape;2515;p99"/>
            <p:cNvSpPr/>
            <p:nvPr/>
          </p:nvSpPr>
          <p:spPr>
            <a:xfrm>
              <a:off x="4727712"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6" name="Google Shape;2516;p99"/>
            <p:cNvSpPr/>
            <p:nvPr/>
          </p:nvSpPr>
          <p:spPr>
            <a:xfrm>
              <a:off x="40831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7" name="Google Shape;2517;p99"/>
            <p:cNvSpPr/>
            <p:nvPr/>
          </p:nvSpPr>
          <p:spPr>
            <a:xfrm>
              <a:off x="3447374" y="4269300"/>
              <a:ext cx="461400" cy="2847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518" name="Google Shape;2518;p99"/>
          <p:cNvSpPr txBox="1"/>
          <p:nvPr/>
        </p:nvSpPr>
        <p:spPr>
          <a:xfrm>
            <a:off x="3150250" y="1557595"/>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80</a:t>
            </a:r>
            <a:endParaRPr>
              <a:latin typeface="Kalam"/>
              <a:ea typeface="Kalam"/>
              <a:cs typeface="Kalam"/>
              <a:sym typeface="Kalam"/>
            </a:endParaRPr>
          </a:p>
        </p:txBody>
      </p:sp>
      <p:sp>
        <p:nvSpPr>
          <p:cNvPr id="2519" name="Google Shape;2519;p99"/>
          <p:cNvSpPr txBox="1"/>
          <p:nvPr/>
        </p:nvSpPr>
        <p:spPr>
          <a:xfrm>
            <a:off x="4211275" y="2207266"/>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40</a:t>
            </a:r>
            <a:endParaRPr>
              <a:latin typeface="Kalam"/>
              <a:ea typeface="Kalam"/>
              <a:cs typeface="Kalam"/>
              <a:sym typeface="Kalam"/>
            </a:endParaRPr>
          </a:p>
        </p:txBody>
      </p:sp>
      <p:sp>
        <p:nvSpPr>
          <p:cNvPr id="2520" name="Google Shape;2520;p99"/>
          <p:cNvSpPr txBox="1"/>
          <p:nvPr/>
        </p:nvSpPr>
        <p:spPr>
          <a:xfrm>
            <a:off x="4211275" y="2494166"/>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0.5</a:t>
            </a:r>
            <a:endParaRPr>
              <a:latin typeface="Kalam"/>
              <a:ea typeface="Kalam"/>
              <a:cs typeface="Kalam"/>
              <a:sym typeface="Kalam"/>
            </a:endParaRPr>
          </a:p>
        </p:txBody>
      </p:sp>
      <p:sp>
        <p:nvSpPr>
          <p:cNvPr id="2521" name="Google Shape;2521;p99"/>
          <p:cNvSpPr txBox="1"/>
          <p:nvPr/>
        </p:nvSpPr>
        <p:spPr>
          <a:xfrm>
            <a:off x="3150250" y="1862395"/>
            <a:ext cx="9978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40</a:t>
            </a:r>
            <a:endParaRPr>
              <a:latin typeface="Kalam"/>
              <a:ea typeface="Kalam"/>
              <a:cs typeface="Kalam"/>
              <a:sym typeface="Kalam"/>
            </a:endParaRPr>
          </a:p>
        </p:txBody>
      </p:sp>
      <p:sp>
        <p:nvSpPr>
          <p:cNvPr id="2522" name="Google Shape;2522;p99"/>
          <p:cNvSpPr txBox="1"/>
          <p:nvPr/>
        </p:nvSpPr>
        <p:spPr>
          <a:xfrm>
            <a:off x="3893089" y="1517686"/>
            <a:ext cx="568500" cy="247200"/>
          </a:xfrm>
          <a:prstGeom prst="rect">
            <a:avLst/>
          </a:prstGeom>
          <a:solidFill>
            <a:srgbClr val="EAD1DC"/>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×0.8</a:t>
            </a:r>
            <a:endParaRPr sz="1800">
              <a:solidFill>
                <a:schemeClr val="dk1"/>
              </a:solidFill>
              <a:latin typeface="Kalam"/>
              <a:ea typeface="Kalam"/>
              <a:cs typeface="Kalam"/>
              <a:sym typeface="Kalam"/>
            </a:endParaRPr>
          </a:p>
        </p:txBody>
      </p:sp>
      <p:cxnSp>
        <p:nvCxnSpPr>
          <p:cNvPr id="2523" name="Google Shape;2523;p99"/>
          <p:cNvCxnSpPr/>
          <p:nvPr/>
        </p:nvCxnSpPr>
        <p:spPr>
          <a:xfrm rot="10800000">
            <a:off x="3900902" y="1764874"/>
            <a:ext cx="552900" cy="90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5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4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7" name="Shape 2527"/>
        <p:cNvGrpSpPr/>
        <p:nvPr/>
      </p:nvGrpSpPr>
      <p:grpSpPr>
        <a:xfrm>
          <a:off x="0" y="0"/>
          <a:ext cx="0" cy="0"/>
          <a:chOff x="0" y="0"/>
          <a:chExt cx="0" cy="0"/>
        </a:xfrm>
      </p:grpSpPr>
      <p:sp>
        <p:nvSpPr>
          <p:cNvPr id="2528" name="Google Shape;2528;p10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multiplicative relationship can be represented a number of ways including double number lines, scaling diagrams and ratio tables.</a:t>
            </a:r>
            <a:endParaRPr/>
          </a:p>
          <a:p>
            <a:pPr indent="0" lvl="0" marL="0" rtl="0" algn="l">
              <a:spcBef>
                <a:spcPts val="1000"/>
              </a:spcBef>
              <a:spcAft>
                <a:spcPts val="0"/>
              </a:spcAft>
              <a:buNone/>
            </a:pPr>
            <a:r>
              <a:rPr lang="en-GB"/>
              <a:t>The scaling diagram shows us how multiplication can be seen as scaling and how the double number line relates to this.</a:t>
            </a:r>
            <a:endParaRPr/>
          </a:p>
          <a:p>
            <a:pPr indent="0" lvl="0" marL="0" rtl="0" algn="l">
              <a:spcBef>
                <a:spcPts val="1000"/>
              </a:spcBef>
              <a:spcAft>
                <a:spcPts val="1000"/>
              </a:spcAft>
              <a:buNone/>
            </a:pPr>
            <a:r>
              <a:t/>
            </a:r>
            <a:endParaRPr/>
          </a:p>
        </p:txBody>
      </p:sp>
      <p:sp>
        <p:nvSpPr>
          <p:cNvPr id="2529" name="Google Shape;2529;p100"/>
          <p:cNvSpPr txBox="1"/>
          <p:nvPr>
            <p:ph type="title"/>
          </p:nvPr>
        </p:nvSpPr>
        <p:spPr>
          <a:xfrm>
            <a:off x="1701300" y="348600"/>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Scaling diagrams for multiplicative relationships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3" name="Shape 2533"/>
        <p:cNvGrpSpPr/>
        <p:nvPr/>
      </p:nvGrpSpPr>
      <p:grpSpPr>
        <a:xfrm>
          <a:off x="0" y="0"/>
          <a:ext cx="0" cy="0"/>
          <a:chOff x="0" y="0"/>
          <a:chExt cx="0" cy="0"/>
        </a:xfrm>
      </p:grpSpPr>
      <p:sp>
        <p:nvSpPr>
          <p:cNvPr id="2534" name="Google Shape;2534;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535" name="Google Shape;2535;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