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F072D7-865B-423E-ACA2-BCE8010F19D1}">
  <a:tblStyle styleId="{35F072D7-865B-423E-ACA2-BCE8010F19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15" Type="http://schemas.openxmlformats.org/officeDocument/2006/relationships/image" Target="../media/image19.png"/><Relationship Id="rId14" Type="http://schemas.openxmlformats.org/officeDocument/2006/relationships/image" Target="../media/image22.png"/><Relationship Id="rId17" Type="http://schemas.openxmlformats.org/officeDocument/2006/relationships/image" Target="../media/image18.png"/><Relationship Id="rId16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18" Type="http://schemas.openxmlformats.org/officeDocument/2006/relationships/image" Target="../media/image20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826100"/>
            <a:ext cx="2943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shade in the equivalent percentages of the following fractions.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8700" y="1335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Writing any fraction as a percentage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76" name="Google Shape;176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832" l="77211" r="-2733" t="31115"/>
          <a:stretch/>
        </p:blipFill>
        <p:spPr>
          <a:xfrm>
            <a:off x="1731425" y="4268812"/>
            <a:ext cx="1182057" cy="773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77" name="Google Shape;177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475" l="23297" r="55211" t="30620"/>
          <a:stretch/>
        </p:blipFill>
        <p:spPr>
          <a:xfrm>
            <a:off x="1845137" y="2917355"/>
            <a:ext cx="1108128" cy="8622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78" name="Google Shape;178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7686" l="19021" r="61622" t="-6571"/>
          <a:stretch/>
        </p:blipFill>
        <p:spPr>
          <a:xfrm>
            <a:off x="1955194" y="2473212"/>
            <a:ext cx="998076" cy="46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79" name="Google Shape;179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4" l="65143" r="12190" t="0"/>
          <a:stretch/>
        </p:blipFill>
        <p:spPr>
          <a:xfrm>
            <a:off x="1804842" y="3833250"/>
            <a:ext cx="1182057" cy="3819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0"/>
          <p:cNvGraphicFramePr/>
          <p:nvPr/>
        </p:nvGraphicFramePr>
        <p:xfrm>
          <a:off x="3374875" y="196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{35F072D7-865B-423E-ACA2-BCE8010F19D1}</a:tableStyleId>
              </a:tblPr>
              <a:tblGrid>
                <a:gridCol w="610275"/>
                <a:gridCol w="610275"/>
                <a:gridCol w="610275"/>
                <a:gridCol w="610275"/>
                <a:gridCol w="610275"/>
                <a:gridCol w="610275"/>
              </a:tblGrid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1" name="Google Shape;181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0" l="0" r="80644" t="0"/>
          <a:stretch/>
        </p:blipFill>
        <p:spPr>
          <a:xfrm>
            <a:off x="881913" y="2565741"/>
            <a:ext cx="963227" cy="11422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2" name="Google Shape;182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68092" l="41146" r="38870" t="0"/>
          <a:stretch/>
        </p:blipFill>
        <p:spPr>
          <a:xfrm>
            <a:off x="790929" y="3857770"/>
            <a:ext cx="998076" cy="36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25\%\ \ \ \frac{1}{5}=20\%\ \ \ \ \frac{1}{10}=10\%\ \ \ \ \ \frac{7}{25}=28\%\\&amp;#13;&amp;#10;\frac{9}{20}=45\%\ \ \ \ \ \frac{7}{100}=7\%\ \ \ \ \ \ \ \frac{31}{200}=15.5\%\ \ \ \ \ \ \frac{3}{20}=15\%\\&amp;#13;&amp;#10;\frac{11}{25}=44\%\ \ \ \ \ \frac{11}{20}=55\%\ \ \ \ \ \ \ \frac{15}{200}=7.5\%\ \ \ \ \ \ \frac{63}{100}=63\%\end{array}\ &quot;&gt;&lt;mtable columnalign=&quot;left&quot; columnspacing=&quot;1em&quot; rowspacing=&quot;4pt&quot;&gt;&lt;mtr&gt;&lt;mtd&gt;&lt;mfrac&gt;&lt;mn&gt;1&lt;/mn&gt;&lt;mn&gt;4&lt;/mn&gt;&lt;/mfrac&gt;&lt;mo&gt;=&lt;/mo&gt;&lt;mn&gt;25&lt;/mn&gt;&lt;mi mathvariant=&quot;normal&quot;&gt;%&lt;/mi&gt;&lt;mtext&gt;&lt;/mtext&gt;&lt;mtext&gt;&lt;/mtext&gt;&lt;mtext&gt;&lt;/mtext&gt;&lt;mfrac&gt;&lt;mn&gt;1&lt;/mn&gt;&lt;mn&gt;5&lt;/mn&gt;&lt;/mfrac&gt;&lt;mo&gt;=&lt;/mo&gt;&lt;mn&gt;20&lt;/mn&gt;&lt;mi mathvariant=&quot;normal&quot;&gt;%&lt;/mi&gt;&lt;mtext&gt;&lt;/mtext&gt;&lt;mtext&gt;&lt;/mtext&gt;&lt;mtext&gt;&lt;/mtext&gt;&lt;mtext&gt;&lt;/mtext&gt;&lt;mfrac&gt;&lt;mn&gt;1&lt;/mn&gt;&lt;mn&gt;10&lt;/mn&gt;&lt;/mfrac&gt;&lt;mo&gt;=&lt;/mo&gt;&lt;mn&gt;10&lt;/mn&gt;&lt;mi mathvariant=&quot;normal&quot;&gt;%&lt;/mi&gt;&lt;mtext&gt;&lt;/mtext&gt;&lt;mtext&gt;&lt;/mtext&gt;&lt;mtext&gt;&lt;/mtext&gt;&lt;mtext&gt;&lt;/mtext&gt;&lt;mtext&gt;&lt;/mtext&gt;&lt;mfrac&gt;&lt;mn&gt;7&lt;/mn&gt;&lt;mn&gt;25&lt;/mn&gt;&lt;/mfrac&gt;&lt;mo&gt;=&lt;/mo&gt;&lt;mn&gt;28&lt;/mn&gt;&lt;mi mathvariant=&quot;normal&quot;&gt;%&lt;/mi&gt;&lt;/mtd&gt;&lt;/mtr&gt;&lt;mtr&gt;&lt;mtd&gt;&lt;mfrac&gt;&lt;mn&gt;9&lt;/mn&gt;&lt;mn&gt;20&lt;/mn&gt;&lt;/mfrac&gt;&lt;mo&gt;=&lt;/mo&gt;&lt;mn&gt;45&lt;/mn&gt;&lt;mi mathvariant=&quot;normal&quot;&gt;%&lt;/mi&gt;&lt;mtext&gt;&lt;/mtext&gt;&lt;mtext&gt;&lt;/mtext&gt;&lt;mtext&gt;&lt;/mtext&gt;&lt;mtext&gt;&lt;/mtext&gt;&lt;mtext&gt;&lt;/mtext&gt;&lt;mfrac&gt;&lt;mn&gt;7&lt;/mn&gt;&lt;mn&gt;100&lt;/mn&gt;&lt;/mfrac&gt;&lt;mo&gt;=&lt;/mo&gt;&lt;mn&gt;7&lt;/mn&gt;&lt;mi mathvariant=&quot;normal&quot;&gt;%&lt;/mi&gt;&lt;mtext&gt;&lt;/mtext&gt;&lt;mtext&gt;&lt;/mtext&gt;&lt;mtext&gt;&lt;/mtext&gt;&lt;mtext&gt;&lt;/mtext&gt;&lt;mtext&gt;&lt;/mtext&gt;&lt;mtext&gt;&lt;/mtext&gt;&lt;mtext&gt;&lt;/mtext&gt;&lt;mfrac&gt;&lt;mn&gt;31&lt;/mn&gt;&lt;mn&gt;200&lt;/mn&gt;&lt;/mfrac&gt;&lt;mo&gt;=&lt;/mo&gt;&lt;mn&gt;15.5&lt;/mn&gt;&lt;mi mathvariant=&quot;normal&quot;&gt;%&lt;/mi&gt;&lt;mtext&gt;&lt;/mtext&gt;&lt;mtext&gt;&lt;/mtext&gt;&lt;mtext&gt;&lt;/mtext&gt;&lt;mtext&gt;&lt;/mtext&gt;&lt;mtext&gt;&lt;/mtext&gt;&lt;mtext&gt;&lt;/mtext&gt;&lt;mfrac&gt;&lt;mn&gt;3&lt;/mn&gt;&lt;mn&gt;20&lt;/mn&gt;&lt;/mfrac&gt;&lt;mo&gt;=&lt;/mo&gt;&lt;mn&gt;15&lt;/mn&gt;&lt;mi mathvariant=&quot;normal&quot;&gt;%&lt;/mi&gt;&lt;/mtd&gt;&lt;/mtr&gt;&lt;mtr&gt;&lt;mtd&gt;&lt;mfrac&gt;&lt;mn&gt;11&lt;/mn&gt;&lt;mn&gt;25&lt;/mn&gt;&lt;/mfrac&gt;&lt;mo&gt;=&lt;/mo&gt;&lt;mn&gt;44&lt;/mn&gt;&lt;mi mathvariant=&quot;normal&quot;&gt;%&lt;/mi&gt;&lt;mtext&gt;&lt;/mtext&gt;&lt;mtext&gt;&lt;/mtext&gt;&lt;mtext&gt;&lt;/mtext&gt;&lt;mtext&gt;&lt;/mtext&gt;&lt;mtext&gt;&lt;/mtext&gt;&lt;mfrac&gt;&lt;mn&gt;11&lt;/mn&gt;&lt;mn&gt;20&lt;/mn&gt;&lt;/mfrac&gt;&lt;mo&gt;=&lt;/mo&gt;&lt;mn&gt;55&lt;/mn&gt;&lt;mi mathvariant=&quot;normal&quot;&gt;%&lt;/mi&gt;&lt;mtext&gt;&lt;/mtext&gt;&lt;mtext&gt;&lt;/mtext&gt;&lt;mtext&gt;&lt;/mtext&gt;&lt;mtext&gt;&lt;/mtext&gt;&lt;mtext&gt;&lt;/mtext&gt;&lt;mtext&gt;&lt;/mtext&gt;&lt;mtext&gt;&lt;/mtext&gt;&lt;mfrac&gt;&lt;mn&gt;15&lt;/mn&gt;&lt;mn&gt;200&lt;/mn&gt;&lt;/mfrac&gt;&lt;mo&gt;=&lt;/mo&gt;&lt;mn&gt;7.5&lt;/mn&gt;&lt;mi mathvariant=&quot;normal&quot;&gt;%&lt;/mi&gt;&lt;mtext&gt;&lt;/mtext&gt;&lt;mtext&gt;&lt;/mtext&gt;&lt;mtext&gt;&lt;/mtext&gt;&lt;mtext&gt;&lt;/mtext&gt;&lt;mtext&gt;&lt;/mtext&gt;&lt;mtext&gt;&lt;/mtext&gt;&lt;mfrac&gt;&lt;mn&gt;63&lt;/mn&gt;&lt;mn&gt;100&lt;/mn&gt;&lt;/mfrac&gt;&lt;mo&gt;=&lt;/mo&gt;&lt;mn&gt;63&lt;/mn&gt;&lt;mi mathvariant=&quot;normal&quot;&gt;%&lt;/mi&gt;&lt;/mtd&gt;&lt;/mtr&gt;&lt;/mtable&gt;&lt;mtext&gt;&lt;/mtext&gt;&lt;/math&gt;" id="183" name="Google Shape;183;p20" title="3 lines Line 1: one fourth equals 25 percent sign one fifth equals 20 percent sign one tenth equals 10 percent sign 7 over 25 equals 28 percent sign Line 2: 9 over 20 equals 45 percent sign 7 over 100 equals 7 percent sign 31 over 200 equals 15.5 percent sign 3 over 20 equals 15 percent sign Line 3: 11 over 25 equals 44 percent sign 11 over 20 equals 55 percent sign 15 over 200 equals 7.5 percent sign 63 over 100 equals 63 percent sign"/>
          <p:cNvPicPr preferRelativeResize="0"/>
          <p:nvPr/>
        </p:nvPicPr>
        <p:blipFill rotWithShape="1">
          <a:blip r:embed="rId3">
            <a:alphaModFix/>
          </a:blip>
          <a:srcRect b="-3588" l="48202" r="26010" t="34708"/>
          <a:stretch/>
        </p:blipFill>
        <p:spPr>
          <a:xfrm>
            <a:off x="680366" y="4348126"/>
            <a:ext cx="1108128" cy="67947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790929" y="2527436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870615" y="2527436"/>
            <a:ext cx="10827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90929" y="2966516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90929" y="3390648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90929" y="3829728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90929" y="4268812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90929" y="4707892"/>
            <a:ext cx="10275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871033" y="2966516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861486" y="3398126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861486" y="3837208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861486" y="4265718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861486" y="4704800"/>
            <a:ext cx="1073400" cy="38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6400" y="5331300"/>
            <a:ext cx="6409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Convert the following fractions into a percentage. Give your answers correct to 1 decimal place if 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						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=\ 0.35&quot;&gt;&lt;mfrac&gt;&lt;mn&gt;7&lt;/mn&gt;&lt;mn&gt;20&lt;/mn&gt;&lt;/mfrac&gt;&lt;mo&gt;=&lt;/mo&gt;&lt;mtext&gt;&lt;/mtext&gt;&lt;mn&gt;0.35&lt;/mn&gt;&lt;/math&gt;" id="197" name="Google Shape;197;p20" title="7 over 20 equals 0.35"/>
          <p:cNvPicPr preferRelativeResize="0"/>
          <p:nvPr/>
        </p:nvPicPr>
        <p:blipFill rotWithShape="1">
          <a:blip r:embed="rId4">
            <a:alphaModFix/>
          </a:blip>
          <a:srcRect b="0" l="0" r="66903" t="0"/>
          <a:stretch/>
        </p:blipFill>
        <p:spPr>
          <a:xfrm>
            <a:off x="4072169" y="5834875"/>
            <a:ext cx="294259" cy="414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98" name="Google Shape;198;p20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738" y="5860463"/>
            <a:ext cx="131709" cy="423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=\frac{3\times20}{5\times20}=\frac{60}{100}=60\%&quot;&gt;&lt;mfrac&gt;&lt;mn&gt;3&lt;/mn&gt;&lt;mn&gt;5&lt;/mn&gt;&lt;/mfrac&gt;&lt;mo&gt;=&lt;/mo&gt;&lt;mfrac&gt;&lt;mrow&gt;&lt;mn&gt;3&lt;/mn&gt;&lt;mo&gt;×&lt;/mo&gt;&lt;mn&gt;20&lt;/mn&gt;&lt;/mrow&gt;&lt;mrow&gt;&lt;mn&gt;5&lt;/mn&gt;&lt;mo&gt;×&lt;/mo&gt;&lt;mn&gt;20&lt;/mn&gt;&lt;/mrow&gt;&lt;/mfrac&gt;&lt;mo&gt;=&lt;/mo&gt;&lt;mfrac&gt;&lt;mn&gt;60&lt;/mn&gt;&lt;mn&gt;100&lt;/mn&gt;&lt;/mfrac&gt;&lt;mo&gt;=&lt;/mo&gt;&lt;mn&gt;60&lt;/mn&gt;&lt;mi mathvariant=&quot;normal&quot;&gt;%&lt;/mi&gt;&lt;/math&gt;" id="199" name="Google Shape;199;p20" title="three fifths equals the fraction with numerator 3 times 20 and denominator 5 times 20 equals 60 over 100 equals 60 percent sig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450" y="6369144"/>
            <a:ext cx="2404451" cy="459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6=60\%&quot;&gt;&lt;mn&gt;0.6&lt;/mn&gt;&lt;mo&gt;=&lt;/mo&gt;&lt;mn&gt;60&lt;/mn&gt;&lt;mi mathvariant=&quot;normal&quot;&gt;%&lt;/mi&gt;&lt;/math&gt;" id="200" name="Google Shape;200;p20" title="0.6 equals 60 percent sig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28029" y="7261106"/>
            <a:ext cx="1009524" cy="179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35=35\%&quot;&gt;&lt;mn&gt;0.35&lt;/mn&gt;&lt;mo&gt;=&lt;/mo&gt;&lt;mn&gt;35&lt;/mn&gt;&lt;mi mathvariant=&quot;normal&quot;&gt;%&lt;/mi&gt;&lt;/math&gt;" id="201" name="Google Shape;201;p20" title="0.35 equals 35 percent sig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5478" y="7231341"/>
            <a:ext cx="1109831" cy="175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=\frac{7\times5}{20\times5}=\frac{35}{100}=35\%&quot;&gt;&lt;mfrac&gt;&lt;mn&gt;7&lt;/mn&gt;&lt;mn&gt;20&lt;/mn&gt;&lt;/mfrac&gt;&lt;mo&gt;=&lt;/mo&gt;&lt;mfrac&gt;&lt;mrow&gt;&lt;mn&gt;7&lt;/mn&gt;&lt;mo&gt;×&lt;/mo&gt;&lt;mn&gt;5&lt;/mn&gt;&lt;/mrow&gt;&lt;mrow&gt;&lt;mn&gt;20&lt;/mn&gt;&lt;mo&gt;×&lt;/mo&gt;&lt;mn&gt;5&lt;/mn&gt;&lt;/mrow&gt;&lt;/mfrac&gt;&lt;mo&gt;=&lt;/mo&gt;&lt;mfrac&gt;&lt;mn&gt;35&lt;/mn&gt;&lt;mn&gt;100&lt;/mn&gt;&lt;/mfrac&gt;&lt;mo&gt;=&lt;/mo&gt;&lt;mn&gt;35&lt;/mn&gt;&lt;mi mathvariant=&quot;normal&quot;&gt;%&lt;/mi&gt;&lt;/math&gt;" id="202" name="Google Shape;202;p20" title="7 over 20 equals the fraction with numerator 7 times 5 and denominator 20 times 5 equals 35 over 100 equals 35 percent sig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40812" y="6381504"/>
            <a:ext cx="2459296" cy="450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203" name="Google Shape;203;p20" title="1 over 11 equals 1 divided by 11 equals the repeating decimal 0 point followed by repeating digits 0 9"/>
          <p:cNvPicPr preferRelativeResize="0"/>
          <p:nvPr/>
        </p:nvPicPr>
        <p:blipFill rotWithShape="1">
          <a:blip r:embed="rId10">
            <a:alphaModFix/>
          </a:blip>
          <a:srcRect b="0" l="0" r="84177" t="0"/>
          <a:stretch/>
        </p:blipFill>
        <p:spPr>
          <a:xfrm>
            <a:off x="4073777" y="7956375"/>
            <a:ext cx="314511" cy="485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204" name="Google Shape;204;p20" title="1 over 11 equals 1 divided by 11 equals the repeating decimal 0 point followed by repeating digits 0 9"/>
          <p:cNvPicPr preferRelativeResize="0"/>
          <p:nvPr/>
        </p:nvPicPr>
        <p:blipFill rotWithShape="1">
          <a:blip r:embed="rId10">
            <a:alphaModFix/>
          </a:blip>
          <a:srcRect b="0" l="15631" r="39436" t="0"/>
          <a:stretch/>
        </p:blipFill>
        <p:spPr>
          <a:xfrm>
            <a:off x="4371727" y="7963185"/>
            <a:ext cx="893119" cy="485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205" name="Google Shape;205;p20" title="2 lines Line 1: one eighth Line 2: one third"/>
          <p:cNvPicPr preferRelativeResize="0"/>
          <p:nvPr/>
        </p:nvPicPr>
        <p:blipFill rotWithShape="1">
          <a:blip r:embed="rId11">
            <a:alphaModFix/>
          </a:blip>
          <a:srcRect b="50214" l="0" r="0" t="0"/>
          <a:stretch/>
        </p:blipFill>
        <p:spPr>
          <a:xfrm>
            <a:off x="872656" y="8025512"/>
            <a:ext cx="161499" cy="514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125=12.5\%&quot;&gt;&lt;mn&gt;0.125&lt;/mn&gt;&lt;mo&gt;=&lt;/mo&gt;&lt;mn&gt;12.5&lt;/mn&gt;&lt;mi mathvariant=&quot;normal&quot;&gt;%&lt;/mi&gt;&lt;/math&gt;" id="206" name="Google Shape;206;p20" title="0.125 equals 12.5 percent sig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9925" y="9545109"/>
            <a:ext cx="1462828" cy="183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0}\dot{9}\ =\ 0.0909...=9.\dot{0}\dot{9}=9.1\%&quot;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mtext&gt;&lt;/mtext&gt;&lt;mo&gt;=&lt;/mo&gt;&lt;mtext&gt;&lt;/mtext&gt;&lt;mn&gt;0.0909&lt;/mn&gt;&lt;mo&gt;.&lt;/mo&gt;&lt;mo&gt;.&lt;/mo&gt;&lt;mo&gt;.&lt;/mo&gt;&lt;mo&gt;=&lt;/mo&gt;&lt;mn&gt;9.&lt;/mn&gt;&lt;mrow data-mjx-texclass=&quot;ORD&quot;&gt;&lt;mover&gt;&lt;mn&gt;0&lt;/mn&gt;&lt;mo&gt;˙&lt;/mo&gt;&lt;/mover&gt;&lt;/mrow&gt;&lt;mrow data-mjx-texclass=&quot;ORD&quot;&gt;&lt;mover&gt;&lt;mn&gt;9&lt;/mn&gt;&lt;mo&gt;˙&lt;/mo&gt;&lt;/mover&gt;&lt;/mrow&gt;&lt;mo&gt;=&lt;/mo&gt;&lt;mn&gt;9.1&lt;/mn&gt;&lt;mi mathvariant=&quot;normal&quot;&gt;%&lt;/mi&gt;&lt;/math&gt;" id="207" name="Google Shape;207;p20" title="the repeating decimal 0 point followed by repeating digits 0 9 dot above equals 0.0909 period period period equals the repeating decimal 9 point followed by repeating digit 0 9 equals 9.1 percent sig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70336" y="9624280"/>
            <a:ext cx="2767789" cy="192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\\&amp;#13;&amp;#10;\frac{1}{3}\end{array}&quot;&gt;&lt;mtable columnalign=&quot;left&quot; columnspacing=&quot;1em&quot; rowspacing=&quot;4pt&quot;&gt;&lt;mtr&gt;&lt;mtd&gt;&lt;mfrac&gt;&lt;mn&gt;1&lt;/mn&gt;&lt;mn&gt;8&lt;/mn&gt;&lt;/mfrac&gt;&lt;/mtd&gt;&lt;/mtr&gt;&lt;mtr&gt;&lt;mtd&gt;&lt;mfrac&gt;&lt;mn&gt;1&lt;/mn&gt;&lt;mn&gt;3&lt;/mn&gt;&lt;/mfrac&gt;&lt;/mtd&gt;&lt;/mtr&gt;&lt;/mtable&gt;&lt;/math&gt;" id="208" name="Google Shape;208;p20" title="2 lines Line 1: one eighth Line 2: one third"/>
          <p:cNvPicPr preferRelativeResize="0"/>
          <p:nvPr/>
        </p:nvPicPr>
        <p:blipFill rotWithShape="1">
          <a:blip r:embed="rId11">
            <a:alphaModFix/>
          </a:blip>
          <a:srcRect b="50214" l="0" r="0" t="0"/>
          <a:stretch/>
        </p:blipFill>
        <p:spPr>
          <a:xfrm>
            <a:off x="696325" y="8783287"/>
            <a:ext cx="182903" cy="58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8}=0.125\end{array}&quot;&gt;&lt;mtable columnalign=&quot;left&quot; columnspacing=&quot;1em&quot; rowspacing=&quot;4pt&quot;&gt;&lt;mtr&gt;&lt;mtd&gt;&lt;mfrac&gt;&lt;mn&gt;1&lt;/mn&gt;&lt;mn&gt;8&lt;/mn&gt;&lt;/mfrac&gt;&lt;mo&gt;=&lt;/mo&gt;&lt;mn&gt;0.125&lt;/mn&gt;&lt;/mtd&gt;&lt;/mtr&gt;&lt;/mtable&gt;&lt;/math&gt;" id="209" name="Google Shape;209;p20" title="1 lines Line 1: one eighth equals 0.125"/>
          <p:cNvPicPr preferRelativeResize="0"/>
          <p:nvPr/>
        </p:nvPicPr>
        <p:blipFill rotWithShape="1">
          <a:blip r:embed="rId14">
            <a:alphaModFix/>
          </a:blip>
          <a:srcRect b="0" l="19491" r="0" t="0"/>
          <a:stretch/>
        </p:blipFill>
        <p:spPr>
          <a:xfrm>
            <a:off x="890335" y="8719255"/>
            <a:ext cx="838563" cy="354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210" name="Google Shape;210;p20" title="1 over 11 equals 1 divided by 11 equals the repeating decimal 0 point followed by repeating digits 0 9"/>
          <p:cNvPicPr preferRelativeResize="0"/>
          <p:nvPr/>
        </p:nvPicPr>
        <p:blipFill rotWithShape="1">
          <a:blip r:embed="rId10">
            <a:alphaModFix/>
          </a:blip>
          <a:srcRect b="0" l="0" r="71204" t="0"/>
          <a:stretch/>
        </p:blipFill>
        <p:spPr>
          <a:xfrm>
            <a:off x="4139495" y="8817954"/>
            <a:ext cx="572374" cy="485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1}=1\div11\ =\ 0.\dot{0}\dot{9}&quot;&gt;&lt;mfrac&gt;&lt;mn&gt;1&lt;/mn&gt;&lt;mn&gt;11&lt;/mn&gt;&lt;/mfrac&gt;&lt;mo&gt;=&lt;/mo&gt;&lt;mn&gt;1&lt;/mn&gt;&lt;mo&gt;÷&lt;/mo&gt;&lt;mn&gt;11&lt;/mn&gt;&lt;mtext&gt;&lt;/mtext&gt;&lt;mo&gt;=&lt;/mo&gt;&lt;mtext&gt;&lt;/mtext&gt;&lt;mn&gt;0.&lt;/mn&gt;&lt;mrow data-mjx-texclass=&quot;ORD&quot;&gt;&lt;mover&gt;&lt;mn&gt;0&lt;/mn&gt;&lt;mo&gt;˙&lt;/mo&gt;&lt;/mover&gt;&lt;/mrow&gt;&lt;mrow data-mjx-texclass=&quot;ORD&quot;&gt;&lt;mover&gt;&lt;mn&gt;9&lt;/mn&gt;&lt;mo&gt;˙&lt;/mo&gt;&lt;/mover&gt;&lt;/mrow&gt;&lt;/math&gt;" id="211" name="Google Shape;211;p20" title="1 over 11 equals 1 divided by 11 equals the repeating decimal 0 point followed by repeating digits 0 9"/>
          <p:cNvPicPr preferRelativeResize="0"/>
          <p:nvPr/>
        </p:nvPicPr>
        <p:blipFill rotWithShape="1">
          <a:blip r:embed="rId10">
            <a:alphaModFix/>
          </a:blip>
          <a:srcRect b="0" l="74727" r="-23431" t="0"/>
          <a:stretch/>
        </p:blipFill>
        <p:spPr>
          <a:xfrm>
            <a:off x="4647719" y="8873662"/>
            <a:ext cx="894721" cy="44864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468000" y="7505700"/>
            <a:ext cx="5958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						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218899" y="7884424"/>
            <a:ext cx="1888711" cy="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39024" y="7779650"/>
            <a:ext cx="1746475" cy="979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77270" y="6923624"/>
            <a:ext cx="1654355" cy="7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78845" y="6862924"/>
            <a:ext cx="1182050" cy="88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one number as a percentage of another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76400" y="1217446"/>
            <a:ext cx="6615600" cy="30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following, giving your answer to 2 d.p. where appropriate: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as a percentage of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as a percentage of 80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 as a percentage of 240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 as a percentage of 240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as a percentage of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as a percentage of 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6398" y="725450"/>
            <a:ext cx="6324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Writing any number as a percentage of another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317002" y="143932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84%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317002" y="1933361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317002" y="2413509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367854" y="3405616"/>
            <a:ext cx="15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61.67% (2 d.p.)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367854" y="4001894"/>
            <a:ext cx="6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47.5%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367854" y="2921428"/>
            <a:ext cx="9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33.75%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38325" y="4524784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is ill and misses her first day of school.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is better the next day and attends school.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two?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attends the rest of that week and all of the next week.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five?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her percentage attendance after day ten?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253611" y="4685775"/>
            <a:ext cx="5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147902" y="5512492"/>
            <a:ext cx="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147902" y="6387585"/>
            <a:ext cx="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147902" y="6975534"/>
            <a:ext cx="8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48217" y="7617425"/>
            <a:ext cx="6595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 that she will need to attend every day for the rest of the year to get 100% attendance.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Laura correct? Why or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38325" y="8497625"/>
            <a:ext cx="6366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Laura is not correct – she cannot get 100% attendance for the year, as she has already missed a day.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highest Laura’s attendance can be is 99% (as 189 ÷ 190 × 100 = 99.473684…). The lowest Laura’s attendance could be is 5% (as 9 ÷ 190 × 100 = 4.736842…)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