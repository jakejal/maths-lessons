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A5B30FF-461F-4219-BCA4-1EE87439F718}">
  <a:tblStyle styleId="{AA5B30FF-461F-4219-BCA4-1EE87439F7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96700" y="1335050"/>
            <a:ext cx="6297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Graphs of inverse proportion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902585"/>
            <a:ext cx="6496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each of the graphs as direct proportion,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 proportion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neither.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3891" y="2327241"/>
            <a:ext cx="1176976" cy="118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3391" y="4163737"/>
            <a:ext cx="1609739" cy="1230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894" y="4128444"/>
            <a:ext cx="1337293" cy="130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3397" y="2280325"/>
            <a:ext cx="1526175" cy="1230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78" y="4290202"/>
            <a:ext cx="1526165" cy="11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351" y="2276548"/>
            <a:ext cx="1176982" cy="114524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496711" y="2352934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780260" y="2352934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123903" y="2352934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96711" y="4268481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780260" y="4268481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123903" y="4268481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6245700"/>
            <a:ext cx="6624000" cy="3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Decide if the following situations are directly 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taps and the time taken to fill a bath.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 </a:t>
            </a:r>
            <a:br>
              <a:rPr lang="en-GB" sz="1200" b="1">
                <a:latin typeface="Kalam"/>
                <a:ea typeface="Kalam"/>
                <a:cs typeface="Kalam"/>
                <a:sym typeface="Kalam"/>
              </a:rPr>
            </a:br>
            <a:br>
              <a:rPr lang="en-GB" sz="1200" b="1">
                <a:latin typeface="Kalam"/>
                <a:ea typeface="Kalam"/>
                <a:cs typeface="Kalam"/>
                <a:sym typeface="Kalam"/>
              </a:rPr>
            </a:br>
            <a:endParaRPr sz="1200" b="1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Euros exchanged and the number of pounds.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boxes of tiles bought and the cost.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days to dig a hole and the number of days it takes.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 b="1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time taken to get to Edinburgh and the speed of the car. 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 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2" name="Google Shape;18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488700" y="649250"/>
            <a:ext cx="63552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inverse proportion to find missing values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76400" y="1292700"/>
            <a:ext cx="66156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tables show variables A &amp; B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value.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1"/>
          <p:cNvGraphicFramePr>
            <a:graphicFrameLocks noGrp="1"/>
          </p:cNvGraphicFramePr>
          <p:nvPr/>
        </p:nvGraphicFramePr>
        <p:xfrm>
          <a:off x="1072960" y="224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{AA5B30FF-461F-4219-BCA4-1EE87439F718}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21"/>
          <p:cNvGraphicFramePr>
            <a:graphicFrameLocks noGrp="1"/>
          </p:cNvGraphicFramePr>
          <p:nvPr/>
        </p:nvGraphicFramePr>
        <p:xfrm>
          <a:off x="1072960" y="4001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{AA5B30FF-461F-4219-BCA4-1EE87439F718}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9" name="Google Shape;189;p21"/>
          <p:cNvGraphicFramePr>
            <a:graphicFrameLocks noGrp="1"/>
          </p:cNvGraphicFramePr>
          <p:nvPr/>
        </p:nvGraphicFramePr>
        <p:xfrm>
          <a:off x="3429035" y="224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{AA5B30FF-461F-4219-BCA4-1EE87439F718}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0" name="Google Shape;190;p21"/>
          <p:cNvGraphicFramePr>
            <a:graphicFrameLocks noGrp="1"/>
          </p:cNvGraphicFramePr>
          <p:nvPr/>
        </p:nvGraphicFramePr>
        <p:xfrm>
          <a:off x="3429035" y="4001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{AA5B30FF-461F-4219-BCA4-1EE87439F718}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1" name="Google Shape;191;p21"/>
          <p:cNvGraphicFramePr>
            <a:graphicFrameLocks noGrp="1"/>
          </p:cNvGraphicFramePr>
          <p:nvPr/>
        </p:nvGraphicFramePr>
        <p:xfrm>
          <a:off x="5701020" y="224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{AA5B30FF-461F-4219-BCA4-1EE87439F718}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Google Shape;192;p21"/>
          <p:cNvGraphicFramePr>
            <a:graphicFrameLocks noGrp="1"/>
          </p:cNvGraphicFramePr>
          <p:nvPr/>
        </p:nvGraphicFramePr>
        <p:xfrm>
          <a:off x="5701020" y="4001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{AA5B30FF-461F-4219-BCA4-1EE87439F718}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1"/>
          <p:cNvSpPr txBox="1"/>
          <p:nvPr/>
        </p:nvSpPr>
        <p:spPr>
          <a:xfrm>
            <a:off x="502150" y="22298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017517" y="22298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5370478" y="22298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02150" y="39824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017517" y="39824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370478" y="39824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5711675"/>
            <a:ext cx="6615600" cy="41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takes 4 people 2 days to paint a house.  How long will it 8 people?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takes 10 factory workers 4 hours to pack a lorry full of boxes.  2 people are on holiday.  How long will it take to fill the lorry now?	    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takes 3 days to fill a pond if 5 taps are used.  How long will it take if 4 taps are used.  Give your answer in hours and minutes.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machines work all day every day.  They make 1 million items in 9 days.  The company buys 1 new machine.  How long will it take to make 1 million items now?  Give your answer in days and hours.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Inverse proportion in context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2024-03-05T12:25:09.825</cp:lastPrinted>
  <dcterms:created xsi:type="dcterms:W3CDTF">2024-03-05T12:25:09Z</dcterms:created>
  <dcterms:modified xsi:type="dcterms:W3CDTF">2024-03-05T12:22:51Z</dcterms:modified>
</cp:coreProperties>
</file>