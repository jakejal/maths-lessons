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1E86279-E446-4A3D-81FD-539DFD22FF81}">
  <a:tblStyle styleId="{D1E86279-E446-4A3D-81FD-539DFD22FF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69a52f54e6_0_7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9a52f54e6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69a52f54e6_0_8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9a52f54e6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63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Direct proportion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53675"/>
            <a:ext cx="661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following show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relationship between A and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881570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3340993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5495615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9064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0400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9064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0400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881570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3340993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5495615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54500" y="5724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Below are some variables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each other.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Jun is painting his neighbour’s fence.  He paints one fence every 40 minutes.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Multiplicative relationships and direct proportion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719988"/>
            <a:ext cx="8628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Andeep is making necklaces for the school fete.  He makes 2 necklaces every 7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3034350"/>
            <a:ext cx="6624000" cy="26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5 miles is equivalent to 8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55042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A box of tiles covering 0.75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costs £15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7852918"/>
            <a:ext cx="6624000" cy="17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Sofia’s dog eats 3 tins of food every 4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2"/>
          <p:cNvSpPr txBox="1"/>
          <p:nvPr/>
        </p:nvSpPr>
        <p:spPr>
          <a:xfrm>
            <a:off x="468000" y="4750800"/>
            <a:ext cx="66240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The following all have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relationship.  Plot a graph of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Multiplicative relationships and direct proportion</a:t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28" y="1438040"/>
            <a:ext cx="6509487" cy="155318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Graphing proportional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468000" y="997200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Match each table to the correct graph and fill in the missing values: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1130751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2437775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4041849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6002385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" name="Google Shape;199;p22"/>
          <p:cNvGraphicFramePr>
            <a:graphicFrameLocks noGrp="1"/>
          </p:cNvGraphicFramePr>
          <p:nvPr/>
        </p:nvGraphicFramePr>
        <p:xfrm>
          <a:off x="485070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22"/>
          <p:cNvGraphicFramePr>
            <a:graphicFrameLocks noGrp="1"/>
          </p:cNvGraphicFramePr>
          <p:nvPr/>
        </p:nvGraphicFramePr>
        <p:xfrm>
          <a:off x="2309896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22"/>
          <p:cNvGraphicFramePr>
            <a:graphicFrameLocks noGrp="1"/>
          </p:cNvGraphicFramePr>
          <p:nvPr/>
        </p:nvGraphicFramePr>
        <p:xfrm>
          <a:off x="5959548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2"/>
          <p:cNvGraphicFramePr>
            <a:graphicFrameLocks noGrp="1"/>
          </p:cNvGraphicFramePr>
          <p:nvPr/>
        </p:nvGraphicFramePr>
        <p:xfrm>
          <a:off x="4134722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2"/>
          <p:cNvGraphicFramePr>
            <a:graphicFrameLocks noGrp="1"/>
          </p:cNvGraphicFramePr>
          <p:nvPr/>
        </p:nvGraphicFramePr>
        <p:xfrm>
          <a:off x="686425" y="50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2"/>
          <p:cNvGraphicFramePr>
            <a:graphicFrameLocks noGrp="1"/>
          </p:cNvGraphicFramePr>
          <p:nvPr/>
        </p:nvGraphicFramePr>
        <p:xfrm>
          <a:off x="686400" y="712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7775" y="7123378"/>
            <a:ext cx="2819351" cy="180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7775" y="5073328"/>
            <a:ext cx="2819351" cy="180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pic>
        <p:nvPicPr>
          <p:cNvPr id="211" name="Google Shape;2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400" y="809853"/>
            <a:ext cx="2819351" cy="180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13" name="Google Shape;213;p2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468000" y="720000"/>
            <a:ext cx="66198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" name="Google Shape;217;p23"/>
          <p:cNvGraphicFramePr>
            <a:graphicFrameLocks noGrp="1"/>
          </p:cNvGraphicFramePr>
          <p:nvPr/>
        </p:nvGraphicFramePr>
        <p:xfrm>
          <a:off x="850725" y="800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{D1E86279-E446-4A3D-81FD-539DFD22FF81}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8" name="Google Shape;2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89" y="3253747"/>
            <a:ext cx="5908550" cy="170471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671287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700522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68000" y="2826625"/>
            <a:ext cx="64527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Match each double number line to the correct graph: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13387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279261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445135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611009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3"/>
          <p:cNvGrpSpPr/>
          <p:nvPr/>
        </p:nvGrpSpPr>
        <p:grpSpPr>
          <a:xfrm>
            <a:off x="5489961" y="5276449"/>
            <a:ext cx="1270998" cy="600286"/>
            <a:chOff x="441900" y="3572013"/>
            <a:chExt cx="3074500" cy="1357500"/>
          </a:xfrm>
        </p:grpSpPr>
        <p:cxnSp>
          <p:nvCxnSpPr>
            <p:cNvPr id="227" name="Google Shape;227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9" name="Google Shape;229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30" name="Google Shape;230;p23"/>
          <p:cNvSpPr txBox="1"/>
          <p:nvPr/>
        </p:nvSpPr>
        <p:spPr>
          <a:xfrm>
            <a:off x="1709451" y="4578445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864852" y="2978595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3362942" y="4562629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2514213" y="2962779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978606" y="4562629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4125841" y="2962779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6724954" y="4600457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5759426" y="2940768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716400" y="5203635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6720631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" name="Google Shape;240;p23"/>
          <p:cNvGrpSpPr/>
          <p:nvPr/>
        </p:nvGrpSpPr>
        <p:grpSpPr>
          <a:xfrm>
            <a:off x="3855270" y="5276449"/>
            <a:ext cx="1270998" cy="600286"/>
            <a:chOff x="441900" y="3572013"/>
            <a:chExt cx="3074500" cy="1357500"/>
          </a:xfrm>
        </p:grpSpPr>
        <p:cxnSp>
          <p:nvCxnSpPr>
            <p:cNvPr id="241" name="Google Shape;241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3" name="Google Shape;243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44" name="Google Shape;244;p23"/>
          <p:cNvSpPr txBox="1"/>
          <p:nvPr/>
        </p:nvSpPr>
        <p:spPr>
          <a:xfrm>
            <a:off x="5081709" y="5203635"/>
            <a:ext cx="3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5085940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6" name="Google Shape;246;p23"/>
          <p:cNvGrpSpPr/>
          <p:nvPr/>
        </p:nvGrpSpPr>
        <p:grpSpPr>
          <a:xfrm>
            <a:off x="2160035" y="5276449"/>
            <a:ext cx="1270998" cy="600286"/>
            <a:chOff x="441900" y="3572013"/>
            <a:chExt cx="3074500" cy="1357500"/>
          </a:xfrm>
        </p:grpSpPr>
        <p:cxnSp>
          <p:nvCxnSpPr>
            <p:cNvPr id="247" name="Google Shape;247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9" name="Google Shape;249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50" name="Google Shape;250;p23"/>
          <p:cNvSpPr txBox="1"/>
          <p:nvPr/>
        </p:nvSpPr>
        <p:spPr>
          <a:xfrm>
            <a:off x="3386474" y="5203635"/>
            <a:ext cx="3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3390705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2" name="Google Shape;252;p23"/>
          <p:cNvGrpSpPr/>
          <p:nvPr/>
        </p:nvGrpSpPr>
        <p:grpSpPr>
          <a:xfrm>
            <a:off x="464800" y="5276449"/>
            <a:ext cx="1270998" cy="600286"/>
            <a:chOff x="441900" y="3572013"/>
            <a:chExt cx="3074500" cy="1357500"/>
          </a:xfrm>
        </p:grpSpPr>
        <p:cxnSp>
          <p:nvCxnSpPr>
            <p:cNvPr id="253" name="Google Shape;253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5" name="Google Shape;255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56" name="Google Shape;256;p23"/>
          <p:cNvSpPr txBox="1"/>
          <p:nvPr/>
        </p:nvSpPr>
        <p:spPr>
          <a:xfrm>
            <a:off x="1691239" y="5203635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1695470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8" name="Google Shape;258;p23"/>
          <p:cNvCxnSpPr/>
          <p:nvPr/>
        </p:nvCxnSpPr>
        <p:spPr>
          <a:xfrm flipH="1">
            <a:off x="856902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3"/>
          <p:cNvCxnSpPr/>
          <p:nvPr/>
        </p:nvCxnSpPr>
        <p:spPr>
          <a:xfrm flipH="1">
            <a:off x="140179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3"/>
          <p:cNvCxnSpPr/>
          <p:nvPr/>
        </p:nvCxnSpPr>
        <p:spPr>
          <a:xfrm flipH="1">
            <a:off x="2309961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3"/>
          <p:cNvCxnSpPr/>
          <p:nvPr/>
        </p:nvCxnSpPr>
        <p:spPr>
          <a:xfrm flipH="1">
            <a:off x="3097034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3"/>
          <p:cNvCxnSpPr/>
          <p:nvPr/>
        </p:nvCxnSpPr>
        <p:spPr>
          <a:xfrm flipH="1">
            <a:off x="4325321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3"/>
          <p:cNvCxnSpPr/>
          <p:nvPr/>
        </p:nvCxnSpPr>
        <p:spPr>
          <a:xfrm flipH="1">
            <a:off x="479226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3"/>
          <p:cNvCxnSpPr/>
          <p:nvPr/>
        </p:nvCxnSpPr>
        <p:spPr>
          <a:xfrm flipH="1">
            <a:off x="582151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3"/>
          <p:cNvCxnSpPr/>
          <p:nvPr/>
        </p:nvCxnSpPr>
        <p:spPr>
          <a:xfrm flipH="1">
            <a:off x="6124240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3"/>
          <p:cNvSpPr/>
          <p:nvPr/>
        </p:nvSpPr>
        <p:spPr>
          <a:xfrm>
            <a:off x="809150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1354047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262209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033280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272702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750786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68901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071621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735906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128080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735906" y="573688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1236275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2188964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2088761" y="5736880"/>
            <a:ext cx="58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2982306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2991084" y="5736880"/>
            <a:ext cx="54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4099419" y="507090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4068739" y="5736880"/>
            <a:ext cx="54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467127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5700536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600324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5947579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80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Multiplicative relationships and direct proportion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2024-03-05T14:13:02.517</cp:lastPrinted>
  <dcterms:created xsi:type="dcterms:W3CDTF">2024-03-05T14:13:02Z</dcterms:created>
  <dcterms:modified xsi:type="dcterms:W3CDTF">2024-03-05T14:13:33Z</dcterms:modified>
</cp:coreProperties>
</file>