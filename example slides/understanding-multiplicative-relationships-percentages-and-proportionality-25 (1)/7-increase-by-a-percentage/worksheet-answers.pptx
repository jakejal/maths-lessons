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93541700e_0_6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93541700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4.jp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38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2200" y="1826100"/>
            <a:ext cx="66240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questions and answers for the representation of these bar models: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2200" y="12588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Increasing an amount by a percentage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28525" y="3064325"/>
            <a:ext cx="41202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Possible questions: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40 by 50%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Work out 150% of 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What percentage of 40 is 60?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108875" y="3073250"/>
            <a:ext cx="1441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34775" y="5346000"/>
            <a:ext cx="44694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Possible questions: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200 by 57%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Work out 157% of 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What percentage of 200 is 314?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115050" y="5346000"/>
            <a:ext cx="1441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157%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25" y="2098475"/>
            <a:ext cx="4997575" cy="8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525" y="4583025"/>
            <a:ext cx="6267675" cy="73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525" y="6903400"/>
            <a:ext cx="5769625" cy="8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72200" y="4583025"/>
            <a:ext cx="290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2200" y="6945225"/>
            <a:ext cx="290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828525" y="7864925"/>
            <a:ext cx="43722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Possible questions: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Increase 80 by 25%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Work out 125% of 80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What percentage of 80 is 100?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08875" y="7873850"/>
            <a:ext cx="1441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25" y="3171762"/>
            <a:ext cx="5735326" cy="1558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1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1"/>
          <p:cNvSpPr txBox="1"/>
          <p:nvPr/>
        </p:nvSpPr>
        <p:spPr>
          <a:xfrm>
            <a:off x="476400" y="759300"/>
            <a:ext cx="40407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Drawing bar models, show how you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increase of 30% to 640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125% of 900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 700 by 95%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73975" y="2713200"/>
            <a:ext cx="624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Increasing 640 by 30% is 640 + 64 × 3 = 832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826373" y="4770600"/>
            <a:ext cx="485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125% of 900 is 900 + 90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2 + 45 = 1125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25" y="1415023"/>
            <a:ext cx="5987375" cy="127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5">
            <a:alphaModFix/>
          </a:blip>
          <a:srcRect b="4396" l="0" r="0" t="4396"/>
          <a:stretch/>
        </p:blipFill>
        <p:spPr>
          <a:xfrm>
            <a:off x="757225" y="5309350"/>
            <a:ext cx="6316052" cy="1518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225" y="7181525"/>
            <a:ext cx="6163649" cy="161393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26374" y="6904200"/>
            <a:ext cx="55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Increase 700 by 95% is 700 + 70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9 + 35 = 1365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86349" y="8736300"/>
            <a:ext cx="58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more efficient way to increase 700 by 95% is to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Add 100% and subtract 5%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700 + 700 - 35 = 1365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Increase by a percentage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76400" y="11509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calculation with the question: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7999" y="7254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multiplier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66950" y="151125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40 by 65%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66950" y="187366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125% of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66950" y="259849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156% of 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66950" y="223608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65 by 56%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766950" y="2960909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Increase 65 by 65%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991026" y="151125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× 1.65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991026" y="187366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× 1.65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991026" y="2598495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 × 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991026" y="2236080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× 1.25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991026" y="2960909"/>
            <a:ext cx="2918700" cy="3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× 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2"/>
          <p:cNvCxnSpPr>
            <a:stCxn id="212" idx="3"/>
            <a:endCxn id="218" idx="1"/>
          </p:cNvCxnSpPr>
          <p:nvPr/>
        </p:nvCxnSpPr>
        <p:spPr>
          <a:xfrm>
            <a:off x="3685650" y="1681350"/>
            <a:ext cx="305400" cy="362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3685531" y="2071240"/>
            <a:ext cx="305400" cy="362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2"/>
          <p:cNvCxnSpPr/>
          <p:nvPr/>
        </p:nvCxnSpPr>
        <p:spPr>
          <a:xfrm>
            <a:off x="3685531" y="2406161"/>
            <a:ext cx="305400" cy="362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2"/>
          <p:cNvCxnSpPr/>
          <p:nvPr/>
        </p:nvCxnSpPr>
        <p:spPr>
          <a:xfrm>
            <a:off x="3685531" y="2751975"/>
            <a:ext cx="305400" cy="3624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2"/>
          <p:cNvCxnSpPr>
            <a:stCxn id="217" idx="1"/>
          </p:cNvCxnSpPr>
          <p:nvPr/>
        </p:nvCxnSpPr>
        <p:spPr>
          <a:xfrm flipH="1">
            <a:off x="3685626" y="1681350"/>
            <a:ext cx="305400" cy="1480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2"/>
          <p:cNvSpPr txBox="1"/>
          <p:nvPr/>
        </p:nvSpPr>
        <p:spPr>
          <a:xfrm>
            <a:off x="476400" y="35025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amount of money when £640 has been increased by 41%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138% of 700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tries to increase £40 by 5% by working out  40 × 1.5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she is incorrect and correctly work out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476400" y="3768247"/>
            <a:ext cx="20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640 × 1.41 = 902.4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66389" y="4384142"/>
            <a:ext cx="20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700 × 1.38 = 966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14996" y="5367753"/>
            <a:ext cx="56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worked out an increase of 50% not 5% of 40.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14196" y="5634684"/>
            <a:ext cx="363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Increasing 40 by 5% is 40 × 1.05 = 42 so her answer should be £42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2534876" y="3768247"/>
            <a:ext cx="434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£640 increased by 41% is £902.40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