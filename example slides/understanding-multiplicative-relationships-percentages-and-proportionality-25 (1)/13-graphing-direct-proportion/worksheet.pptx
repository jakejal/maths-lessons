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774520B-B45A-449E-B284-BC76DACA33F5}">
  <a:tblStyle styleId="{7774520B-B45A-449E-B284-BC76DACA33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Relationship Id="rId6" Type="http://schemas.openxmlformats.org/officeDocument/2006/relationships/image" Target="../media/image9.png" /><Relationship Id="rId7" Type="http://schemas.openxmlformats.org/officeDocument/2006/relationships/image" Target="../media/image10.png" /><Relationship Id="rId8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500" y="6102775"/>
            <a:ext cx="4237561" cy="226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5466900"/>
            <a:ext cx="6405000" cy="23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of the following graphs show two variables that are in direct proportion?  Give a reason for your answers.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			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			                                                      d)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96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Features of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7348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 Which of the following tables show that A and B are in direct proportion?  Give a reason for your answers.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		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3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                                                		 d)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1170175" y="2392725"/>
          <a:ext cx="1601750" cy="9234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20"/>
          <p:cNvGraphicFramePr>
            <a:graphicFrameLocks noGrp="1"/>
          </p:cNvGraphicFramePr>
          <p:nvPr/>
        </p:nvGraphicFramePr>
        <p:xfrm>
          <a:off x="1170175" y="3600088"/>
          <a:ext cx="1601750" cy="9234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4519588" y="2396626"/>
          <a:ext cx="1601750" cy="9234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9" name="Google Shape;169;p20"/>
          <p:cNvGraphicFramePr>
            <a:graphicFrameLocks noGrp="1"/>
          </p:cNvGraphicFramePr>
          <p:nvPr/>
        </p:nvGraphicFramePr>
        <p:xfrm>
          <a:off x="4522975" y="3600100"/>
          <a:ext cx="1601750" cy="9234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800875"/>
                <a:gridCol w="800875"/>
              </a:tblGrid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30.6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7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" name="Shape 173"/>
        <p:cNvGrpSpPr/>
        <p:nvPr/>
      </p:nvGrpSpPr>
      <p:grpSpPr>
        <a:xfrm>
          <a:off x="0" y="0"/>
          <a:ext cx="0" cy="0"/>
        </a:xfrm>
      </p:grpSpPr>
      <p:sp>
        <p:nvSpPr>
          <p:cNvPr id="174" name="Google Shape;17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5" name="Google Shape;17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Graphing direct proportion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089" y="1372535"/>
            <a:ext cx="5447160" cy="249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Graphs representing direct proportion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468000" y="997200"/>
            <a:ext cx="6623400" cy="23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Calculate the value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(constant of proportionality) from the following graphs: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a)                                               		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b)  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871973" y="1242266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2238029" y="2225699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871973" y="2548928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2091631" y="3602799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041806" y="1218221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381602" y="2250003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041806" y="2524884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6472778" y="3406095"/>
            <a:ext cx="11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453707" y="2263441"/>
            <a:ext cx="100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453707" y="3332529"/>
            <a:ext cx="116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1" name="Google Shape;191;p21"/>
          <p:cNvCxnSpPr/>
          <p:nvPr/>
        </p:nvCxnSpPr>
        <p:spPr>
          <a:xfrm>
            <a:off x="1369737" y="2165073"/>
            <a:ext cx="1881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92" name="Google Shape;192;p21"/>
          <p:cNvCxnSpPr/>
          <p:nvPr/>
        </p:nvCxnSpPr>
        <p:spPr>
          <a:xfrm rot="10800000" flipH="1">
            <a:off x="1557735" y="1980876"/>
            <a:ext cx="0" cy="1842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93" name="Google Shape;193;p21"/>
          <p:cNvSpPr txBox="1"/>
          <p:nvPr/>
        </p:nvSpPr>
        <p:spPr>
          <a:xfrm>
            <a:off x="5495707" y="1868847"/>
            <a:ext cx="136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/>
          </a:p>
        </p:txBody>
      </p:sp>
      <p:sp>
        <p:nvSpPr>
          <p:cNvPr id="194" name="Google Shape;194;p21"/>
          <p:cNvSpPr txBox="1"/>
          <p:nvPr/>
        </p:nvSpPr>
        <p:spPr>
          <a:xfrm>
            <a:off x="5725444" y="3678015"/>
            <a:ext cx="116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4458475"/>
            <a:ext cx="662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each table, equation and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748346" y="497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748346" y="5916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8" name="Google Shape;198;p21"/>
          <p:cNvGraphicFramePr>
            <a:graphicFrameLocks noGrp="1"/>
          </p:cNvGraphicFramePr>
          <p:nvPr/>
        </p:nvGraphicFramePr>
        <p:xfrm>
          <a:off x="748346" y="6856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9" name="Google Shape;199;p21"/>
          <p:cNvGraphicFramePr>
            <a:graphicFrameLocks noGrp="1"/>
          </p:cNvGraphicFramePr>
          <p:nvPr/>
        </p:nvGraphicFramePr>
        <p:xfrm>
          <a:off x="748346" y="7796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{7774520B-B45A-449E-B284-BC76DACA33F5}</a:tableStyleId>
              </a:tblPr>
              <a:tblGrid>
                <a:gridCol w="362000"/>
                <a:gridCol w="362000"/>
                <a:gridCol w="362000"/>
                <a:gridCol w="362000"/>
                <a:gridCol w="362000"/>
                <a:gridCol w="362000"/>
              </a:tblGrid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 txBox="1"/>
          <p:nvPr/>
        </p:nvSpPr>
        <p:spPr>
          <a:xfrm>
            <a:off x="6377088" y="4949970"/>
            <a:ext cx="539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377088" y="6954206"/>
            <a:ext cx="539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377088" y="5618048"/>
            <a:ext cx="71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0.5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377088" y="6286127"/>
            <a:ext cx="714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4" name="Google Shape;204;p21" descr="&lt;math xmlns=&quot;http://www.w3.org/1998/Math/MathML&quot; display=&quot;block&quot; data-is-equatio=&quot;1&quot; data-latex=&quot;\begin{array}{l}\frac{2}{3}\end{array}&quot;&gt;&lt;mtable columnalign=&quot;left&quot; columnspacing=&quot;1em&quot; rowspacing=&quot;4pt&quot;&gt;&lt;mtr&gt;&lt;mtd&gt;&lt;mfrac&gt;&lt;mn&gt;2&lt;/mn&gt;&lt;mn&gt;3&lt;/mn&gt;&lt;/mfrac&gt;&lt;/mtd&gt;&lt;/mtr&gt;&lt;/mtable&gt;&lt;/math&gt;" title="1 lines Line 1: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8660" y="6905753"/>
            <a:ext cx="119640" cy="334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1007" y="6322346"/>
            <a:ext cx="935044" cy="116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7891" y="4884425"/>
            <a:ext cx="1463861" cy="97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7390" y="4884436"/>
            <a:ext cx="895887" cy="129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87891" y="6467969"/>
            <a:ext cx="1463861" cy="101443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52246" y="4912238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52246" y="5847892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52246" y="6788899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52246" y="7731638"/>
            <a:ext cx="296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107650" y="490418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107650" y="642090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841038" y="490418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841038" y="6420909"/>
            <a:ext cx="14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086910" y="4978503"/>
            <a:ext cx="21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086910" y="5643635"/>
            <a:ext cx="21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037736" y="6312572"/>
            <a:ext cx="25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6037647" y="6982748"/>
            <a:ext cx="259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iv)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Graphing direct proportion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2024-03-05T14:13:48.169</cp:lastPrinted>
  <dcterms:created xsi:type="dcterms:W3CDTF">2024-03-05T14:13:48Z</dcterms:created>
  <dcterms:modified xsi:type="dcterms:W3CDTF">2024-03-05T14:13:45Z</dcterms:modified>
</cp:coreProperties>
</file>