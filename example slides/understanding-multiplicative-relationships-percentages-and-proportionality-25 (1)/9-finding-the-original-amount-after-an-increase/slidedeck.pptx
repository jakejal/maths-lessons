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770" r:id="rId1"/>
    <p:sldMasterId id="2147483771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</p:sldIdLst>
  <p:sldSz cx="9144000" cy="5143500"/>
  <p:notesSz cx="6858000" cy="9144000"/>
  <p:embeddedFontLst>
    <p:embeddedFont>
      <p:font typeface="Lexend" panose="00000000000000000000"/>
      <p:regular r:id="rId49"/>
    </p:embeddedFont>
    <p:embeddedFont>
      <p:font typeface="Lexend Medium" panose="00000000000000000000"/>
      <p:regular r:id="rId50"/>
    </p:embeddedFont>
    <p:embeddedFont>
      <p:font typeface="Kalam" panose="02000000000000000000"/>
      <p:regular r:id="rId51"/>
    </p:embeddedFont>
    <p:embeddedFont>
      <p:font typeface="Lexend Light" panose="00000000000000000000"/>
      <p:regular r:id="rId52"/>
    </p:embeddedFont>
  </p:embeddedFontLst>
  <p:custDataLst>
    <p:tags r:id="rId48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3508DF4B-C23B-466D-B6B9-7D6FEEDCB25B}">
  <a:tblStyle styleId="{3508DF4B-C23B-466D-B6B9-7D6FEEDCB25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slide" Target="slides/slide7.xml" /><Relationship Id="rId11" Type="http://schemas.openxmlformats.org/officeDocument/2006/relationships/slide" Target="slides/slide8.xml" /><Relationship Id="rId12" Type="http://schemas.openxmlformats.org/officeDocument/2006/relationships/slide" Target="slides/slide9.xml" /><Relationship Id="rId13" Type="http://schemas.openxmlformats.org/officeDocument/2006/relationships/slide" Target="slides/slide10.xml" /><Relationship Id="rId14" Type="http://schemas.openxmlformats.org/officeDocument/2006/relationships/slide" Target="slides/slide11.xml" /><Relationship Id="rId15" Type="http://schemas.openxmlformats.org/officeDocument/2006/relationships/slide" Target="slides/slide12.xml" /><Relationship Id="rId16" Type="http://schemas.openxmlformats.org/officeDocument/2006/relationships/slide" Target="slides/slide13.xml" /><Relationship Id="rId17" Type="http://schemas.openxmlformats.org/officeDocument/2006/relationships/slide" Target="slides/slide14.xml" /><Relationship Id="rId18" Type="http://schemas.openxmlformats.org/officeDocument/2006/relationships/slide" Target="slides/slide15.xml" /><Relationship Id="rId19" Type="http://schemas.openxmlformats.org/officeDocument/2006/relationships/slide" Target="slides/slide16.xml" /><Relationship Id="rId2" Type="http://schemas.openxmlformats.org/officeDocument/2006/relationships/slideMaster" Target="slideMasters/slideMaster2.xml" /><Relationship Id="rId20" Type="http://schemas.openxmlformats.org/officeDocument/2006/relationships/slide" Target="slides/slide17.xml" /><Relationship Id="rId21" Type="http://schemas.openxmlformats.org/officeDocument/2006/relationships/slide" Target="slides/slide18.xml" /><Relationship Id="rId22" Type="http://schemas.openxmlformats.org/officeDocument/2006/relationships/slide" Target="slides/slide19.xml" /><Relationship Id="rId23" Type="http://schemas.openxmlformats.org/officeDocument/2006/relationships/slide" Target="slides/slide20.xml" /><Relationship Id="rId24" Type="http://schemas.openxmlformats.org/officeDocument/2006/relationships/slide" Target="slides/slide21.xml" /><Relationship Id="rId25" Type="http://schemas.openxmlformats.org/officeDocument/2006/relationships/slide" Target="slides/slide22.xml" /><Relationship Id="rId26" Type="http://schemas.openxmlformats.org/officeDocument/2006/relationships/slide" Target="slides/slide23.xml" /><Relationship Id="rId27" Type="http://schemas.openxmlformats.org/officeDocument/2006/relationships/slide" Target="slides/slide24.xml" /><Relationship Id="rId28" Type="http://schemas.openxmlformats.org/officeDocument/2006/relationships/slide" Target="slides/slide25.xml" /><Relationship Id="rId29" Type="http://schemas.openxmlformats.org/officeDocument/2006/relationships/slide" Target="slides/slide26.xml" /><Relationship Id="rId3" Type="http://schemas.openxmlformats.org/officeDocument/2006/relationships/notesMaster" Target="notesMasters/notesMaster1.xml" /><Relationship Id="rId30" Type="http://schemas.openxmlformats.org/officeDocument/2006/relationships/slide" Target="slides/slide27.xml" /><Relationship Id="rId31" Type="http://schemas.openxmlformats.org/officeDocument/2006/relationships/slide" Target="slides/slide28.xml" /><Relationship Id="rId32" Type="http://schemas.openxmlformats.org/officeDocument/2006/relationships/slide" Target="slides/slide29.xml" /><Relationship Id="rId33" Type="http://schemas.openxmlformats.org/officeDocument/2006/relationships/slide" Target="slides/slide30.xml" /><Relationship Id="rId34" Type="http://schemas.openxmlformats.org/officeDocument/2006/relationships/slide" Target="slides/slide31.xml" /><Relationship Id="rId35" Type="http://schemas.openxmlformats.org/officeDocument/2006/relationships/slide" Target="slides/slide32.xml" /><Relationship Id="rId36" Type="http://schemas.openxmlformats.org/officeDocument/2006/relationships/slide" Target="slides/slide33.xml" /><Relationship Id="rId37" Type="http://schemas.openxmlformats.org/officeDocument/2006/relationships/slide" Target="slides/slide34.xml" /><Relationship Id="rId38" Type="http://schemas.openxmlformats.org/officeDocument/2006/relationships/slide" Target="slides/slide35.xml" /><Relationship Id="rId39" Type="http://schemas.openxmlformats.org/officeDocument/2006/relationships/slide" Target="slides/slide36.xml" /><Relationship Id="rId4" Type="http://schemas.openxmlformats.org/officeDocument/2006/relationships/slide" Target="slides/slide1.xml" /><Relationship Id="rId40" Type="http://schemas.openxmlformats.org/officeDocument/2006/relationships/slide" Target="slides/slide37.xml" /><Relationship Id="rId41" Type="http://schemas.openxmlformats.org/officeDocument/2006/relationships/slide" Target="slides/slide38.xml" /><Relationship Id="rId42" Type="http://schemas.openxmlformats.org/officeDocument/2006/relationships/slide" Target="slides/slide39.xml" /><Relationship Id="rId43" Type="http://schemas.openxmlformats.org/officeDocument/2006/relationships/slide" Target="slides/slide40.xml" /><Relationship Id="rId44" Type="http://schemas.openxmlformats.org/officeDocument/2006/relationships/slide" Target="slides/slide41.xml" /><Relationship Id="rId45" Type="http://schemas.openxmlformats.org/officeDocument/2006/relationships/slide" Target="slides/slide42.xml" /><Relationship Id="rId46" Type="http://schemas.openxmlformats.org/officeDocument/2006/relationships/slide" Target="slides/slide43.xml" /><Relationship Id="rId47" Type="http://schemas.openxmlformats.org/officeDocument/2006/relationships/slide" Target="slides/slide44.xml" /><Relationship Id="rId48" Type="http://schemas.openxmlformats.org/officeDocument/2006/relationships/tags" Target="tags/tag1.xml" /><Relationship Id="rId49" Type="http://schemas.openxmlformats.org/officeDocument/2006/relationships/font" Target="fonts/font1.fntdata" /><Relationship Id="rId5" Type="http://schemas.openxmlformats.org/officeDocument/2006/relationships/slide" Target="slides/slide2.xml" /><Relationship Id="rId50" Type="http://schemas.openxmlformats.org/officeDocument/2006/relationships/font" Target="fonts/font2.fntdata" /><Relationship Id="rId51" Type="http://schemas.openxmlformats.org/officeDocument/2006/relationships/font" Target="fonts/font3.fntdata" /><Relationship Id="rId52" Type="http://schemas.openxmlformats.org/officeDocument/2006/relationships/font" Target="fonts/font4.fntdata" /><Relationship Id="rId53" Type="http://schemas.openxmlformats.org/officeDocument/2006/relationships/presProps" Target="presProps.xml" /><Relationship Id="rId54" Type="http://schemas.openxmlformats.org/officeDocument/2006/relationships/viewProps" Target="viewProps.xml" /><Relationship Id="rId55" Type="http://schemas.openxmlformats.org/officeDocument/2006/relationships/theme" Target="theme/theme1.xml" /><Relationship Id="rId56" Type="http://schemas.openxmlformats.org/officeDocument/2006/relationships/tableStyles" Target="tableStyles.xml" /><Relationship Id="rId6" Type="http://schemas.openxmlformats.org/officeDocument/2006/relationships/slide" Target="slides/slide3.xml" /><Relationship Id="rId7" Type="http://schemas.openxmlformats.org/officeDocument/2006/relationships/slide" Target="slides/slide4.xml" /><Relationship Id="rId8" Type="http://schemas.openxmlformats.org/officeDocument/2006/relationships/slide" Target="slides/slide5.xml" /><Relationship Id="rId9" Type="http://schemas.openxmlformats.org/officeDocument/2006/relationships/slide" Target="slides/slide6.xml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_rels/notesSlide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.xml" /><Relationship Id="rId2" Type="http://schemas.openxmlformats.org/officeDocument/2006/relationships/notesMaster" Target="../notesMasters/notesMaster1.xml" /></Relationships>
</file>

<file path=ppt/notesSlides/_rels/notesSlide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5.xml" /><Relationship Id="rId2" Type="http://schemas.openxmlformats.org/officeDocument/2006/relationships/notesMaster" Target="../notesMasters/notesMaster1.xml" /></Relationships>
</file>

<file path=ppt/notesSlides/_rels/notesSlide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6.xml" /><Relationship Id="rId2" Type="http://schemas.openxmlformats.org/officeDocument/2006/relationships/notesMaster" Target="../notesMasters/notesMaster1.xml" /></Relationships>
</file>

<file path=ppt/notesSlides/_rels/notesSlide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7.xml" /><Relationship Id="rId2" Type="http://schemas.openxmlformats.org/officeDocument/2006/relationships/notesMaster" Target="../notesMasters/notesMaster1.xml" /></Relationships>
</file>

<file path=ppt/notesSlides/_rels/notesSlide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8.xml" /><Relationship Id="rId2" Type="http://schemas.openxmlformats.org/officeDocument/2006/relationships/notesMaster" Target="../notesMasters/notesMaster1.xml" /></Relationships>
</file>

<file path=ppt/notesSlides/_rels/notesSlide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9.xml" /><Relationship Id="rId2" Type="http://schemas.openxmlformats.org/officeDocument/2006/relationships/notesMaster" Target="../notesMasters/notesMaster1.xml" /></Relationships>
</file>

<file path=ppt/notesSlides/_rels/notesSlide1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0.xml" /><Relationship Id="rId2" Type="http://schemas.openxmlformats.org/officeDocument/2006/relationships/notesMaster" Target="../notesMasters/notesMaster1.xml" /></Relationships>
</file>

<file path=ppt/notesSlides/_rels/notesSlide1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1.xml" /><Relationship Id="rId2" Type="http://schemas.openxmlformats.org/officeDocument/2006/relationships/notesMaster" Target="../notesMasters/notesMaster1.xml" /></Relationships>
</file>

<file path=ppt/notesSlides/_rels/notesSlide1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2.xml" /><Relationship Id="rId2" Type="http://schemas.openxmlformats.org/officeDocument/2006/relationships/notesMaster" Target="../notesMasters/notesMaster1.xml" /></Relationships>
</file>

<file path=ppt/notesSlides/_rels/notesSlide1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3.xml" /><Relationship Id="rId2" Type="http://schemas.openxmlformats.org/officeDocument/2006/relationships/notesMaster" Target="../notesMasters/notesMaster1.xml" /></Relationships>
</file>

<file path=ppt/notesSlides/_rels/notesSlide1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4.xml" /><Relationship Id="rId2" Type="http://schemas.openxmlformats.org/officeDocument/2006/relationships/notesMaster" Target="../notesMasters/notesMaster1.xml" /></Relationships>
</file>

<file path=ppt/notesSlides/_rels/notesSlide1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5.xml" /><Relationship Id="rId2" Type="http://schemas.openxmlformats.org/officeDocument/2006/relationships/notesMaster" Target="../notesMasters/notesMaster1.xml" /></Relationships>
</file>

<file path=ppt/notesSlides/_rels/notesSlide1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6.xml" /><Relationship Id="rId2" Type="http://schemas.openxmlformats.org/officeDocument/2006/relationships/notesMaster" Target="../notesMasters/notesMaster1.xml" /></Relationships>
</file>

<file path=ppt/notesSlides/_rels/notesSlide1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7.xml" /><Relationship Id="rId2" Type="http://schemas.openxmlformats.org/officeDocument/2006/relationships/notesMaster" Target="../notesMasters/notesMaster1.xml" /></Relationships>
</file>

<file path=ppt/notesSlides/_rels/notesSlide1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8.xml" /><Relationship Id="rId2" Type="http://schemas.openxmlformats.org/officeDocument/2006/relationships/notesMaster" Target="../notesMasters/notesMaster1.xml" /></Relationships>
</file>

<file path=ppt/notesSlides/_rels/notesSlide1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9.xml" /><Relationship Id="rId2" Type="http://schemas.openxmlformats.org/officeDocument/2006/relationships/notesMaster" Target="../notesMasters/notesMaster1.xml" /></Relationships>
</file>

<file path=ppt/notesSlides/_rels/notesSlide2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0.xml" /><Relationship Id="rId2" Type="http://schemas.openxmlformats.org/officeDocument/2006/relationships/notesMaster" Target="../notesMasters/notesMaster1.xml" /></Relationships>
</file>

<file path=ppt/notesSlides/_rels/notesSlide2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1.xml" /><Relationship Id="rId2" Type="http://schemas.openxmlformats.org/officeDocument/2006/relationships/notesMaster" Target="../notesMasters/notesMaster1.xml" /></Relationships>
</file>

<file path=ppt/notesSlides/_rels/notesSlide2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2.xml" /><Relationship Id="rId2" Type="http://schemas.openxmlformats.org/officeDocument/2006/relationships/notesMaster" Target="../notesMasters/notesMaster1.xml" /></Relationships>
</file>

<file path=ppt/notesSlides/_rels/notesSlide2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3.xml" /><Relationship Id="rId2" Type="http://schemas.openxmlformats.org/officeDocument/2006/relationships/notesMaster" Target="../notesMasters/notesMaster1.xml" /></Relationships>
</file>

<file path=ppt/notesSlides/_rels/notesSlide2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4.xml" /><Relationship Id="rId2" Type="http://schemas.openxmlformats.org/officeDocument/2006/relationships/notesMaster" Target="../notesMasters/notesMaster1.xml" /></Relationships>
</file>

<file path=ppt/notesSlides/_rels/notesSlide2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5.xml" /><Relationship Id="rId2" Type="http://schemas.openxmlformats.org/officeDocument/2006/relationships/notesMaster" Target="../notesMasters/notesMaster1.xml" /></Relationships>
</file>

<file path=ppt/notesSlides/_rels/notesSlide2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6.xml" /><Relationship Id="rId2" Type="http://schemas.openxmlformats.org/officeDocument/2006/relationships/notesMaster" Target="../notesMasters/notesMaster1.xml" /></Relationships>
</file>

<file path=ppt/notesSlides/_rels/notesSlide2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7.xml" /><Relationship Id="rId2" Type="http://schemas.openxmlformats.org/officeDocument/2006/relationships/notesMaster" Target="../notesMasters/notesMaster1.xml" /></Relationships>
</file>

<file path=ppt/notesSlides/_rels/notesSlide2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8.xml" /><Relationship Id="rId2" Type="http://schemas.openxmlformats.org/officeDocument/2006/relationships/notesMaster" Target="../notesMasters/notesMaster1.xml" /></Relationships>
</file>

<file path=ppt/notesSlides/_rels/notesSlide2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9.xml" /><Relationship Id="rId2" Type="http://schemas.openxmlformats.org/officeDocument/2006/relationships/notesMaster" Target="../notesMasters/notesMaster1.xml" /></Relationships>
</file>

<file path=ppt/notesSlides/_rels/notesSlide3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0.xml" /><Relationship Id="rId2" Type="http://schemas.openxmlformats.org/officeDocument/2006/relationships/notesMaster" Target="../notesMasters/notesMaster1.xml" /></Relationships>
</file>

<file path=ppt/notesSlides/_rels/notesSlide3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1.xml" /><Relationship Id="rId2" Type="http://schemas.openxmlformats.org/officeDocument/2006/relationships/notesMaster" Target="../notesMasters/notesMaster1.xml" /></Relationships>
</file>

<file path=ppt/notesSlides/_rels/notesSlide3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2.xml" /><Relationship Id="rId2" Type="http://schemas.openxmlformats.org/officeDocument/2006/relationships/notesMaster" Target="../notesMasters/notesMaster1.xml" /></Relationships>
</file>

<file path=ppt/notesSlides/_rels/notesSlide3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3.xml" /><Relationship Id="rId2" Type="http://schemas.openxmlformats.org/officeDocument/2006/relationships/notesMaster" Target="../notesMasters/notesMaster1.xml" /></Relationships>
</file>

<file path=ppt/notesSlides/_rels/notesSlide3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4.xml" /><Relationship Id="rId2" Type="http://schemas.openxmlformats.org/officeDocument/2006/relationships/notesMaster" Target="../notesMasters/notesMaster1.xml" /></Relationships>
</file>

<file path=ppt/notesSlides/_rels/notesSlide3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5.xml" /><Relationship Id="rId2" Type="http://schemas.openxmlformats.org/officeDocument/2006/relationships/notesMaster" Target="../notesMasters/notesMaster1.xml" /></Relationships>
</file>

<file path=ppt/notesSlides/_rels/notesSlide3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6.xml" /><Relationship Id="rId2" Type="http://schemas.openxmlformats.org/officeDocument/2006/relationships/notesMaster" Target="../notesMasters/notesMaster1.xml" /></Relationships>
</file>

<file path=ppt/notesSlides/_rels/notesSlide3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7.xml" /><Relationship Id="rId2" Type="http://schemas.openxmlformats.org/officeDocument/2006/relationships/notesMaster" Target="../notesMasters/notesMaster1.xml" /></Relationships>
</file>

<file path=ppt/notesSlides/_rels/notesSlide3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8.xml" /><Relationship Id="rId2" Type="http://schemas.openxmlformats.org/officeDocument/2006/relationships/notesMaster" Target="../notesMasters/notesMaster1.xml" /></Relationships>
</file>

<file path=ppt/notesSlides/_rels/notesSlide3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9.xml" /><Relationship Id="rId2" Type="http://schemas.openxmlformats.org/officeDocument/2006/relationships/notesMaster" Target="../notesMasters/notesMaster1.xml" /></Relationships>
</file>

<file path=ppt/notesSlides/_rels/notesSlide4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0.xml" /><Relationship Id="rId2" Type="http://schemas.openxmlformats.org/officeDocument/2006/relationships/notesMaster" Target="../notesMasters/notesMaster1.xml" /></Relationships>
</file>

<file path=ppt/notesSlides/_rels/notesSlide4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1.xml" /><Relationship Id="rId2" Type="http://schemas.openxmlformats.org/officeDocument/2006/relationships/notesMaster" Target="../notesMasters/notesMaster1.xml" /></Relationships>
</file>

<file path=ppt/notesSlides/_rels/notesSlide4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2.xml" /><Relationship Id="rId2" Type="http://schemas.openxmlformats.org/officeDocument/2006/relationships/notesMaster" Target="../notesMasters/notesMaster1.xml" /></Relationships>
</file>

<file path=ppt/notesSlides/_rels/notesSlide4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3.xml" /><Relationship Id="rId2" Type="http://schemas.openxmlformats.org/officeDocument/2006/relationships/notesMaster" Target="../notesMasters/notesMaster1.xml" /></Relationships>
</file>

<file path=ppt/notesSlides/_rels/notesSlide4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4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484" name="Shape 1484"/>
        <p:cNvGrpSpPr/>
        <p:nvPr/>
      </p:nvGrpSpPr>
      <p:grpSpPr>
        <a:xfrm>
          <a:off x="0" y="0"/>
          <a:ext cx="0" cy="0"/>
        </a:xfrm>
      </p:grpSpPr>
      <p:sp>
        <p:nvSpPr>
          <p:cNvPr id="1485" name="Google Shape;1485;g279955a40ae_0_83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6" name="Google Shape;1486;g279955a40ae_0_83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490" name="Shape 1490"/>
        <p:cNvGrpSpPr/>
        <p:nvPr/>
      </p:nvGrpSpPr>
      <p:grpSpPr>
        <a:xfrm>
          <a:off x="0" y="0"/>
          <a:ext cx="0" cy="0"/>
        </a:xfrm>
      </p:grpSpPr>
      <p:sp>
        <p:nvSpPr>
          <p:cNvPr id="1491" name="Google Shape;1491;g279955a40ae_0_83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2" name="Google Shape;1492;g279955a40ae_0_83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495" name="Shape 1495"/>
        <p:cNvGrpSpPr/>
        <p:nvPr/>
      </p:nvGrpSpPr>
      <p:grpSpPr>
        <a:xfrm>
          <a:off x="0" y="0"/>
          <a:ext cx="0" cy="0"/>
        </a:xfrm>
      </p:grpSpPr>
      <p:sp>
        <p:nvSpPr>
          <p:cNvPr id="1496" name="Google Shape;1496;g279955a40ae_0_84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7" name="Google Shape;1497;g279955a40ae_0_84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00" name="Shape 1500"/>
        <p:cNvGrpSpPr/>
        <p:nvPr/>
      </p:nvGrpSpPr>
      <p:grpSpPr>
        <a:xfrm>
          <a:off x="0" y="0"/>
          <a:ext cx="0" cy="0"/>
        </a:xfrm>
      </p:grpSpPr>
      <p:sp>
        <p:nvSpPr>
          <p:cNvPr id="1501" name="Google Shape;1501;g2b0fcfda679_0_75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2" name="Google Shape;1502;g2b0fcfda679_0_75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06" name="Shape 1506"/>
        <p:cNvGrpSpPr/>
        <p:nvPr/>
      </p:nvGrpSpPr>
      <p:grpSpPr>
        <a:xfrm>
          <a:off x="0" y="0"/>
          <a:ext cx="0" cy="0"/>
        </a:xfrm>
      </p:grpSpPr>
      <p:sp>
        <p:nvSpPr>
          <p:cNvPr id="1507" name="Google Shape;1507;g2b0fcfda679_0_149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8" name="Google Shape;1508;g2b0fcfda679_0_149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14" name="Shape 1514"/>
        <p:cNvGrpSpPr/>
        <p:nvPr/>
      </p:nvGrpSpPr>
      <p:grpSpPr>
        <a:xfrm>
          <a:off x="0" y="0"/>
          <a:ext cx="0" cy="0"/>
        </a:xfrm>
      </p:grpSpPr>
      <p:sp>
        <p:nvSpPr>
          <p:cNvPr id="1515" name="Google Shape;1515;g2b244622b5a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6" name="Google Shape;1516;g2b244622b5a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32" name="Shape 1532"/>
        <p:cNvGrpSpPr/>
        <p:nvPr/>
      </p:nvGrpSpPr>
      <p:grpSpPr>
        <a:xfrm>
          <a:off x="0" y="0"/>
          <a:ext cx="0" cy="0"/>
        </a:xfrm>
      </p:grpSpPr>
      <p:sp>
        <p:nvSpPr>
          <p:cNvPr id="1533" name="Google Shape;1533;g2b42cbf377c_0_7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4" name="Google Shape;1534;g2b42cbf377c_0_7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1" name="Shape 1551"/>
        <p:cNvGrpSpPr/>
        <p:nvPr/>
      </p:nvGrpSpPr>
      <p:grpSpPr>
        <a:xfrm>
          <a:off x="0" y="0"/>
          <a:ext cx="0" cy="0"/>
        </a:xfrm>
      </p:grpSpPr>
      <p:sp>
        <p:nvSpPr>
          <p:cNvPr id="1552" name="Google Shape;1552;g2b244622b5a_0_2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3" name="Google Shape;1553;g2b244622b5a_0_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71" name="Shape 1571"/>
        <p:cNvGrpSpPr/>
        <p:nvPr/>
      </p:nvGrpSpPr>
      <p:grpSpPr>
        <a:xfrm>
          <a:off x="0" y="0"/>
          <a:ext cx="0" cy="0"/>
        </a:xfrm>
      </p:grpSpPr>
      <p:sp>
        <p:nvSpPr>
          <p:cNvPr id="1572" name="Google Shape;1572;g2b244622b5a_0_4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3" name="Google Shape;1573;g2b244622b5a_0_4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92" name="Shape 1592"/>
        <p:cNvGrpSpPr/>
        <p:nvPr/>
      </p:nvGrpSpPr>
      <p:grpSpPr>
        <a:xfrm>
          <a:off x="0" y="0"/>
          <a:ext cx="0" cy="0"/>
        </a:xfrm>
      </p:grpSpPr>
      <p:sp>
        <p:nvSpPr>
          <p:cNvPr id="1593" name="Google Shape;1593;g2b37bfa252d_0_1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4" name="Google Shape;1594;g2b37bfa252d_0_1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10" name="Shape 1610"/>
        <p:cNvGrpSpPr/>
        <p:nvPr/>
      </p:nvGrpSpPr>
      <p:grpSpPr>
        <a:xfrm>
          <a:off x="0" y="0"/>
          <a:ext cx="0" cy="0"/>
        </a:xfrm>
      </p:grpSpPr>
      <p:sp>
        <p:nvSpPr>
          <p:cNvPr id="1611" name="Google Shape;1611;g2b42cbf377c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2" name="Google Shape;1612;g2b42cbf377c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28" name="Shape 1628"/>
        <p:cNvGrpSpPr/>
        <p:nvPr/>
      </p:nvGrpSpPr>
      <p:grpSpPr>
        <a:xfrm>
          <a:off x="0" y="0"/>
          <a:ext cx="0" cy="0"/>
        </a:xfrm>
      </p:grpSpPr>
      <p:sp>
        <p:nvSpPr>
          <p:cNvPr id="1629" name="Google Shape;1629;g2b244622b5a_0_6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0" name="Google Shape;1630;g2b244622b5a_0_6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37" name="Shape 1637"/>
        <p:cNvGrpSpPr/>
        <p:nvPr/>
      </p:nvGrpSpPr>
      <p:grpSpPr>
        <a:xfrm>
          <a:off x="0" y="0"/>
          <a:ext cx="0" cy="0"/>
        </a:xfrm>
      </p:grpSpPr>
      <p:sp>
        <p:nvSpPr>
          <p:cNvPr id="1638" name="Google Shape;1638;g2b244622b5a_0_96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9" name="Google Shape;1639;g2b244622b5a_0_96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55" name="Shape 1655"/>
        <p:cNvGrpSpPr/>
        <p:nvPr/>
      </p:nvGrpSpPr>
      <p:grpSpPr>
        <a:xfrm>
          <a:off x="0" y="0"/>
          <a:ext cx="0" cy="0"/>
        </a:xfrm>
      </p:grpSpPr>
      <p:sp>
        <p:nvSpPr>
          <p:cNvPr id="1656" name="Google Shape;1656;g2b244622b5a_0_99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7" name="Google Shape;1657;g2b244622b5a_0_99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3" name="Shape 1673"/>
        <p:cNvGrpSpPr/>
        <p:nvPr/>
      </p:nvGrpSpPr>
      <p:grpSpPr>
        <a:xfrm>
          <a:off x="0" y="0"/>
          <a:ext cx="0" cy="0"/>
        </a:xfrm>
      </p:grpSpPr>
      <p:sp>
        <p:nvSpPr>
          <p:cNvPr id="1674" name="Google Shape;1674;g2b244622b5a_0_116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5" name="Google Shape;1675;g2b244622b5a_0_116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89" name="Shape 1689"/>
        <p:cNvGrpSpPr/>
        <p:nvPr/>
      </p:nvGrpSpPr>
      <p:grpSpPr>
        <a:xfrm>
          <a:off x="0" y="0"/>
          <a:ext cx="0" cy="0"/>
        </a:xfrm>
      </p:grpSpPr>
      <p:sp>
        <p:nvSpPr>
          <p:cNvPr id="1690" name="Google Shape;1690;g2b244622b5a_0_189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1" name="Google Shape;1691;g2b244622b5a_0_189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713" name="Shape 1713"/>
        <p:cNvGrpSpPr/>
        <p:nvPr/>
      </p:nvGrpSpPr>
      <p:grpSpPr>
        <a:xfrm>
          <a:off x="0" y="0"/>
          <a:ext cx="0" cy="0"/>
        </a:xfrm>
      </p:grpSpPr>
      <p:sp>
        <p:nvSpPr>
          <p:cNvPr id="1714" name="Google Shape;1714;g2b244622b5a_0_191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5" name="Google Shape;1715;g2b244622b5a_0_191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738" name="Shape 1738"/>
        <p:cNvGrpSpPr/>
        <p:nvPr/>
      </p:nvGrpSpPr>
      <p:grpSpPr>
        <a:xfrm>
          <a:off x="0" y="0"/>
          <a:ext cx="0" cy="0"/>
        </a:xfrm>
      </p:grpSpPr>
      <p:sp>
        <p:nvSpPr>
          <p:cNvPr id="1739" name="Google Shape;1739;g2b244622b5a_0_195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0" name="Google Shape;1740;g2b244622b5a_0_195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763" name="Shape 1763"/>
        <p:cNvGrpSpPr/>
        <p:nvPr/>
      </p:nvGrpSpPr>
      <p:grpSpPr>
        <a:xfrm>
          <a:off x="0" y="0"/>
          <a:ext cx="0" cy="0"/>
        </a:xfrm>
      </p:grpSpPr>
      <p:sp>
        <p:nvSpPr>
          <p:cNvPr id="1764" name="Google Shape;1764;g2b244622b5a_0_197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5" name="Google Shape;1765;g2b244622b5a_0_197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790" name="Shape 1790"/>
        <p:cNvGrpSpPr/>
        <p:nvPr/>
      </p:nvGrpSpPr>
      <p:grpSpPr>
        <a:xfrm>
          <a:off x="0" y="0"/>
          <a:ext cx="0" cy="0"/>
        </a:xfrm>
      </p:grpSpPr>
      <p:sp>
        <p:nvSpPr>
          <p:cNvPr id="1791" name="Google Shape;1791;g2b244622b5a_0_203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2" name="Google Shape;1792;g2b244622b5a_0_203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07" name="Shape 1807"/>
        <p:cNvGrpSpPr/>
        <p:nvPr/>
      </p:nvGrpSpPr>
      <p:grpSpPr>
        <a:xfrm>
          <a:off x="0" y="0"/>
          <a:ext cx="0" cy="0"/>
        </a:xfrm>
      </p:grpSpPr>
      <p:sp>
        <p:nvSpPr>
          <p:cNvPr id="1808" name="Google Shape;1808;g2b0fcfda679_0_152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9" name="Google Shape;1809;g2b0fcfda679_0_15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43" name="Shape 1843"/>
        <p:cNvGrpSpPr/>
        <p:nvPr/>
      </p:nvGrpSpPr>
      <p:grpSpPr>
        <a:xfrm>
          <a:off x="0" y="0"/>
          <a:ext cx="0" cy="0"/>
        </a:xfrm>
      </p:grpSpPr>
      <p:sp>
        <p:nvSpPr>
          <p:cNvPr id="1844" name="Google Shape;1844;g2b244622b5a_0_118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5" name="Google Shape;1845;g2b244622b5a_0_118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77" name="Shape 1877"/>
        <p:cNvGrpSpPr/>
        <p:nvPr/>
      </p:nvGrpSpPr>
      <p:grpSpPr>
        <a:xfrm>
          <a:off x="0" y="0"/>
          <a:ext cx="0" cy="0"/>
        </a:xfrm>
      </p:grpSpPr>
      <p:sp>
        <p:nvSpPr>
          <p:cNvPr id="1878" name="Google Shape;1878;g2b244622b5a_0_107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9" name="Google Shape;1879;g2b244622b5a_0_107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900" name="Shape 1900"/>
        <p:cNvGrpSpPr/>
        <p:nvPr/>
      </p:nvGrpSpPr>
      <p:grpSpPr>
        <a:xfrm>
          <a:off x="0" y="0"/>
          <a:ext cx="0" cy="0"/>
        </a:xfrm>
      </p:grpSpPr>
      <p:sp>
        <p:nvSpPr>
          <p:cNvPr id="1901" name="Google Shape;1901;g2b0fcfda679_0_154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2" name="Google Shape;1902;g2b0fcfda679_0_154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916" name="Shape 1916"/>
        <p:cNvGrpSpPr/>
        <p:nvPr/>
      </p:nvGrpSpPr>
      <p:grpSpPr>
        <a:xfrm>
          <a:off x="0" y="0"/>
          <a:ext cx="0" cy="0"/>
        </a:xfrm>
      </p:grpSpPr>
      <p:sp>
        <p:nvSpPr>
          <p:cNvPr id="1917" name="Google Shape;1917;g2b244622b5a_0_124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8" name="Google Shape;1918;g2b244622b5a_0_124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937" name="Shape 1937"/>
        <p:cNvGrpSpPr/>
        <p:nvPr/>
      </p:nvGrpSpPr>
      <p:grpSpPr>
        <a:xfrm>
          <a:off x="0" y="0"/>
          <a:ext cx="0" cy="0"/>
        </a:xfrm>
      </p:grpSpPr>
      <p:sp>
        <p:nvSpPr>
          <p:cNvPr id="1938" name="Google Shape;1938;g2b244622b5a_0_139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9" name="Google Shape;1939;g2b244622b5a_0_139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989" name="Shape 1989"/>
        <p:cNvGrpSpPr/>
        <p:nvPr/>
      </p:nvGrpSpPr>
      <p:grpSpPr>
        <a:xfrm>
          <a:off x="0" y="0"/>
          <a:ext cx="0" cy="0"/>
        </a:xfrm>
      </p:grpSpPr>
      <p:sp>
        <p:nvSpPr>
          <p:cNvPr id="1990" name="Google Shape;1990;g2b244622b5a_0_126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1" name="Google Shape;1991;g2b244622b5a_0_126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007" name="Shape 2007"/>
        <p:cNvGrpSpPr/>
        <p:nvPr/>
      </p:nvGrpSpPr>
      <p:grpSpPr>
        <a:xfrm>
          <a:off x="0" y="0"/>
          <a:ext cx="0" cy="0"/>
        </a:xfrm>
      </p:grpSpPr>
      <p:sp>
        <p:nvSpPr>
          <p:cNvPr id="2008" name="Google Shape;2008;g2b244622b5a_0_145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9" name="Google Shape;2009;g2b244622b5a_0_145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037" name="Shape 2037"/>
        <p:cNvGrpSpPr/>
        <p:nvPr/>
      </p:nvGrpSpPr>
      <p:grpSpPr>
        <a:xfrm>
          <a:off x="0" y="0"/>
          <a:ext cx="0" cy="0"/>
        </a:xfrm>
      </p:grpSpPr>
      <p:sp>
        <p:nvSpPr>
          <p:cNvPr id="2038" name="Google Shape;2038;g2b244622b5a_0_167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9" name="Google Shape;2039;g2b244622b5a_0_167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064" name="Shape 2064"/>
        <p:cNvGrpSpPr/>
        <p:nvPr/>
      </p:nvGrpSpPr>
      <p:grpSpPr>
        <a:xfrm>
          <a:off x="0" y="0"/>
          <a:ext cx="0" cy="0"/>
        </a:xfrm>
      </p:grpSpPr>
      <p:sp>
        <p:nvSpPr>
          <p:cNvPr id="2065" name="Google Shape;2065;g2b244622b5a_0_171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6" name="Google Shape;2066;g2b244622b5a_0_171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087" name="Shape 2087"/>
        <p:cNvGrpSpPr/>
        <p:nvPr/>
      </p:nvGrpSpPr>
      <p:grpSpPr>
        <a:xfrm>
          <a:off x="0" y="0"/>
          <a:ext cx="0" cy="0"/>
        </a:xfrm>
      </p:grpSpPr>
      <p:sp>
        <p:nvSpPr>
          <p:cNvPr id="2088" name="Google Shape;2088;g2b244622b5a_0_175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9" name="Google Shape;2089;g2b244622b5a_0_175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114" name="Shape 2114"/>
        <p:cNvGrpSpPr/>
        <p:nvPr/>
      </p:nvGrpSpPr>
      <p:grpSpPr>
        <a:xfrm>
          <a:off x="0" y="0"/>
          <a:ext cx="0" cy="0"/>
        </a:xfrm>
      </p:grpSpPr>
      <p:sp>
        <p:nvSpPr>
          <p:cNvPr id="2115" name="Google Shape;2115;g2b244622b5a_0_128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6" name="Google Shape;2116;g2b244622b5a_0_128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132" name="Shape 2132"/>
        <p:cNvGrpSpPr/>
        <p:nvPr/>
      </p:nvGrpSpPr>
      <p:grpSpPr>
        <a:xfrm>
          <a:off x="0" y="0"/>
          <a:ext cx="0" cy="0"/>
        </a:xfrm>
      </p:grpSpPr>
      <p:sp>
        <p:nvSpPr>
          <p:cNvPr id="2133" name="Google Shape;2133;g2b0fcfda679_0_151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4" name="Google Shape;2134;g2b0fcfda679_0_151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140" name="Shape 2140"/>
        <p:cNvGrpSpPr/>
        <p:nvPr/>
      </p:nvGrpSpPr>
      <p:grpSpPr>
        <a:xfrm>
          <a:off x="0" y="0"/>
          <a:ext cx="0" cy="0"/>
        </a:xfrm>
      </p:grpSpPr>
      <p:sp>
        <p:nvSpPr>
          <p:cNvPr id="2141" name="Google Shape;2141;g2b0fcfda679_0_154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2" name="Google Shape;2142;g2b0fcfda679_0_154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160" name="Shape 2160"/>
        <p:cNvGrpSpPr/>
        <p:nvPr/>
      </p:nvGrpSpPr>
      <p:grpSpPr>
        <a:xfrm>
          <a:off x="0" y="0"/>
          <a:ext cx="0" cy="0"/>
        </a:xfrm>
      </p:grpSpPr>
      <p:sp>
        <p:nvSpPr>
          <p:cNvPr id="2161" name="Google Shape;2161;g2b0fcfda679_0_155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2" name="Google Shape;2162;g2b0fcfda679_0_155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168" name="Shape 2168"/>
        <p:cNvGrpSpPr/>
        <p:nvPr/>
      </p:nvGrpSpPr>
      <p:grpSpPr>
        <a:xfrm>
          <a:off x="0" y="0"/>
          <a:ext cx="0" cy="0"/>
        </a:xfrm>
      </p:grpSpPr>
      <p:sp>
        <p:nvSpPr>
          <p:cNvPr id="2169" name="Google Shape;2169;g2b244622b5a_0_136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0" name="Google Shape;2170;g2b244622b5a_0_136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178" name="Shape 2178"/>
        <p:cNvGrpSpPr/>
        <p:nvPr/>
      </p:nvGrpSpPr>
      <p:grpSpPr>
        <a:xfrm>
          <a:off x="0" y="0"/>
          <a:ext cx="0" cy="0"/>
        </a:xfrm>
      </p:grpSpPr>
      <p:sp>
        <p:nvSpPr>
          <p:cNvPr id="2179" name="Google Shape;2179;g2b0fcfda679_0_155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0" name="Google Shape;2180;g2b0fcfda679_0_155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186" name="Shape 2186"/>
        <p:cNvGrpSpPr/>
        <p:nvPr/>
      </p:nvGrpSpPr>
      <p:grpSpPr>
        <a:xfrm>
          <a:off x="0" y="0"/>
          <a:ext cx="0" cy="0"/>
        </a:xfrm>
      </p:grpSpPr>
      <p:sp>
        <p:nvSpPr>
          <p:cNvPr id="2187" name="Google Shape;2187;g2b0fcfda679_0_156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8" name="Google Shape;2188;g2b0fcfda679_0_156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192" name="Shape 2192"/>
        <p:cNvGrpSpPr/>
        <p:nvPr/>
      </p:nvGrpSpPr>
      <p:grpSpPr>
        <a:xfrm>
          <a:off x="0" y="0"/>
          <a:ext cx="0" cy="0"/>
        </a:xfrm>
      </p:grpSpPr>
      <p:sp>
        <p:nvSpPr>
          <p:cNvPr id="2193" name="Google Shape;2193;g2b42cbea5bc_0_1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4" name="Google Shape;2194;g2b42cbea5bc_0_1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198" name="Shape 2198"/>
        <p:cNvGrpSpPr/>
        <p:nvPr/>
      </p:nvGrpSpPr>
      <p:grpSpPr>
        <a:xfrm>
          <a:off x="0" y="0"/>
          <a:ext cx="0" cy="0"/>
        </a:xfrm>
      </p:grpSpPr>
      <p:sp>
        <p:nvSpPr>
          <p:cNvPr id="2199" name="Google Shape;2199;g2b244622b5a_0_137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0" name="Google Shape;2200;g2b244622b5a_0_137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214" name="Shape 2214"/>
        <p:cNvGrpSpPr/>
        <p:nvPr/>
      </p:nvGrpSpPr>
      <p:grpSpPr>
        <a:xfrm>
          <a:off x="0" y="0"/>
          <a:ext cx="0" cy="0"/>
        </a:xfrm>
      </p:grpSpPr>
      <p:sp>
        <p:nvSpPr>
          <p:cNvPr id="2215" name="Google Shape;2215;g2b42cbea5bc_0_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6" name="Google Shape;2216;g2b42cbea5bc_0_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220" name="Shape 2220"/>
        <p:cNvGrpSpPr/>
        <p:nvPr/>
      </p:nvGrpSpPr>
      <p:grpSpPr>
        <a:xfrm>
          <a:off x="0" y="0"/>
          <a:ext cx="0" cy="0"/>
        </a:xfrm>
      </p:grpSpPr>
      <p:sp>
        <p:nvSpPr>
          <p:cNvPr id="2221" name="Google Shape;2221;g2b42cbea5bc_0_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2" name="Google Shape;2222;g2b42cbea5bc_0_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226" name="Shape 2226"/>
        <p:cNvGrpSpPr/>
        <p:nvPr/>
      </p:nvGrpSpPr>
      <p:grpSpPr>
        <a:xfrm>
          <a:off x="0" y="0"/>
          <a:ext cx="0" cy="0"/>
        </a:xfrm>
      </p:grpSpPr>
      <p:sp>
        <p:nvSpPr>
          <p:cNvPr id="2227" name="Google Shape;2227;g279955a40ae_0_84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8" name="Google Shape;2228;g279955a40ae_0_84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232" name="Shape 2232"/>
        <p:cNvGrpSpPr/>
        <p:nvPr/>
      </p:nvGrpSpPr>
      <p:grpSpPr>
        <a:xfrm>
          <a:off x="0" y="0"/>
          <a:ext cx="0" cy="0"/>
        </a:xfrm>
      </p:grpSpPr>
      <p:sp>
        <p:nvSpPr>
          <p:cNvPr id="2233" name="Google Shape;2233;g279955a40ae_0_85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4" name="Google Shape;2234;g279955a40ae_0_85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6.png" /><Relationship Id="rId4" Type="http://schemas.openxmlformats.org/officeDocument/2006/relationships/image" Target="../media/image7.png" /><Relationship Id="rId5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8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.png" /><Relationship Id="rId2" Type="http://schemas.openxmlformats.org/officeDocument/2006/relationships/image" Target="../media/image1.png" /><Relationship Id="rId3" Type="http://schemas.openxmlformats.org/officeDocument/2006/relationships/image" Target="../media/image9.png" /><Relationship Id="rId4" Type="http://schemas.openxmlformats.org/officeDocument/2006/relationships/image" Target="../media/image10.png" /><Relationship Id="rId5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1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12.png" /><Relationship Id="rId4" Type="http://schemas.openxmlformats.org/officeDocument/2006/relationships/image" Target="../media/image13.png" /><Relationship Id="rId5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4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6.png" /><Relationship Id="rId2" Type="http://schemas.openxmlformats.org/officeDocument/2006/relationships/image" Target="../media/image17.png" /><Relationship Id="rId3" Type="http://schemas.openxmlformats.org/officeDocument/2006/relationships/image" Target="../media/image18.png" /><Relationship Id="rId4" Type="http://schemas.openxmlformats.org/officeDocument/2006/relationships/image" Target="../media/image19.png" /><Relationship Id="rId5" Type="http://schemas.openxmlformats.org/officeDocument/2006/relationships/image" Target="../media/image20.png" /><Relationship Id="rId6" Type="http://schemas.openxmlformats.org/officeDocument/2006/relationships/image" Target="../media/image21.png" /><Relationship Id="rId7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3.png" /><Relationship Id="rId2" Type="http://schemas.openxmlformats.org/officeDocument/2006/relationships/image" Target="../media/image24.png" /><Relationship Id="rId3" Type="http://schemas.openxmlformats.org/officeDocument/2006/relationships/image" Target="../media/image25.png" /><Relationship Id="rId4" Type="http://schemas.openxmlformats.org/officeDocument/2006/relationships/image" Target="../media/image26.png" /><Relationship Id="rId5" Type="http://schemas.openxmlformats.org/officeDocument/2006/relationships/image" Target="../media/image27.png" /><Relationship Id="rId6" Type="http://schemas.openxmlformats.org/officeDocument/2006/relationships/image" Target="../media/image22.png" /><Relationship Id="rId7" Type="http://schemas.openxmlformats.org/officeDocument/2006/relationships/slideMaster" Target="../slideMasters/slideMaster1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2" Type="http://schemas.openxmlformats.org/officeDocument/2006/relationships/image" Target="../media/image25.png" /><Relationship Id="rId3" Type="http://schemas.openxmlformats.org/officeDocument/2006/relationships/image" Target="../media/image23.png" /><Relationship Id="rId4" Type="http://schemas.openxmlformats.org/officeDocument/2006/relationships/image" Target="../media/image24.png" /><Relationship Id="rId5" Type="http://schemas.openxmlformats.org/officeDocument/2006/relationships/image" Target="../media/image29.png" /><Relationship Id="rId6" Type="http://schemas.openxmlformats.org/officeDocument/2006/relationships/image" Target="../media/image26.png" /><Relationship Id="rId7" Type="http://schemas.openxmlformats.org/officeDocument/2006/relationships/image" Target="../media/image27.png" /><Relationship Id="rId8" Type="http://schemas.openxmlformats.org/officeDocument/2006/relationships/image" Target="../media/image22.png" /><Relationship Id="rId9" Type="http://schemas.openxmlformats.org/officeDocument/2006/relationships/slideMaster" Target="../slideMasters/slideMaster1.xml" /></Relationships>
</file>

<file path=ppt/slideLayouts/_rels/slideLayout1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10" Type="http://schemas.openxmlformats.org/officeDocument/2006/relationships/image" Target="../media/image22.png" /><Relationship Id="rId11" Type="http://schemas.openxmlformats.org/officeDocument/2006/relationships/slideMaster" Target="../slideMasters/slideMaster1.xml" /><Relationship Id="rId2" Type="http://schemas.openxmlformats.org/officeDocument/2006/relationships/image" Target="../media/image25.png" /><Relationship Id="rId3" Type="http://schemas.openxmlformats.org/officeDocument/2006/relationships/image" Target="../media/image30.png" /><Relationship Id="rId4" Type="http://schemas.openxmlformats.org/officeDocument/2006/relationships/image" Target="../media/image23.png" /><Relationship Id="rId5" Type="http://schemas.openxmlformats.org/officeDocument/2006/relationships/image" Target="../media/image24.png" /><Relationship Id="rId6" Type="http://schemas.openxmlformats.org/officeDocument/2006/relationships/image" Target="../media/image29.png" /><Relationship Id="rId7" Type="http://schemas.openxmlformats.org/officeDocument/2006/relationships/image" Target="../media/image26.png" /><Relationship Id="rId8" Type="http://schemas.openxmlformats.org/officeDocument/2006/relationships/image" Target="../media/image27.png" /><Relationship Id="rId9" Type="http://schemas.openxmlformats.org/officeDocument/2006/relationships/image" Target="../media/image31.png" /></Relationships>
</file>

<file path=ppt/slideLayouts/_rels/slideLayout1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8.png" /><Relationship Id="rId2" Type="http://schemas.openxmlformats.org/officeDocument/2006/relationships/image" Target="../media/image32.png" /><Relationship Id="rId3" Type="http://schemas.openxmlformats.org/officeDocument/2006/relationships/image" Target="../media/image37.png" /><Relationship Id="rId4" Type="http://schemas.openxmlformats.org/officeDocument/2006/relationships/image" Target="../media/image39.png" /><Relationship Id="rId5" Type="http://schemas.openxmlformats.org/officeDocument/2006/relationships/slideMaster" Target="../slideMasters/slideMaster1.xml" /></Relationships>
</file>

<file path=ppt/slideLayouts/_rels/slideLayout2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2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4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4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5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5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2.png" /><Relationship Id="rId2" Type="http://schemas.openxmlformats.org/officeDocument/2006/relationships/slideMaster" Target="../slideMasters/slideMaster1.xml" /></Relationships>
</file>

<file path=ppt/slideLayouts/_rels/slideLayout5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1.xml" /></Relationships>
</file>

<file path=ppt/slideLayouts/_rels/slideLayout6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6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2.xml" /></Relationships>
</file>

<file path=ppt/slideLayouts/_rels/slideLayout6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2.xml" /></Relationships>
</file>

<file path=ppt/slideLayouts/_rels/slideLayout6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6.png" /><Relationship Id="rId4" Type="http://schemas.openxmlformats.org/officeDocument/2006/relationships/image" Target="../media/image7.png" /><Relationship Id="rId5" Type="http://schemas.openxmlformats.org/officeDocument/2006/relationships/slideMaster" Target="../slideMasters/slideMaster2.xml" /></Relationships>
</file>

<file path=ppt/slideLayouts/_rels/slideLayout6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8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2.xml" /></Relationships>
</file>

<file path=ppt/slideLayouts/_rels/slideLayout6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.png" /><Relationship Id="rId2" Type="http://schemas.openxmlformats.org/officeDocument/2006/relationships/image" Target="../media/image1.png" /><Relationship Id="rId3" Type="http://schemas.openxmlformats.org/officeDocument/2006/relationships/image" Target="../media/image9.png" /><Relationship Id="rId4" Type="http://schemas.openxmlformats.org/officeDocument/2006/relationships/image" Target="../media/image10.png" /><Relationship Id="rId5" Type="http://schemas.openxmlformats.org/officeDocument/2006/relationships/slideMaster" Target="../slideMasters/slideMaster2.xml" /></Relationships>
</file>

<file path=ppt/slideLayouts/_rels/slideLayout6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1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2.xml" /></Relationships>
</file>

<file path=ppt/slideLayouts/_rels/slideLayout6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12.png" /><Relationship Id="rId4" Type="http://schemas.openxmlformats.org/officeDocument/2006/relationships/image" Target="../media/image13.png" /><Relationship Id="rId5" Type="http://schemas.openxmlformats.org/officeDocument/2006/relationships/slideMaster" Target="../slideMasters/slideMaster2.xml" /></Relationships>
</file>

<file path=ppt/slideLayouts/_rels/slideLayout6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4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2.xml" /></Relationships>
</file>

<file path=ppt/slideLayouts/_rels/slideLayout7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2.xml" /></Relationships>
</file>

<file path=ppt/slideLayouts/_rels/slideLayout7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6.png" /><Relationship Id="rId2" Type="http://schemas.openxmlformats.org/officeDocument/2006/relationships/image" Target="../media/image17.png" /><Relationship Id="rId3" Type="http://schemas.openxmlformats.org/officeDocument/2006/relationships/image" Target="../media/image18.png" /><Relationship Id="rId4" Type="http://schemas.openxmlformats.org/officeDocument/2006/relationships/image" Target="../media/image19.png" /><Relationship Id="rId5" Type="http://schemas.openxmlformats.org/officeDocument/2006/relationships/image" Target="../media/image20.png" /><Relationship Id="rId6" Type="http://schemas.openxmlformats.org/officeDocument/2006/relationships/image" Target="../media/image21.png" /><Relationship Id="rId7" Type="http://schemas.openxmlformats.org/officeDocument/2006/relationships/slideMaster" Target="../slideMasters/slideMaster2.xml" /></Relationships>
</file>

<file path=ppt/slideLayouts/_rels/slideLayout7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2.xml" /></Relationships>
</file>

<file path=ppt/slideLayouts/_rels/slideLayout7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2.xml" /></Relationships>
</file>

<file path=ppt/slideLayouts/_rels/slideLayout7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2.xml" /></Relationships>
</file>

<file path=ppt/slideLayouts/_rels/slideLayout7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2.xml" /></Relationships>
</file>

<file path=ppt/slideLayouts/_rels/slideLayout7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2.xml" /></Relationships>
</file>

<file path=ppt/slideLayouts/_rels/slideLayout7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2.xml" /></Relationships>
</file>

<file path=ppt/slideLayouts/_rels/slideLayout7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3.png" /><Relationship Id="rId2" Type="http://schemas.openxmlformats.org/officeDocument/2006/relationships/image" Target="../media/image24.png" /><Relationship Id="rId3" Type="http://schemas.openxmlformats.org/officeDocument/2006/relationships/image" Target="../media/image25.png" /><Relationship Id="rId4" Type="http://schemas.openxmlformats.org/officeDocument/2006/relationships/image" Target="../media/image26.png" /><Relationship Id="rId5" Type="http://schemas.openxmlformats.org/officeDocument/2006/relationships/image" Target="../media/image27.png" /><Relationship Id="rId6" Type="http://schemas.openxmlformats.org/officeDocument/2006/relationships/image" Target="../media/image22.png" /><Relationship Id="rId7" Type="http://schemas.openxmlformats.org/officeDocument/2006/relationships/slideMaster" Target="../slideMasters/slideMaster2.xml" /></Relationships>
</file>

<file path=ppt/slideLayouts/_rels/slideLayout7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2" Type="http://schemas.openxmlformats.org/officeDocument/2006/relationships/image" Target="../media/image25.png" /><Relationship Id="rId3" Type="http://schemas.openxmlformats.org/officeDocument/2006/relationships/image" Target="../media/image23.png" /><Relationship Id="rId4" Type="http://schemas.openxmlformats.org/officeDocument/2006/relationships/image" Target="../media/image24.png" /><Relationship Id="rId5" Type="http://schemas.openxmlformats.org/officeDocument/2006/relationships/image" Target="../media/image29.png" /><Relationship Id="rId6" Type="http://schemas.openxmlformats.org/officeDocument/2006/relationships/image" Target="../media/image26.png" /><Relationship Id="rId7" Type="http://schemas.openxmlformats.org/officeDocument/2006/relationships/image" Target="../media/image27.png" /><Relationship Id="rId8" Type="http://schemas.openxmlformats.org/officeDocument/2006/relationships/image" Target="../media/image22.png" /><Relationship Id="rId9" Type="http://schemas.openxmlformats.org/officeDocument/2006/relationships/slideMaster" Target="../slideMasters/slideMaster2.xml" /></Relationships>
</file>

<file path=ppt/slideLayouts/_rels/slideLayout8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10" Type="http://schemas.openxmlformats.org/officeDocument/2006/relationships/image" Target="../media/image22.png" /><Relationship Id="rId11" Type="http://schemas.openxmlformats.org/officeDocument/2006/relationships/slideMaster" Target="../slideMasters/slideMaster2.xml" /><Relationship Id="rId2" Type="http://schemas.openxmlformats.org/officeDocument/2006/relationships/image" Target="../media/image25.png" /><Relationship Id="rId3" Type="http://schemas.openxmlformats.org/officeDocument/2006/relationships/image" Target="../media/image30.png" /><Relationship Id="rId4" Type="http://schemas.openxmlformats.org/officeDocument/2006/relationships/image" Target="../media/image23.png" /><Relationship Id="rId5" Type="http://schemas.openxmlformats.org/officeDocument/2006/relationships/image" Target="../media/image24.png" /><Relationship Id="rId6" Type="http://schemas.openxmlformats.org/officeDocument/2006/relationships/image" Target="../media/image29.png" /><Relationship Id="rId7" Type="http://schemas.openxmlformats.org/officeDocument/2006/relationships/image" Target="../media/image26.png" /><Relationship Id="rId8" Type="http://schemas.openxmlformats.org/officeDocument/2006/relationships/image" Target="../media/image27.png" /><Relationship Id="rId9" Type="http://schemas.openxmlformats.org/officeDocument/2006/relationships/image" Target="../media/image31.png" /></Relationships>
</file>

<file path=ppt/slideLayouts/_rels/slideLayout8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2.xml" /></Relationships>
</file>

<file path=ppt/slideLayouts/_rels/slideLayout8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2.xml" /></Relationships>
</file>

<file path=ppt/slideLayouts/_rels/slideLayout8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2.xml" /></Relationships>
</file>

<file path=ppt/slideLayouts/_rels/slideLayout8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2.xml" /></Relationships>
</file>

<file path=ppt/slideLayouts/_rels/slideLayout8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2.xml" /></Relationships>
</file>

<file path=ppt/slideLayouts/_rels/slideLayout8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2.xml" /></Relationships>
</file>

<file path=ppt/slideLayouts/_rels/slideLayout8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2.xml" /></Relationships>
</file>

<file path=ppt/slideLayouts/_rels/slideLayout8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2.xml" /></Relationships>
</file>

<file path=ppt/slideLayouts/_rels/slideLayout8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8.png" /><Relationship Id="rId2" Type="http://schemas.openxmlformats.org/officeDocument/2006/relationships/image" Target="../media/image32.png" /><Relationship Id="rId3" Type="http://schemas.openxmlformats.org/officeDocument/2006/relationships/image" Target="../media/image37.png" /><Relationship Id="rId4" Type="http://schemas.openxmlformats.org/officeDocument/2006/relationships/image" Target="../media/image39.png" /><Relationship Id="rId5" Type="http://schemas.openxmlformats.org/officeDocument/2006/relationships/slideMaster" Target="../slideMasters/slideMaster2.xml" /></Relationships>
</file>

<file path=ppt/slideLayouts/_rels/slideLayout9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2.xml" /></Relationships>
</file>

<file path=ppt/slideLayouts/_rels/slideLayout9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2.xml" /></Relationships>
</file>

<file path=ppt/slideLayouts/_rels/slideLayout9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2.xml" /></Relationships>
</file>

<file path=ppt/slideLayouts/_rels/slideLayout9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2.xml" /></Relationships>
</file>

<file path=ppt/slideLayouts/_rels/slideLayout9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2.xml" /></Relationships>
</file>

<file path=ppt/slideLayouts/_rels/slideLayout9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2.xml" /></Relationships>
</file>

<file path=ppt/slideLayouts/_rels/slideLayout9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2.xml" /></Relationships>
</file>

<file path=ppt/slideLayouts/_rels/slideLayout9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2.xml" /></Relationships>
</file>

<file path=ppt/slideLayouts/_rels/slideLayout9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2.xml" /></Relationships>
</file>

<file path=ppt/slideLayouts/_rels/slideLayout9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2.xml" /></Relationships>
</file>

<file path=ppt/slideLayouts/_rels/slideLayout10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2.xml" /></Relationships>
</file>

<file path=ppt/slideLayouts/_rels/slideLayout10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2.xml" /></Relationships>
</file>

<file path=ppt/slideLayouts/_rels/slideLayout10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2.xml" /></Relationships>
</file>

<file path=ppt/slideLayouts/_rels/slideLayout10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2.xml" /></Relationships>
</file>

<file path=ppt/slideLayouts/_rels/slideLayout10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2.xml" /></Relationships>
</file>

<file path=ppt/slideLayouts/_rels/slideLayout10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2.xml" /></Relationships>
</file>

<file path=ppt/slideLayouts/_rels/slideLayout10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2.xml" /></Relationships>
</file>

<file path=ppt/slideLayouts/_rels/slideLayout10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2.xml" /></Relationships>
</file>

<file path=ppt/slideLayouts/_rels/slideLayout10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2.xml" /></Relationships>
</file>

<file path=ppt/slideLayouts/_rels/slideLayout10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2.xml" /></Relationships>
</file>

<file path=ppt/slideLayouts/_rels/slideLayout1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2.xml" /></Relationships>
</file>

<file path=ppt/slideLayouts/_rels/slideLayout1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2.xml" /></Relationships>
</file>

<file path=ppt/slideLayouts/_rels/slideLayout1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2.xml" /></Relationships>
</file>

<file path=ppt/slideLayouts/_rels/slideLayout1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2.xml" /></Relationships>
</file>

<file path=ppt/slideLayouts/_rels/slideLayout1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2.xml" /></Relationships>
</file>

<file path=ppt/slideLayouts/_rels/slideLayout1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2.xml" /></Relationships>
</file>

<file path=ppt/slideLayouts/_rels/slideLayout1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2.xml" /></Relationships>
</file>

<file path=ppt/slideLayouts/_rels/slideLayout1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2.xml" /></Relationships>
</file>

<file path=ppt/slideLayouts/_rels/slideLayout11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2.xml" /></Relationships>
</file>

<file path=ppt/slideLayouts/_rels/slideLayout11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2.png" /><Relationship Id="rId2" Type="http://schemas.openxmlformats.org/officeDocument/2006/relationships/slideMaster" Target="../slideMasters/slideMaster2.xml" /></Relationships>
</file>

<file path=ppt/slideLayouts/_rels/slideLayout12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2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2.xml" /></Relationships>
</file>

<file path=ppt/slideLayouts/_rels/slideLayout12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English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English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type="subTitle" idx="1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aths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pic>
        <p:nvPicPr>
          <p:cNvPr id="18" name="Google Shape;18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Maths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>
          <a:blip r:embed="rId3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Geography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</a:xfrm>
      </p:grpSpPr>
      <p:pic>
        <p:nvPicPr>
          <p:cNvPr id="26" name="Google Shape;26;p4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Geography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type="subTitle" idx="1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History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pic>
        <p:nvPicPr>
          <p:cNvPr id="34" name="Google Shape;34;p5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History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type="subTitle" idx="1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usic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</a:xfrm>
      </p:grpSpPr>
      <p:pic>
        <p:nvPicPr>
          <p:cNvPr id="45" name="Google Shape;45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Music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type="subTitle" idx="1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>
          <a:blip r:embed="rId3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Science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Science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>
          <a:blip r:embed="rId2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Biology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</a:xfrm>
      </p:grpSpPr>
      <p:pic>
        <p:nvPicPr>
          <p:cNvPr id="64" name="Google Shape;64;p8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Biology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type="subTitle" idx="1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Physics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</a:xfrm>
      </p:grpSpPr>
      <p:pic>
        <p:nvPicPr>
          <p:cNvPr id="72" name="Google Shape;72;p9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Physics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Chemistry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</a:xfrm>
      </p:grpSpPr>
      <p:pic>
        <p:nvPicPr>
          <p:cNvPr id="83" name="Google Shape;83;p10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Chemistry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type="subTitle" idx="1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800" b="1">
                <a:latin typeface="Lexend"/>
                <a:ea typeface="Lexend"/>
                <a:cs typeface="Lexend"/>
                <a:sym typeface="Lexend"/>
              </a:rPr>
              <a:t>Outcome</a:t>
            </a:r>
            <a:endParaRPr sz="2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type="subTitle" idx="1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</a:xfrm>
      </p:grpSpPr>
      <p:sp>
        <p:nvSpPr>
          <p:cNvPr id="95" name="Google Shape;95;p12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lang="en-GB" sz="1200" i="1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b="1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sz="16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b="1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sz="16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901925" y="9534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 on                                          to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1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>
          <a:blip r:embed="rId5">
            <a:alphaModFix/>
          </a:blip>
          <a:srcRect l="3910" b="5222"/>
          <a:stretch>
            <a:fillRect/>
          </a:stretch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7" name="Google Shape;107;p1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3)">
  <p:cSld name="CUSTOM_3_1">
    <p:spTree>
      <p:nvGrpSpPr>
        <p:cNvPr id="108" name="Shape 108"/>
        <p:cNvGrpSpPr/>
        <p:nvPr/>
      </p:nvGrpSpPr>
      <p:grpSpPr>
        <a:xfrm>
          <a:off x="0" y="0"/>
          <a:ext cx="0" cy="0"/>
        </a:xfrm>
      </p:grpSpPr>
      <p:sp>
        <p:nvSpPr>
          <p:cNvPr id="109" name="Google Shape;109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10" name="Google Shape;110;p13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3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type="subTitle" idx="3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type="subTitle" idx="4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type="subTitle" idx="5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7" name="Google Shape;117;p13"/>
          <p:cNvSpPr txBox="1"/>
          <p:nvPr>
            <p:ph type="subTitle" idx="6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4)">
  <p:cSld name="CUSTOM_3_1_1">
    <p:spTree>
      <p:nvGrpSpPr>
        <p:cNvPr id="118" name="Shape 118"/>
        <p:cNvGrpSpPr/>
        <p:nvPr/>
      </p:nvGrpSpPr>
      <p:grpSpPr>
        <a:xfrm>
          <a:off x="0" y="0"/>
          <a:ext cx="0" cy="0"/>
        </a:xfrm>
      </p:grpSpPr>
      <p:sp>
        <p:nvSpPr>
          <p:cNvPr id="119" name="Google Shape;119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20" name="Google Shape;120;p14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4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type="subTitle" idx="3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type="subTitle" idx="4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type="subTitle" idx="5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type="subTitle" idx="6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type="subTitle" idx="7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9" name="Google Shape;129;p14"/>
          <p:cNvSpPr txBox="1"/>
          <p:nvPr>
            <p:ph type="subTitle" idx="8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5)">
  <p:cSld name="CUSTOM_3_1_1_1"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sp>
        <p:nvSpPr>
          <p:cNvPr id="131" name="Google Shape;131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32" name="Google Shape;132;p15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type="subTitle" idx="3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type="subTitle" idx="4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type="subTitle" idx="5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type="subTitle" idx="6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type="subTitle" idx="7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type="subTitle" idx="8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type="subTitle" idx="9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5"/>
          <p:cNvSpPr txBox="1"/>
          <p:nvPr>
            <p:ph type="subTitle" idx="13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p2, 2)">
  <p:cSld name="CUSTOM_3_1_1_1_1">
    <p:spTree>
      <p:nvGrpSpPr>
        <p:cNvPr id="144" name="Shape 144"/>
        <p:cNvGrpSpPr/>
        <p:nvPr/>
      </p:nvGrpSpPr>
      <p:grpSpPr>
        <a:xfrm>
          <a:off x="0" y="0"/>
          <a:ext cx="0" cy="0"/>
        </a:xfrm>
      </p:grpSpPr>
      <p:sp>
        <p:nvSpPr>
          <p:cNvPr id="145" name="Google Shape;145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46" name="Google Shape;146;p16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type="subTitle" idx="3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6"/>
          <p:cNvSpPr txBox="1"/>
          <p:nvPr>
            <p:ph type="subTitle" idx="4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2)">
  <p:cSld name="CUSTOM_3">
    <p:spTree>
      <p:nvGrpSpPr>
        <p:cNvPr id="152" name="Shape 152"/>
        <p:cNvGrpSpPr/>
        <p:nvPr/>
      </p:nvGrpSpPr>
      <p:grpSpPr>
        <a:xfrm>
          <a:off x="0" y="0"/>
          <a:ext cx="0" cy="0"/>
        </a:xfrm>
      </p:grpSpPr>
      <p:sp>
        <p:nvSpPr>
          <p:cNvPr id="153" name="Google Shape;153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54" name="Google Shape;154;p17"/>
          <p:cNvPicPr preferRelativeResize="0"/>
          <p:nvPr/>
        </p:nvPicPr>
        <p:blipFill>
          <a:blip r:embed="rId1">
            <a:alphaModFix/>
          </a:blip>
          <a:srcRect t="3678" b="3669"/>
          <a:stretch>
            <a:fillRect/>
          </a:stretch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>
          <a:blip r:embed="rId2">
            <a:alphaModFix/>
          </a:blip>
          <a:srcRect t="3678" b="3669"/>
          <a:stretch>
            <a:fillRect/>
          </a:stretch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/>
          <p:cNvPicPr preferRelativeResize="0"/>
          <p:nvPr/>
        </p:nvPicPr>
        <p:blipFill>
          <a:blip r:embed="rId3">
            <a:alphaModFix/>
          </a:blip>
          <a:srcRect l="74623"/>
          <a:stretch>
            <a:fillRect/>
          </a:stretch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7" name="Google Shape;157;p17"/>
          <p:cNvCxnSpPr>
            <a:endCxn id="158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9" name="Google Shape;15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1" name="Google Shape;161;p17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/>
          <p:cNvPicPr preferRelativeResize="0"/>
          <p:nvPr/>
        </p:nvPicPr>
        <p:blipFill>
          <a:blip r:embed="rId6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17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3)">
  <p:cSld name="CUSTOM_3_2">
    <p:spTree>
      <p:nvGrpSpPr>
        <p:cNvPr id="165" name="Shape 165"/>
        <p:cNvGrpSpPr/>
        <p:nvPr/>
      </p:nvGrpSpPr>
      <p:grpSpPr>
        <a:xfrm>
          <a:off x="0" y="0"/>
          <a:ext cx="0" cy="0"/>
        </a:xfrm>
      </p:grpSpPr>
      <p:pic>
        <p:nvPicPr>
          <p:cNvPr id="166" name="Google Shape;166;p18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>
          <a:blip r:embed="rId3">
            <a:alphaModFix/>
          </a:blip>
          <a:srcRect t="3678" b="3669"/>
          <a:stretch>
            <a:fillRect/>
          </a:stretch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2" name="Google Shape;172;p18"/>
          <p:cNvCxnSpPr>
            <a:endCxn id="173" idx="2"/>
          </p:cNvCxnSpPr>
          <p:nvPr/>
        </p:nvCxnSpPr>
        <p:spPr>
          <a:xfrm flipH="1">
            <a:off x="647802" y="1841898"/>
            <a:ext cx="0" cy="23664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73" name="Google Shape;173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type="title" idx="2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7" name="Google Shape;177;p18"/>
          <p:cNvSpPr txBox="1"/>
          <p:nvPr>
            <p:ph type="title" idx="3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8" name="Google Shape;178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80" name="Google Shape;180;p18"/>
          <p:cNvPicPr preferRelativeResize="0"/>
          <p:nvPr/>
        </p:nvPicPr>
        <p:blipFill>
          <a:blip r:embed="rId8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18"/>
          <p:cNvSpPr txBox="1"/>
          <p:nvPr>
            <p:ph type="title" idx="4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4)">
  <p:cSld name="CUSTOM_4">
    <p:spTree>
      <p:nvGrpSpPr>
        <p:cNvPr id="183" name="Shape 183"/>
        <p:cNvGrpSpPr/>
        <p:nvPr/>
      </p:nvGrpSpPr>
      <p:grpSpPr>
        <a:xfrm>
          <a:off x="0" y="0"/>
          <a:ext cx="0" cy="0"/>
        </a:xfrm>
      </p:grpSpPr>
      <p:pic>
        <p:nvPicPr>
          <p:cNvPr id="184" name="Google Shape;184;p19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>
          <a:blip r:embed="rId3">
            <a:alphaModFix/>
          </a:blip>
          <a:srcRect t="4387" b="4396"/>
          <a:stretch>
            <a:fillRect/>
          </a:stretch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>
          <a:blip r:embed="rId5">
            <a:alphaModFix/>
          </a:blip>
          <a:srcRect t="3678" b="3669"/>
          <a:stretch>
            <a:fillRect/>
          </a:stretch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9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2" name="Google Shape;192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93" name="Google Shape;193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type="title" idx="2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type="title" idx="3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9" name="Google Shape;199;p19"/>
          <p:cNvSpPr txBox="1"/>
          <p:nvPr>
            <p:ph type="title" idx="4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0" name="Google Shape;200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02" name="Google Shape;202;p19"/>
          <p:cNvPicPr preferRelativeResize="0"/>
          <p:nvPr/>
        </p:nvPicPr>
        <p:blipFill>
          <a:blip r:embed="rId10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19"/>
          <p:cNvSpPr txBox="1"/>
          <p:nvPr>
            <p:ph type="title" idx="5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0 Explanation blank - purple ">
  <p:cSld name="TITLE_AND_TWO_COLUMNS_1_1_6_2_1_4">
    <p:spTree>
      <p:nvGrpSpPr>
        <p:cNvPr id="205" name="Shape 205"/>
        <p:cNvGrpSpPr/>
        <p:nvPr/>
      </p:nvGrpSpPr>
      <p:grpSpPr>
        <a:xfrm>
          <a:off x="0" y="0"/>
          <a:ext cx="0" cy="0"/>
        </a:xfrm>
      </p:grpSpPr>
      <p:pic>
        <p:nvPicPr>
          <p:cNvPr id="206" name="Google Shape;206;p2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08" name="Google Shape;208;p20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9" name="Google Shape;209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0" name="Google Shape;210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2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0 Explanation blank - jade">
  <p:cSld name="TITLE_AND_TWO_COLUMNS_1_1_6_2_1_2">
    <p:spTree>
      <p:nvGrpSpPr>
        <p:cNvPr id="212" name="Shape 212"/>
        <p:cNvGrpSpPr/>
        <p:nvPr/>
      </p:nvGrpSpPr>
      <p:grpSpPr>
        <a:xfrm>
          <a:off x="0" y="0"/>
          <a:ext cx="0" cy="0"/>
        </a:xfrm>
      </p:grpSpPr>
      <p:pic>
        <p:nvPicPr>
          <p:cNvPr id="213" name="Google Shape;213;p2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5" name="Google Shape;215;p21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6" name="Google Shape;216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8" name="Google Shape;218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0 Explanation blank - blue ">
  <p:cSld name="TITLE_AND_TWO_COLUMNS_1_1_6_2_2">
    <p:spTree>
      <p:nvGrpSpPr>
        <p:cNvPr id="219" name="Shape 219"/>
        <p:cNvGrpSpPr/>
        <p:nvPr/>
      </p:nvGrpSpPr>
      <p:grpSpPr>
        <a:xfrm>
          <a:off x="0" y="0"/>
          <a:ext cx="0" cy="0"/>
        </a:xfrm>
      </p:grpSpPr>
      <p:pic>
        <p:nvPicPr>
          <p:cNvPr id="220" name="Google Shape;220;p2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2" name="Google Shape;222;p2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3" name="Google Shape;223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5" name="Google Shape;225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0 Explanation blank - pink ">
  <p:cSld name="TITLE_AND_TWO_COLUMNS_1_1_6_2_1_1">
    <p:spTree>
      <p:nvGrpSpPr>
        <p:cNvPr id="226" name="Shape 226"/>
        <p:cNvGrpSpPr/>
        <p:nvPr/>
      </p:nvGrpSpPr>
      <p:grpSpPr>
        <a:xfrm>
          <a:off x="0" y="0"/>
          <a:ext cx="0" cy="0"/>
        </a:xfrm>
      </p:grpSpPr>
      <p:pic>
        <p:nvPicPr>
          <p:cNvPr id="227" name="Google Shape;227;p2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9" name="Google Shape;229;p2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0" name="Google Shape;230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2" name="Google Shape;232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</a:xfrm>
      </p:grpSpPr>
      <p:sp>
        <p:nvSpPr>
          <p:cNvPr id="234" name="Google Shape;234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35" name="Google Shape;235;p2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37" name="Google Shape;237;p24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9" name="Google Shape;239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0" name="Google Shape;240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1" name="Google Shape;241;p2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2" name="Google Shape;242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3" name="Google Shape;243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4" name="Google Shape;244;p2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</a:xfrm>
      </p:grpSpPr>
      <p:sp>
        <p:nvSpPr>
          <p:cNvPr id="247" name="Google Shape;247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48" name="Google Shape;248;p2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50" name="Google Shape;250;p25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2" name="Google Shape;252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3" name="Google Shape;253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4" name="Google Shape;254;p2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5" name="Google Shape;255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6" name="Google Shape;256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7" name="Google Shape;257;p2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</a:xfrm>
      </p:grpSpPr>
      <p:sp>
        <p:nvSpPr>
          <p:cNvPr id="260" name="Google Shape;260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61" name="Google Shape;261;p2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63" name="Google Shape;263;p26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5" name="Google Shape;265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6" name="Google Shape;266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7" name="Google Shape;267;p2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8" name="Google Shape;268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9" name="Google Shape;269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0" name="Google Shape;270;p2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</a:xfrm>
      </p:grpSpPr>
      <p:sp>
        <p:nvSpPr>
          <p:cNvPr id="273" name="Google Shape;273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74" name="Google Shape;274;p2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76" name="Google Shape;276;p27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8" name="Google Shape;278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9" name="Google Shape;279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0" name="Google Shape;280;p2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1" name="Google Shape;281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2" name="Google Shape;282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3" name="Google Shape;283;p2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</a:xfrm>
      </p:grpSpPr>
      <p:pic>
        <p:nvPicPr>
          <p:cNvPr id="286" name="Google Shape;286;p2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90" name="Google Shape;290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8"/>
          <p:cNvSpPr txBox="1"/>
          <p:nvPr>
            <p:ph type="subTitle" idx="1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>
            <p:ph type="subTitle" idx="2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5" name="Google Shape;295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6" name="Google Shape;296;p28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9" name="Google Shape;29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2" name="Google Shape;302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3" name="Google Shape;303;p2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4" name="Google Shape;304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5" name="Google Shape;305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6" name="Google Shape;306;p2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</a:xfrm>
      </p:grpSpPr>
      <p:pic>
        <p:nvPicPr>
          <p:cNvPr id="309" name="Google Shape;309;p2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11" name="Google Shape;311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9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5" name="Google Shape;315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6" name="Google Shape;316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" name="Google Shape;318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0" name="Google Shape;320;p29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1" name="Google Shape;321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2" name="Google Shape;322;p2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3" name="Google Shape;323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4" name="Google Shape;324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5" name="Google Shape;325;p2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7" name="Google Shape;327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0" name="Google Shape;330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2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</a:xfrm>
      </p:grpSpPr>
      <p:pic>
        <p:nvPicPr>
          <p:cNvPr id="332" name="Google Shape;332;p30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34" name="Google Shape;334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30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8" name="Google Shape;33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9" name="Google Shape;33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1" name="Google Shape;341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3" name="Google Shape;343;p30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4" name="Google Shape;344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5" name="Google Shape;345;p3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6" name="Google Shape;346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7" name="Google Shape;347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8" name="Google Shape;348;p3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0" name="Google Shape;350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" name="Google Shape;353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</a:xfrm>
      </p:grpSpPr>
      <p:pic>
        <p:nvPicPr>
          <p:cNvPr id="355" name="Google Shape;355;p3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57" name="Google Shape;357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0" name="Google Shape;360;p31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1" name="Google Shape;361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2" name="Google Shape;362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4" name="Google Shape;364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6" name="Google Shape;366;p31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7" name="Google Shape;367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8" name="Google Shape;368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9" name="Google Shape;36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0" name="Google Shape;370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1" name="Google Shape;371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3" name="Google Shape;373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6" name="Google Shape;376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</a:xfrm>
      </p:grpSpPr>
      <p:pic>
        <p:nvPicPr>
          <p:cNvPr id="378" name="Google Shape;378;p3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80" name="Google Shape;380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1" name="Google Shape;381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3" name="Google Shape;383;p32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6" name="Google Shape;386;p32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7" name="Google Shape;387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8" name="Google Shape;388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9" name="Google Shape;38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0" name="Google Shape;390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1" name="Google Shape;391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4" name="Google Shape;394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</a:xfrm>
      </p:grpSpPr>
      <p:pic>
        <p:nvPicPr>
          <p:cNvPr id="397" name="Google Shape;397;p3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99" name="Google Shape;399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0" name="Google Shape;400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2" name="Google Shape;402;p33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5" name="Google Shape;405;p33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6" name="Google Shape;406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7" name="Google Shape;407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8" name="Google Shape;408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9" name="Google Shape;409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0" name="Google Shape;410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3" name="Google Shape;413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</a:xfrm>
      </p:grpSpPr>
      <p:pic>
        <p:nvPicPr>
          <p:cNvPr id="416" name="Google Shape;416;p3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18" name="Google Shape;418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9" name="Google Shape;419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1" name="Google Shape;421;p34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4" name="Google Shape;424;p34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5" name="Google Shape;425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6" name="Google Shape;426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7" name="Google Shape;427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8" name="Google Shape;428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9" name="Google Shape;429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2" name="Google Shape;432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</a:xfrm>
      </p:grpSpPr>
      <p:pic>
        <p:nvPicPr>
          <p:cNvPr id="435" name="Google Shape;435;p3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37" name="Google Shape;437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8" name="Google Shape;438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0" name="Google Shape;440;p35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3" name="Google Shape;443;p35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4" name="Google Shape;444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5" name="Google Shape;445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6" name="Google Shape;446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7" name="Google Shape;447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8" name="Google Shape;448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1" name="Google Shape;451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</a:xfrm>
      </p:grpSpPr>
      <p:pic>
        <p:nvPicPr>
          <p:cNvPr id="454" name="Google Shape;454;p3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56" name="Google Shape;456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7" name="Google Shape;457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9" name="Google Shape;459;p36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3" name="Google Shape;463;p36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4" name="Google Shape;464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5" name="Google Shape;465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6" name="Google Shape;46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7" name="Google Shape;467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8" name="Google Shape;468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1" name="Google Shape;471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4" name="Google Shape;474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</a:xfrm>
      </p:grpSpPr>
      <p:pic>
        <p:nvPicPr>
          <p:cNvPr id="477" name="Google Shape;477;p3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79" name="Google Shape;479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0" name="Google Shape;480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2" name="Google Shape;482;p37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6" name="Google Shape;486;p37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7" name="Google Shape;487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8" name="Google Shape;488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9" name="Google Shape;48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0" name="Google Shape;490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1" name="Google Shape;491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4" name="Google Shape;494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7" name="Google Shape;497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</a:xfrm>
      </p:grpSpPr>
      <p:pic>
        <p:nvPicPr>
          <p:cNvPr id="500" name="Google Shape;500;p38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02" name="Google Shape;502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3" name="Google Shape;503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5" name="Google Shape;505;p38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9" name="Google Shape;509;p38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0" name="Google Shape;510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1" name="Google Shape;511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2" name="Google Shape;51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3" name="Google Shape;513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4" name="Google Shape;514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7" name="Google Shape;517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0" name="Google Shape;520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</a:xfrm>
      </p:grpSpPr>
      <p:pic>
        <p:nvPicPr>
          <p:cNvPr id="523" name="Google Shape;523;p3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25" name="Google Shape;525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6" name="Google Shape;526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8" name="Google Shape;528;p39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2" name="Google Shape;532;p39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3" name="Google Shape;533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4" name="Google Shape;534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5" name="Google Shape;53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6" name="Google Shape;536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7" name="Google Shape;537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0" name="Google Shape;540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3" name="Google Shape;543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5" name="Shape 545"/>
        <p:cNvGrpSpPr/>
        <p:nvPr/>
      </p:nvGrpSpPr>
      <p:grpSpPr>
        <a:xfrm>
          <a:off x="0" y="0"/>
          <a:ext cx="0" cy="0"/>
        </a:xfrm>
      </p:grpSpPr>
      <p:pic>
        <p:nvPicPr>
          <p:cNvPr id="546" name="Google Shape;546;p4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48" name="Google Shape;548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9" name="Google Shape;549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1" name="Google Shape;551;p40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2" name="Google Shape;552;p40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53" name="Google Shape;553;p40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54" name="Google Shape;554;p40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55" name="Google Shape;555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6" name="Google Shape;556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7" name="Google Shape;557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8" name="Google Shape;558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9" name="Google Shape;559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2" name="Google Shape;562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</a:xfrm>
      </p:grpSpPr>
      <p:pic>
        <p:nvPicPr>
          <p:cNvPr id="565" name="Google Shape;565;p4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67" name="Google Shape;567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8" name="Google Shape;568;p4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0" name="Google Shape;570;p41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1" name="Google Shape;571;p41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72" name="Google Shape;572;p41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73" name="Google Shape;573;p41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74" name="Google Shape;574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5" name="Google Shape;575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6" name="Google Shape;576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7" name="Google Shape;577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8" name="Google Shape;578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1" name="Google Shape;581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3" name="Shape 583"/>
        <p:cNvGrpSpPr/>
        <p:nvPr/>
      </p:nvGrpSpPr>
      <p:grpSpPr>
        <a:xfrm>
          <a:off x="0" y="0"/>
          <a:ext cx="0" cy="0"/>
        </a:xfrm>
      </p:grpSpPr>
      <p:pic>
        <p:nvPicPr>
          <p:cNvPr id="584" name="Google Shape;584;p4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86" name="Google Shape;586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7" name="Google Shape;587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9" name="Google Shape;589;p42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0" name="Google Shape;590;p42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91" name="Google Shape;591;p42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92" name="Google Shape;592;p42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93" name="Google Shape;593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4" name="Google Shape;594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5" name="Google Shape;595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6" name="Google Shape;596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7" name="Google Shape;597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0" name="Google Shape;600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2" name="Shape 602"/>
        <p:cNvGrpSpPr/>
        <p:nvPr/>
      </p:nvGrpSpPr>
      <p:grpSpPr>
        <a:xfrm>
          <a:off x="0" y="0"/>
          <a:ext cx="0" cy="0"/>
        </a:xfrm>
      </p:grpSpPr>
      <p:pic>
        <p:nvPicPr>
          <p:cNvPr id="603" name="Google Shape;603;p4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05" name="Google Shape;605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6" name="Google Shape;606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8" name="Google Shape;608;p43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9" name="Google Shape;609;p43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610" name="Google Shape;610;p43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611" name="Google Shape;611;p43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612" name="Google Shape;612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3" name="Google Shape;613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4" name="Google Shape;614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5" name="Google Shape;615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6" name="Google Shape;616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9" name="Google Shape;619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1" name="Shape 621"/>
        <p:cNvGrpSpPr/>
        <p:nvPr/>
      </p:nvGrpSpPr>
      <p:grpSpPr>
        <a:xfrm>
          <a:off x="0" y="0"/>
          <a:ext cx="0" cy="0"/>
        </a:xfrm>
      </p:grpSpPr>
      <p:pic>
        <p:nvPicPr>
          <p:cNvPr id="622" name="Google Shape;622;p4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24" name="Google Shape;624;p4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5" name="Google Shape;625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7" name="Google Shape;627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8" name="Shape 628"/>
        <p:cNvGrpSpPr/>
        <p:nvPr/>
      </p:nvGrpSpPr>
      <p:grpSpPr>
        <a:xfrm>
          <a:off x="0" y="0"/>
          <a:ext cx="0" cy="0"/>
        </a:xfrm>
      </p:grpSpPr>
      <p:pic>
        <p:nvPicPr>
          <p:cNvPr id="629" name="Google Shape;629;p4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31" name="Google Shape;631;p4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2" name="Google Shape;632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4" name="Google Shape;634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5" name="Shape 635"/>
        <p:cNvGrpSpPr/>
        <p:nvPr/>
      </p:nvGrpSpPr>
      <p:grpSpPr>
        <a:xfrm>
          <a:off x="0" y="0"/>
          <a:ext cx="0" cy="0"/>
        </a:xfrm>
      </p:grpSpPr>
      <p:pic>
        <p:nvPicPr>
          <p:cNvPr id="636" name="Google Shape;636;p4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38" name="Google Shape;638;p46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9" name="Google Shape;639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1" name="Google Shape;641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2" name="Shape 642"/>
        <p:cNvGrpSpPr/>
        <p:nvPr/>
      </p:nvGrpSpPr>
      <p:grpSpPr>
        <a:xfrm>
          <a:off x="0" y="0"/>
          <a:ext cx="0" cy="0"/>
        </a:xfrm>
      </p:grpSpPr>
      <p:pic>
        <p:nvPicPr>
          <p:cNvPr id="643" name="Google Shape;643;p4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45" name="Google Shape;645;p47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6" name="Google Shape;646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8" name="Google Shape;648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7 Practice - purple ">
  <p:cSld name="TITLE_AND_TWO_COLUMNS_1_1_5_1_3_1_1">
    <p:spTree>
      <p:nvGrpSpPr>
        <p:cNvPr id="649" name="Shape 649"/>
        <p:cNvGrpSpPr/>
        <p:nvPr/>
      </p:nvGrpSpPr>
      <p:grpSpPr>
        <a:xfrm>
          <a:off x="0" y="0"/>
          <a:ext cx="0" cy="0"/>
        </a:xfrm>
      </p:grpSpPr>
      <p:pic>
        <p:nvPicPr>
          <p:cNvPr id="650" name="Google Shape;650;p4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52" name="Google Shape;652;p48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53" name="Google Shape;653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5" name="Google Shape;655;p4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6" name="Google Shape;656;p4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4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7 Practice - jade">
  <p:cSld name="TITLE_AND_TWO_COLUMNS_1_1_5_1_3_1_1_1_1">
    <p:spTree>
      <p:nvGrpSpPr>
        <p:cNvPr id="657" name="Shape 657"/>
        <p:cNvGrpSpPr/>
        <p:nvPr/>
      </p:nvGrpSpPr>
      <p:grpSpPr>
        <a:xfrm>
          <a:off x="0" y="0"/>
          <a:ext cx="0" cy="0"/>
        </a:xfrm>
      </p:grpSpPr>
      <p:pic>
        <p:nvPicPr>
          <p:cNvPr id="658" name="Google Shape;658;p4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60" name="Google Shape;660;p49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1" name="Google Shape;661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2" name="Google Shape;662;p4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3" name="Google Shape;663;p4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4" name="Google Shape;664;p4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4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7 Practice - blue ">
  <p:cSld name="TITLE_AND_TWO_COLUMNS_1_1_5_1_3_1_2">
    <p:spTree>
      <p:nvGrpSpPr>
        <p:cNvPr id="665" name="Shape 665"/>
        <p:cNvGrpSpPr/>
        <p:nvPr/>
      </p:nvGrpSpPr>
      <p:grpSpPr>
        <a:xfrm>
          <a:off x="0" y="0"/>
          <a:ext cx="0" cy="0"/>
        </a:xfrm>
      </p:grpSpPr>
      <p:pic>
        <p:nvPicPr>
          <p:cNvPr id="666" name="Google Shape;666;p50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68" name="Google Shape;668;p50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9" name="Google Shape;66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0" name="Google Shape;670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5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2" name="Google Shape;672;p5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7 Practice - pink">
  <p:cSld name="TITLE_AND_TWO_COLUMNS_1_1_5_1_3_1_1_1_1_1">
    <p:spTree>
      <p:nvGrpSpPr>
        <p:cNvPr id="673" name="Shape 673"/>
        <p:cNvGrpSpPr/>
        <p:nvPr/>
      </p:nvGrpSpPr>
      <p:grpSpPr>
        <a:xfrm>
          <a:off x="0" y="0"/>
          <a:ext cx="0" cy="0"/>
        </a:xfrm>
      </p:grpSpPr>
      <p:pic>
        <p:nvPicPr>
          <p:cNvPr id="674" name="Google Shape;674;p5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5" name="Google Shape;675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76" name="Google Shape;676;p51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7" name="Google Shape;677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8" name="Google Shape;678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9" name="Google Shape;679;p5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0" name="Google Shape;680;p5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1" name="Shape 681"/>
        <p:cNvGrpSpPr/>
        <p:nvPr/>
      </p:nvGrpSpPr>
      <p:grpSpPr>
        <a:xfrm>
          <a:off x="0" y="0"/>
          <a:ext cx="0" cy="0"/>
        </a:xfrm>
      </p:grpSpPr>
      <p:pic>
        <p:nvPicPr>
          <p:cNvPr id="682" name="Google Shape;682;p5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84" name="Google Shape;684;p5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85" name="Google Shape;685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7" name="Google Shape;687;p5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8" name="Google Shape;688;p5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9" name="Shape 689"/>
        <p:cNvGrpSpPr/>
        <p:nvPr/>
      </p:nvGrpSpPr>
      <p:grpSpPr>
        <a:xfrm>
          <a:off x="0" y="0"/>
          <a:ext cx="0" cy="0"/>
        </a:xfrm>
      </p:grpSpPr>
      <p:pic>
        <p:nvPicPr>
          <p:cNvPr id="690" name="Google Shape;690;p5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92" name="Google Shape;692;p5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3" name="Google Shape;693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4" name="Google Shape;694;p5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5" name="Google Shape;695;p5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6" name="Google Shape;696;p5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7" name="Shape 697"/>
        <p:cNvGrpSpPr/>
        <p:nvPr/>
      </p:nvGrpSpPr>
      <p:grpSpPr>
        <a:xfrm>
          <a:off x="0" y="0"/>
          <a:ext cx="0" cy="0"/>
        </a:xfrm>
      </p:grpSpPr>
      <p:pic>
        <p:nvPicPr>
          <p:cNvPr id="698" name="Google Shape;698;p5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00" name="Google Shape;700;p5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1" name="Google Shape;70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2" name="Google Shape;702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3" name="Google Shape;703;p5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4" name="Google Shape;704;p5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5" name="Shape 705"/>
        <p:cNvGrpSpPr/>
        <p:nvPr/>
      </p:nvGrpSpPr>
      <p:grpSpPr>
        <a:xfrm>
          <a:off x="0" y="0"/>
          <a:ext cx="0" cy="0"/>
        </a:xfrm>
      </p:grpSpPr>
      <p:pic>
        <p:nvPicPr>
          <p:cNvPr id="706" name="Google Shape;706;p5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08" name="Google Shape;708;p5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9" name="Google Shape;709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0" name="Google Shape;710;p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1" name="Google Shape;711;p5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2" name="Google Shape;712;p5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1">
  <p:cSld name="TITLE_AND_TWO_COLUMNS_1_1_5_1_2_1_1">
    <p:spTree>
      <p:nvGrpSpPr>
        <p:cNvPr id="713" name="Shape 713"/>
        <p:cNvGrpSpPr/>
        <p:nvPr/>
      </p:nvGrpSpPr>
      <p:grpSpPr>
        <a:xfrm>
          <a:off x="0" y="0"/>
          <a:ext cx="0" cy="0"/>
        </a:xfrm>
      </p:grpSpPr>
      <p:sp>
        <p:nvSpPr>
          <p:cNvPr id="714" name="Google Shape;714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15" name="Google Shape;715;p56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6" name="Google Shape;716;p56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7" name="Google Shape;717;p5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8" name="Google Shape;718;p56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Font typeface="Lexend"/>
              <a:buNone/>
              <a:defRPr sz="20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2">
  <p:cSld name="TITLE_AND_TWO_COLUMNS_1_1_5_1_2">
    <p:spTree>
      <p:nvGrpSpPr>
        <p:cNvPr id="719" name="Shape 719"/>
        <p:cNvGrpSpPr/>
        <p:nvPr/>
      </p:nvGrpSpPr>
      <p:grpSpPr>
        <a:xfrm>
          <a:off x="0" y="0"/>
          <a:ext cx="0" cy="0"/>
        </a:xfrm>
      </p:grpSpPr>
      <p:sp>
        <p:nvSpPr>
          <p:cNvPr id="720" name="Google Shape;720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21" name="Google Shape;721;p57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57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3" name="Google Shape;723;p5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4" name="Google Shape;724;p5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Font typeface="Lexend"/>
              <a:buNone/>
              <a:defRPr sz="20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3 Projectable quiz">
  <p:cSld name="Title Slide 3_1">
    <p:bg>
      <p:bgPr>
        <a:solidFill>
          <a:schemeClr val="lt1"/>
        </a:solidFill>
      </p:bgPr>
    </p:bg>
    <p:spTree>
      <p:nvGrpSpPr>
        <p:cNvPr id="725" name="Shape 725"/>
        <p:cNvGrpSpPr/>
        <p:nvPr/>
      </p:nvGrpSpPr>
      <p:grpSpPr>
        <a:xfrm>
          <a:off x="0" y="0"/>
          <a:ext cx="0" cy="0"/>
        </a:xfrm>
      </p:grpSpPr>
      <p:pic>
        <p:nvPicPr>
          <p:cNvPr id="726" name="Google Shape;726;p5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4 Items to copy-paste">
  <p:cSld name="CUSTOM_104_1_2_1_1">
    <p:spTree>
      <p:nvGrpSpPr>
        <p:cNvPr id="728" name="Shape 728"/>
        <p:cNvGrpSpPr/>
        <p:nvPr/>
      </p:nvGrpSpPr>
      <p:grpSpPr>
        <a:xfrm>
          <a:off x="0" y="0"/>
          <a:ext cx="0" cy="0"/>
        </a:xfrm>
      </p:grpSpPr>
      <p:sp>
        <p:nvSpPr>
          <p:cNvPr id="729" name="Google Shape;729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5 OGL">
  <p:cSld name="CUSTOM_5_1">
    <p:bg>
      <p:bgPr>
        <a:solidFill>
          <a:srgbClr val="BEF2BD"/>
        </a:solidFill>
      </p:bgPr>
    </p:bg>
    <p:spTree>
      <p:nvGrpSpPr>
        <p:cNvPr id="738" name="Shape 738"/>
        <p:cNvGrpSpPr/>
        <p:nvPr/>
      </p:nvGrpSpPr>
      <p:grpSpPr>
        <a:xfrm>
          <a:off x="0" y="0"/>
          <a:ext cx="0" cy="0"/>
        </a:xfrm>
      </p:grpSpPr>
      <p:pic>
        <p:nvPicPr>
          <p:cNvPr id="739" name="Google Shape;739;p6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60"/>
          <p:cNvSpPr txBox="1"/>
          <p:nvPr>
            <p:ph type="subTitle" idx="1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6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6 Blank">
  <p:cSld name="CUSTOM_6">
    <p:spTree>
      <p:nvGrpSpPr>
        <p:cNvPr id="741" name="Shape 741"/>
        <p:cNvGrpSpPr/>
        <p:nvPr/>
      </p:nvGrpSpPr>
      <p:grpSpPr>
        <a:xfrm>
          <a:off x="0" y="0"/>
          <a:ext cx="0" cy="0"/>
        </a:xfrm>
      </p:grpSpPr>
      <p:sp>
        <p:nvSpPr>
          <p:cNvPr id="742" name="Google Shape;742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None/>
              <a:defRPr/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6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English">
  <p:cSld name="Title Slide 2_1">
    <p:bg>
      <p:bgPr>
        <a:solidFill>
          <a:srgbClr val="BEF2BD"/>
        </a:solidFill>
      </p:bgPr>
    </p:bg>
    <p:spTree>
      <p:nvGrpSpPr>
        <p:cNvPr id="747" name="Shape 747"/>
        <p:cNvGrpSpPr/>
        <p:nvPr/>
      </p:nvGrpSpPr>
      <p:grpSpPr>
        <a:xfrm>
          <a:off x="0" y="0"/>
          <a:ext cx="0" cy="0"/>
        </a:xfrm>
      </p:grpSpPr>
      <p:pic>
        <p:nvPicPr>
          <p:cNvPr id="748" name="Google Shape;748;p63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49" name="Google Shape;749;p6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English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0" name="Google Shape;750;p63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1" name="Google Shape;751;p63"/>
          <p:cNvSpPr txBox="1"/>
          <p:nvPr>
            <p:ph type="subTitle" idx="1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52" name="Google Shape;752;p6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3" name="Google Shape;753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54" name="Google Shape;754;p6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2867">
          <p15:clr>
            <a:srgbClr val="E46962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aths">
  <p:cSld name="Title Slide 2_1_1">
    <p:bg>
      <p:bgPr>
        <a:solidFill>
          <a:srgbClr val="BEF2BD"/>
        </a:solidFill>
      </p:bgPr>
    </p:bg>
    <p:spTree>
      <p:nvGrpSpPr>
        <p:cNvPr id="755" name="Shape 755"/>
        <p:cNvGrpSpPr/>
        <p:nvPr/>
      </p:nvGrpSpPr>
      <p:grpSpPr>
        <a:xfrm>
          <a:off x="0" y="0"/>
          <a:ext cx="0" cy="0"/>
        </a:xfrm>
      </p:grpSpPr>
      <p:pic>
        <p:nvPicPr>
          <p:cNvPr id="756" name="Google Shape;756;p6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57" name="Google Shape;757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8" name="Google Shape;758;p6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Maths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9" name="Google Shape;759;p64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0" name="Google Shape;760;p6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61" name="Google Shape;761;p6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62" name="Google Shape;762;p64"/>
          <p:cNvPicPr preferRelativeResize="0"/>
          <p:nvPr/>
        </p:nvPicPr>
        <p:blipFill>
          <a:blip r:embed="rId3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6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Geography">
  <p:cSld name="Title Slide 2_1_1_1">
    <p:bg>
      <p:bgPr>
        <a:solidFill>
          <a:srgbClr val="BEF2BD"/>
        </a:solidFill>
      </p:bgPr>
    </p:bg>
    <p:spTree>
      <p:nvGrpSpPr>
        <p:cNvPr id="763" name="Shape 763"/>
        <p:cNvGrpSpPr/>
        <p:nvPr/>
      </p:nvGrpSpPr>
      <p:grpSpPr>
        <a:xfrm>
          <a:off x="0" y="0"/>
          <a:ext cx="0" cy="0"/>
        </a:xfrm>
      </p:grpSpPr>
      <p:pic>
        <p:nvPicPr>
          <p:cNvPr id="764" name="Google Shape;764;p65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5" name="Google Shape;765;p6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66" name="Google Shape;766;p6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67" name="Google Shape;767;p6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Geography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8" name="Google Shape;768;p65"/>
          <p:cNvSpPr txBox="1"/>
          <p:nvPr>
            <p:ph type="subTitle" idx="1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9" name="Google Shape;769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0" name="Google Shape;770;p6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6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History">
  <p:cSld name="Title Slide 2_1_1_1_1">
    <p:bg>
      <p:bgPr>
        <a:solidFill>
          <a:srgbClr val="BEF2BD"/>
        </a:solidFill>
      </p:bgPr>
    </p:bg>
    <p:spTree>
      <p:nvGrpSpPr>
        <p:cNvPr id="771" name="Shape 771"/>
        <p:cNvGrpSpPr/>
        <p:nvPr/>
      </p:nvGrpSpPr>
      <p:grpSpPr>
        <a:xfrm>
          <a:off x="0" y="0"/>
          <a:ext cx="0" cy="0"/>
        </a:xfrm>
      </p:grpSpPr>
      <p:pic>
        <p:nvPicPr>
          <p:cNvPr id="772" name="Google Shape;772;p66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73" name="Google Shape;773;p6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4" name="Google Shape;774;p6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History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5" name="Google Shape;775;p66"/>
          <p:cNvSpPr txBox="1"/>
          <p:nvPr>
            <p:ph type="subTitle" idx="1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76" name="Google Shape;776;p6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7" name="Google Shape;777;p6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78" name="Google Shape;778;p66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79" name="Google Shape;779;p6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0" name="Google Shape;780;p66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781" name="Google Shape;781;p6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6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usic">
  <p:cSld name="Title Slide 2_1_1_1_1_1">
    <p:bg>
      <p:bgPr>
        <a:solidFill>
          <a:srgbClr val="BEF2BD"/>
        </a:solidFill>
      </p:bgPr>
    </p:bg>
    <p:spTree>
      <p:nvGrpSpPr>
        <p:cNvPr id="782" name="Shape 782"/>
        <p:cNvGrpSpPr/>
        <p:nvPr/>
      </p:nvGrpSpPr>
      <p:grpSpPr>
        <a:xfrm>
          <a:off x="0" y="0"/>
          <a:ext cx="0" cy="0"/>
        </a:xfrm>
      </p:grpSpPr>
      <p:pic>
        <p:nvPicPr>
          <p:cNvPr id="783" name="Google Shape;783;p6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84" name="Google Shape;784;p6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5" name="Google Shape;785;p6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Music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6" name="Google Shape;786;p67"/>
          <p:cNvSpPr txBox="1"/>
          <p:nvPr>
            <p:ph type="subTitle" idx="1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87" name="Google Shape;787;p6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88" name="Google Shape;788;p6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89" name="Google Shape;789;p67"/>
          <p:cNvPicPr preferRelativeResize="0"/>
          <p:nvPr/>
        </p:nvPicPr>
        <p:blipFill>
          <a:blip r:embed="rId3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6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Science">
  <p:cSld name="Title Slide 2_1_1_1_1_1_1">
    <p:bg>
      <p:bgPr>
        <a:solidFill>
          <a:srgbClr val="BEF2BD"/>
        </a:solidFill>
      </p:bgPr>
    </p:bg>
    <p:spTree>
      <p:nvGrpSpPr>
        <p:cNvPr id="790" name="Shape 790"/>
        <p:cNvGrpSpPr/>
        <p:nvPr/>
      </p:nvGrpSpPr>
      <p:grpSpPr>
        <a:xfrm>
          <a:off x="0" y="0"/>
          <a:ext cx="0" cy="0"/>
        </a:xfrm>
      </p:grpSpPr>
      <p:sp>
        <p:nvSpPr>
          <p:cNvPr id="791" name="Google Shape;791;p6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2" name="Google Shape;792;p6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Science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3" name="Google Shape;793;p68"/>
          <p:cNvSpPr txBox="1"/>
          <p:nvPr>
            <p:ph type="subTitle" idx="1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94" name="Google Shape;794;p6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95" name="Google Shape;795;p6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96" name="Google Shape;796;p68"/>
          <p:cNvPicPr preferRelativeResize="0"/>
          <p:nvPr/>
        </p:nvPicPr>
        <p:blipFill>
          <a:blip r:embed="rId2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97" name="Google Shape;797;p68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8" name="Google Shape;798;p6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9" name="Google Shape;799;p68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800" name="Google Shape;800;p6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6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Biology">
  <p:cSld name="Title Slide 2_1_1_1_1_1_1_1">
    <p:bg>
      <p:bgPr>
        <a:solidFill>
          <a:srgbClr val="BEF2BD"/>
        </a:solidFill>
      </p:bgPr>
    </p:bg>
    <p:spTree>
      <p:nvGrpSpPr>
        <p:cNvPr id="801" name="Shape 801"/>
        <p:cNvGrpSpPr/>
        <p:nvPr/>
      </p:nvGrpSpPr>
      <p:grpSpPr>
        <a:xfrm>
          <a:off x="0" y="0"/>
          <a:ext cx="0" cy="0"/>
        </a:xfrm>
      </p:grpSpPr>
      <p:pic>
        <p:nvPicPr>
          <p:cNvPr id="802" name="Google Shape;802;p69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803" name="Google Shape;803;p6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04" name="Google Shape;804;p6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05" name="Google Shape;805;p6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Biology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6" name="Google Shape;806;p69"/>
          <p:cNvSpPr txBox="1"/>
          <p:nvPr>
            <p:ph type="subTitle" idx="1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07" name="Google Shape;807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08" name="Google Shape;808;p6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6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Physics">
  <p:cSld name="Title Slide 2_1_1_1_1_1_1_1_1">
    <p:bg>
      <p:bgPr>
        <a:solidFill>
          <a:srgbClr val="BEF2BD"/>
        </a:solidFill>
      </p:bgPr>
    </p:bg>
    <p:spTree>
      <p:nvGrpSpPr>
        <p:cNvPr id="809" name="Shape 809"/>
        <p:cNvGrpSpPr/>
        <p:nvPr/>
      </p:nvGrpSpPr>
      <p:grpSpPr>
        <a:xfrm>
          <a:off x="0" y="0"/>
          <a:ext cx="0" cy="0"/>
        </a:xfrm>
      </p:grpSpPr>
      <p:pic>
        <p:nvPicPr>
          <p:cNvPr id="810" name="Google Shape;810;p70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811" name="Google Shape;811;p7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2" name="Google Shape;812;p7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Physics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3" name="Google Shape;813;p70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14" name="Google Shape;814;p7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15" name="Google Shape;815;p7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816" name="Google Shape;816;p70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817" name="Google Shape;817;p7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8" name="Google Shape;818;p70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819" name="Google Shape;819;p7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6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Chemistry">
  <p:cSld name="Title Slide 2_1_1_1_1_1_1_1_1_1">
    <p:bg>
      <p:bgPr>
        <a:solidFill>
          <a:srgbClr val="BEF2BD"/>
        </a:solidFill>
      </p:bgPr>
    </p:bg>
    <p:spTree>
      <p:nvGrpSpPr>
        <p:cNvPr id="820" name="Shape 820"/>
        <p:cNvGrpSpPr/>
        <p:nvPr/>
      </p:nvGrpSpPr>
      <p:grpSpPr>
        <a:xfrm>
          <a:off x="0" y="0"/>
          <a:ext cx="0" cy="0"/>
        </a:xfrm>
      </p:grpSpPr>
      <p:pic>
        <p:nvPicPr>
          <p:cNvPr id="821" name="Google Shape;821;p71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2" name="Google Shape;822;p7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23" name="Google Shape;823;p7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4" name="Google Shape;824;p7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Chemistry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5" name="Google Shape;825;p71"/>
          <p:cNvSpPr txBox="1"/>
          <p:nvPr>
            <p:ph type="subTitle" idx="1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26" name="Google Shape;826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27" name="Google Shape;827;p71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7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1 Outcome">
  <p:cSld name="CUSTOM_5">
    <p:bg>
      <p:bgPr>
        <a:solidFill>
          <a:srgbClr val="BEF2BD"/>
        </a:solidFill>
      </p:bgPr>
    </p:bg>
    <p:spTree>
      <p:nvGrpSpPr>
        <p:cNvPr id="828" name="Shape 828"/>
        <p:cNvGrpSpPr/>
        <p:nvPr/>
      </p:nvGrpSpPr>
      <p:grpSpPr>
        <a:xfrm>
          <a:off x="0" y="0"/>
          <a:ext cx="0" cy="0"/>
        </a:xfrm>
      </p:grpSpPr>
      <p:pic>
        <p:nvPicPr>
          <p:cNvPr id="829" name="Google Shape;829;p7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830" name="Google Shape;830;p72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800" b="1">
                <a:latin typeface="Lexend"/>
                <a:ea typeface="Lexend"/>
                <a:cs typeface="Lexend"/>
                <a:sym typeface="Lexend"/>
              </a:rPr>
              <a:t>Outcome</a:t>
            </a:r>
            <a:endParaRPr sz="2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1" name="Google Shape;831;p72"/>
          <p:cNvSpPr txBox="1"/>
          <p:nvPr>
            <p:ph type="subTitle" idx="1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7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2 Hidden guidance slide">
  <p:cSld name="CUSTOM_1">
    <p:spTree>
      <p:nvGrpSpPr>
        <p:cNvPr id="832" name="Shape 832"/>
        <p:cNvGrpSpPr/>
        <p:nvPr/>
      </p:nvGrpSpPr>
      <p:grpSpPr>
        <a:xfrm>
          <a:off x="0" y="0"/>
          <a:ext cx="0" cy="0"/>
        </a:xfrm>
      </p:grpSpPr>
      <p:sp>
        <p:nvSpPr>
          <p:cNvPr id="833" name="Google Shape;833;p73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lang="en-GB" sz="1200" i="1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4" name="Google Shape;834;p73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sz="1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5" name="Google Shape;835;p73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sz="1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6" name="Google Shape;836;p73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7" name="Google Shape;837;p73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 on                                          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38" name="Google Shape;838;p73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839" name="Google Shape;839;p73"/>
            <p:cNvPicPr preferRelativeResize="0"/>
            <p:nvPr/>
          </p:nvPicPr>
          <p:blipFill>
            <a:blip r:embed="rId1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840" name="Google Shape;840;p7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841" name="Google Shape;841;p7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842" name="Google Shape;842;p7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843" name="Google Shape;843;p73"/>
          <p:cNvPicPr preferRelativeResize="0"/>
          <p:nvPr/>
        </p:nvPicPr>
        <p:blipFill>
          <a:blip r:embed="rId5">
            <a:alphaModFix/>
          </a:blip>
          <a:srcRect l="3910" b="5222"/>
          <a:stretch>
            <a:fillRect/>
          </a:stretch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4" name="Google Shape;844;p7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ransition/>
  <p:timing/>
</p:sldLayout>
</file>

<file path=ppt/slideLayouts/slideLayout7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3)">
  <p:cSld name="CUSTOM_3_1">
    <p:spTree>
      <p:nvGrpSpPr>
        <p:cNvPr id="845" name="Shape 845"/>
        <p:cNvGrpSpPr/>
        <p:nvPr/>
      </p:nvGrpSpPr>
      <p:grpSpPr>
        <a:xfrm>
          <a:off x="0" y="0"/>
          <a:ext cx="0" cy="0"/>
        </a:xfrm>
      </p:grpSpPr>
      <p:sp>
        <p:nvSpPr>
          <p:cNvPr id="846" name="Google Shape;846;p7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847" name="Google Shape;847;p74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48" name="Google Shape;848;p7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74"/>
          <p:cNvSpPr txBox="1"/>
          <p:nvPr>
            <p:ph type="subTitle" idx="1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0" name="Google Shape;850;p74"/>
          <p:cNvSpPr txBox="1"/>
          <p:nvPr>
            <p:ph type="subTitle" idx="2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1" name="Google Shape;851;p74"/>
          <p:cNvSpPr txBox="1"/>
          <p:nvPr>
            <p:ph type="subTitle" idx="3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7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.1 Keywords definitions (3)">
  <p:cSld name="CUSTOM_3_1_1">
    <p:spTree>
      <p:nvGrpSpPr>
        <p:cNvPr id="852" name="Shape 852"/>
        <p:cNvGrpSpPr/>
        <p:nvPr/>
      </p:nvGrpSpPr>
      <p:grpSpPr>
        <a:xfrm>
          <a:off x="0" y="0"/>
          <a:ext cx="0" cy="0"/>
        </a:xfrm>
      </p:grpSpPr>
      <p:sp>
        <p:nvSpPr>
          <p:cNvPr id="853" name="Google Shape;853;p7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854" name="Google Shape;854;p75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55" name="Google Shape;855;p7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75"/>
          <p:cNvSpPr txBox="1"/>
          <p:nvPr>
            <p:ph type="subTitle" idx="1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7" name="Google Shape;857;p75"/>
          <p:cNvSpPr txBox="1"/>
          <p:nvPr>
            <p:ph type="subTitle" idx="2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8" name="Google Shape;858;p75"/>
          <p:cNvSpPr txBox="1"/>
          <p:nvPr>
            <p:ph type="subTitle" idx="3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7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1 Keyword (4)">
  <p:cSld name="CUSTOM_27_1">
    <p:spTree>
      <p:nvGrpSpPr>
        <p:cNvPr id="859" name="Shape 859"/>
        <p:cNvGrpSpPr/>
        <p:nvPr/>
      </p:nvGrpSpPr>
      <p:grpSpPr>
        <a:xfrm>
          <a:off x="0" y="0"/>
          <a:ext cx="0" cy="0"/>
        </a:xfrm>
      </p:grpSpPr>
      <p:sp>
        <p:nvSpPr>
          <p:cNvPr id="860" name="Google Shape;860;p7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861" name="Google Shape;861;p76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62" name="Google Shape;862;p76"/>
          <p:cNvSpPr txBox="1"/>
          <p:nvPr>
            <p:ph type="subTitle" idx="1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3" name="Google Shape;863;p76"/>
          <p:cNvSpPr txBox="1"/>
          <p:nvPr>
            <p:ph type="subTitle" idx="2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4" name="Google Shape;864;p76"/>
          <p:cNvSpPr txBox="1"/>
          <p:nvPr>
            <p:ph type="subTitle" idx="3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5" name="Google Shape;865;p76"/>
          <p:cNvSpPr txBox="1"/>
          <p:nvPr>
            <p:ph type="subTitle" idx="4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6" name="Google Shape;866;p7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7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1.1 Keyword definitions (4)">
  <p:cSld name="CUSTOM_27_1_2">
    <p:spTree>
      <p:nvGrpSpPr>
        <p:cNvPr id="867" name="Shape 867"/>
        <p:cNvGrpSpPr/>
        <p:nvPr/>
      </p:nvGrpSpPr>
      <p:grpSpPr>
        <a:xfrm>
          <a:off x="0" y="0"/>
          <a:ext cx="0" cy="0"/>
        </a:xfrm>
      </p:grpSpPr>
      <p:sp>
        <p:nvSpPr>
          <p:cNvPr id="868" name="Google Shape;868;p7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869" name="Google Shape;869;p77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70" name="Google Shape;870;p77"/>
          <p:cNvSpPr txBox="1"/>
          <p:nvPr>
            <p:ph type="subTitle" idx="1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1" name="Google Shape;871;p77"/>
          <p:cNvSpPr txBox="1"/>
          <p:nvPr>
            <p:ph type="subTitle" idx="2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2" name="Google Shape;872;p77"/>
          <p:cNvSpPr txBox="1"/>
          <p:nvPr>
            <p:ph type="subTitle" idx="3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3" name="Google Shape;873;p77"/>
          <p:cNvSpPr txBox="1"/>
          <p:nvPr>
            <p:ph type="subTitle" idx="4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4" name="Google Shape;874;p7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7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2 Keywords (5)">
  <p:cSld name="CUSTOM_27_1_1">
    <p:spTree>
      <p:nvGrpSpPr>
        <p:cNvPr id="875" name="Shape 875"/>
        <p:cNvGrpSpPr/>
        <p:nvPr/>
      </p:nvGrpSpPr>
      <p:grpSpPr>
        <a:xfrm>
          <a:off x="0" y="0"/>
          <a:ext cx="0" cy="0"/>
        </a:xfrm>
      </p:grpSpPr>
      <p:sp>
        <p:nvSpPr>
          <p:cNvPr id="876" name="Google Shape;876;p7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877" name="Google Shape;877;p78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78" name="Google Shape;878;p78"/>
          <p:cNvSpPr txBox="1"/>
          <p:nvPr>
            <p:ph type="subTitle" idx="1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9" name="Google Shape;879;p78"/>
          <p:cNvSpPr txBox="1"/>
          <p:nvPr>
            <p:ph type="subTitle" idx="2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0" name="Google Shape;880;p78"/>
          <p:cNvSpPr txBox="1"/>
          <p:nvPr>
            <p:ph type="subTitle" idx="3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1" name="Google Shape;881;p78"/>
          <p:cNvSpPr txBox="1"/>
          <p:nvPr>
            <p:ph type="subTitle" idx="4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2" name="Google Shape;882;p78"/>
          <p:cNvSpPr txBox="1"/>
          <p:nvPr>
            <p:ph type="subTitle" idx="5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3" name="Google Shape;883;p7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7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2.1 Keywords definitions (5)">
  <p:cSld name="CUSTOM_27_1_1_1">
    <p:spTree>
      <p:nvGrpSpPr>
        <p:cNvPr id="884" name="Shape 884"/>
        <p:cNvGrpSpPr/>
        <p:nvPr/>
      </p:nvGrpSpPr>
      <p:grpSpPr>
        <a:xfrm>
          <a:off x="0" y="0"/>
          <a:ext cx="0" cy="0"/>
        </a:xfrm>
      </p:grpSpPr>
      <p:sp>
        <p:nvSpPr>
          <p:cNvPr id="885" name="Google Shape;885;p7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886" name="Google Shape;886;p79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87" name="Google Shape;887;p79"/>
          <p:cNvSpPr txBox="1"/>
          <p:nvPr>
            <p:ph type="subTitle" idx="1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8" name="Google Shape;888;p79"/>
          <p:cNvSpPr txBox="1"/>
          <p:nvPr>
            <p:ph type="subTitle" idx="2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9" name="Google Shape;889;p79"/>
          <p:cNvSpPr txBox="1"/>
          <p:nvPr>
            <p:ph type="subTitle" idx="3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890" name="Google Shape;890;p79"/>
          <p:cNvSpPr txBox="1"/>
          <p:nvPr>
            <p:ph type="subTitle" idx="4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891" name="Google Shape;891;p79"/>
          <p:cNvSpPr txBox="1"/>
          <p:nvPr>
            <p:ph type="subTitle" idx="5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92" name="Google Shape;892;p79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7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2)">
  <p:cSld name="CUSTOM_3">
    <p:spTree>
      <p:nvGrpSpPr>
        <p:cNvPr id="893" name="Shape 893"/>
        <p:cNvGrpSpPr/>
        <p:nvPr/>
      </p:nvGrpSpPr>
      <p:grpSpPr>
        <a:xfrm>
          <a:off x="0" y="0"/>
          <a:ext cx="0" cy="0"/>
        </a:xfrm>
      </p:grpSpPr>
      <p:sp>
        <p:nvSpPr>
          <p:cNvPr id="894" name="Google Shape;894;p8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895" name="Google Shape;895;p80"/>
          <p:cNvPicPr preferRelativeResize="0"/>
          <p:nvPr/>
        </p:nvPicPr>
        <p:blipFill>
          <a:blip r:embed="rId1">
            <a:alphaModFix/>
          </a:blip>
          <a:srcRect t="3678" b="3669"/>
          <a:stretch>
            <a:fillRect/>
          </a:stretch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896" name="Google Shape;896;p80"/>
          <p:cNvPicPr preferRelativeResize="0"/>
          <p:nvPr/>
        </p:nvPicPr>
        <p:blipFill>
          <a:blip r:embed="rId2">
            <a:alphaModFix/>
          </a:blip>
          <a:srcRect t="3678" b="3669"/>
          <a:stretch>
            <a:fillRect/>
          </a:stretch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897" name="Google Shape;897;p80"/>
          <p:cNvPicPr preferRelativeResize="0"/>
          <p:nvPr/>
        </p:nvPicPr>
        <p:blipFill>
          <a:blip r:embed="rId3">
            <a:alphaModFix/>
          </a:blip>
          <a:srcRect l="74623"/>
          <a:stretch>
            <a:fillRect/>
          </a:stretch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98" name="Google Shape;898;p80"/>
          <p:cNvCxnSpPr>
            <a:endCxn id="899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00" name="Google Shape;900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901" name="Google Shape;901;p80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02" name="Google Shape;902;p80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899" name="Google Shape;899;p8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03" name="Google Shape;903;p80"/>
          <p:cNvPicPr preferRelativeResize="0"/>
          <p:nvPr/>
        </p:nvPicPr>
        <p:blipFill>
          <a:blip r:embed="rId6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04" name="Google Shape;904;p8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5" name="Google Shape;905;p80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7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3)">
  <p:cSld name="CUSTOM_3_2">
    <p:spTree>
      <p:nvGrpSpPr>
        <p:cNvPr id="906" name="Shape 906"/>
        <p:cNvGrpSpPr/>
        <p:nvPr/>
      </p:nvGrpSpPr>
      <p:grpSpPr>
        <a:xfrm>
          <a:off x="0" y="0"/>
          <a:ext cx="0" cy="0"/>
        </a:xfrm>
      </p:grpSpPr>
      <p:pic>
        <p:nvPicPr>
          <p:cNvPr id="907" name="Google Shape;907;p81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908" name="Google Shape;908;p81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9" name="Google Shape;909;p81"/>
          <p:cNvPicPr preferRelativeResize="0"/>
          <p:nvPr/>
        </p:nvPicPr>
        <p:blipFill>
          <a:blip r:embed="rId3">
            <a:alphaModFix/>
          </a:blip>
          <a:srcRect t="3678" b="3669"/>
          <a:stretch>
            <a:fillRect/>
          </a:stretch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0" name="Google Shape;910;p81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1" name="Google Shape;911;p81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2" name="Google Shape;912;p81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13" name="Google Shape;913;p81"/>
          <p:cNvCxnSpPr>
            <a:endCxn id="914" idx="2"/>
          </p:cNvCxnSpPr>
          <p:nvPr/>
        </p:nvCxnSpPr>
        <p:spPr>
          <a:xfrm flipH="1">
            <a:off x="647802" y="1841898"/>
            <a:ext cx="0" cy="23664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14" name="Google Shape;914;p8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15" name="Google Shape;915;p8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916" name="Google Shape;916;p81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7" name="Google Shape;917;p81"/>
          <p:cNvSpPr txBox="1"/>
          <p:nvPr>
            <p:ph type="title" idx="2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8" name="Google Shape;918;p81"/>
          <p:cNvSpPr txBox="1"/>
          <p:nvPr>
            <p:ph type="title" idx="3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19" name="Google Shape;919;p8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20" name="Google Shape;920;p8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921" name="Google Shape;921;p81"/>
          <p:cNvPicPr preferRelativeResize="0"/>
          <p:nvPr/>
        </p:nvPicPr>
        <p:blipFill>
          <a:blip r:embed="rId8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22" name="Google Shape;922;p8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3" name="Google Shape;923;p81"/>
          <p:cNvSpPr txBox="1"/>
          <p:nvPr>
            <p:ph type="title" idx="4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8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4)">
  <p:cSld name="CUSTOM_4">
    <p:spTree>
      <p:nvGrpSpPr>
        <p:cNvPr id="924" name="Shape 924"/>
        <p:cNvGrpSpPr/>
        <p:nvPr/>
      </p:nvGrpSpPr>
      <p:grpSpPr>
        <a:xfrm>
          <a:off x="0" y="0"/>
          <a:ext cx="0" cy="0"/>
        </a:xfrm>
      </p:grpSpPr>
      <p:pic>
        <p:nvPicPr>
          <p:cNvPr id="925" name="Google Shape;925;p82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6" name="Google Shape;926;p82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7" name="Google Shape;927;p82"/>
          <p:cNvPicPr preferRelativeResize="0"/>
          <p:nvPr/>
        </p:nvPicPr>
        <p:blipFill>
          <a:blip r:embed="rId3">
            <a:alphaModFix/>
          </a:blip>
          <a:srcRect t="4387" b="4396"/>
          <a:stretch>
            <a:fillRect/>
          </a:stretch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28" name="Google Shape;928;p82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9" name="Google Shape;929;p82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0" name="Google Shape;930;p82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31" name="Google Shape;931;p82"/>
          <p:cNvPicPr preferRelativeResize="0"/>
          <p:nvPr/>
        </p:nvPicPr>
        <p:blipFill>
          <a:blip r:embed="rId5">
            <a:alphaModFix/>
          </a:blip>
          <a:srcRect t="3678" b="3669"/>
          <a:stretch>
            <a:fillRect/>
          </a:stretch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2" name="Google Shape;932;p82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33" name="Google Shape;933;p82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34" name="Google Shape;934;p8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5" name="Google Shape;935;p8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936" name="Google Shape;936;p8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37" name="Google Shape;937;p82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38" name="Google Shape;938;p82"/>
          <p:cNvSpPr txBox="1"/>
          <p:nvPr>
            <p:ph type="title" idx="2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39" name="Google Shape;939;p82"/>
          <p:cNvSpPr txBox="1"/>
          <p:nvPr>
            <p:ph type="title" idx="3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40" name="Google Shape;940;p82"/>
          <p:cNvSpPr txBox="1"/>
          <p:nvPr>
            <p:ph type="title" idx="4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41" name="Google Shape;941;p8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42" name="Google Shape;942;p82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943" name="Google Shape;943;p82"/>
          <p:cNvPicPr preferRelativeResize="0"/>
          <p:nvPr/>
        </p:nvPicPr>
        <p:blipFill>
          <a:blip r:embed="rId10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44" name="Google Shape;944;p82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5" name="Google Shape;945;p82"/>
          <p:cNvSpPr txBox="1"/>
          <p:nvPr>
            <p:ph type="title" idx="5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8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0 Explanation blank - purple ">
  <p:cSld name="TITLE_AND_TWO_COLUMNS_1_1_6_2_1_4">
    <p:spTree>
      <p:nvGrpSpPr>
        <p:cNvPr id="946" name="Shape 946"/>
        <p:cNvGrpSpPr/>
        <p:nvPr/>
      </p:nvGrpSpPr>
      <p:grpSpPr>
        <a:xfrm>
          <a:off x="0" y="0"/>
          <a:ext cx="0" cy="0"/>
        </a:xfrm>
      </p:grpSpPr>
      <p:pic>
        <p:nvPicPr>
          <p:cNvPr id="947" name="Google Shape;947;p8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48" name="Google Shape;948;p83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49" name="Google Shape;949;p8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50" name="Google Shape;950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51" name="Google Shape;951;p8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952" name="Google Shape;952;p8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8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0 Explanation blank - jade">
  <p:cSld name="TITLE_AND_TWO_COLUMNS_1_1_6_2_1_2">
    <p:spTree>
      <p:nvGrpSpPr>
        <p:cNvPr id="953" name="Shape 953"/>
        <p:cNvGrpSpPr/>
        <p:nvPr/>
      </p:nvGrpSpPr>
      <p:grpSpPr>
        <a:xfrm>
          <a:off x="0" y="0"/>
          <a:ext cx="0" cy="0"/>
        </a:xfrm>
      </p:grpSpPr>
      <p:pic>
        <p:nvPicPr>
          <p:cNvPr id="954" name="Google Shape;954;p8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55" name="Google Shape;955;p8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56" name="Google Shape;956;p8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57" name="Google Shape;957;p8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8" name="Google Shape;958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59" name="Google Shape;959;p8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8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0 Explanation blank - blue ">
  <p:cSld name="TITLE_AND_TWO_COLUMNS_1_1_6_2_2">
    <p:spTree>
      <p:nvGrpSpPr>
        <p:cNvPr id="960" name="Shape 960"/>
        <p:cNvGrpSpPr/>
        <p:nvPr/>
      </p:nvGrpSpPr>
      <p:grpSpPr>
        <a:xfrm>
          <a:off x="0" y="0"/>
          <a:ext cx="0" cy="0"/>
        </a:xfrm>
      </p:grpSpPr>
      <p:pic>
        <p:nvPicPr>
          <p:cNvPr id="961" name="Google Shape;961;p8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62" name="Google Shape;962;p8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63" name="Google Shape;963;p8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64" name="Google Shape;964;p8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5" name="Google Shape;965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66" name="Google Shape;966;p8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8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0 Explanation blank - pink ">
  <p:cSld name="TITLE_AND_TWO_COLUMNS_1_1_6_2_1_1">
    <p:spTree>
      <p:nvGrpSpPr>
        <p:cNvPr id="967" name="Shape 967"/>
        <p:cNvGrpSpPr/>
        <p:nvPr/>
      </p:nvGrpSpPr>
      <p:grpSpPr>
        <a:xfrm>
          <a:off x="0" y="0"/>
          <a:ext cx="0" cy="0"/>
        </a:xfrm>
      </p:grpSpPr>
      <p:pic>
        <p:nvPicPr>
          <p:cNvPr id="968" name="Google Shape;968;p8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69" name="Google Shape;969;p8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70" name="Google Shape;970;p86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71" name="Google Shape;971;p86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2" name="Google Shape;972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73" name="Google Shape;973;p8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8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974" name="Shape 974"/>
        <p:cNvGrpSpPr/>
        <p:nvPr/>
      </p:nvGrpSpPr>
      <p:grpSpPr>
        <a:xfrm>
          <a:off x="0" y="0"/>
          <a:ext cx="0" cy="0"/>
        </a:xfrm>
      </p:grpSpPr>
      <p:sp>
        <p:nvSpPr>
          <p:cNvPr id="975" name="Google Shape;975;p8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976" name="Google Shape;976;p8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77" name="Google Shape;977;p8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78" name="Google Shape;978;p87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79" name="Google Shape;979;p87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80" name="Google Shape;980;p87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81" name="Google Shape;981;p8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982" name="Google Shape;982;p8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3" name="Google Shape;983;p8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84" name="Google Shape;984;p8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985" name="Google Shape;985;p8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6" name="Google Shape;986;p8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8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987" name="Shape 987"/>
        <p:cNvGrpSpPr/>
        <p:nvPr/>
      </p:nvGrpSpPr>
      <p:grpSpPr>
        <a:xfrm>
          <a:off x="0" y="0"/>
          <a:ext cx="0" cy="0"/>
        </a:xfrm>
      </p:grpSpPr>
      <p:sp>
        <p:nvSpPr>
          <p:cNvPr id="988" name="Google Shape;988;p88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989" name="Google Shape;989;p88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90" name="Google Shape;990;p8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91" name="Google Shape;991;p88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92" name="Google Shape;992;p88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93" name="Google Shape;993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94" name="Google Shape;994;p8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995" name="Google Shape;995;p8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6" name="Google Shape;996;p8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97" name="Google Shape;997;p8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998" name="Google Shape;998;p8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9" name="Google Shape;999;p8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8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1000" name="Shape 1000"/>
        <p:cNvGrpSpPr/>
        <p:nvPr/>
      </p:nvGrpSpPr>
      <p:grpSpPr>
        <a:xfrm>
          <a:off x="0" y="0"/>
          <a:ext cx="0" cy="0"/>
        </a:xfrm>
      </p:grpSpPr>
      <p:sp>
        <p:nvSpPr>
          <p:cNvPr id="1001" name="Google Shape;1001;p89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002" name="Google Shape;1002;p8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03" name="Google Shape;1003;p8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04" name="Google Shape;1004;p89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05" name="Google Shape;1005;p89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06" name="Google Shape;1006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07" name="Google Shape;1007;p8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008" name="Google Shape;1008;p8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9" name="Google Shape;1009;p8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10" name="Google Shape;1010;p8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011" name="Google Shape;1011;p8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2" name="Google Shape;1012;p8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8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1013" name="Shape 1013"/>
        <p:cNvGrpSpPr/>
        <p:nvPr/>
      </p:nvGrpSpPr>
      <p:grpSpPr>
        <a:xfrm>
          <a:off x="0" y="0"/>
          <a:ext cx="0" cy="0"/>
        </a:xfrm>
      </p:grpSpPr>
      <p:sp>
        <p:nvSpPr>
          <p:cNvPr id="1014" name="Google Shape;1014;p90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015" name="Google Shape;1015;p90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16" name="Google Shape;1016;p9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17" name="Google Shape;1017;p90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18" name="Google Shape;1018;p90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19" name="Google Shape;1019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20" name="Google Shape;1020;p90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021" name="Google Shape;1021;p90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2" name="Google Shape;1022;p90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23" name="Google Shape;1023;p90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024" name="Google Shape;1024;p9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5" name="Google Shape;1025;p90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8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1026" name="Shape 1026"/>
        <p:cNvGrpSpPr/>
        <p:nvPr/>
      </p:nvGrpSpPr>
      <p:grpSpPr>
        <a:xfrm>
          <a:off x="0" y="0"/>
          <a:ext cx="0" cy="0"/>
        </a:xfrm>
      </p:grpSpPr>
      <p:pic>
        <p:nvPicPr>
          <p:cNvPr id="1027" name="Google Shape;1027;p9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8" name="Google Shape;1028;p9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9" name="Google Shape;1029;p9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30" name="Google Shape;1030;p9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31" name="Google Shape;1031;p9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2" name="Google Shape;1032;p9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3" name="Google Shape;1033;p9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4" name="Google Shape;1034;p91"/>
          <p:cNvSpPr txBox="1"/>
          <p:nvPr>
            <p:ph type="subTitle" idx="1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35" name="Google Shape;1035;p91"/>
          <p:cNvSpPr txBox="1"/>
          <p:nvPr>
            <p:ph type="subTitle" idx="2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36" name="Google Shape;1036;p9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1037" name="Google Shape;1037;p91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38" name="Google Shape;1038;p9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9" name="Google Shape;1039;p9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40" name="Google Shape;1040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1" name="Google Shape;1041;p9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2" name="Google Shape;1042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43" name="Google Shape;1043;p9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44" name="Google Shape;1044;p9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5" name="Google Shape;1045;p9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46" name="Google Shape;1046;p9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47" name="Google Shape;1047;p9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8" name="Google Shape;1048;p9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9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1049" name="Shape 1049"/>
        <p:cNvGrpSpPr/>
        <p:nvPr/>
      </p:nvGrpSpPr>
      <p:grpSpPr>
        <a:xfrm>
          <a:off x="0" y="0"/>
          <a:ext cx="0" cy="0"/>
        </a:xfrm>
      </p:grpSpPr>
      <p:pic>
        <p:nvPicPr>
          <p:cNvPr id="1050" name="Google Shape;1050;p9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51" name="Google Shape;1051;p9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52" name="Google Shape;1052;p9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3" name="Google Shape;1053;p9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4" name="Google Shape;1054;p9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5" name="Google Shape;1055;p92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56" name="Google Shape;1056;p9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057" name="Google Shape;1057;p9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8" name="Google Shape;1058;p9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9" name="Google Shape;1059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60" name="Google Shape;1060;p92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61" name="Google Shape;1061;p92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062" name="Google Shape;1062;p9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63" name="Google Shape;1063;p9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4" name="Google Shape;1064;p9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65" name="Google Shape;1065;p9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66" name="Google Shape;1066;p9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7" name="Google Shape;1067;p9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68" name="Google Shape;1068;p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9" name="Google Shape;1069;p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70" name="Google Shape;1070;p9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1" name="Google Shape;1071;p9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9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1072" name="Shape 1072"/>
        <p:cNvGrpSpPr/>
        <p:nvPr/>
      </p:nvGrpSpPr>
      <p:grpSpPr>
        <a:xfrm>
          <a:off x="0" y="0"/>
          <a:ext cx="0" cy="0"/>
        </a:xfrm>
      </p:grpSpPr>
      <p:pic>
        <p:nvPicPr>
          <p:cNvPr id="1073" name="Google Shape;1073;p9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74" name="Google Shape;1074;p9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75" name="Google Shape;1075;p9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6" name="Google Shape;1076;p9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7" name="Google Shape;1077;p9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8" name="Google Shape;1078;p93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79" name="Google Shape;1079;p9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080" name="Google Shape;1080;p9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1" name="Google Shape;1081;p9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2" name="Google Shape;1082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3" name="Google Shape;1083;p93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84" name="Google Shape;1084;p93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085" name="Google Shape;1085;p9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86" name="Google Shape;1086;p9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7" name="Google Shape;1087;p9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88" name="Google Shape;1088;p9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89" name="Google Shape;1089;p9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0" name="Google Shape;1090;p9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91" name="Google Shape;1091;p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2" name="Google Shape;1092;p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93" name="Google Shape;1093;p9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4" name="Google Shape;1094;p9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9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1095" name="Shape 1095"/>
        <p:cNvGrpSpPr/>
        <p:nvPr/>
      </p:nvGrpSpPr>
      <p:grpSpPr>
        <a:xfrm>
          <a:off x="0" y="0"/>
          <a:ext cx="0" cy="0"/>
        </a:xfrm>
      </p:grpSpPr>
      <p:pic>
        <p:nvPicPr>
          <p:cNvPr id="1096" name="Google Shape;1096;p9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97" name="Google Shape;1097;p9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98" name="Google Shape;1098;p94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9" name="Google Shape;1099;p94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0" name="Google Shape;1100;p94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1" name="Google Shape;1101;p94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02" name="Google Shape;1102;p94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103" name="Google Shape;1103;p9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4" name="Google Shape;1104;p9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5" name="Google Shape;1105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6" name="Google Shape;1106;p94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07" name="Google Shape;1107;p94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08" name="Google Shape;1108;p94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109" name="Google Shape;1109;p9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0" name="Google Shape;1110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11" name="Google Shape;1111;p94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112" name="Google Shape;1112;p9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3" name="Google Shape;1113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114" name="Google Shape;1114;p9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5" name="Google Shape;1115;p9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116" name="Google Shape;1116;p94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7" name="Google Shape;1117;p94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9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1118" name="Shape 1118"/>
        <p:cNvGrpSpPr/>
        <p:nvPr/>
      </p:nvGrpSpPr>
      <p:grpSpPr>
        <a:xfrm>
          <a:off x="0" y="0"/>
          <a:ext cx="0" cy="0"/>
        </a:xfrm>
      </p:grpSpPr>
      <p:pic>
        <p:nvPicPr>
          <p:cNvPr id="1119" name="Google Shape;1119;p9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20" name="Google Shape;1120;p9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21" name="Google Shape;1121;p9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22" name="Google Shape;1122;p9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3" name="Google Shape;1123;p9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4" name="Google Shape;1124;p95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25" name="Google Shape;1125;p95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26" name="Google Shape;1126;p95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27" name="Google Shape;1127;p95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28" name="Google Shape;1128;p9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29" name="Google Shape;1129;p9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0" name="Google Shape;1130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31" name="Google Shape;1131;p9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32" name="Google Shape;1132;p9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3" name="Google Shape;1133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34" name="Google Shape;1134;p9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35" name="Google Shape;1135;p9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6" name="Google Shape;1136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9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1137" name="Shape 1137"/>
        <p:cNvGrpSpPr/>
        <p:nvPr/>
      </p:nvGrpSpPr>
      <p:grpSpPr>
        <a:xfrm>
          <a:off x="0" y="0"/>
          <a:ext cx="0" cy="0"/>
        </a:xfrm>
      </p:grpSpPr>
      <p:pic>
        <p:nvPicPr>
          <p:cNvPr id="1138" name="Google Shape;1138;p9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39" name="Google Shape;1139;p9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40" name="Google Shape;1140;p9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41" name="Google Shape;1141;p9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2" name="Google Shape;1142;p9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3" name="Google Shape;1143;p96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44" name="Google Shape;1144;p96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45" name="Google Shape;1145;p96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46" name="Google Shape;1146;p96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47" name="Google Shape;1147;p9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48" name="Google Shape;1148;p9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9" name="Google Shape;1149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50" name="Google Shape;1150;p9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51" name="Google Shape;1151;p9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2" name="Google Shape;1152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53" name="Google Shape;1153;p9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54" name="Google Shape;1154;p9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5" name="Google Shape;1155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9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1156" name="Shape 1156"/>
        <p:cNvGrpSpPr/>
        <p:nvPr/>
      </p:nvGrpSpPr>
      <p:grpSpPr>
        <a:xfrm>
          <a:off x="0" y="0"/>
          <a:ext cx="0" cy="0"/>
        </a:xfrm>
      </p:grpSpPr>
      <p:pic>
        <p:nvPicPr>
          <p:cNvPr id="1157" name="Google Shape;1157;p9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58" name="Google Shape;1158;p9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59" name="Google Shape;1159;p9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60" name="Google Shape;1160;p9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1" name="Google Shape;1161;p9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2" name="Google Shape;1162;p97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63" name="Google Shape;1163;p97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64" name="Google Shape;1164;p97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65" name="Google Shape;1165;p97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66" name="Google Shape;1166;p9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67" name="Google Shape;1167;p9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68" name="Google Shape;1168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69" name="Google Shape;1169;p9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70" name="Google Shape;1170;p9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1" name="Google Shape;1171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72" name="Google Shape;1172;p9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73" name="Google Shape;1173;p9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4" name="Google Shape;1174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9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1175" name="Shape 1175"/>
        <p:cNvGrpSpPr/>
        <p:nvPr/>
      </p:nvGrpSpPr>
      <p:grpSpPr>
        <a:xfrm>
          <a:off x="0" y="0"/>
          <a:ext cx="0" cy="0"/>
        </a:xfrm>
      </p:grpSpPr>
      <p:pic>
        <p:nvPicPr>
          <p:cNvPr id="1176" name="Google Shape;1176;p98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7" name="Google Shape;1177;p9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78" name="Google Shape;1178;p98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79" name="Google Shape;1179;p9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0" name="Google Shape;1180;p9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1" name="Google Shape;1181;p98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82" name="Google Shape;1182;p98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83" name="Google Shape;1183;p98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84" name="Google Shape;1184;p98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85" name="Google Shape;1185;p98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86" name="Google Shape;1186;p9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7" name="Google Shape;1187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88" name="Google Shape;1188;p98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89" name="Google Shape;1189;p9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0" name="Google Shape;1190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91" name="Google Shape;1191;p98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92" name="Google Shape;1192;p9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3" name="Google Shape;1193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9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1194" name="Shape 1194"/>
        <p:cNvGrpSpPr/>
        <p:nvPr/>
      </p:nvGrpSpPr>
      <p:grpSpPr>
        <a:xfrm>
          <a:off x="0" y="0"/>
          <a:ext cx="0" cy="0"/>
        </a:xfrm>
      </p:grpSpPr>
      <p:pic>
        <p:nvPicPr>
          <p:cNvPr id="1195" name="Google Shape;1195;p9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96" name="Google Shape;1196;p9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97" name="Google Shape;1197;p9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98" name="Google Shape;1198;p9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9" name="Google Shape;1199;p9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0" name="Google Shape;1200;p99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01" name="Google Shape;1201;p99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02" name="Google Shape;1202;p99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03" name="Google Shape;1203;p99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04" name="Google Shape;1204;p99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05" name="Google Shape;1205;p9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06" name="Google Shape;1206;p9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7" name="Google Shape;1207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08" name="Google Shape;1208;p9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09" name="Google Shape;1209;p9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0" name="Google Shape;1210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11" name="Google Shape;1211;p9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12" name="Google Shape;1212;p9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3" name="Google Shape;1213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14" name="Google Shape;1214;p9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15" name="Google Shape;1215;p9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6" name="Google Shape;1216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9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1217" name="Shape 1217"/>
        <p:cNvGrpSpPr/>
        <p:nvPr/>
      </p:nvGrpSpPr>
      <p:grpSpPr>
        <a:xfrm>
          <a:off x="0" y="0"/>
          <a:ext cx="0" cy="0"/>
        </a:xfrm>
      </p:grpSpPr>
      <p:pic>
        <p:nvPicPr>
          <p:cNvPr id="1218" name="Google Shape;1218;p100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19" name="Google Shape;1219;p10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20" name="Google Shape;1220;p10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21" name="Google Shape;1221;p10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2" name="Google Shape;1222;p10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3" name="Google Shape;1223;p100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24" name="Google Shape;1224;p100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25" name="Google Shape;1225;p100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26" name="Google Shape;1226;p100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27" name="Google Shape;1227;p100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28" name="Google Shape;1228;p10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29" name="Google Shape;1229;p10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0" name="Google Shape;1230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31" name="Google Shape;1231;p10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32" name="Google Shape;1232;p10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3" name="Google Shape;1233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34" name="Google Shape;1234;p10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35" name="Google Shape;1235;p10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6" name="Google Shape;1236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37" name="Google Shape;1237;p10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38" name="Google Shape;1238;p10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9" name="Google Shape;1239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9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1240" name="Shape 1240"/>
        <p:cNvGrpSpPr/>
        <p:nvPr/>
      </p:nvGrpSpPr>
      <p:grpSpPr>
        <a:xfrm>
          <a:off x="0" y="0"/>
          <a:ext cx="0" cy="0"/>
        </a:xfrm>
      </p:grpSpPr>
      <p:pic>
        <p:nvPicPr>
          <p:cNvPr id="1241" name="Google Shape;1241;p10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2" name="Google Shape;1242;p10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43" name="Google Shape;1243;p10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44" name="Google Shape;1244;p10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5" name="Google Shape;1245;p10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6" name="Google Shape;1246;p101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47" name="Google Shape;1247;p101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48" name="Google Shape;1248;p101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49" name="Google Shape;1249;p101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50" name="Google Shape;1250;p101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51" name="Google Shape;1251;p10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52" name="Google Shape;1252;p10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3" name="Google Shape;1253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54" name="Google Shape;1254;p10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55" name="Google Shape;1255;p10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6" name="Google Shape;1256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57" name="Google Shape;1257;p10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58" name="Google Shape;1258;p10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9" name="Google Shape;1259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60" name="Google Shape;1260;p10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61" name="Google Shape;1261;p10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2" name="Google Shape;1262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10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1263" name="Shape 1263"/>
        <p:cNvGrpSpPr/>
        <p:nvPr/>
      </p:nvGrpSpPr>
      <p:grpSpPr>
        <a:xfrm>
          <a:off x="0" y="0"/>
          <a:ext cx="0" cy="0"/>
        </a:xfrm>
      </p:grpSpPr>
      <p:pic>
        <p:nvPicPr>
          <p:cNvPr id="1264" name="Google Shape;1264;p10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65" name="Google Shape;1265;p10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66" name="Google Shape;1266;p102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67" name="Google Shape;1267;p10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8" name="Google Shape;1268;p10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9" name="Google Shape;1269;p102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70" name="Google Shape;1270;p102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71" name="Google Shape;1271;p102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72" name="Google Shape;1272;p102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73" name="Google Shape;1273;p102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74" name="Google Shape;1274;p102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75" name="Google Shape;1275;p10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6" name="Google Shape;1276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77" name="Google Shape;1277;p102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78" name="Google Shape;1278;p10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9" name="Google Shape;1279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80" name="Google Shape;1280;p102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81" name="Google Shape;1281;p10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2" name="Google Shape;1282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83" name="Google Shape;1283;p102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84" name="Google Shape;1284;p10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5" name="Google Shape;1285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10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1286" name="Shape 1286"/>
        <p:cNvGrpSpPr/>
        <p:nvPr/>
      </p:nvGrpSpPr>
      <p:grpSpPr>
        <a:xfrm>
          <a:off x="0" y="0"/>
          <a:ext cx="0" cy="0"/>
        </a:xfrm>
      </p:grpSpPr>
      <p:pic>
        <p:nvPicPr>
          <p:cNvPr id="1287" name="Google Shape;1287;p10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88" name="Google Shape;1288;p10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89" name="Google Shape;1289;p10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90" name="Google Shape;1290;p10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1" name="Google Shape;1291;p10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2" name="Google Shape;1292;p103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93" name="Google Shape;1293;p103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1294" name="Google Shape;1294;p103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1295" name="Google Shape;1295;p103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1296" name="Google Shape;1296;p10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297" name="Google Shape;1297;p10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98" name="Google Shape;1298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99" name="Google Shape;1299;p10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00" name="Google Shape;1300;p10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1" name="Google Shape;1301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02" name="Google Shape;1302;p10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03" name="Google Shape;1303;p10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4" name="Google Shape;1304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10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1305" name="Shape 1305"/>
        <p:cNvGrpSpPr/>
        <p:nvPr/>
      </p:nvGrpSpPr>
      <p:grpSpPr>
        <a:xfrm>
          <a:off x="0" y="0"/>
          <a:ext cx="0" cy="0"/>
        </a:xfrm>
      </p:grpSpPr>
      <p:pic>
        <p:nvPicPr>
          <p:cNvPr id="1306" name="Google Shape;1306;p10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07" name="Google Shape;1307;p10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08" name="Google Shape;1308;p10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09" name="Google Shape;1309;p10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0" name="Google Shape;1310;p10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1" name="Google Shape;1311;p104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12" name="Google Shape;1312;p104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1313" name="Google Shape;1313;p104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1314" name="Google Shape;1314;p104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1315" name="Google Shape;1315;p10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16" name="Google Shape;1316;p10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7" name="Google Shape;1317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18" name="Google Shape;1318;p10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19" name="Google Shape;1319;p10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0" name="Google Shape;1320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21" name="Google Shape;1321;p10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22" name="Google Shape;1322;p10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3" name="Google Shape;1323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10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1324" name="Shape 1324"/>
        <p:cNvGrpSpPr/>
        <p:nvPr/>
      </p:nvGrpSpPr>
      <p:grpSpPr>
        <a:xfrm>
          <a:off x="0" y="0"/>
          <a:ext cx="0" cy="0"/>
        </a:xfrm>
      </p:grpSpPr>
      <p:pic>
        <p:nvPicPr>
          <p:cNvPr id="1325" name="Google Shape;1325;p10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6" name="Google Shape;1326;p10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27" name="Google Shape;1327;p10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28" name="Google Shape;1328;p10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9" name="Google Shape;1329;p10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0" name="Google Shape;1330;p105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31" name="Google Shape;1331;p105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1332" name="Google Shape;1332;p105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1333" name="Google Shape;1333;p105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1334" name="Google Shape;1334;p10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35" name="Google Shape;1335;p10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6" name="Google Shape;1336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37" name="Google Shape;1337;p10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38" name="Google Shape;1338;p10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9" name="Google Shape;1339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40" name="Google Shape;1340;p10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41" name="Google Shape;1341;p10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2" name="Google Shape;1342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10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1343" name="Shape 1343"/>
        <p:cNvGrpSpPr/>
        <p:nvPr/>
      </p:nvGrpSpPr>
      <p:grpSpPr>
        <a:xfrm>
          <a:off x="0" y="0"/>
          <a:ext cx="0" cy="0"/>
        </a:xfrm>
      </p:grpSpPr>
      <p:pic>
        <p:nvPicPr>
          <p:cNvPr id="1344" name="Google Shape;1344;p10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45" name="Google Shape;1345;p10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46" name="Google Shape;1346;p10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47" name="Google Shape;1347;p10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8" name="Google Shape;1348;p10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9" name="Google Shape;1349;p106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50" name="Google Shape;1350;p106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1351" name="Google Shape;1351;p106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1352" name="Google Shape;1352;p106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1353" name="Google Shape;1353;p106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54" name="Google Shape;1354;p10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5" name="Google Shape;1355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56" name="Google Shape;1356;p106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57" name="Google Shape;1357;p10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8" name="Google Shape;1358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59" name="Google Shape;1359;p106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60" name="Google Shape;1360;p10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61" name="Google Shape;1361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10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1362" name="Shape 1362"/>
        <p:cNvGrpSpPr/>
        <p:nvPr/>
      </p:nvGrpSpPr>
      <p:grpSpPr>
        <a:xfrm>
          <a:off x="0" y="0"/>
          <a:ext cx="0" cy="0"/>
        </a:xfrm>
      </p:grpSpPr>
      <p:pic>
        <p:nvPicPr>
          <p:cNvPr id="1363" name="Google Shape;1363;p10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64" name="Google Shape;1364;p10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65" name="Google Shape;1365;p107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66" name="Google Shape;1366;p10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7" name="Google Shape;1367;p10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8" name="Google Shape;1368;p10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0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1369" name="Shape 1369"/>
        <p:cNvGrpSpPr/>
        <p:nvPr/>
      </p:nvGrpSpPr>
      <p:grpSpPr>
        <a:xfrm>
          <a:off x="0" y="0"/>
          <a:ext cx="0" cy="0"/>
        </a:xfrm>
      </p:grpSpPr>
      <p:pic>
        <p:nvPicPr>
          <p:cNvPr id="1370" name="Google Shape;1370;p108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71" name="Google Shape;1371;p10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72" name="Google Shape;1372;p108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73" name="Google Shape;1373;p10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4" name="Google Shape;1374;p10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5" name="Google Shape;1375;p10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0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1376" name="Shape 1376"/>
        <p:cNvGrpSpPr/>
        <p:nvPr/>
      </p:nvGrpSpPr>
      <p:grpSpPr>
        <a:xfrm>
          <a:off x="0" y="0"/>
          <a:ext cx="0" cy="0"/>
        </a:xfrm>
      </p:grpSpPr>
      <p:pic>
        <p:nvPicPr>
          <p:cNvPr id="1377" name="Google Shape;1377;p10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78" name="Google Shape;1378;p10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79" name="Google Shape;1379;p109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80" name="Google Shape;1380;p10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1" name="Google Shape;1381;p10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2" name="Google Shape;1382;p10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0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1383" name="Shape 1383"/>
        <p:cNvGrpSpPr/>
        <p:nvPr/>
      </p:nvGrpSpPr>
      <p:grpSpPr>
        <a:xfrm>
          <a:off x="0" y="0"/>
          <a:ext cx="0" cy="0"/>
        </a:xfrm>
      </p:grpSpPr>
      <p:pic>
        <p:nvPicPr>
          <p:cNvPr id="1384" name="Google Shape;1384;p110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85" name="Google Shape;1385;p11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86" name="Google Shape;1386;p110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87" name="Google Shape;1387;p1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8" name="Google Shape;1388;p11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9" name="Google Shape;1389;p11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0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7 Practice - purple ">
  <p:cSld name="TITLE_AND_TWO_COLUMNS_1_1_5_1_3_1_1">
    <p:spTree>
      <p:nvGrpSpPr>
        <p:cNvPr id="1390" name="Shape 1390"/>
        <p:cNvGrpSpPr/>
        <p:nvPr/>
      </p:nvGrpSpPr>
      <p:grpSpPr>
        <a:xfrm>
          <a:off x="0" y="0"/>
          <a:ext cx="0" cy="0"/>
        </a:xfrm>
      </p:grpSpPr>
      <p:pic>
        <p:nvPicPr>
          <p:cNvPr id="1391" name="Google Shape;1391;p1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92" name="Google Shape;1392;p11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93" name="Google Shape;1393;p111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4" name="Google Shape;1394;p11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5" name="Google Shape;1395;p111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396" name="Google Shape;1396;p1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7" name="Google Shape;1397;p11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1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7 Practice - jade">
  <p:cSld name="TITLE_AND_TWO_COLUMNS_1_1_5_1_3_1_1_1_1">
    <p:spTree>
      <p:nvGrpSpPr>
        <p:cNvPr id="1398" name="Shape 1398"/>
        <p:cNvGrpSpPr/>
        <p:nvPr/>
      </p:nvGrpSpPr>
      <p:grpSpPr>
        <a:xfrm>
          <a:off x="0" y="0"/>
          <a:ext cx="0" cy="0"/>
        </a:xfrm>
      </p:grpSpPr>
      <p:pic>
        <p:nvPicPr>
          <p:cNvPr id="1399" name="Google Shape;1399;p11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0" name="Google Shape;1400;p11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01" name="Google Shape;1401;p11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2" name="Google Shape;1402;p11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3" name="Google Shape;1403;p11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4" name="Google Shape;1404;p112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05" name="Google Shape;1405;p1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1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7 Practice - blue ">
  <p:cSld name="TITLE_AND_TWO_COLUMNS_1_1_5_1_3_1_2">
    <p:spTree>
      <p:nvGrpSpPr>
        <p:cNvPr id="1406" name="Shape 1406"/>
        <p:cNvGrpSpPr/>
        <p:nvPr/>
      </p:nvGrpSpPr>
      <p:grpSpPr>
        <a:xfrm>
          <a:off x="0" y="0"/>
          <a:ext cx="0" cy="0"/>
        </a:xfrm>
      </p:grpSpPr>
      <p:pic>
        <p:nvPicPr>
          <p:cNvPr id="1407" name="Google Shape;1407;p11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8" name="Google Shape;1408;p11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09" name="Google Shape;1409;p11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0" name="Google Shape;1410;p11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1" name="Google Shape;1411;p11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2" name="Google Shape;1412;p113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13" name="Google Shape;1413;p1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1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7 Practice - pink">
  <p:cSld name="TITLE_AND_TWO_COLUMNS_1_1_5_1_3_1_1_1_1_1">
    <p:spTree>
      <p:nvGrpSpPr>
        <p:cNvPr id="1414" name="Shape 1414"/>
        <p:cNvGrpSpPr/>
        <p:nvPr/>
      </p:nvGrpSpPr>
      <p:grpSpPr>
        <a:xfrm>
          <a:off x="0" y="0"/>
          <a:ext cx="0" cy="0"/>
        </a:xfrm>
      </p:grpSpPr>
      <p:pic>
        <p:nvPicPr>
          <p:cNvPr id="1415" name="Google Shape;1415;p11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16" name="Google Shape;1416;p1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17" name="Google Shape;1417;p11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8" name="Google Shape;1418;p11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9" name="Google Shape;1419;p114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0" name="Google Shape;1420;p114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21" name="Google Shape;1421;p1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1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1422" name="Shape 1422"/>
        <p:cNvGrpSpPr/>
        <p:nvPr/>
      </p:nvGrpSpPr>
      <p:grpSpPr>
        <a:xfrm>
          <a:off x="0" y="0"/>
          <a:ext cx="0" cy="0"/>
        </a:xfrm>
      </p:grpSpPr>
      <p:pic>
        <p:nvPicPr>
          <p:cNvPr id="1423" name="Google Shape;1423;p1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24" name="Google Shape;1424;p11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25" name="Google Shape;1425;p11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6" name="Google Shape;1426;p115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7" name="Google Shape;1427;p115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28" name="Google Shape;1428;p1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9" name="Google Shape;1429;p11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1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1430" name="Shape 1430"/>
        <p:cNvGrpSpPr/>
        <p:nvPr/>
      </p:nvGrpSpPr>
      <p:grpSpPr>
        <a:xfrm>
          <a:off x="0" y="0"/>
          <a:ext cx="0" cy="0"/>
        </a:xfrm>
      </p:grpSpPr>
      <p:pic>
        <p:nvPicPr>
          <p:cNvPr id="1431" name="Google Shape;1431;p11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32" name="Google Shape;1432;p11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33" name="Google Shape;1433;p116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4" name="Google Shape;1434;p11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5" name="Google Shape;1435;p116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36" name="Google Shape;1436;p11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37" name="Google Shape;1437;p1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1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1438" name="Shape 1438"/>
        <p:cNvGrpSpPr/>
        <p:nvPr/>
      </p:nvGrpSpPr>
      <p:grpSpPr>
        <a:xfrm>
          <a:off x="0" y="0"/>
          <a:ext cx="0" cy="0"/>
        </a:xfrm>
      </p:grpSpPr>
      <p:pic>
        <p:nvPicPr>
          <p:cNvPr id="1439" name="Google Shape;1439;p11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40" name="Google Shape;1440;p11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41" name="Google Shape;1441;p117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2" name="Google Shape;1442;p11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3" name="Google Shape;1443;p117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44" name="Google Shape;1444;p11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45" name="Google Shape;1445;p1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1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1446" name="Shape 1446"/>
        <p:cNvGrpSpPr/>
        <p:nvPr/>
      </p:nvGrpSpPr>
      <p:grpSpPr>
        <a:xfrm>
          <a:off x="0" y="0"/>
          <a:ext cx="0" cy="0"/>
        </a:xfrm>
      </p:grpSpPr>
      <p:pic>
        <p:nvPicPr>
          <p:cNvPr id="1447" name="Google Shape;1447;p118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48" name="Google Shape;1448;p1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49" name="Google Shape;1449;p118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0" name="Google Shape;1450;p118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1" name="Google Shape;1451;p118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52" name="Google Shape;1452;p11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53" name="Google Shape;1453;p1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1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1">
  <p:cSld name="TITLE_AND_TWO_COLUMNS_1_1_5_1_2_1">
    <p:spTree>
      <p:nvGrpSpPr>
        <p:cNvPr id="1454" name="Shape 1454"/>
        <p:cNvGrpSpPr/>
        <p:nvPr/>
      </p:nvGrpSpPr>
      <p:grpSpPr>
        <a:xfrm>
          <a:off x="0" y="0"/>
          <a:ext cx="0" cy="0"/>
        </a:xfrm>
      </p:grpSpPr>
      <p:sp>
        <p:nvSpPr>
          <p:cNvPr id="1455" name="Google Shape;1455;p119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456" name="Google Shape;1456;p119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57" name="Google Shape;1457;p119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8" name="Google Shape;1458;p11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9" name="Google Shape;1459;p119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1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2">
  <p:cSld name="TITLE_AND_TWO_COLUMNS_1_1_5_1_2">
    <p:spTree>
      <p:nvGrpSpPr>
        <p:cNvPr id="1460" name="Shape 1460"/>
        <p:cNvGrpSpPr/>
        <p:nvPr/>
      </p:nvGrpSpPr>
      <p:grpSpPr>
        <a:xfrm>
          <a:off x="0" y="0"/>
          <a:ext cx="0" cy="0"/>
        </a:xfrm>
      </p:grpSpPr>
      <p:sp>
        <p:nvSpPr>
          <p:cNvPr id="1461" name="Google Shape;1461;p120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462" name="Google Shape;1462;p120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63" name="Google Shape;1463;p120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64" name="Google Shape;1464;p120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5" name="Google Shape;1465;p120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1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3 Projectable quiz">
  <p:cSld name="Title Slide 3_1">
    <p:bg>
      <p:bgPr>
        <a:solidFill>
          <a:schemeClr val="lt1"/>
        </a:solidFill>
      </p:bgPr>
    </p:bg>
    <p:spTree>
      <p:nvGrpSpPr>
        <p:cNvPr id="1466" name="Shape 1466"/>
        <p:cNvGrpSpPr/>
        <p:nvPr/>
      </p:nvGrpSpPr>
      <p:grpSpPr>
        <a:xfrm>
          <a:off x="0" y="0"/>
          <a:ext cx="0" cy="0"/>
        </a:xfrm>
      </p:grpSpPr>
      <p:pic>
        <p:nvPicPr>
          <p:cNvPr id="1467" name="Google Shape;1467;p12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1468" name="Google Shape;1468;p121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12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4 Items to copy-paste">
  <p:cSld name="CUSTOM_104_1_2_1_1">
    <p:spTree>
      <p:nvGrpSpPr>
        <p:cNvPr id="1469" name="Shape 1469"/>
        <p:cNvGrpSpPr/>
        <p:nvPr/>
      </p:nvGrpSpPr>
      <p:grpSpPr>
        <a:xfrm>
          <a:off x="0" y="0"/>
          <a:ext cx="0" cy="0"/>
        </a:xfrm>
      </p:grpSpPr>
      <p:sp>
        <p:nvSpPr>
          <p:cNvPr id="1470" name="Google Shape;1470;p122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1" name="Google Shape;1471;p122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2" name="Google Shape;1472;p122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3" name="Google Shape;1473;p122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4" name="Google Shape;1474;p122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5" name="Google Shape;1475;p122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6" name="Google Shape;1476;p122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7" name="Google Shape;1477;p122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8" name="Google Shape;1478;p122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12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5 OGL">
  <p:cSld name="CUSTOM_5_1">
    <p:bg>
      <p:bgPr>
        <a:solidFill>
          <a:srgbClr val="BEF2BD"/>
        </a:solidFill>
      </p:bgPr>
    </p:bg>
    <p:spTree>
      <p:nvGrpSpPr>
        <p:cNvPr id="1479" name="Shape 1479"/>
        <p:cNvGrpSpPr/>
        <p:nvPr/>
      </p:nvGrpSpPr>
      <p:grpSpPr>
        <a:xfrm>
          <a:off x="0" y="0"/>
          <a:ext cx="0" cy="0"/>
        </a:xfrm>
      </p:grpSpPr>
      <p:pic>
        <p:nvPicPr>
          <p:cNvPr id="1480" name="Google Shape;1480;p12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1481" name="Google Shape;1481;p123"/>
          <p:cNvSpPr txBox="1"/>
          <p:nvPr>
            <p:ph type="subTitle" idx="1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2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6 Blank">
  <p:cSld name="CUSTOM_6">
    <p:spTree>
      <p:nvGrpSpPr>
        <p:cNvPr id="1482" name="Shape 1482"/>
        <p:cNvGrpSpPr/>
        <p:nvPr/>
      </p:nvGrpSpPr>
      <p:grpSpPr>
        <a:xfrm>
          <a:off x="0" y="0"/>
          <a:ext cx="0" cy="0"/>
        </a:xfrm>
      </p:grpSpPr>
      <p:sp>
        <p:nvSpPr>
          <p:cNvPr id="1483" name="Google Shape;1483;p124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None/>
              <a:defRPr/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slideLayout" Target="../slideLayouts/slideLayout12.xml" /><Relationship Id="rId13" Type="http://schemas.openxmlformats.org/officeDocument/2006/relationships/slideLayout" Target="../slideLayouts/slideLayout13.xml" /><Relationship Id="rId14" Type="http://schemas.openxmlformats.org/officeDocument/2006/relationships/slideLayout" Target="../slideLayouts/slideLayout14.xml" /><Relationship Id="rId15" Type="http://schemas.openxmlformats.org/officeDocument/2006/relationships/slideLayout" Target="../slideLayouts/slideLayout15.xml" /><Relationship Id="rId16" Type="http://schemas.openxmlformats.org/officeDocument/2006/relationships/slideLayout" Target="../slideLayouts/slideLayout16.xml" /><Relationship Id="rId17" Type="http://schemas.openxmlformats.org/officeDocument/2006/relationships/slideLayout" Target="../slideLayouts/slideLayout17.xml" /><Relationship Id="rId18" Type="http://schemas.openxmlformats.org/officeDocument/2006/relationships/slideLayout" Target="../slideLayouts/slideLayout18.xml" /><Relationship Id="rId19" Type="http://schemas.openxmlformats.org/officeDocument/2006/relationships/slideLayout" Target="../slideLayouts/slideLayout19.xml" /><Relationship Id="rId2" Type="http://schemas.openxmlformats.org/officeDocument/2006/relationships/slideLayout" Target="../slideLayouts/slideLayout2.xml" /><Relationship Id="rId20" Type="http://schemas.openxmlformats.org/officeDocument/2006/relationships/slideLayout" Target="../slideLayouts/slideLayout20.xml" /><Relationship Id="rId21" Type="http://schemas.openxmlformats.org/officeDocument/2006/relationships/slideLayout" Target="../slideLayouts/slideLayout21.xml" /><Relationship Id="rId22" Type="http://schemas.openxmlformats.org/officeDocument/2006/relationships/slideLayout" Target="../slideLayouts/slideLayout22.xml" /><Relationship Id="rId23" Type="http://schemas.openxmlformats.org/officeDocument/2006/relationships/slideLayout" Target="../slideLayouts/slideLayout23.xml" /><Relationship Id="rId24" Type="http://schemas.openxmlformats.org/officeDocument/2006/relationships/slideLayout" Target="../slideLayouts/slideLayout24.xml" /><Relationship Id="rId25" Type="http://schemas.openxmlformats.org/officeDocument/2006/relationships/slideLayout" Target="../slideLayouts/slideLayout25.xml" /><Relationship Id="rId26" Type="http://schemas.openxmlformats.org/officeDocument/2006/relationships/slideLayout" Target="../slideLayouts/slideLayout26.xml" /><Relationship Id="rId27" Type="http://schemas.openxmlformats.org/officeDocument/2006/relationships/slideLayout" Target="../slideLayouts/slideLayout27.xml" /><Relationship Id="rId28" Type="http://schemas.openxmlformats.org/officeDocument/2006/relationships/slideLayout" Target="../slideLayouts/slideLayout28.xml" /><Relationship Id="rId29" Type="http://schemas.openxmlformats.org/officeDocument/2006/relationships/slideLayout" Target="../slideLayouts/slideLayout29.xml" /><Relationship Id="rId3" Type="http://schemas.openxmlformats.org/officeDocument/2006/relationships/slideLayout" Target="../slideLayouts/slideLayout3.xml" /><Relationship Id="rId30" Type="http://schemas.openxmlformats.org/officeDocument/2006/relationships/slideLayout" Target="../slideLayouts/slideLayout30.xml" /><Relationship Id="rId31" Type="http://schemas.openxmlformats.org/officeDocument/2006/relationships/slideLayout" Target="../slideLayouts/slideLayout31.xml" /><Relationship Id="rId32" Type="http://schemas.openxmlformats.org/officeDocument/2006/relationships/slideLayout" Target="../slideLayouts/slideLayout32.xml" /><Relationship Id="rId33" Type="http://schemas.openxmlformats.org/officeDocument/2006/relationships/slideLayout" Target="../slideLayouts/slideLayout33.xml" /><Relationship Id="rId34" Type="http://schemas.openxmlformats.org/officeDocument/2006/relationships/slideLayout" Target="../slideLayouts/slideLayout34.xml" /><Relationship Id="rId35" Type="http://schemas.openxmlformats.org/officeDocument/2006/relationships/slideLayout" Target="../slideLayouts/slideLayout35.xml" /><Relationship Id="rId36" Type="http://schemas.openxmlformats.org/officeDocument/2006/relationships/slideLayout" Target="../slideLayouts/slideLayout36.xml" /><Relationship Id="rId37" Type="http://schemas.openxmlformats.org/officeDocument/2006/relationships/slideLayout" Target="../slideLayouts/slideLayout37.xml" /><Relationship Id="rId38" Type="http://schemas.openxmlformats.org/officeDocument/2006/relationships/slideLayout" Target="../slideLayouts/slideLayout38.xml" /><Relationship Id="rId39" Type="http://schemas.openxmlformats.org/officeDocument/2006/relationships/slideLayout" Target="../slideLayouts/slideLayout39.xml" /><Relationship Id="rId4" Type="http://schemas.openxmlformats.org/officeDocument/2006/relationships/slideLayout" Target="../slideLayouts/slideLayout4.xml" /><Relationship Id="rId40" Type="http://schemas.openxmlformats.org/officeDocument/2006/relationships/slideLayout" Target="../slideLayouts/slideLayout40.xml" /><Relationship Id="rId41" Type="http://schemas.openxmlformats.org/officeDocument/2006/relationships/slideLayout" Target="../slideLayouts/slideLayout41.xml" /><Relationship Id="rId42" Type="http://schemas.openxmlformats.org/officeDocument/2006/relationships/slideLayout" Target="../slideLayouts/slideLayout42.xml" /><Relationship Id="rId43" Type="http://schemas.openxmlformats.org/officeDocument/2006/relationships/slideLayout" Target="../slideLayouts/slideLayout43.xml" /><Relationship Id="rId44" Type="http://schemas.openxmlformats.org/officeDocument/2006/relationships/slideLayout" Target="../slideLayouts/slideLayout44.xml" /><Relationship Id="rId45" Type="http://schemas.openxmlformats.org/officeDocument/2006/relationships/slideLayout" Target="../slideLayouts/slideLayout45.xml" /><Relationship Id="rId46" Type="http://schemas.openxmlformats.org/officeDocument/2006/relationships/slideLayout" Target="../slideLayouts/slideLayout46.xml" /><Relationship Id="rId47" Type="http://schemas.openxmlformats.org/officeDocument/2006/relationships/slideLayout" Target="../slideLayouts/slideLayout47.xml" /><Relationship Id="rId48" Type="http://schemas.openxmlformats.org/officeDocument/2006/relationships/slideLayout" Target="../slideLayouts/slideLayout48.xml" /><Relationship Id="rId49" Type="http://schemas.openxmlformats.org/officeDocument/2006/relationships/slideLayout" Target="../slideLayouts/slideLayout49.xml" /><Relationship Id="rId5" Type="http://schemas.openxmlformats.org/officeDocument/2006/relationships/slideLayout" Target="../slideLayouts/slideLayout5.xml" /><Relationship Id="rId50" Type="http://schemas.openxmlformats.org/officeDocument/2006/relationships/slideLayout" Target="../slideLayouts/slideLayout50.xml" /><Relationship Id="rId51" Type="http://schemas.openxmlformats.org/officeDocument/2006/relationships/slideLayout" Target="../slideLayouts/slideLayout51.xml" /><Relationship Id="rId52" Type="http://schemas.openxmlformats.org/officeDocument/2006/relationships/slideLayout" Target="../slideLayouts/slideLayout52.xml" /><Relationship Id="rId53" Type="http://schemas.openxmlformats.org/officeDocument/2006/relationships/slideLayout" Target="../slideLayouts/slideLayout53.xml" /><Relationship Id="rId54" Type="http://schemas.openxmlformats.org/officeDocument/2006/relationships/slideLayout" Target="../slideLayouts/slideLayout54.xml" /><Relationship Id="rId55" Type="http://schemas.openxmlformats.org/officeDocument/2006/relationships/slideLayout" Target="../slideLayouts/slideLayout55.xml" /><Relationship Id="rId56" Type="http://schemas.openxmlformats.org/officeDocument/2006/relationships/slideLayout" Target="../slideLayouts/slideLayout56.xml" /><Relationship Id="rId57" Type="http://schemas.openxmlformats.org/officeDocument/2006/relationships/slideLayout" Target="../slideLayouts/slideLayout57.xml" /><Relationship Id="rId58" Type="http://schemas.openxmlformats.org/officeDocument/2006/relationships/slideLayout" Target="../slideLayouts/slideLayout58.xml" /><Relationship Id="rId59" Type="http://schemas.openxmlformats.org/officeDocument/2006/relationships/slideLayout" Target="../slideLayouts/slideLayout59.xml" /><Relationship Id="rId6" Type="http://schemas.openxmlformats.org/officeDocument/2006/relationships/slideLayout" Target="../slideLayouts/slideLayout6.xml" /><Relationship Id="rId60" Type="http://schemas.openxmlformats.org/officeDocument/2006/relationships/slideLayout" Target="../slideLayouts/slideLayout60.xml" /><Relationship Id="rId61" Type="http://schemas.openxmlformats.org/officeDocument/2006/relationships/image" Target="../media/image42.png" /><Relationship Id="rId62" Type="http://schemas.openxmlformats.org/officeDocument/2006/relationships/theme" Target="../theme/theme1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1.xml" /><Relationship Id="rId10" Type="http://schemas.openxmlformats.org/officeDocument/2006/relationships/slideLayout" Target="../slideLayouts/slideLayout70.xml" /><Relationship Id="rId11" Type="http://schemas.openxmlformats.org/officeDocument/2006/relationships/slideLayout" Target="../slideLayouts/slideLayout71.xml" /><Relationship Id="rId12" Type="http://schemas.openxmlformats.org/officeDocument/2006/relationships/slideLayout" Target="../slideLayouts/slideLayout72.xml" /><Relationship Id="rId13" Type="http://schemas.openxmlformats.org/officeDocument/2006/relationships/slideLayout" Target="../slideLayouts/slideLayout73.xml" /><Relationship Id="rId14" Type="http://schemas.openxmlformats.org/officeDocument/2006/relationships/slideLayout" Target="../slideLayouts/slideLayout74.xml" /><Relationship Id="rId15" Type="http://schemas.openxmlformats.org/officeDocument/2006/relationships/slideLayout" Target="../slideLayouts/slideLayout75.xml" /><Relationship Id="rId16" Type="http://schemas.openxmlformats.org/officeDocument/2006/relationships/slideLayout" Target="../slideLayouts/slideLayout76.xml" /><Relationship Id="rId17" Type="http://schemas.openxmlformats.org/officeDocument/2006/relationships/slideLayout" Target="../slideLayouts/slideLayout77.xml" /><Relationship Id="rId18" Type="http://schemas.openxmlformats.org/officeDocument/2006/relationships/slideLayout" Target="../slideLayouts/slideLayout78.xml" /><Relationship Id="rId19" Type="http://schemas.openxmlformats.org/officeDocument/2006/relationships/slideLayout" Target="../slideLayouts/slideLayout79.xml" /><Relationship Id="rId2" Type="http://schemas.openxmlformats.org/officeDocument/2006/relationships/slideLayout" Target="../slideLayouts/slideLayout62.xml" /><Relationship Id="rId20" Type="http://schemas.openxmlformats.org/officeDocument/2006/relationships/slideLayout" Target="../slideLayouts/slideLayout80.xml" /><Relationship Id="rId21" Type="http://schemas.openxmlformats.org/officeDocument/2006/relationships/slideLayout" Target="../slideLayouts/slideLayout81.xml" /><Relationship Id="rId22" Type="http://schemas.openxmlformats.org/officeDocument/2006/relationships/slideLayout" Target="../slideLayouts/slideLayout82.xml" /><Relationship Id="rId23" Type="http://schemas.openxmlformats.org/officeDocument/2006/relationships/slideLayout" Target="../slideLayouts/slideLayout83.xml" /><Relationship Id="rId24" Type="http://schemas.openxmlformats.org/officeDocument/2006/relationships/slideLayout" Target="../slideLayouts/slideLayout84.xml" /><Relationship Id="rId25" Type="http://schemas.openxmlformats.org/officeDocument/2006/relationships/slideLayout" Target="../slideLayouts/slideLayout85.xml" /><Relationship Id="rId26" Type="http://schemas.openxmlformats.org/officeDocument/2006/relationships/slideLayout" Target="../slideLayouts/slideLayout86.xml" /><Relationship Id="rId27" Type="http://schemas.openxmlformats.org/officeDocument/2006/relationships/slideLayout" Target="../slideLayouts/slideLayout87.xml" /><Relationship Id="rId28" Type="http://schemas.openxmlformats.org/officeDocument/2006/relationships/slideLayout" Target="../slideLayouts/slideLayout88.xml" /><Relationship Id="rId29" Type="http://schemas.openxmlformats.org/officeDocument/2006/relationships/slideLayout" Target="../slideLayouts/slideLayout89.xml" /><Relationship Id="rId3" Type="http://schemas.openxmlformats.org/officeDocument/2006/relationships/slideLayout" Target="../slideLayouts/slideLayout63.xml" /><Relationship Id="rId30" Type="http://schemas.openxmlformats.org/officeDocument/2006/relationships/slideLayout" Target="../slideLayouts/slideLayout90.xml" /><Relationship Id="rId31" Type="http://schemas.openxmlformats.org/officeDocument/2006/relationships/slideLayout" Target="../slideLayouts/slideLayout91.xml" /><Relationship Id="rId32" Type="http://schemas.openxmlformats.org/officeDocument/2006/relationships/slideLayout" Target="../slideLayouts/slideLayout92.xml" /><Relationship Id="rId33" Type="http://schemas.openxmlformats.org/officeDocument/2006/relationships/slideLayout" Target="../slideLayouts/slideLayout93.xml" /><Relationship Id="rId34" Type="http://schemas.openxmlformats.org/officeDocument/2006/relationships/slideLayout" Target="../slideLayouts/slideLayout94.xml" /><Relationship Id="rId35" Type="http://schemas.openxmlformats.org/officeDocument/2006/relationships/slideLayout" Target="../slideLayouts/slideLayout95.xml" /><Relationship Id="rId36" Type="http://schemas.openxmlformats.org/officeDocument/2006/relationships/slideLayout" Target="../slideLayouts/slideLayout96.xml" /><Relationship Id="rId37" Type="http://schemas.openxmlformats.org/officeDocument/2006/relationships/slideLayout" Target="../slideLayouts/slideLayout97.xml" /><Relationship Id="rId38" Type="http://schemas.openxmlformats.org/officeDocument/2006/relationships/slideLayout" Target="../slideLayouts/slideLayout98.xml" /><Relationship Id="rId39" Type="http://schemas.openxmlformats.org/officeDocument/2006/relationships/slideLayout" Target="../slideLayouts/slideLayout99.xml" /><Relationship Id="rId4" Type="http://schemas.openxmlformats.org/officeDocument/2006/relationships/slideLayout" Target="../slideLayouts/slideLayout64.xml" /><Relationship Id="rId40" Type="http://schemas.openxmlformats.org/officeDocument/2006/relationships/slideLayout" Target="../slideLayouts/slideLayout100.xml" /><Relationship Id="rId41" Type="http://schemas.openxmlformats.org/officeDocument/2006/relationships/slideLayout" Target="../slideLayouts/slideLayout101.xml" /><Relationship Id="rId42" Type="http://schemas.openxmlformats.org/officeDocument/2006/relationships/slideLayout" Target="../slideLayouts/slideLayout102.xml" /><Relationship Id="rId43" Type="http://schemas.openxmlformats.org/officeDocument/2006/relationships/slideLayout" Target="../slideLayouts/slideLayout103.xml" /><Relationship Id="rId44" Type="http://schemas.openxmlformats.org/officeDocument/2006/relationships/slideLayout" Target="../slideLayouts/slideLayout104.xml" /><Relationship Id="rId45" Type="http://schemas.openxmlformats.org/officeDocument/2006/relationships/slideLayout" Target="../slideLayouts/slideLayout105.xml" /><Relationship Id="rId46" Type="http://schemas.openxmlformats.org/officeDocument/2006/relationships/slideLayout" Target="../slideLayouts/slideLayout106.xml" /><Relationship Id="rId47" Type="http://schemas.openxmlformats.org/officeDocument/2006/relationships/slideLayout" Target="../slideLayouts/slideLayout107.xml" /><Relationship Id="rId48" Type="http://schemas.openxmlformats.org/officeDocument/2006/relationships/slideLayout" Target="../slideLayouts/slideLayout108.xml" /><Relationship Id="rId49" Type="http://schemas.openxmlformats.org/officeDocument/2006/relationships/slideLayout" Target="../slideLayouts/slideLayout109.xml" /><Relationship Id="rId5" Type="http://schemas.openxmlformats.org/officeDocument/2006/relationships/slideLayout" Target="../slideLayouts/slideLayout65.xml" /><Relationship Id="rId50" Type="http://schemas.openxmlformats.org/officeDocument/2006/relationships/slideLayout" Target="../slideLayouts/slideLayout110.xml" /><Relationship Id="rId51" Type="http://schemas.openxmlformats.org/officeDocument/2006/relationships/slideLayout" Target="../slideLayouts/slideLayout111.xml" /><Relationship Id="rId52" Type="http://schemas.openxmlformats.org/officeDocument/2006/relationships/slideLayout" Target="../slideLayouts/slideLayout112.xml" /><Relationship Id="rId53" Type="http://schemas.openxmlformats.org/officeDocument/2006/relationships/slideLayout" Target="../slideLayouts/slideLayout113.xml" /><Relationship Id="rId54" Type="http://schemas.openxmlformats.org/officeDocument/2006/relationships/slideLayout" Target="../slideLayouts/slideLayout114.xml" /><Relationship Id="rId55" Type="http://schemas.openxmlformats.org/officeDocument/2006/relationships/slideLayout" Target="../slideLayouts/slideLayout115.xml" /><Relationship Id="rId56" Type="http://schemas.openxmlformats.org/officeDocument/2006/relationships/slideLayout" Target="../slideLayouts/slideLayout116.xml" /><Relationship Id="rId57" Type="http://schemas.openxmlformats.org/officeDocument/2006/relationships/slideLayout" Target="../slideLayouts/slideLayout117.xml" /><Relationship Id="rId58" Type="http://schemas.openxmlformats.org/officeDocument/2006/relationships/slideLayout" Target="../slideLayouts/slideLayout118.xml" /><Relationship Id="rId59" Type="http://schemas.openxmlformats.org/officeDocument/2006/relationships/slideLayout" Target="../slideLayouts/slideLayout119.xml" /><Relationship Id="rId6" Type="http://schemas.openxmlformats.org/officeDocument/2006/relationships/slideLayout" Target="../slideLayouts/slideLayout66.xml" /><Relationship Id="rId60" Type="http://schemas.openxmlformats.org/officeDocument/2006/relationships/slideLayout" Target="../slideLayouts/slideLayout120.xml" /><Relationship Id="rId61" Type="http://schemas.openxmlformats.org/officeDocument/2006/relationships/slideLayout" Target="../slideLayouts/slideLayout121.xml" /><Relationship Id="rId62" Type="http://schemas.openxmlformats.org/officeDocument/2006/relationships/slideLayout" Target="../slideLayouts/slideLayout122.xml" /><Relationship Id="rId63" Type="http://schemas.openxmlformats.org/officeDocument/2006/relationships/image" Target="../media/image42.png" /><Relationship Id="rId64" Type="http://schemas.openxmlformats.org/officeDocument/2006/relationships/theme" Target="../theme/theme2.xml" /><Relationship Id="rId7" Type="http://schemas.openxmlformats.org/officeDocument/2006/relationships/slideLayout" Target="../slideLayouts/slideLayout67.xml" /><Relationship Id="rId8" Type="http://schemas.openxmlformats.org/officeDocument/2006/relationships/slideLayout" Target="../slideLayouts/slideLayout68.xml" /><Relationship Id="rId9" Type="http://schemas.openxmlformats.org/officeDocument/2006/relationships/slideLayout" Target="../slideLayouts/slideLayout6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195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4925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lnSpc>
                <a:spcPct val="130000"/>
              </a:lnSpc>
              <a:spcBef>
                <a:spcPts val="4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6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743" name="Shape 743"/>
        <p:cNvGrpSpPr/>
        <p:nvPr/>
      </p:nvGrpSpPr>
      <p:grpSpPr>
        <a:xfrm>
          <a:off x="0" y="0"/>
          <a:ext cx="0" cy="0"/>
        </a:xfrm>
      </p:grpSpPr>
      <p:sp>
        <p:nvSpPr>
          <p:cNvPr id="744" name="Google Shape;744;p62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45" name="Google Shape;745;p62"/>
          <p:cNvSpPr txBox="1"/>
          <p:nvPr>
            <p:ph type="body" idx="1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195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4925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lnSpc>
                <a:spcPct val="130000"/>
              </a:lnSpc>
              <a:spcBef>
                <a:spcPts val="4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746" name="Google Shape;746;p62"/>
          <p:cNvPicPr preferRelativeResize="0"/>
          <p:nvPr/>
        </p:nvPicPr>
        <p:blipFill>
          <a:blip r:embed="rId63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  <p:sldLayoutId id="2147483720" r:id="rId13"/>
    <p:sldLayoutId id="2147483721" r:id="rId14"/>
    <p:sldLayoutId id="2147483722" r:id="rId15"/>
    <p:sldLayoutId id="2147483723" r:id="rId16"/>
    <p:sldLayoutId id="2147483724" r:id="rId17"/>
    <p:sldLayoutId id="2147483725" r:id="rId18"/>
    <p:sldLayoutId id="2147483726" r:id="rId19"/>
    <p:sldLayoutId id="2147483727" r:id="rId20"/>
    <p:sldLayoutId id="2147483728" r:id="rId21"/>
    <p:sldLayoutId id="2147483729" r:id="rId22"/>
    <p:sldLayoutId id="2147483730" r:id="rId23"/>
    <p:sldLayoutId id="2147483731" r:id="rId24"/>
    <p:sldLayoutId id="2147483732" r:id="rId25"/>
    <p:sldLayoutId id="2147483733" r:id="rId26"/>
    <p:sldLayoutId id="2147483734" r:id="rId27"/>
    <p:sldLayoutId id="2147483735" r:id="rId28"/>
    <p:sldLayoutId id="2147483736" r:id="rId29"/>
    <p:sldLayoutId id="2147483737" r:id="rId30"/>
    <p:sldLayoutId id="2147483738" r:id="rId31"/>
    <p:sldLayoutId id="2147483739" r:id="rId32"/>
    <p:sldLayoutId id="2147483740" r:id="rId33"/>
    <p:sldLayoutId id="2147483741" r:id="rId34"/>
    <p:sldLayoutId id="2147483742" r:id="rId35"/>
    <p:sldLayoutId id="2147483743" r:id="rId36"/>
    <p:sldLayoutId id="2147483744" r:id="rId37"/>
    <p:sldLayoutId id="2147483745" r:id="rId38"/>
    <p:sldLayoutId id="2147483746" r:id="rId39"/>
    <p:sldLayoutId id="2147483747" r:id="rId40"/>
    <p:sldLayoutId id="2147483748" r:id="rId41"/>
    <p:sldLayoutId id="2147483749" r:id="rId42"/>
    <p:sldLayoutId id="2147483750" r:id="rId43"/>
    <p:sldLayoutId id="2147483751" r:id="rId44"/>
    <p:sldLayoutId id="2147483752" r:id="rId45"/>
    <p:sldLayoutId id="2147483753" r:id="rId46"/>
    <p:sldLayoutId id="2147483754" r:id="rId47"/>
    <p:sldLayoutId id="2147483755" r:id="rId48"/>
    <p:sldLayoutId id="2147483756" r:id="rId49"/>
    <p:sldLayoutId id="2147483757" r:id="rId50"/>
    <p:sldLayoutId id="2147483758" r:id="rId51"/>
    <p:sldLayoutId id="2147483759" r:id="rId52"/>
    <p:sldLayoutId id="2147483760" r:id="rId53"/>
    <p:sldLayoutId id="2147483761" r:id="rId54"/>
    <p:sldLayoutId id="2147483762" r:id="rId55"/>
    <p:sldLayoutId id="2147483763" r:id="rId56"/>
    <p:sldLayoutId id="2147483764" r:id="rId57"/>
    <p:sldLayoutId id="2147483765" r:id="rId58"/>
    <p:sldLayoutId id="2147483766" r:id="rId59"/>
    <p:sldLayoutId id="2147483767" r:id="rId60"/>
    <p:sldLayoutId id="2147483768" r:id="rId61"/>
    <p:sldLayoutId id="2147483769" r:id="rId62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3.xml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2.xml" /><Relationship Id="rId2" Type="http://schemas.openxmlformats.org/officeDocument/2006/relationships/notesSlide" Target="../notesSlides/notesSlide4.xml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8.xml" /><Relationship Id="rId2" Type="http://schemas.openxmlformats.org/officeDocument/2006/relationships/notesSlide" Target="../notesSlides/notesSlide5.xml" /><Relationship Id="rId3" Type="http://schemas.openxmlformats.org/officeDocument/2006/relationships/image" Target="../media/image43.png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1.xml" /><Relationship Id="rId2" Type="http://schemas.openxmlformats.org/officeDocument/2006/relationships/notesSlide" Target="../notesSlides/notesSlide6.xml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1.xml" /><Relationship Id="rId2" Type="http://schemas.openxmlformats.org/officeDocument/2006/relationships/notesSlide" Target="../notesSlides/notesSlide7.xml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1.xml" /><Relationship Id="rId2" Type="http://schemas.openxmlformats.org/officeDocument/2006/relationships/notesSlide" Target="../notesSlides/notesSlide8.xml" /><Relationship Id="rId3" Type="http://schemas.openxmlformats.org/officeDocument/2006/relationships/image" Target="../media/image44.png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1.xml" /><Relationship Id="rId2" Type="http://schemas.openxmlformats.org/officeDocument/2006/relationships/notesSlide" Target="../notesSlides/notesSlide9.xml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1.xml" /><Relationship Id="rId2" Type="http://schemas.openxmlformats.org/officeDocument/2006/relationships/notesSlide" Target="../notesSlides/notesSlide10.xml" /><Relationship Id="rId3" Type="http://schemas.openxmlformats.org/officeDocument/2006/relationships/image" Target="../media/image45.png" /><Relationship Id="rId4" Type="http://schemas.openxmlformats.org/officeDocument/2006/relationships/image" Target="../media/image46.png" 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1.xml" /><Relationship Id="rId2" Type="http://schemas.openxmlformats.org/officeDocument/2006/relationships/notesSlide" Target="../notesSlides/notesSlide11.xml" /><Relationship Id="rId3" Type="http://schemas.openxmlformats.org/officeDocument/2006/relationships/image" Target="../media/image45.png" /><Relationship Id="rId4" Type="http://schemas.openxmlformats.org/officeDocument/2006/relationships/image" Target="../media/image46.png" /></Relationships>
</file>

<file path=ppt/slides/_rels/slide1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1.xml" /><Relationship Id="rId2" Type="http://schemas.openxmlformats.org/officeDocument/2006/relationships/notesSlide" Target="../notesSlides/notesSlide12.xml" /><Relationship Id="rId3" Type="http://schemas.openxmlformats.org/officeDocument/2006/relationships/image" Target="../media/image45.png" /></Relationships>
</file>

<file path=ppt/slides/_rels/slide1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1.xml" /><Relationship Id="rId2" Type="http://schemas.openxmlformats.org/officeDocument/2006/relationships/notesSlide" Target="../notesSlides/notesSlide13.xml" /><Relationship Id="rId3" Type="http://schemas.openxmlformats.org/officeDocument/2006/relationships/image" Target="../media/image45.png" /><Relationship Id="rId4" Type="http://schemas.openxmlformats.org/officeDocument/2006/relationships/image" Target="../media/image46.png" /><Relationship Id="rId5" Type="http://schemas.openxmlformats.org/officeDocument/2006/relationships/image" Target="../media/image47.png" /></Relationships>
</file>

<file path=ppt/slides/_rels/slide1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1.xml" /><Relationship Id="rId2" Type="http://schemas.openxmlformats.org/officeDocument/2006/relationships/notesSlide" Target="../notesSlides/notesSlide14.xml" /></Relationships>
</file>

<file path=ppt/slides/_rels/slide1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5.xml" /><Relationship Id="rId2" Type="http://schemas.openxmlformats.org/officeDocument/2006/relationships/notesSlide" Target="../notesSlides/notesSlide15.xml" /><Relationship Id="rId3" Type="http://schemas.openxmlformats.org/officeDocument/2006/relationships/image" Target="../media/image48.png" /></Relationships>
</file>

<file path=ppt/slides/_rels/slide1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1.xml" /><Relationship Id="rId2" Type="http://schemas.openxmlformats.org/officeDocument/2006/relationships/notesSlide" Target="../notesSlides/notesSlide16.xml" /><Relationship Id="rId3" Type="http://schemas.openxmlformats.org/officeDocument/2006/relationships/image" Target="../media/image49.png" /><Relationship Id="rId4" Type="http://schemas.openxmlformats.org/officeDocument/2006/relationships/image" Target="../media/image50.png" /><Relationship Id="rId5" Type="http://schemas.openxmlformats.org/officeDocument/2006/relationships/image" Target="../media/image51.png" /><Relationship Id="rId6" Type="http://schemas.openxmlformats.org/officeDocument/2006/relationships/image" Target="../media/image47.png" /></Relationships>
</file>

<file path=ppt/slides/_rels/slide1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1.xml" /><Relationship Id="rId2" Type="http://schemas.openxmlformats.org/officeDocument/2006/relationships/notesSlide" Target="../notesSlides/notesSlide17.xml" /><Relationship Id="rId3" Type="http://schemas.openxmlformats.org/officeDocument/2006/relationships/image" Target="../media/image49.png" /><Relationship Id="rId4" Type="http://schemas.openxmlformats.org/officeDocument/2006/relationships/image" Target="../media/image50.png" /><Relationship Id="rId5" Type="http://schemas.openxmlformats.org/officeDocument/2006/relationships/image" Target="../media/image51.png" /><Relationship Id="rId6" Type="http://schemas.openxmlformats.org/officeDocument/2006/relationships/image" Target="../media/image47.png" /></Relationships>
</file>

<file path=ppt/slides/_rels/slide1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1.xml" /><Relationship Id="rId2" Type="http://schemas.openxmlformats.org/officeDocument/2006/relationships/notesSlide" Target="../notesSlides/notesSlide18.xml" /><Relationship Id="rId3" Type="http://schemas.openxmlformats.org/officeDocument/2006/relationships/image" Target="../media/image49.png" /><Relationship Id="rId4" Type="http://schemas.openxmlformats.org/officeDocument/2006/relationships/image" Target="../media/image50.png" /><Relationship Id="rId5" Type="http://schemas.openxmlformats.org/officeDocument/2006/relationships/image" Target="../media/image51.png" /><Relationship Id="rId6" Type="http://schemas.openxmlformats.org/officeDocument/2006/relationships/image" Target="../media/image47.png" /></Relationships>
</file>

<file path=ppt/slides/_rels/slide1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5.xml" /><Relationship Id="rId2" Type="http://schemas.openxmlformats.org/officeDocument/2006/relationships/notesSlide" Target="../notesSlides/notesSlide19.xml" /><Relationship Id="rId3" Type="http://schemas.openxmlformats.org/officeDocument/2006/relationships/image" Target="../media/image49.png" /><Relationship Id="rId4" Type="http://schemas.openxmlformats.org/officeDocument/2006/relationships/image" Target="../media/image50.png" /><Relationship Id="rId5" Type="http://schemas.openxmlformats.org/officeDocument/2006/relationships/image" Target="../media/image51.png" /><Relationship Id="rId6" Type="http://schemas.openxmlformats.org/officeDocument/2006/relationships/image" Target="../media/image47.png" /></Relationships>
</file>

<file path=ppt/slides/_rels/slide2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5.xml" /><Relationship Id="rId2" Type="http://schemas.openxmlformats.org/officeDocument/2006/relationships/notesSlide" Target="../notesSlides/notesSlide20.xml" /><Relationship Id="rId3" Type="http://schemas.openxmlformats.org/officeDocument/2006/relationships/image" Target="../media/image49.png" /></Relationships>
</file>

<file path=ppt/slides/_rels/slide2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1.xml" /><Relationship Id="rId2" Type="http://schemas.openxmlformats.org/officeDocument/2006/relationships/notesSlide" Target="../notesSlides/notesSlide21.xml" /><Relationship Id="rId3" Type="http://schemas.openxmlformats.org/officeDocument/2006/relationships/image" Target="../media/image52.png" /></Relationships>
</file>

<file path=ppt/slides/_rels/slide2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5.xml" /><Relationship Id="rId2" Type="http://schemas.openxmlformats.org/officeDocument/2006/relationships/notesSlide" Target="../notesSlides/notesSlide22.xml" /><Relationship Id="rId3" Type="http://schemas.openxmlformats.org/officeDocument/2006/relationships/image" Target="../media/image53.png" /></Relationships>
</file>

<file path=ppt/slides/_rels/slide2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1.xml" /><Relationship Id="rId2" Type="http://schemas.openxmlformats.org/officeDocument/2006/relationships/notesSlide" Target="../notesSlides/notesSlide23.xml" /><Relationship Id="rId3" Type="http://schemas.openxmlformats.org/officeDocument/2006/relationships/image" Target="../media/image54.jpeg" /><Relationship Id="rId4" Type="http://schemas.openxmlformats.org/officeDocument/2006/relationships/image" Target="../media/image53.png" /></Relationships>
</file>

<file path=ppt/slides/_rels/slide2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5.xml" /><Relationship Id="rId2" Type="http://schemas.openxmlformats.org/officeDocument/2006/relationships/notesSlide" Target="../notesSlides/notesSlide24.xml" /><Relationship Id="rId3" Type="http://schemas.openxmlformats.org/officeDocument/2006/relationships/image" Target="../media/image55.png" /></Relationships>
</file>

<file path=ppt/slides/_rels/slide2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5.xml" /><Relationship Id="rId2" Type="http://schemas.openxmlformats.org/officeDocument/2006/relationships/notesSlide" Target="../notesSlides/notesSlide25.xml" /><Relationship Id="rId3" Type="http://schemas.openxmlformats.org/officeDocument/2006/relationships/image" Target="../media/image55.png" /><Relationship Id="rId4" Type="http://schemas.openxmlformats.org/officeDocument/2006/relationships/image" Target="../media/image56.png" /></Relationships>
</file>

<file path=ppt/slides/_rels/slide2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9.xml" /><Relationship Id="rId2" Type="http://schemas.openxmlformats.org/officeDocument/2006/relationships/notesSlide" Target="../notesSlides/notesSlide26.xml" /></Relationships>
</file>

<file path=ppt/slides/_rels/slide2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9.xml" /><Relationship Id="rId2" Type="http://schemas.openxmlformats.org/officeDocument/2006/relationships/notesSlide" Target="../notesSlides/notesSlide27.xml" /><Relationship Id="rId3" Type="http://schemas.openxmlformats.org/officeDocument/2006/relationships/image" Target="../media/image57.png" /><Relationship Id="rId4" Type="http://schemas.openxmlformats.org/officeDocument/2006/relationships/image" Target="../media/image58.png" /><Relationship Id="rId5" Type="http://schemas.openxmlformats.org/officeDocument/2006/relationships/image" Target="../media/image59.png" /></Relationships>
</file>

<file path=ppt/slides/_rels/slide2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3.xml" /><Relationship Id="rId2" Type="http://schemas.openxmlformats.org/officeDocument/2006/relationships/notesSlide" Target="../notesSlides/notesSlide28.xml" /></Relationships>
</file>

<file path=ppt/slides/_rels/slide2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3.xml" /><Relationship Id="rId2" Type="http://schemas.openxmlformats.org/officeDocument/2006/relationships/notesSlide" Target="../notesSlides/notesSlide29.xml" /></Relationships>
</file>

<file path=ppt/slides/_rels/slide3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3.xml" /><Relationship Id="rId2" Type="http://schemas.openxmlformats.org/officeDocument/2006/relationships/notesSlide" Target="../notesSlides/notesSlide30.xml" /></Relationships>
</file>

<file path=ppt/slides/_rels/slide3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3.xml" /><Relationship Id="rId2" Type="http://schemas.openxmlformats.org/officeDocument/2006/relationships/notesSlide" Target="../notesSlides/notesSlide31.xml" /></Relationships>
</file>

<file path=ppt/slides/_rels/slide3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3.xml" /><Relationship Id="rId2" Type="http://schemas.openxmlformats.org/officeDocument/2006/relationships/notesSlide" Target="../notesSlides/notesSlide32.xml" /><Relationship Id="rId3" Type="http://schemas.openxmlformats.org/officeDocument/2006/relationships/image" Target="../media/image57.png" /><Relationship Id="rId4" Type="http://schemas.openxmlformats.org/officeDocument/2006/relationships/image" Target="../media/image58.png" /><Relationship Id="rId5" Type="http://schemas.openxmlformats.org/officeDocument/2006/relationships/image" Target="../media/image59.png" /></Relationships>
</file>

<file path=ppt/slides/_rels/slide3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8.xml" /><Relationship Id="rId2" Type="http://schemas.openxmlformats.org/officeDocument/2006/relationships/notesSlide" Target="../notesSlides/notesSlide33.xml" /><Relationship Id="rId3" Type="http://schemas.openxmlformats.org/officeDocument/2006/relationships/image" Target="../media/image43.png" /></Relationships>
</file>

<file path=ppt/slides/_rels/slide3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2.xml" /><Relationship Id="rId2" Type="http://schemas.openxmlformats.org/officeDocument/2006/relationships/notesSlide" Target="../notesSlides/notesSlide34.xml" /></Relationships>
</file>

<file path=ppt/slides/_rels/slide3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6.xml" /><Relationship Id="rId2" Type="http://schemas.openxmlformats.org/officeDocument/2006/relationships/notesSlide" Target="../notesSlides/notesSlide35.xml" /></Relationships>
</file>

<file path=ppt/slides/_rels/slide3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6.xml" /><Relationship Id="rId2" Type="http://schemas.openxmlformats.org/officeDocument/2006/relationships/notesSlide" Target="../notesSlides/notesSlide36.xml" /></Relationships>
</file>

<file path=ppt/slides/_rels/slide3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0.xml" /><Relationship Id="rId2" Type="http://schemas.openxmlformats.org/officeDocument/2006/relationships/notesSlide" Target="../notesSlides/notesSlide37.xml" /></Relationships>
</file>

<file path=ppt/slides/_rels/slide3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0.xml" /><Relationship Id="rId2" Type="http://schemas.openxmlformats.org/officeDocument/2006/relationships/notesSlide" Target="../notesSlides/notesSlide38.xml" /></Relationships>
</file>

<file path=ppt/slides/_rels/slide3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0.xml" /><Relationship Id="rId2" Type="http://schemas.openxmlformats.org/officeDocument/2006/relationships/notesSlide" Target="../notesSlides/notesSlide39.xml" /></Relationships>
</file>

<file path=ppt/slides/_rels/slide4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4.xml" /><Relationship Id="rId2" Type="http://schemas.openxmlformats.org/officeDocument/2006/relationships/notesSlide" Target="../notesSlides/notesSlide40.xml" /></Relationships>
</file>

<file path=ppt/slides/_rels/slide4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4.xml" /><Relationship Id="rId2" Type="http://schemas.openxmlformats.org/officeDocument/2006/relationships/notesSlide" Target="../notesSlides/notesSlide41.xml" /></Relationships>
</file>

<file path=ppt/slides/_rels/slide4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4.xml" /><Relationship Id="rId2" Type="http://schemas.openxmlformats.org/officeDocument/2006/relationships/notesSlide" Target="../notesSlides/notesSlide42.xml" /></Relationships>
</file>

<file path=ppt/slides/_rels/slide4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5.xml" /><Relationship Id="rId2" Type="http://schemas.openxmlformats.org/officeDocument/2006/relationships/notesSlide" Target="../notesSlides/notesSlide43.xml" /></Relationships>
</file>

<file path=ppt/slides/_rels/slide4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9.xml" /><Relationship Id="rId2" Type="http://schemas.openxmlformats.org/officeDocument/2006/relationships/notesSlide" Target="../notesSlides/notesSlide44.xml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image" Target="../media/image60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487" name="Shape 1487"/>
        <p:cNvGrpSpPr/>
        <p:nvPr/>
      </p:nvGrpSpPr>
      <p:grpSpPr>
        <a:xfrm>
          <a:off x="0" y="0"/>
          <a:ext cx="0" cy="0"/>
        </a:xfrm>
      </p:grpSpPr>
      <p:sp>
        <p:nvSpPr>
          <p:cNvPr id="1488" name="Google Shape;1488;p12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Finding the original amount after an increase</a:t>
            </a:r>
            <a:endParaRPr/>
          </a:p>
        </p:txBody>
      </p:sp>
      <p:sp>
        <p:nvSpPr>
          <p:cNvPr id="1489" name="Google Shape;1489;p125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Understanding multiplicative relationships: percentages and proportionality</a:t>
            </a:r>
            <a:endParaRPr/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="0">
  <p:cSld name="">
    <p:spTree>
      <p:nvGrpSpPr>
        <p:cNvPr id="1493" name="Shape 1493"/>
        <p:cNvGrpSpPr/>
        <p:nvPr/>
      </p:nvGrpSpPr>
      <p:grpSpPr>
        <a:xfrm>
          <a:off x="0" y="0"/>
          <a:ext cx="0" cy="0"/>
        </a:xfrm>
      </p:grpSpPr>
      <p:sp>
        <p:nvSpPr>
          <p:cNvPr id="1494" name="Google Shape;1494;p126"/>
          <p:cNvSpPr txBox="1"/>
          <p:nvPr/>
        </p:nvSpPr>
        <p:spPr>
          <a:xfrm>
            <a:off x="5655175" y="9530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498" name="Shape 1498"/>
        <p:cNvGrpSpPr/>
        <p:nvPr/>
      </p:nvGrpSpPr>
      <p:grpSpPr>
        <a:xfrm>
          <a:off x="0" y="0"/>
          <a:ext cx="0" cy="0"/>
        </a:xfrm>
      </p:grpSpPr>
      <p:sp>
        <p:nvSpPr>
          <p:cNvPr id="1499" name="Google Shape;1499;p127"/>
          <p:cNvSpPr txBox="1"/>
          <p:nvPr>
            <p:ph type="subTitle" idx="1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I can calculate the original value, given the final value after a stated percentage increase.</a:t>
            </a:r>
            <a:endParaRPr/>
          </a:p>
        </p:txBody>
      </p:sp>
    </p:spTree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03" name="Shape 1503"/>
        <p:cNvGrpSpPr/>
        <p:nvPr/>
      </p:nvGrpSpPr>
      <p:grpSpPr>
        <a:xfrm>
          <a:off x="0" y="0"/>
          <a:ext cx="0" cy="0"/>
        </a:xfrm>
      </p:grpSpPr>
      <p:sp>
        <p:nvSpPr>
          <p:cNvPr id="1504" name="Google Shape;1504;p128"/>
          <p:cNvSpPr txBox="1"/>
          <p:nvPr>
            <p:ph type="subTitle" idx="1"/>
          </p:nvPr>
        </p:nvSpPr>
        <p:spPr>
          <a:xfrm>
            <a:off x="306950" y="1065000"/>
            <a:ext cx="7767300" cy="1578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b="0"/>
              <a:t>The reciprocal is the multiplicative inverse of any non-zero number. Any non-zero number multiplied by its reciprocal is equal to 1.</a:t>
            </a:r>
            <a:endParaRPr/>
          </a:p>
        </p:txBody>
      </p:sp>
      <p:sp>
        <p:nvSpPr>
          <p:cNvPr id="1505" name="Google Shape;1505;p128"/>
          <p:cNvSpPr txBox="1"/>
          <p:nvPr>
            <p:ph type="subTitle" idx="1"/>
          </p:nvPr>
        </p:nvSpPr>
        <p:spPr>
          <a:xfrm>
            <a:off x="306950" y="2436600"/>
            <a:ext cx="7767300" cy="1578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b="0"/>
              <a:t> </a:t>
            </a:r>
            <a:endParaRPr b="0"/>
          </a:p>
        </p:txBody>
      </p:sp>
    </p:spTree>
  </p:cSld>
  <p:clrMapOvr>
    <a:masterClrMapping/>
  </p:clrMapOvr>
  <p:transition/>
  <p:timing/>
</p:sld>
</file>

<file path=ppt/slides/slide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09" name="Shape 1509"/>
        <p:cNvGrpSpPr/>
        <p:nvPr/>
      </p:nvGrpSpPr>
      <p:grpSpPr>
        <a:xfrm>
          <a:off x="0" y="0"/>
          <a:ext cx="0" cy="0"/>
        </a:xfrm>
      </p:grpSpPr>
      <p:sp>
        <p:nvSpPr>
          <p:cNvPr id="1510" name="Google Shape;1510;p12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Finding the original value</a:t>
            </a:r>
            <a:endParaRPr/>
          </a:p>
        </p:txBody>
      </p:sp>
      <p:sp>
        <p:nvSpPr>
          <p:cNvPr id="1511" name="Google Shape;1511;p129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a multiplier</a:t>
            </a:r>
            <a:endParaRPr/>
          </a:p>
        </p:txBody>
      </p:sp>
      <p:sp>
        <p:nvSpPr>
          <p:cNvPr id="1512" name="Google Shape;1512;p129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Finding the original amount after an increase</a:t>
            </a:r>
            <a:endParaRPr/>
          </a:p>
        </p:txBody>
      </p:sp>
      <p:pic>
        <p:nvPicPr>
          <p:cNvPr id="1513" name="Google Shape;1513;p1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9075" y="20521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17" name="Shape 1517"/>
        <p:cNvGrpSpPr/>
        <p:nvPr/>
      </p:nvGrpSpPr>
      <p:grpSpPr>
        <a:xfrm>
          <a:off x="0" y="0"/>
          <a:ext cx="0" cy="0"/>
        </a:xfrm>
      </p:grpSpPr>
      <p:sp>
        <p:nvSpPr>
          <p:cNvPr id="1518" name="Google Shape;1518;p130"/>
          <p:cNvSpPr txBox="1"/>
          <p:nvPr/>
        </p:nvSpPr>
        <p:spPr>
          <a:xfrm>
            <a:off x="324000" y="2058400"/>
            <a:ext cx="6413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would be a sensible partition for the bar model? 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19" name="Google Shape;1519;p1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/>
              <a:t>Finding the original value</a:t>
            </a:r>
            <a:endParaRPr/>
          </a:p>
        </p:txBody>
      </p:sp>
      <p:sp>
        <p:nvSpPr>
          <p:cNvPr id="1520" name="Google Shape;1520;p130"/>
          <p:cNvSpPr txBox="1"/>
          <p:nvPr>
            <p:ph type="body" idx="1"/>
          </p:nvPr>
        </p:nvSpPr>
        <p:spPr>
          <a:xfrm>
            <a:off x="324000" y="722245"/>
            <a:ext cx="8237700" cy="79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Alex gives 30% of his sweets to his brother.</a:t>
            </a:r>
            <a:endParaRPr sz="180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His brother gets 15 sweets.</a:t>
            </a:r>
            <a:endParaRPr sz="180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How many sweets did Alex have to </a:t>
            </a:r>
            <a:r>
              <a:rPr lang="en-GB" sz="1800">
                <a:solidFill>
                  <a:schemeClr val="accent4"/>
                </a:solidFill>
              </a:rPr>
              <a:t>begin</a:t>
            </a:r>
            <a:r>
              <a:rPr lang="en-GB" sz="1800"/>
              <a:t> with? </a:t>
            </a:r>
            <a:endParaRPr sz="1800"/>
          </a:p>
        </p:txBody>
      </p:sp>
      <p:graphicFrame>
        <p:nvGraphicFramePr>
          <p:cNvPr id="1521" name="Google Shape;1521;p130"/>
          <p:cNvGraphicFramePr>
            <a:graphicFrameLocks noGrp="1"/>
          </p:cNvGraphicFramePr>
          <p:nvPr/>
        </p:nvGraphicFramePr>
        <p:xfrm>
          <a:off x="700500" y="294845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{3508DF4B-C23B-466D-B6B9-7D6FEEDCB25B}</a:tableStyleId>
              </a:tblPr>
              <a:tblGrid>
                <a:gridCol w="723900"/>
                <a:gridCol w="723900"/>
                <a:gridCol w="723900"/>
                <a:gridCol w="723900"/>
                <a:gridCol w="723900"/>
                <a:gridCol w="723900"/>
                <a:gridCol w="723900"/>
                <a:gridCol w="723900"/>
                <a:gridCol w="723900"/>
                <a:gridCol w="723900"/>
              </a:tblGrid>
              <a:tr h="3387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0" marB="0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0" marB="0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0" marB="0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0" marB="0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0" marB="0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0" marB="0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0" marB="0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0" marB="0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0" marB="0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0" marB="0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522" name="Google Shape;1522;p130"/>
          <p:cNvSpPr/>
          <p:nvPr/>
        </p:nvSpPr>
        <p:spPr>
          <a:xfrm rot="5400000">
            <a:off x="1750500" y="1737601"/>
            <a:ext cx="64800" cy="2164800"/>
          </a:xfrm>
          <a:prstGeom prst="leftBracket">
            <a:avLst>
              <a:gd name="adj" fmla="val 0"/>
            </a:avLst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3" name="Google Shape;1523;p130"/>
          <p:cNvSpPr txBox="1"/>
          <p:nvPr/>
        </p:nvSpPr>
        <p:spPr>
          <a:xfrm>
            <a:off x="1093446" y="3441300"/>
            <a:ext cx="2322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15 sweets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524" name="Google Shape;1524;p130"/>
          <p:cNvGraphicFramePr>
            <a:graphicFrameLocks noGrp="1"/>
          </p:cNvGraphicFramePr>
          <p:nvPr/>
        </p:nvGraphicFramePr>
        <p:xfrm>
          <a:off x="700500" y="294845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{3508DF4B-C23B-466D-B6B9-7D6FEEDCB25B}</a:tableStyleId>
              </a:tblPr>
              <a:tblGrid>
                <a:gridCol w="723900"/>
                <a:gridCol w="723900"/>
                <a:gridCol w="723900"/>
                <a:gridCol w="723900"/>
                <a:gridCol w="723900"/>
                <a:gridCol w="723900"/>
                <a:gridCol w="723900"/>
                <a:gridCol w="723900"/>
                <a:gridCol w="723900"/>
                <a:gridCol w="723900"/>
              </a:tblGrid>
              <a:tr h="3387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0" marB="0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0" marB="0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0" marB="0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0" marB="0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0" marB="0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0" marB="0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0" marB="0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0" marB="0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0" marB="0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0" marB="0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525" name="Google Shape;1525;p130"/>
          <p:cNvGraphicFramePr>
            <a:graphicFrameLocks noGrp="1"/>
          </p:cNvGraphicFramePr>
          <p:nvPr/>
        </p:nvGraphicFramePr>
        <p:xfrm>
          <a:off x="700500" y="294845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{3508DF4B-C23B-466D-B6B9-7D6FEEDCB25B}</a:tableStyleId>
              </a:tblPr>
              <a:tblGrid>
                <a:gridCol w="7239000"/>
              </a:tblGrid>
              <a:tr h="3387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0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526" name="Google Shape;1526;p130"/>
          <p:cNvSpPr txBox="1"/>
          <p:nvPr/>
        </p:nvSpPr>
        <p:spPr>
          <a:xfrm>
            <a:off x="324006" y="3965850"/>
            <a:ext cx="3573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will each part represent?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27" name="Google Shape;1527;p130"/>
          <p:cNvSpPr/>
          <p:nvPr/>
        </p:nvSpPr>
        <p:spPr>
          <a:xfrm rot="5400000" flipH="1">
            <a:off x="1772400" y="2334576"/>
            <a:ext cx="64800" cy="2164800"/>
          </a:xfrm>
          <a:prstGeom prst="leftBracket">
            <a:avLst>
              <a:gd name="adj" fmla="val 0"/>
            </a:avLst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8" name="Google Shape;1528;p130"/>
          <p:cNvSpPr txBox="1"/>
          <p:nvPr/>
        </p:nvSpPr>
        <p:spPr>
          <a:xfrm>
            <a:off x="6476100" y="2027650"/>
            <a:ext cx="983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10 parts</a:t>
            </a:r>
            <a:endParaRPr/>
          </a:p>
        </p:txBody>
      </p:sp>
      <p:sp>
        <p:nvSpPr>
          <p:cNvPr id="1529" name="Google Shape;1529;p130"/>
          <p:cNvSpPr txBox="1"/>
          <p:nvPr/>
        </p:nvSpPr>
        <p:spPr>
          <a:xfrm>
            <a:off x="3775050" y="3935100"/>
            <a:ext cx="983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10%</a:t>
            </a:r>
            <a:endParaRPr/>
          </a:p>
        </p:txBody>
      </p:sp>
      <p:sp>
        <p:nvSpPr>
          <p:cNvPr id="1530" name="Google Shape;1530;p130"/>
          <p:cNvSpPr txBox="1"/>
          <p:nvPr/>
        </p:nvSpPr>
        <p:spPr>
          <a:xfrm>
            <a:off x="1356147" y="2403825"/>
            <a:ext cx="657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30%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1" name="Google Shape;1531;p130"/>
          <p:cNvSpPr txBox="1"/>
          <p:nvPr/>
        </p:nvSpPr>
        <p:spPr>
          <a:xfrm>
            <a:off x="324000" y="2059117"/>
            <a:ext cx="6413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Let’s set up a bar model.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35" name="Shape 1535"/>
        <p:cNvGrpSpPr/>
        <p:nvPr/>
      </p:nvGrpSpPr>
      <p:grpSpPr>
        <a:xfrm>
          <a:off x="0" y="0"/>
          <a:ext cx="0" cy="0"/>
        </a:xfrm>
      </p:grpSpPr>
      <p:graphicFrame>
        <p:nvGraphicFramePr>
          <p:cNvPr id="1536" name="Google Shape;1536;p131"/>
          <p:cNvGraphicFramePr>
            <a:graphicFrameLocks noGrp="1"/>
          </p:cNvGraphicFramePr>
          <p:nvPr/>
        </p:nvGraphicFramePr>
        <p:xfrm>
          <a:off x="700500" y="29508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{3508DF4B-C23B-466D-B6B9-7D6FEEDCB25B}</a:tableStyleId>
              </a:tblPr>
              <a:tblGrid>
                <a:gridCol w="723900"/>
                <a:gridCol w="723900"/>
                <a:gridCol w="723900"/>
                <a:gridCol w="723900"/>
                <a:gridCol w="723900"/>
                <a:gridCol w="723900"/>
                <a:gridCol w="723900"/>
                <a:gridCol w="723900"/>
                <a:gridCol w="723900"/>
                <a:gridCol w="723900"/>
              </a:tblGrid>
              <a:tr h="2312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0" marB="0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0" marB="0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0" marB="0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0" marB="0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0" marB="0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0" marB="0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0" marB="0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0" marB="0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0" marB="0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0" marB="0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537" name="Google Shape;1537;p1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/>
              <a:t>Finding the original value</a:t>
            </a:r>
            <a:endParaRPr/>
          </a:p>
        </p:txBody>
      </p:sp>
      <p:sp>
        <p:nvSpPr>
          <p:cNvPr id="1538" name="Google Shape;1538;p131"/>
          <p:cNvSpPr txBox="1"/>
          <p:nvPr/>
        </p:nvSpPr>
        <p:spPr>
          <a:xfrm>
            <a:off x="3732002" y="2210523"/>
            <a:ext cx="1311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15 ÷ 3 = 5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9" name="Google Shape;1539;p131"/>
          <p:cNvSpPr txBox="1"/>
          <p:nvPr/>
        </p:nvSpPr>
        <p:spPr>
          <a:xfrm>
            <a:off x="3641200" y="3851951"/>
            <a:ext cx="1418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 × 5 = 50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0" name="Google Shape;1540;p131"/>
          <p:cNvSpPr txBox="1"/>
          <p:nvPr/>
        </p:nvSpPr>
        <p:spPr>
          <a:xfrm>
            <a:off x="324002" y="4399300"/>
            <a:ext cx="7453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Alex originally had 50 sweets. </a:t>
            </a:r>
            <a:endParaRPr sz="23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541" name="Google Shape;1541;p131"/>
          <p:cNvGraphicFramePr>
            <a:graphicFrameLocks noGrp="1"/>
          </p:cNvGraphicFramePr>
          <p:nvPr/>
        </p:nvGraphicFramePr>
        <p:xfrm>
          <a:off x="700500" y="294845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{3508DF4B-C23B-466D-B6B9-7D6FEEDCB25B}</a:tableStyleId>
              </a:tblPr>
              <a:tblGrid>
                <a:gridCol w="723900"/>
                <a:gridCol w="723900"/>
                <a:gridCol w="723900"/>
                <a:gridCol w="723900"/>
                <a:gridCol w="723900"/>
                <a:gridCol w="723900"/>
                <a:gridCol w="723900"/>
                <a:gridCol w="723900"/>
                <a:gridCol w="723900"/>
                <a:gridCol w="723900"/>
              </a:tblGrid>
              <a:tr h="3387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0" marB="0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0" marB="0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0" marB="0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0" marB="0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0" marB="0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0" marB="0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0" marB="0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0" marB="0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0" marB="0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0" marB="0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542" name="Google Shape;1542;p131"/>
          <p:cNvSpPr/>
          <p:nvPr/>
        </p:nvSpPr>
        <p:spPr>
          <a:xfrm rot="5400000">
            <a:off x="1750500" y="1737601"/>
            <a:ext cx="64800" cy="2164800"/>
          </a:xfrm>
          <a:prstGeom prst="leftBracket">
            <a:avLst>
              <a:gd name="adj" fmla="val 0"/>
            </a:avLst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3" name="Google Shape;1543;p131"/>
          <p:cNvSpPr txBox="1"/>
          <p:nvPr/>
        </p:nvSpPr>
        <p:spPr>
          <a:xfrm>
            <a:off x="1093446" y="3441300"/>
            <a:ext cx="2322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15 sweets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544" name="Google Shape;1544;p131"/>
          <p:cNvGraphicFramePr>
            <a:graphicFrameLocks noGrp="1"/>
          </p:cNvGraphicFramePr>
          <p:nvPr/>
        </p:nvGraphicFramePr>
        <p:xfrm>
          <a:off x="700500" y="294845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{3508DF4B-C23B-466D-B6B9-7D6FEEDCB25B}</a:tableStyleId>
              </a:tblPr>
              <a:tblGrid>
                <a:gridCol w="723900"/>
                <a:gridCol w="723900"/>
                <a:gridCol w="723900"/>
                <a:gridCol w="723900"/>
                <a:gridCol w="723900"/>
                <a:gridCol w="723900"/>
                <a:gridCol w="723900"/>
                <a:gridCol w="723900"/>
                <a:gridCol w="723900"/>
                <a:gridCol w="723900"/>
              </a:tblGrid>
              <a:tr h="3387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0" marB="0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0" marB="0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0" marB="0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0" marB="0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0" marB="0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0" marB="0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0" marB="0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0" marB="0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0" marB="0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0" marB="0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545" name="Google Shape;1545;p131"/>
          <p:cNvGraphicFramePr>
            <a:graphicFrameLocks noGrp="1"/>
          </p:cNvGraphicFramePr>
          <p:nvPr/>
        </p:nvGraphicFramePr>
        <p:xfrm>
          <a:off x="700500" y="294845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{3508DF4B-C23B-466D-B6B9-7D6FEEDCB25B}</a:tableStyleId>
              </a:tblPr>
              <a:tblGrid>
                <a:gridCol w="7239000"/>
              </a:tblGrid>
              <a:tr h="3387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0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546" name="Google Shape;1546;p131"/>
          <p:cNvSpPr/>
          <p:nvPr/>
        </p:nvSpPr>
        <p:spPr>
          <a:xfrm rot="5400000" flipH="1">
            <a:off x="1772400" y="2334576"/>
            <a:ext cx="64800" cy="2164800"/>
          </a:xfrm>
          <a:prstGeom prst="leftBracket">
            <a:avLst>
              <a:gd name="adj" fmla="val 0"/>
            </a:avLst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7" name="Google Shape;1547;p131"/>
          <p:cNvSpPr txBox="1"/>
          <p:nvPr/>
        </p:nvSpPr>
        <p:spPr>
          <a:xfrm>
            <a:off x="1356147" y="2403825"/>
            <a:ext cx="657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30%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8" name="Google Shape;1548;p131"/>
          <p:cNvSpPr txBox="1"/>
          <p:nvPr>
            <p:ph type="body" idx="1"/>
          </p:nvPr>
        </p:nvSpPr>
        <p:spPr>
          <a:xfrm>
            <a:off x="324000" y="722245"/>
            <a:ext cx="8237700" cy="79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Alex gives 30% of his sweets to his brother.</a:t>
            </a:r>
            <a:endParaRPr sz="180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His brother gets 15 sweets.</a:t>
            </a:r>
            <a:endParaRPr sz="180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How many sweets did Alex have to </a:t>
            </a:r>
            <a:r>
              <a:rPr lang="en-GB" sz="1800">
                <a:solidFill>
                  <a:schemeClr val="accent4"/>
                </a:solidFill>
              </a:rPr>
              <a:t>begin</a:t>
            </a:r>
            <a:r>
              <a:rPr lang="en-GB" sz="1800"/>
              <a:t> with? </a:t>
            </a:r>
            <a:endParaRPr sz="1800"/>
          </a:p>
        </p:txBody>
      </p:sp>
      <p:sp>
        <p:nvSpPr>
          <p:cNvPr id="1549" name="Google Shape;1549;p131"/>
          <p:cNvSpPr/>
          <p:nvPr/>
        </p:nvSpPr>
        <p:spPr>
          <a:xfrm rot="5400000" flipH="1">
            <a:off x="4318150" y="151800"/>
            <a:ext cx="64800" cy="7256400"/>
          </a:xfrm>
          <a:prstGeom prst="leftBracket">
            <a:avLst>
              <a:gd name="adj" fmla="val 0"/>
            </a:avLst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0" name="Google Shape;1550;p131"/>
          <p:cNvSpPr txBox="1"/>
          <p:nvPr/>
        </p:nvSpPr>
        <p:spPr>
          <a:xfrm>
            <a:off x="5216525" y="2210525"/>
            <a:ext cx="26907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 each part (10%) is worth 5 sweets.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54" name="Shape 1554"/>
        <p:cNvGrpSpPr/>
        <p:nvPr/>
      </p:nvGrpSpPr>
      <p:grpSpPr>
        <a:xfrm>
          <a:off x="0" y="0"/>
          <a:ext cx="0" cy="0"/>
        </a:xfrm>
      </p:grpSpPr>
      <p:sp>
        <p:nvSpPr>
          <p:cNvPr id="1555" name="Google Shape;1555;p132"/>
          <p:cNvSpPr/>
          <p:nvPr/>
        </p:nvSpPr>
        <p:spPr>
          <a:xfrm>
            <a:off x="5297625" y="689700"/>
            <a:ext cx="3520746" cy="1591434"/>
          </a:xfrm>
          <a:prstGeom prst="irregularSeal2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Special Offer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 20% extra free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6" name="Google Shape;1556;p1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Finding the original value</a:t>
            </a:r>
            <a:endParaRPr/>
          </a:p>
        </p:txBody>
      </p:sp>
      <p:sp>
        <p:nvSpPr>
          <p:cNvPr id="1557" name="Google Shape;1557;p132"/>
          <p:cNvSpPr txBox="1"/>
          <p:nvPr>
            <p:ph type="body" idx="1"/>
          </p:nvPr>
        </p:nvSpPr>
        <p:spPr>
          <a:xfrm>
            <a:off x="5460950" y="2556004"/>
            <a:ext cx="762300" cy="29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extra</a:t>
            </a:r>
            <a:endParaRPr sz="1800"/>
          </a:p>
        </p:txBody>
      </p:sp>
      <p:pic>
        <p:nvPicPr>
          <p:cNvPr id="1558" name="Google Shape;1558;p1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96775" y="2757179"/>
            <a:ext cx="1408541" cy="20134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9" name="Google Shape;1559;p132"/>
          <p:cNvPicPr preferRelativeResize="0"/>
          <p:nvPr/>
        </p:nvPicPr>
        <p:blipFill>
          <a:blip r:embed="rId3">
            <a:alphaModFix/>
          </a:blip>
          <a:srcRect t="77869" b="2262"/>
          <a:stretch>
            <a:fillRect/>
          </a:stretch>
        </p:blipFill>
        <p:spPr>
          <a:xfrm>
            <a:off x="3402764" y="2522850"/>
            <a:ext cx="1408537" cy="40001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60" name="Google Shape;1560;p132"/>
          <p:cNvGraphicFramePr>
            <a:graphicFrameLocks noGrp="1"/>
          </p:cNvGraphicFramePr>
          <p:nvPr/>
        </p:nvGraphicFramePr>
        <p:xfrm>
          <a:off x="4932725" y="2896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{3508DF4B-C23B-466D-B6B9-7D6FEEDCB25B}</a:tableStyleId>
              </a:tblPr>
              <a:tblGrid>
                <a:gridCol w="219925"/>
              </a:tblGrid>
              <a:tr h="3634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>
                    <a:solidFill>
                      <a:srgbClr val="845AD9">
                        <a:alpha val="50000"/>
                      </a:srgbClr>
                    </a:solidFill>
                  </a:tcPr>
                </a:tc>
              </a:tr>
              <a:tr h="3634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>
                    <a:solidFill>
                      <a:srgbClr val="845AD9">
                        <a:alpha val="50000"/>
                      </a:srgbClr>
                    </a:solidFill>
                  </a:tcPr>
                </a:tc>
              </a:tr>
              <a:tr h="3634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>
                    <a:solidFill>
                      <a:srgbClr val="845AD9">
                        <a:alpha val="50000"/>
                      </a:srgbClr>
                    </a:solidFill>
                  </a:tcPr>
                </a:tc>
              </a:tr>
              <a:tr h="3634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>
                    <a:solidFill>
                      <a:srgbClr val="845AD9">
                        <a:alpha val="50000"/>
                      </a:srgbClr>
                    </a:solidFill>
                  </a:tcPr>
                </a:tc>
              </a:tr>
              <a:tr h="3634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>
                    <a:solidFill>
                      <a:srgbClr val="845AD9">
                        <a:alpha val="5000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61" name="Google Shape;1561;p132"/>
          <p:cNvGraphicFramePr>
            <a:graphicFrameLocks noGrp="1"/>
          </p:cNvGraphicFramePr>
          <p:nvPr/>
        </p:nvGraphicFramePr>
        <p:xfrm>
          <a:off x="4932725" y="107563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{3508DF4B-C23B-466D-B6B9-7D6FEEDCB25B}</a:tableStyleId>
              </a:tblPr>
              <a:tblGrid>
                <a:gridCol w="219925"/>
              </a:tblGrid>
              <a:tr h="3634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>
                    <a:lnL w="9525" cap="flat" cmpd="sng">
                      <a:solidFill>
                        <a:srgbClr val="845A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45A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45A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45A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634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>
                    <a:lnL w="9525" cap="flat" cmpd="sng">
                      <a:solidFill>
                        <a:srgbClr val="845A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45A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45A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45A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634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>
                    <a:lnL w="9525" cap="flat" cmpd="sng">
                      <a:solidFill>
                        <a:srgbClr val="845A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45A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45A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45A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634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>
                    <a:lnL w="9525" cap="flat" cmpd="sng">
                      <a:solidFill>
                        <a:srgbClr val="845A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45A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45A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45A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634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>
                    <a:lnL w="9525" cap="flat" cmpd="sng">
                      <a:solidFill>
                        <a:srgbClr val="845A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45A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45A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45A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562" name="Google Shape;1562;p132"/>
          <p:cNvSpPr/>
          <p:nvPr/>
        </p:nvSpPr>
        <p:spPr>
          <a:xfrm>
            <a:off x="4071250" y="4318038"/>
            <a:ext cx="297918" cy="364068"/>
          </a:xfrm>
          <a:prstGeom prst="irregularSeal2">
            <a:avLst/>
          </a:prstGeom>
          <a:solidFill>
            <a:schemeClr val="lt2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3" name="Google Shape;1563;p132"/>
          <p:cNvSpPr txBox="1"/>
          <p:nvPr>
            <p:ph type="body" idx="1"/>
          </p:nvPr>
        </p:nvSpPr>
        <p:spPr>
          <a:xfrm>
            <a:off x="4369175" y="4350225"/>
            <a:ext cx="179400" cy="29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g  </a:t>
            </a:r>
            <a:endParaRPr sz="1800"/>
          </a:p>
        </p:txBody>
      </p:sp>
      <p:sp>
        <p:nvSpPr>
          <p:cNvPr id="1564" name="Google Shape;1564;p132"/>
          <p:cNvSpPr/>
          <p:nvPr/>
        </p:nvSpPr>
        <p:spPr>
          <a:xfrm rot="10800000">
            <a:off x="5198675" y="2886825"/>
            <a:ext cx="199800" cy="1836600"/>
          </a:xfrm>
          <a:prstGeom prst="leftBracket">
            <a:avLst>
              <a:gd name="adj" fmla="val 0"/>
            </a:avLst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5" name="Google Shape;1565;p132"/>
          <p:cNvSpPr/>
          <p:nvPr/>
        </p:nvSpPr>
        <p:spPr>
          <a:xfrm rot="10800000">
            <a:off x="5206900" y="2529415"/>
            <a:ext cx="199800" cy="373200"/>
          </a:xfrm>
          <a:prstGeom prst="leftBracket">
            <a:avLst>
              <a:gd name="adj" fmla="val 0"/>
            </a:avLst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6" name="Google Shape;1566;p132"/>
          <p:cNvSpPr txBox="1"/>
          <p:nvPr>
            <p:ph type="body" idx="1"/>
          </p:nvPr>
        </p:nvSpPr>
        <p:spPr>
          <a:xfrm>
            <a:off x="5444500" y="3511725"/>
            <a:ext cx="822000" cy="57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normal size</a:t>
            </a:r>
            <a:endParaRPr sz="1800"/>
          </a:p>
        </p:txBody>
      </p:sp>
      <p:sp>
        <p:nvSpPr>
          <p:cNvPr id="1567" name="Google Shape;1567;p132"/>
          <p:cNvSpPr txBox="1"/>
          <p:nvPr>
            <p:ph type="body" idx="1"/>
          </p:nvPr>
        </p:nvSpPr>
        <p:spPr>
          <a:xfrm flipH="1">
            <a:off x="324000" y="694625"/>
            <a:ext cx="5666400" cy="87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The special offer box contains 600 grams.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How heavy is the box </a:t>
            </a:r>
            <a:r>
              <a:rPr lang="en-GB">
                <a:solidFill>
                  <a:schemeClr val="accent4"/>
                </a:solidFill>
              </a:rPr>
              <a:t>usually</a:t>
            </a:r>
            <a:r>
              <a:rPr lang="en-GB"/>
              <a:t>?</a:t>
            </a:r>
            <a:endParaRPr/>
          </a:p>
        </p:txBody>
      </p:sp>
      <p:sp>
        <p:nvSpPr>
          <p:cNvPr id="1568" name="Google Shape;1568;p132"/>
          <p:cNvSpPr/>
          <p:nvPr/>
        </p:nvSpPr>
        <p:spPr>
          <a:xfrm rot="10800000">
            <a:off x="6228000" y="2522750"/>
            <a:ext cx="199800" cy="2191500"/>
          </a:xfrm>
          <a:prstGeom prst="leftBracket">
            <a:avLst>
              <a:gd name="adj" fmla="val 0"/>
            </a:avLst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9" name="Google Shape;1569;p132"/>
          <p:cNvSpPr txBox="1"/>
          <p:nvPr>
            <p:ph type="body" idx="1"/>
          </p:nvPr>
        </p:nvSpPr>
        <p:spPr>
          <a:xfrm>
            <a:off x="6492450" y="3468650"/>
            <a:ext cx="2708400" cy="29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600 g = 120% of the usual  </a:t>
            </a:r>
            <a:r>
              <a:rPr lang="en-GB" sz="1800">
                <a:solidFill>
                  <a:schemeClr val="lt1"/>
                </a:solidFill>
              </a:rPr>
              <a:t>. </a:t>
            </a:r>
            <a:r>
              <a:rPr lang="en-GB" sz="1800"/>
              <a:t>                           weight.</a:t>
            </a:r>
            <a:endParaRPr sz="1800"/>
          </a:p>
        </p:txBody>
      </p:sp>
      <p:sp>
        <p:nvSpPr>
          <p:cNvPr id="1570" name="Google Shape;1570;p132"/>
          <p:cNvSpPr txBox="1"/>
          <p:nvPr>
            <p:ph type="body" idx="1"/>
          </p:nvPr>
        </p:nvSpPr>
        <p:spPr>
          <a:xfrm>
            <a:off x="324000" y="1855200"/>
            <a:ext cx="3045600" cy="273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Why have I split the bars into 5 parts?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The whole bar represents 100%, splitting it into 5 parts means each part represents 20%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74" name="Shape 1574"/>
        <p:cNvGrpSpPr/>
        <p:nvPr/>
      </p:nvGrpSpPr>
      <p:grpSpPr>
        <a:xfrm>
          <a:off x="0" y="0"/>
          <a:ext cx="0" cy="0"/>
        </a:xfrm>
      </p:grpSpPr>
      <p:graphicFrame>
        <p:nvGraphicFramePr>
          <p:cNvPr id="1575" name="Google Shape;1575;p133"/>
          <p:cNvGraphicFramePr>
            <a:graphicFrameLocks noGrp="1"/>
          </p:cNvGraphicFramePr>
          <p:nvPr/>
        </p:nvGraphicFramePr>
        <p:xfrm>
          <a:off x="4499488" y="2693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{3508DF4B-C23B-466D-B6B9-7D6FEEDCB25B}</a:tableStyleId>
              </a:tblPr>
              <a:tblGrid>
                <a:gridCol w="702925"/>
                <a:gridCol w="702925"/>
                <a:gridCol w="702925"/>
                <a:gridCol w="702925"/>
                <a:gridCol w="702925"/>
              </a:tblGrid>
              <a:tr h="396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576" name="Google Shape;1576;p133"/>
          <p:cNvGraphicFramePr>
            <a:graphicFrameLocks noGrp="1"/>
          </p:cNvGraphicFramePr>
          <p:nvPr/>
        </p:nvGraphicFramePr>
        <p:xfrm>
          <a:off x="985600" y="2693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{3508DF4B-C23B-466D-B6B9-7D6FEEDCB25B}</a:tableStyleId>
              </a:tblPr>
              <a:tblGrid>
                <a:gridCol w="702925"/>
                <a:gridCol w="702925"/>
                <a:gridCol w="702925"/>
                <a:gridCol w="702925"/>
                <a:gridCol w="702925"/>
              </a:tblGrid>
              <a:tr h="396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577" name="Google Shape;1577;p133"/>
          <p:cNvSpPr txBox="1"/>
          <p:nvPr>
            <p:ph type="body" idx="1"/>
          </p:nvPr>
        </p:nvSpPr>
        <p:spPr>
          <a:xfrm>
            <a:off x="1018698" y="2741650"/>
            <a:ext cx="615600" cy="29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100 g</a:t>
            </a:r>
            <a:endParaRPr sz="1800"/>
          </a:p>
        </p:txBody>
      </p:sp>
      <p:sp>
        <p:nvSpPr>
          <p:cNvPr id="1578" name="Google Shape;1578;p133"/>
          <p:cNvSpPr txBox="1"/>
          <p:nvPr>
            <p:ph type="body" idx="1"/>
          </p:nvPr>
        </p:nvSpPr>
        <p:spPr>
          <a:xfrm>
            <a:off x="1734359" y="2741650"/>
            <a:ext cx="615600" cy="29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100 g</a:t>
            </a:r>
            <a:endParaRPr sz="1800"/>
          </a:p>
        </p:txBody>
      </p:sp>
      <p:sp>
        <p:nvSpPr>
          <p:cNvPr id="1579" name="Google Shape;1579;p133"/>
          <p:cNvSpPr txBox="1"/>
          <p:nvPr>
            <p:ph type="body" idx="1"/>
          </p:nvPr>
        </p:nvSpPr>
        <p:spPr>
          <a:xfrm>
            <a:off x="2450020" y="2741650"/>
            <a:ext cx="615600" cy="29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100 g</a:t>
            </a:r>
            <a:endParaRPr sz="1800"/>
          </a:p>
        </p:txBody>
      </p:sp>
      <p:sp>
        <p:nvSpPr>
          <p:cNvPr id="1580" name="Google Shape;1580;p133"/>
          <p:cNvSpPr txBox="1"/>
          <p:nvPr>
            <p:ph type="body" idx="1"/>
          </p:nvPr>
        </p:nvSpPr>
        <p:spPr>
          <a:xfrm>
            <a:off x="3127472" y="2741650"/>
            <a:ext cx="615600" cy="29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100 g</a:t>
            </a:r>
            <a:endParaRPr sz="1800"/>
          </a:p>
        </p:txBody>
      </p:sp>
      <p:sp>
        <p:nvSpPr>
          <p:cNvPr id="1581" name="Google Shape;1581;p133"/>
          <p:cNvSpPr txBox="1"/>
          <p:nvPr>
            <p:ph type="body" idx="1"/>
          </p:nvPr>
        </p:nvSpPr>
        <p:spPr>
          <a:xfrm>
            <a:off x="3843133" y="2741650"/>
            <a:ext cx="615600" cy="29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100 g</a:t>
            </a:r>
            <a:endParaRPr sz="1800"/>
          </a:p>
        </p:txBody>
      </p:sp>
      <p:sp>
        <p:nvSpPr>
          <p:cNvPr id="1582" name="Google Shape;1582;p133"/>
          <p:cNvSpPr txBox="1"/>
          <p:nvPr>
            <p:ph type="body" idx="1"/>
          </p:nvPr>
        </p:nvSpPr>
        <p:spPr>
          <a:xfrm>
            <a:off x="4558793" y="2741650"/>
            <a:ext cx="615600" cy="29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100 g</a:t>
            </a:r>
            <a:endParaRPr sz="1800"/>
          </a:p>
        </p:txBody>
      </p:sp>
      <p:sp>
        <p:nvSpPr>
          <p:cNvPr id="1583" name="Google Shape;1583;p1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Finding the original value</a:t>
            </a:r>
            <a:endParaRPr/>
          </a:p>
        </p:txBody>
      </p:sp>
      <p:sp>
        <p:nvSpPr>
          <p:cNvPr id="1584" name="Google Shape;1584;p133"/>
          <p:cNvSpPr txBox="1"/>
          <p:nvPr>
            <p:ph type="body" idx="1"/>
          </p:nvPr>
        </p:nvSpPr>
        <p:spPr>
          <a:xfrm>
            <a:off x="1714500" y="3473700"/>
            <a:ext cx="2345400" cy="29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5 × 100 g = 500 g</a:t>
            </a:r>
            <a:endParaRPr/>
          </a:p>
        </p:txBody>
      </p:sp>
      <p:sp>
        <p:nvSpPr>
          <p:cNvPr id="1585" name="Google Shape;1585;p133"/>
          <p:cNvSpPr txBox="1"/>
          <p:nvPr>
            <p:ph type="body" idx="1"/>
          </p:nvPr>
        </p:nvSpPr>
        <p:spPr>
          <a:xfrm flipH="1">
            <a:off x="324000" y="810000"/>
            <a:ext cx="5666400" cy="87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The special offer box contains 600 grams.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How heavy is the box </a:t>
            </a:r>
            <a:r>
              <a:rPr lang="en-GB">
                <a:solidFill>
                  <a:srgbClr val="845AD9"/>
                </a:solidFill>
              </a:rPr>
              <a:t>usually</a:t>
            </a:r>
            <a:r>
              <a:rPr lang="en-GB"/>
              <a:t>?</a:t>
            </a:r>
            <a:endParaRPr/>
          </a:p>
        </p:txBody>
      </p:sp>
      <p:sp>
        <p:nvSpPr>
          <p:cNvPr id="1586" name="Google Shape;1586;p133"/>
          <p:cNvSpPr txBox="1"/>
          <p:nvPr>
            <p:ph type="body" idx="1"/>
          </p:nvPr>
        </p:nvSpPr>
        <p:spPr>
          <a:xfrm>
            <a:off x="2826175" y="2056050"/>
            <a:ext cx="2515500" cy="29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600 g ÷ 6 = 100g</a:t>
            </a:r>
            <a:endParaRPr/>
          </a:p>
        </p:txBody>
      </p:sp>
      <p:sp>
        <p:nvSpPr>
          <p:cNvPr id="1587" name="Google Shape;1587;p133"/>
          <p:cNvSpPr/>
          <p:nvPr/>
        </p:nvSpPr>
        <p:spPr>
          <a:xfrm rot="5400000">
            <a:off x="2994050" y="410675"/>
            <a:ext cx="199800" cy="4216800"/>
          </a:xfrm>
          <a:prstGeom prst="leftBracket">
            <a:avLst>
              <a:gd name="adj" fmla="val 0"/>
            </a:avLst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8" name="Google Shape;1588;p133"/>
          <p:cNvSpPr/>
          <p:nvPr/>
        </p:nvSpPr>
        <p:spPr>
          <a:xfrm rot="-5400000">
            <a:off x="2639950" y="1509675"/>
            <a:ext cx="199800" cy="3508500"/>
          </a:xfrm>
          <a:prstGeom prst="leftBracket">
            <a:avLst>
              <a:gd name="adj" fmla="val 0"/>
            </a:avLst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9" name="Google Shape;1589;p133"/>
          <p:cNvSpPr txBox="1"/>
          <p:nvPr>
            <p:ph type="body" idx="1"/>
          </p:nvPr>
        </p:nvSpPr>
        <p:spPr>
          <a:xfrm>
            <a:off x="324000" y="4157500"/>
            <a:ext cx="3322800" cy="29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The box is usually 500 g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90" name="Google Shape;1590;p133"/>
          <p:cNvSpPr/>
          <p:nvPr/>
        </p:nvSpPr>
        <p:spPr>
          <a:xfrm>
            <a:off x="3646800" y="2091145"/>
            <a:ext cx="1456500" cy="299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1" name="Google Shape;1591;p133"/>
          <p:cNvSpPr txBox="1"/>
          <p:nvPr>
            <p:ph type="body" idx="1"/>
          </p:nvPr>
        </p:nvSpPr>
        <p:spPr>
          <a:xfrm>
            <a:off x="2826175" y="2056050"/>
            <a:ext cx="726600" cy="29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120%</a:t>
            </a:r>
            <a:endParaRPr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1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95" name="Shape 1595"/>
        <p:cNvGrpSpPr/>
        <p:nvPr/>
      </p:nvGrpSpPr>
      <p:grpSpPr>
        <a:xfrm>
          <a:off x="0" y="0"/>
          <a:ext cx="0" cy="0"/>
        </a:xfrm>
      </p:grpSpPr>
      <p:sp>
        <p:nvSpPr>
          <p:cNvPr id="1596" name="Google Shape;1596;p13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Finding the original value</a:t>
            </a:r>
            <a:endParaRPr/>
          </a:p>
        </p:txBody>
      </p:sp>
      <p:sp>
        <p:nvSpPr>
          <p:cNvPr id="1597" name="Google Shape;1597;p134"/>
          <p:cNvSpPr txBox="1"/>
          <p:nvPr>
            <p:ph type="body" idx="1"/>
          </p:nvPr>
        </p:nvSpPr>
        <p:spPr>
          <a:xfrm flipH="1">
            <a:off x="324000" y="637453"/>
            <a:ext cx="8496000" cy="6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Alex and Izzy’s teacher thinks of a number and increases it by 20%. The new number is 162. What number was she thinking of?</a:t>
            </a:r>
            <a:endParaRPr sz="1800"/>
          </a:p>
        </p:txBody>
      </p:sp>
      <p:sp>
        <p:nvSpPr>
          <p:cNvPr id="1598" name="Google Shape;1598;p134"/>
          <p:cNvSpPr/>
          <p:nvPr/>
        </p:nvSpPr>
        <p:spPr>
          <a:xfrm rot="5400000">
            <a:off x="2958400" y="-728951"/>
            <a:ext cx="72000" cy="4531200"/>
          </a:xfrm>
          <a:prstGeom prst="leftBracket">
            <a:avLst>
              <a:gd name="adj" fmla="val 0"/>
            </a:avLst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9" name="Google Shape;1599;p134"/>
          <p:cNvSpPr txBox="1"/>
          <p:nvPr>
            <p:ph type="body" idx="1"/>
          </p:nvPr>
        </p:nvSpPr>
        <p:spPr>
          <a:xfrm>
            <a:off x="1755550" y="2240481"/>
            <a:ext cx="1787400" cy="29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original number</a:t>
            </a:r>
            <a:endParaRPr sz="1800"/>
          </a:p>
        </p:txBody>
      </p:sp>
      <p:pic>
        <p:nvPicPr>
          <p:cNvPr id="1600" name="Google Shape;1600;p1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68100" y="3280272"/>
            <a:ext cx="1114250" cy="107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1" name="Google Shape;1601;p1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371259" y="3510900"/>
            <a:ext cx="777007" cy="896096"/>
          </a:xfrm>
          <a:prstGeom prst="rect">
            <a:avLst/>
          </a:prstGeom>
          <a:noFill/>
          <a:ln>
            <a:noFill/>
          </a:ln>
        </p:spPr>
      </p:pic>
      <p:sp>
        <p:nvSpPr>
          <p:cNvPr id="1602" name="Google Shape;1602;p134"/>
          <p:cNvSpPr txBox="1"/>
          <p:nvPr/>
        </p:nvSpPr>
        <p:spPr>
          <a:xfrm>
            <a:off x="7596425" y="43896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3" name="Google Shape;1603;p134"/>
          <p:cNvSpPr txBox="1"/>
          <p:nvPr/>
        </p:nvSpPr>
        <p:spPr>
          <a:xfrm>
            <a:off x="437700" y="447245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4" name="Google Shape;1604;p134"/>
          <p:cNvSpPr/>
          <p:nvPr/>
        </p:nvSpPr>
        <p:spPr>
          <a:xfrm>
            <a:off x="1662500" y="2589817"/>
            <a:ext cx="2446200" cy="896100"/>
          </a:xfrm>
          <a:prstGeom prst="rect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Alex’s workings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162 ÷ 6 = 27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27 × 5 = 135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5" name="Google Shape;1605;p134"/>
          <p:cNvSpPr/>
          <p:nvPr/>
        </p:nvSpPr>
        <p:spPr>
          <a:xfrm>
            <a:off x="4999150" y="2589817"/>
            <a:ext cx="2446200" cy="896100"/>
          </a:xfrm>
          <a:prstGeom prst="rect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Izzy’s workings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162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÷ 6 = 27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162 − 27 = 135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606" name="Google Shape;1606;p134"/>
          <p:cNvGraphicFramePr>
            <a:graphicFrameLocks noGrp="1"/>
          </p:cNvGraphicFramePr>
          <p:nvPr/>
        </p:nvGraphicFramePr>
        <p:xfrm>
          <a:off x="715175" y="160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{3508DF4B-C23B-466D-B6B9-7D6FEEDCB25B}</a:tableStyleId>
              </a:tblPr>
              <a:tblGrid>
                <a:gridCol w="762425"/>
                <a:gridCol w="762425"/>
                <a:gridCol w="762425"/>
                <a:gridCol w="762425"/>
                <a:gridCol w="762425"/>
                <a:gridCol w="762425"/>
                <a:gridCol w="762425"/>
                <a:gridCol w="762425"/>
                <a:gridCol w="762425"/>
                <a:gridCol w="76242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20%</a:t>
                      </a: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607" name="Google Shape;1607;p134"/>
          <p:cNvSpPr txBox="1"/>
          <p:nvPr>
            <p:ph type="body" idx="1"/>
          </p:nvPr>
        </p:nvSpPr>
        <p:spPr>
          <a:xfrm>
            <a:off x="2291500" y="1240213"/>
            <a:ext cx="1405800" cy="29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new number</a:t>
            </a:r>
            <a:endParaRPr sz="1800"/>
          </a:p>
        </p:txBody>
      </p:sp>
      <p:sp>
        <p:nvSpPr>
          <p:cNvPr id="1608" name="Google Shape;1608;p134"/>
          <p:cNvSpPr/>
          <p:nvPr/>
        </p:nvSpPr>
        <p:spPr>
          <a:xfrm rot="-5400000">
            <a:off x="2577806" y="295200"/>
            <a:ext cx="86100" cy="3812700"/>
          </a:xfrm>
          <a:prstGeom prst="leftBracket">
            <a:avLst>
              <a:gd name="adj" fmla="val 0"/>
            </a:avLst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9" name="Google Shape;1609;p134"/>
          <p:cNvSpPr txBox="1"/>
          <p:nvPr>
            <p:ph type="body" idx="1"/>
          </p:nvPr>
        </p:nvSpPr>
        <p:spPr>
          <a:xfrm>
            <a:off x="1325200" y="3499113"/>
            <a:ext cx="6191700" cy="132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Are both methods appropriate?</a:t>
            </a:r>
            <a:endParaRPr sz="1700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Yes, Alex has found 20% and then 100% by multiplying 20% by 5. Izzy has found 20% and then 100% by subtracting 20% from the new number.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13" name="Shape 1613"/>
        <p:cNvGrpSpPr/>
        <p:nvPr/>
      </p:nvGrpSpPr>
      <p:grpSpPr>
        <a:xfrm>
          <a:off x="0" y="0"/>
          <a:ext cx="0" cy="0"/>
        </a:xfrm>
      </p:grpSpPr>
      <p:sp>
        <p:nvSpPr>
          <p:cNvPr id="1614" name="Google Shape;1614;p13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Finding the original value</a:t>
            </a:r>
            <a:endParaRPr/>
          </a:p>
        </p:txBody>
      </p:sp>
      <p:sp>
        <p:nvSpPr>
          <p:cNvPr id="1615" name="Google Shape;1615;p135"/>
          <p:cNvSpPr txBox="1"/>
          <p:nvPr>
            <p:ph type="body" idx="1"/>
          </p:nvPr>
        </p:nvSpPr>
        <p:spPr>
          <a:xfrm flipH="1">
            <a:off x="324000" y="637453"/>
            <a:ext cx="8496000" cy="6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Alex and Izzy’s teacher thinks of a number and increases it by 20%. The new number is 162. What number was she thinking of?</a:t>
            </a:r>
            <a:endParaRPr sz="1800"/>
          </a:p>
        </p:txBody>
      </p:sp>
      <p:sp>
        <p:nvSpPr>
          <p:cNvPr id="1616" name="Google Shape;1616;p135"/>
          <p:cNvSpPr/>
          <p:nvPr/>
        </p:nvSpPr>
        <p:spPr>
          <a:xfrm rot="5400000">
            <a:off x="2958400" y="-728951"/>
            <a:ext cx="72000" cy="4531200"/>
          </a:xfrm>
          <a:prstGeom prst="leftBracket">
            <a:avLst>
              <a:gd name="adj" fmla="val 0"/>
            </a:avLst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7" name="Google Shape;1617;p135"/>
          <p:cNvSpPr txBox="1"/>
          <p:nvPr>
            <p:ph type="body" idx="1"/>
          </p:nvPr>
        </p:nvSpPr>
        <p:spPr>
          <a:xfrm>
            <a:off x="1755550" y="2240481"/>
            <a:ext cx="1787400" cy="29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original number</a:t>
            </a:r>
            <a:endParaRPr sz="1800"/>
          </a:p>
        </p:txBody>
      </p:sp>
      <p:pic>
        <p:nvPicPr>
          <p:cNvPr id="1618" name="Google Shape;1618;p1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68100" y="3280272"/>
            <a:ext cx="1114250" cy="107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9" name="Google Shape;1619;p1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371259" y="3510900"/>
            <a:ext cx="777007" cy="896096"/>
          </a:xfrm>
          <a:prstGeom prst="rect">
            <a:avLst/>
          </a:prstGeom>
          <a:noFill/>
          <a:ln>
            <a:noFill/>
          </a:ln>
        </p:spPr>
      </p:pic>
      <p:sp>
        <p:nvSpPr>
          <p:cNvPr id="1620" name="Google Shape;1620;p135"/>
          <p:cNvSpPr txBox="1"/>
          <p:nvPr/>
        </p:nvSpPr>
        <p:spPr>
          <a:xfrm>
            <a:off x="7596425" y="43896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1" name="Google Shape;1621;p135"/>
          <p:cNvSpPr txBox="1"/>
          <p:nvPr/>
        </p:nvSpPr>
        <p:spPr>
          <a:xfrm>
            <a:off x="437700" y="447245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2" name="Google Shape;1622;p135"/>
          <p:cNvSpPr/>
          <p:nvPr/>
        </p:nvSpPr>
        <p:spPr>
          <a:xfrm>
            <a:off x="1662500" y="2589817"/>
            <a:ext cx="2446200" cy="896100"/>
          </a:xfrm>
          <a:prstGeom prst="rect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Alex’s workings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162 ÷ 6 = 27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27 × 5 = 135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3" name="Google Shape;1623;p135"/>
          <p:cNvSpPr/>
          <p:nvPr/>
        </p:nvSpPr>
        <p:spPr>
          <a:xfrm>
            <a:off x="4999150" y="2589817"/>
            <a:ext cx="2446200" cy="896100"/>
          </a:xfrm>
          <a:prstGeom prst="rect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Izzy’s workings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162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÷ 6 = 27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162 − 27 = 135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624" name="Google Shape;1624;p135"/>
          <p:cNvGraphicFramePr>
            <a:graphicFrameLocks noGrp="1"/>
          </p:cNvGraphicFramePr>
          <p:nvPr/>
        </p:nvGraphicFramePr>
        <p:xfrm>
          <a:off x="715175" y="160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{3508DF4B-C23B-466D-B6B9-7D6FEEDCB25B}</a:tableStyleId>
              </a:tblPr>
              <a:tblGrid>
                <a:gridCol w="762425"/>
                <a:gridCol w="762425"/>
                <a:gridCol w="762425"/>
                <a:gridCol w="762425"/>
                <a:gridCol w="762425"/>
                <a:gridCol w="762425"/>
                <a:gridCol w="762425"/>
                <a:gridCol w="762425"/>
                <a:gridCol w="762425"/>
                <a:gridCol w="76242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20%</a:t>
                      </a: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625" name="Google Shape;1625;p135"/>
          <p:cNvSpPr txBox="1"/>
          <p:nvPr>
            <p:ph type="body" idx="1"/>
          </p:nvPr>
        </p:nvSpPr>
        <p:spPr>
          <a:xfrm>
            <a:off x="2291500" y="1240213"/>
            <a:ext cx="1405800" cy="29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new number</a:t>
            </a:r>
            <a:endParaRPr sz="1800"/>
          </a:p>
        </p:txBody>
      </p:sp>
      <p:sp>
        <p:nvSpPr>
          <p:cNvPr id="1626" name="Google Shape;1626;p135"/>
          <p:cNvSpPr/>
          <p:nvPr/>
        </p:nvSpPr>
        <p:spPr>
          <a:xfrm rot="-5400000">
            <a:off x="2577806" y="295200"/>
            <a:ext cx="86100" cy="3812700"/>
          </a:xfrm>
          <a:prstGeom prst="leftBracket">
            <a:avLst>
              <a:gd name="adj" fmla="val 0"/>
            </a:avLst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7" name="Google Shape;1627;p135"/>
          <p:cNvSpPr txBox="1"/>
          <p:nvPr>
            <p:ph type="body" idx="1"/>
          </p:nvPr>
        </p:nvSpPr>
        <p:spPr>
          <a:xfrm>
            <a:off x="1325200" y="3499113"/>
            <a:ext cx="6191700" cy="72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When might Izzy’s method be more useful?</a:t>
            </a:r>
            <a:endParaRPr sz="17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Maybe if you were doing it without a calculator.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31" name="Shape 1631"/>
        <p:cNvGrpSpPr/>
        <p:nvPr/>
      </p:nvGrpSpPr>
      <p:grpSpPr>
        <a:xfrm>
          <a:off x="0" y="0"/>
          <a:ext cx="0" cy="0"/>
        </a:xfrm>
      </p:grpSpPr>
      <p:sp>
        <p:nvSpPr>
          <p:cNvPr id="1632" name="Google Shape;1632;p136"/>
          <p:cNvSpPr txBox="1"/>
          <p:nvPr>
            <p:ph type="body" idx="1"/>
          </p:nvPr>
        </p:nvSpPr>
        <p:spPr>
          <a:xfrm>
            <a:off x="324000" y="1751575"/>
            <a:ext cx="8237700" cy="249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  <p:sp>
        <p:nvSpPr>
          <p:cNvPr id="1633" name="Google Shape;1633;p13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Finding the original value</a:t>
            </a:r>
            <a:endParaRPr/>
          </a:p>
        </p:txBody>
      </p:sp>
      <p:sp>
        <p:nvSpPr>
          <p:cNvPr id="1634" name="Google Shape;1634;p136"/>
          <p:cNvSpPr txBox="1"/>
          <p:nvPr>
            <p:ph type="body" idx="1"/>
          </p:nvPr>
        </p:nvSpPr>
        <p:spPr>
          <a:xfrm>
            <a:off x="324000" y="759300"/>
            <a:ext cx="8237700" cy="226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Izzy is saving for a new computer game.</a:t>
            </a:r>
            <a:endParaRPr/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When Izzy has saved enough money to buy the game she notices that the price has increased by 40% to £56. 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Her mum gives her the extra money to buy the game.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How much had Izzy saved?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  <p:pic>
        <p:nvPicPr>
          <p:cNvPr id="1635" name="Google Shape;1635;p1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69975" y="3405512"/>
            <a:ext cx="1114250" cy="10783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6" name="Google Shape;1636;p136"/>
          <p:cNvSpPr txBox="1"/>
          <p:nvPr/>
        </p:nvSpPr>
        <p:spPr>
          <a:xfrm>
            <a:off x="7178144" y="4352098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800"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1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40" name="Shape 1640"/>
        <p:cNvGrpSpPr/>
        <p:nvPr/>
      </p:nvGrpSpPr>
      <p:grpSpPr>
        <a:xfrm>
          <a:off x="0" y="0"/>
          <a:ext cx="0" cy="0"/>
        </a:xfrm>
      </p:grpSpPr>
      <p:sp>
        <p:nvSpPr>
          <p:cNvPr id="1641" name="Google Shape;1641;p137"/>
          <p:cNvSpPr txBox="1"/>
          <p:nvPr/>
        </p:nvSpPr>
        <p:spPr>
          <a:xfrm>
            <a:off x="324000" y="1571621"/>
            <a:ext cx="84960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would be a sensible partition of our bar model if we want to represent 40%? 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42" name="Google Shape;1642;p13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Finding the original value</a:t>
            </a:r>
            <a:endParaRPr/>
          </a:p>
        </p:txBody>
      </p:sp>
      <p:sp>
        <p:nvSpPr>
          <p:cNvPr id="1643" name="Google Shape;1643;p137"/>
          <p:cNvSpPr txBox="1"/>
          <p:nvPr>
            <p:ph type="body" idx="1"/>
          </p:nvPr>
        </p:nvSpPr>
        <p:spPr>
          <a:xfrm>
            <a:off x="318650" y="812270"/>
            <a:ext cx="8237700" cy="79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What would a bar model look like to represent this situation?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Izzy saved the original cost and her mum gave her 40%. </a:t>
            </a:r>
            <a:r>
              <a:rPr lang="en-GB" sz="1800"/>
              <a:t> </a:t>
            </a:r>
            <a:endParaRPr sz="1800"/>
          </a:p>
        </p:txBody>
      </p:sp>
      <p:pic>
        <p:nvPicPr>
          <p:cNvPr id="1644" name="Google Shape;1644;p1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44025" y="2393160"/>
            <a:ext cx="1114250" cy="107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5" name="Google Shape;1645;p1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399584" y="2623788"/>
            <a:ext cx="777007" cy="896096"/>
          </a:xfrm>
          <a:prstGeom prst="rect">
            <a:avLst/>
          </a:prstGeom>
          <a:noFill/>
          <a:ln>
            <a:noFill/>
          </a:ln>
        </p:spPr>
      </p:pic>
      <p:sp>
        <p:nvSpPr>
          <p:cNvPr id="1646" name="Google Shape;1646;p137"/>
          <p:cNvSpPr txBox="1"/>
          <p:nvPr/>
        </p:nvSpPr>
        <p:spPr>
          <a:xfrm>
            <a:off x="7444025" y="34752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7" name="Google Shape;1647;p137"/>
          <p:cNvSpPr txBox="1"/>
          <p:nvPr/>
        </p:nvSpPr>
        <p:spPr>
          <a:xfrm>
            <a:off x="437700" y="355805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48" name="Google Shape;1648;p137"/>
          <p:cNvGrpSpPr/>
          <p:nvPr/>
        </p:nvGrpSpPr>
        <p:grpSpPr>
          <a:xfrm>
            <a:off x="5485498" y="1848350"/>
            <a:ext cx="1955251" cy="1316250"/>
            <a:chOff x="5485498" y="2457950"/>
            <a:chExt cx="1955251" cy="1316250"/>
          </a:xfrm>
        </p:grpSpPr>
        <p:pic>
          <p:nvPicPr>
            <p:cNvPr id="1649" name="Google Shape;1649;p137"/>
            <p:cNvPicPr preferRelativeResize="0"/>
            <p:nvPr/>
          </p:nvPicPr>
          <p:blipFill>
            <a:blip r:embed="rId5">
              <a:alphaModFix/>
            </a:blip>
            <a:srcRect t="56280" r="69082"/>
            <a:stretch>
              <a:fillRect/>
            </a:stretch>
          </p:blipFill>
          <p:spPr>
            <a:xfrm>
              <a:off x="5485498" y="2457950"/>
              <a:ext cx="1955251" cy="1316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50" name="Google Shape;1650;p137"/>
            <p:cNvSpPr txBox="1"/>
            <p:nvPr/>
          </p:nvSpPr>
          <p:spPr>
            <a:xfrm>
              <a:off x="5611249" y="2686043"/>
              <a:ext cx="15519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 would split it into 5 parts and shade 2.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51" name="Google Shape;1651;p137"/>
          <p:cNvGrpSpPr/>
          <p:nvPr/>
        </p:nvGrpSpPr>
        <p:grpSpPr>
          <a:xfrm>
            <a:off x="1450348" y="2122700"/>
            <a:ext cx="1955251" cy="1316250"/>
            <a:chOff x="1450348" y="2732300"/>
            <a:chExt cx="1955251" cy="1316250"/>
          </a:xfrm>
        </p:grpSpPr>
        <p:pic>
          <p:nvPicPr>
            <p:cNvPr id="1652" name="Google Shape;1652;p137"/>
            <p:cNvPicPr preferRelativeResize="0"/>
            <p:nvPr/>
          </p:nvPicPr>
          <p:blipFill>
            <a:blip r:embed="rId5">
              <a:alphaModFix/>
            </a:blip>
            <a:srcRect t="56280" r="69082"/>
            <a:stretch>
              <a:fillRect/>
            </a:stretch>
          </p:blipFill>
          <p:spPr>
            <a:xfrm flipH="1">
              <a:off x="1450348" y="2732300"/>
              <a:ext cx="1955251" cy="1316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53" name="Google Shape;1653;p137"/>
            <p:cNvSpPr txBox="1"/>
            <p:nvPr/>
          </p:nvSpPr>
          <p:spPr>
            <a:xfrm>
              <a:off x="1629000" y="2966150"/>
              <a:ext cx="16650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 would split it into 10 parts and shade 4.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654" name="Google Shape;1654;p137"/>
          <p:cNvSpPr txBox="1"/>
          <p:nvPr/>
        </p:nvSpPr>
        <p:spPr>
          <a:xfrm>
            <a:off x="324000" y="4086221"/>
            <a:ext cx="8496000" cy="72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Who is right?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They are both right, 100% ÷ 10 × 4 = 40% and 100 ÷ 5 × 2 = 40%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58" name="Shape 1658"/>
        <p:cNvGrpSpPr/>
        <p:nvPr/>
      </p:nvGrpSpPr>
      <p:grpSpPr>
        <a:xfrm>
          <a:off x="0" y="0"/>
          <a:ext cx="0" cy="0"/>
        </a:xfrm>
      </p:grpSpPr>
      <p:sp>
        <p:nvSpPr>
          <p:cNvPr id="1659" name="Google Shape;1659;p138"/>
          <p:cNvSpPr txBox="1"/>
          <p:nvPr>
            <p:ph type="body" idx="1"/>
          </p:nvPr>
        </p:nvSpPr>
        <p:spPr>
          <a:xfrm>
            <a:off x="318650" y="659877"/>
            <a:ext cx="8237700" cy="119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What would a bar model look like to represent this situation?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Izzy saved the original cost and her mum gave her 40%.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I’m going to use Izzy’s method.  </a:t>
            </a:r>
            <a:endParaRPr/>
          </a:p>
        </p:txBody>
      </p:sp>
      <p:graphicFrame>
        <p:nvGraphicFramePr>
          <p:cNvPr id="1660" name="Google Shape;1660;p138"/>
          <p:cNvGraphicFramePr>
            <a:graphicFrameLocks noGrp="1"/>
          </p:cNvGraphicFramePr>
          <p:nvPr/>
        </p:nvGraphicFramePr>
        <p:xfrm>
          <a:off x="4499488" y="2693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{3508DF4B-C23B-466D-B6B9-7D6FEEDCB25B}</a:tableStyleId>
              </a:tblPr>
              <a:tblGrid>
                <a:gridCol w="702925"/>
                <a:gridCol w="702925"/>
                <a:gridCol w="702925"/>
                <a:gridCol w="702925"/>
                <a:gridCol w="702925"/>
              </a:tblGrid>
              <a:tr h="396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661" name="Google Shape;1661;p138"/>
          <p:cNvGraphicFramePr>
            <a:graphicFrameLocks noGrp="1"/>
          </p:cNvGraphicFramePr>
          <p:nvPr/>
        </p:nvGraphicFramePr>
        <p:xfrm>
          <a:off x="985600" y="2693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{3508DF4B-C23B-466D-B6B9-7D6FEEDCB25B}</a:tableStyleId>
              </a:tblPr>
              <a:tblGrid>
                <a:gridCol w="702925"/>
                <a:gridCol w="702925"/>
                <a:gridCol w="702925"/>
                <a:gridCol w="702925"/>
                <a:gridCol w="702925"/>
              </a:tblGrid>
              <a:tr h="396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662" name="Google Shape;1662;p13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Finding the original value</a:t>
            </a:r>
            <a:endParaRPr/>
          </a:p>
        </p:txBody>
      </p:sp>
      <p:sp>
        <p:nvSpPr>
          <p:cNvPr id="1663" name="Google Shape;1663;p138"/>
          <p:cNvSpPr txBox="1"/>
          <p:nvPr>
            <p:ph type="body" idx="1"/>
          </p:nvPr>
        </p:nvSpPr>
        <p:spPr>
          <a:xfrm>
            <a:off x="1943100" y="3473700"/>
            <a:ext cx="1655100" cy="29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5 × £8 = £40</a:t>
            </a:r>
            <a:endParaRPr/>
          </a:p>
        </p:txBody>
      </p:sp>
      <p:sp>
        <p:nvSpPr>
          <p:cNvPr id="1664" name="Google Shape;1664;p138"/>
          <p:cNvSpPr txBox="1"/>
          <p:nvPr>
            <p:ph type="body" idx="1"/>
          </p:nvPr>
        </p:nvSpPr>
        <p:spPr>
          <a:xfrm>
            <a:off x="3130975" y="2056050"/>
            <a:ext cx="1608900" cy="29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£56 ÷ 7 = £8</a:t>
            </a:r>
            <a:endParaRPr/>
          </a:p>
        </p:txBody>
      </p:sp>
      <p:sp>
        <p:nvSpPr>
          <p:cNvPr id="1665" name="Google Shape;1665;p138"/>
          <p:cNvSpPr/>
          <p:nvPr/>
        </p:nvSpPr>
        <p:spPr>
          <a:xfrm rot="5400000">
            <a:off x="3343625" y="61025"/>
            <a:ext cx="199800" cy="4916100"/>
          </a:xfrm>
          <a:prstGeom prst="leftBracket">
            <a:avLst>
              <a:gd name="adj" fmla="val 0"/>
            </a:avLst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6" name="Google Shape;1666;p138"/>
          <p:cNvSpPr/>
          <p:nvPr/>
        </p:nvSpPr>
        <p:spPr>
          <a:xfrm rot="-5400000">
            <a:off x="2639950" y="1509675"/>
            <a:ext cx="199800" cy="3508500"/>
          </a:xfrm>
          <a:prstGeom prst="leftBracket">
            <a:avLst>
              <a:gd name="adj" fmla="val 0"/>
            </a:avLst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7" name="Google Shape;1667;p138"/>
          <p:cNvSpPr txBox="1"/>
          <p:nvPr>
            <p:ph type="body" idx="1"/>
          </p:nvPr>
        </p:nvSpPr>
        <p:spPr>
          <a:xfrm>
            <a:off x="324000" y="3948422"/>
            <a:ext cx="3608100" cy="29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The game cost £40 originally.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Therefore, Izzy saved £40.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68" name="Google Shape;1668;p138"/>
          <p:cNvSpPr/>
          <p:nvPr/>
        </p:nvSpPr>
        <p:spPr>
          <a:xfrm>
            <a:off x="3646800" y="2050369"/>
            <a:ext cx="1456500" cy="299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9" name="Google Shape;1669;p138"/>
          <p:cNvSpPr txBox="1"/>
          <p:nvPr>
            <p:ph type="body" idx="1"/>
          </p:nvPr>
        </p:nvSpPr>
        <p:spPr>
          <a:xfrm>
            <a:off x="3130975" y="2056050"/>
            <a:ext cx="726600" cy="29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140%</a:t>
            </a:r>
            <a:endParaRPr/>
          </a:p>
        </p:txBody>
      </p:sp>
      <p:graphicFrame>
        <p:nvGraphicFramePr>
          <p:cNvPr id="1670" name="Google Shape;1670;p138"/>
          <p:cNvGraphicFramePr>
            <a:graphicFrameLocks noGrp="1"/>
          </p:cNvGraphicFramePr>
          <p:nvPr/>
        </p:nvGraphicFramePr>
        <p:xfrm>
          <a:off x="4499488" y="2693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{3508DF4B-C23B-466D-B6B9-7D6FEEDCB25B}</a:tableStyleId>
              </a:tblPr>
              <a:tblGrid>
                <a:gridCol w="702925"/>
                <a:gridCol w="702925"/>
                <a:gridCol w="702925"/>
                <a:gridCol w="702925"/>
                <a:gridCol w="702925"/>
              </a:tblGrid>
              <a:tr h="396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£8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0" marB="0">
                    <a:lnL w="381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£8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0" marB="0">
                    <a:lnL w="381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0" marB="0">
                    <a:lnL w="381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0" marB="0">
                    <a:lnL w="381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0" marB="0">
                    <a:lnL w="381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671" name="Google Shape;1671;p138"/>
          <p:cNvGraphicFramePr>
            <a:graphicFrameLocks noGrp="1"/>
          </p:cNvGraphicFramePr>
          <p:nvPr/>
        </p:nvGraphicFramePr>
        <p:xfrm>
          <a:off x="985600" y="2693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{3508DF4B-C23B-466D-B6B9-7D6FEEDCB25B}</a:tableStyleId>
              </a:tblPr>
              <a:tblGrid>
                <a:gridCol w="702925"/>
                <a:gridCol w="702925"/>
                <a:gridCol w="702925"/>
                <a:gridCol w="702925"/>
                <a:gridCol w="702925"/>
              </a:tblGrid>
              <a:tr h="396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£8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0" marB="0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£8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0" marB="0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£8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0" marB="0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£8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0" marB="0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£8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0" marB="0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672" name="Google Shape;1672;p138"/>
          <p:cNvSpPr txBox="1"/>
          <p:nvPr>
            <p:ph type="body" idx="1"/>
          </p:nvPr>
        </p:nvSpPr>
        <p:spPr>
          <a:xfrm>
            <a:off x="2354075" y="2056050"/>
            <a:ext cx="2178900" cy="29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Increased price</a:t>
            </a:r>
            <a:endParaRPr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1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76" name="Shape 1676"/>
        <p:cNvGrpSpPr/>
        <p:nvPr/>
      </p:nvGrpSpPr>
      <p:grpSpPr>
        <a:xfrm>
          <a:off x="0" y="0"/>
          <a:ext cx="0" cy="0"/>
        </a:xfrm>
      </p:grpSpPr>
      <p:sp>
        <p:nvSpPr>
          <p:cNvPr id="1677" name="Google Shape;1677;p13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Finding the original value</a:t>
            </a:r>
            <a:endParaRPr/>
          </a:p>
        </p:txBody>
      </p:sp>
      <p:sp>
        <p:nvSpPr>
          <p:cNvPr id="1678" name="Google Shape;1678;p139"/>
          <p:cNvSpPr txBox="1"/>
          <p:nvPr>
            <p:ph type="title" idx="4294967295"/>
          </p:nvPr>
        </p:nvSpPr>
        <p:spPr>
          <a:xfrm>
            <a:off x="324000" y="748791"/>
            <a:ext cx="8179200" cy="113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0"/>
              <a:t>A number is increased by 25%. The new number is 15, what was the original number?</a:t>
            </a:r>
            <a:endParaRPr b="0"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0"/>
              <a:t>You may like to sketch a bar model to help you.</a:t>
            </a:r>
            <a:endParaRPr b="0"/>
          </a:p>
        </p:txBody>
      </p:sp>
      <p:graphicFrame>
        <p:nvGraphicFramePr>
          <p:cNvPr id="1679" name="Google Shape;1679;p139"/>
          <p:cNvGraphicFramePr>
            <a:graphicFrameLocks noGrp="1"/>
          </p:cNvGraphicFramePr>
          <p:nvPr/>
        </p:nvGraphicFramePr>
        <p:xfrm>
          <a:off x="3204438" y="2708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{3508DF4B-C23B-466D-B6B9-7D6FEEDCB25B}</a:tableStyleId>
              </a:tblPr>
              <a:tblGrid>
                <a:gridCol w="483675"/>
                <a:gridCol w="483675"/>
                <a:gridCol w="483675"/>
                <a:gridCol w="48367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680" name="Google Shape;1680;p139"/>
          <p:cNvGraphicFramePr>
            <a:graphicFrameLocks noGrp="1"/>
          </p:cNvGraphicFramePr>
          <p:nvPr/>
        </p:nvGraphicFramePr>
        <p:xfrm>
          <a:off x="5139138" y="2708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{3508DF4B-C23B-466D-B6B9-7D6FEEDCB25B}</a:tableStyleId>
              </a:tblPr>
              <a:tblGrid>
                <a:gridCol w="48367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38100" cap="flat" cmpd="sng">
                      <a:solidFill>
                        <a:srgbClr val="845A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845A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845A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845A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681" name="Google Shape;1681;p139"/>
          <p:cNvSpPr/>
          <p:nvPr/>
        </p:nvSpPr>
        <p:spPr>
          <a:xfrm rot="5400000">
            <a:off x="4329838" y="1359150"/>
            <a:ext cx="147300" cy="2398200"/>
          </a:xfrm>
          <a:prstGeom prst="leftBracket">
            <a:avLst>
              <a:gd name="adj" fmla="val 0"/>
            </a:avLst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2" name="Google Shape;1682;p139"/>
          <p:cNvSpPr txBox="1"/>
          <p:nvPr/>
        </p:nvSpPr>
        <p:spPr>
          <a:xfrm>
            <a:off x="4206688" y="2069700"/>
            <a:ext cx="393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15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83" name="Google Shape;1683;p1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08283" y="4070250"/>
            <a:ext cx="396000" cy="4191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84" name="Google Shape;1684;p139"/>
          <p:cNvGraphicFramePr>
            <a:graphicFrameLocks noGrp="1"/>
          </p:cNvGraphicFramePr>
          <p:nvPr/>
        </p:nvGraphicFramePr>
        <p:xfrm>
          <a:off x="3204438" y="2708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{3508DF4B-C23B-466D-B6B9-7D6FEEDCB25B}</a:tableStyleId>
              </a:tblPr>
              <a:tblGrid>
                <a:gridCol w="483675"/>
                <a:gridCol w="483675"/>
                <a:gridCol w="483675"/>
                <a:gridCol w="48367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685" name="Google Shape;1685;p139"/>
          <p:cNvGraphicFramePr>
            <a:graphicFrameLocks noGrp="1"/>
          </p:cNvGraphicFramePr>
          <p:nvPr/>
        </p:nvGraphicFramePr>
        <p:xfrm>
          <a:off x="5139138" y="2708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{3508DF4B-C23B-466D-B6B9-7D6FEEDCB25B}</a:tableStyleId>
              </a:tblPr>
              <a:tblGrid>
                <a:gridCol w="48367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845A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845A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845A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845A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686" name="Google Shape;1686;p139"/>
          <p:cNvSpPr/>
          <p:nvPr/>
        </p:nvSpPr>
        <p:spPr>
          <a:xfrm rot="-5400000">
            <a:off x="4101238" y="2324350"/>
            <a:ext cx="147300" cy="1941000"/>
          </a:xfrm>
          <a:prstGeom prst="leftBracket">
            <a:avLst>
              <a:gd name="adj" fmla="val 0"/>
            </a:avLst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7" name="Google Shape;1687;p139"/>
          <p:cNvSpPr txBox="1"/>
          <p:nvPr/>
        </p:nvSpPr>
        <p:spPr>
          <a:xfrm>
            <a:off x="3646788" y="3441300"/>
            <a:ext cx="1437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 × 3 = 12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88" name="Google Shape;1688;p139"/>
          <p:cNvSpPr txBox="1"/>
          <p:nvPr/>
        </p:nvSpPr>
        <p:spPr>
          <a:xfrm>
            <a:off x="2693850" y="4150650"/>
            <a:ext cx="3439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original number was 12.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92" name="Shape 1692"/>
        <p:cNvGrpSpPr/>
        <p:nvPr/>
      </p:nvGrpSpPr>
      <p:grpSpPr>
        <a:xfrm>
          <a:off x="0" y="0"/>
          <a:ext cx="0" cy="0"/>
        </a:xfrm>
      </p:grpSpPr>
      <p:sp>
        <p:nvSpPr>
          <p:cNvPr id="1693" name="Google Shape;1693;p14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Finding the original value</a:t>
            </a:r>
            <a:endParaRPr/>
          </a:p>
        </p:txBody>
      </p:sp>
      <p:sp>
        <p:nvSpPr>
          <p:cNvPr id="1694" name="Google Shape;1694;p140"/>
          <p:cNvSpPr txBox="1"/>
          <p:nvPr>
            <p:ph type="body" idx="1"/>
          </p:nvPr>
        </p:nvSpPr>
        <p:spPr>
          <a:xfrm>
            <a:off x="324000" y="777677"/>
            <a:ext cx="7627500" cy="6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Here is a percentage bar which shows the amount of time a set of traffic lights spent on the three different colours.</a:t>
            </a:r>
            <a:endParaRPr sz="1800"/>
          </a:p>
        </p:txBody>
      </p:sp>
      <p:graphicFrame>
        <p:nvGraphicFramePr>
          <p:cNvPr id="1695" name="Google Shape;1695;p140"/>
          <p:cNvGraphicFramePr>
            <a:graphicFrameLocks noGrp="1"/>
          </p:cNvGraphicFramePr>
          <p:nvPr/>
        </p:nvGraphicFramePr>
        <p:xfrm>
          <a:off x="800100" y="174930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{3508DF4B-C23B-466D-B6B9-7D6FEEDCB25B}</a:tableStyleId>
              </a:tblPr>
              <a:tblGrid>
                <a:gridCol w="3419500"/>
                <a:gridCol w="452000"/>
                <a:gridCol w="336750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50%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B26B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45%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3C47D"/>
                    </a:solidFill>
                  </a:tcPr>
                </a:tc>
              </a:tr>
            </a:tbl>
          </a:graphicData>
        </a:graphic>
      </p:graphicFrame>
      <p:pic>
        <p:nvPicPr>
          <p:cNvPr id="1696" name="Google Shape;1696;p1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09200" y="676875"/>
            <a:ext cx="610800" cy="1399541"/>
          </a:xfrm>
          <a:prstGeom prst="rect">
            <a:avLst/>
          </a:prstGeom>
          <a:noFill/>
          <a:ln>
            <a:noFill/>
          </a:ln>
        </p:spPr>
      </p:pic>
      <p:sp>
        <p:nvSpPr>
          <p:cNvPr id="1697" name="Google Shape;1697;p140"/>
          <p:cNvSpPr txBox="1"/>
          <p:nvPr>
            <p:ph type="body" idx="1"/>
          </p:nvPr>
        </p:nvSpPr>
        <p:spPr>
          <a:xfrm>
            <a:off x="324000" y="2531575"/>
            <a:ext cx="8237700" cy="52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Over this period of time the traffic lights were on amber for 4 minutes.  </a:t>
            </a:r>
            <a:endParaRPr sz="1800"/>
          </a:p>
          <a:p>
            <a:pPr marL="0" lvl="0" indent="0" algn="l" rtl="0">
              <a:lnSpc>
                <a:spcPct val="9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Work out how long the lights are on red and green.</a:t>
            </a:r>
            <a:endParaRPr sz="1800"/>
          </a:p>
        </p:txBody>
      </p:sp>
      <p:pic>
        <p:nvPicPr>
          <p:cNvPr id="1698" name="Google Shape;1698;p1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4721" y="3706688"/>
            <a:ext cx="798316" cy="896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9" name="Google Shape;1699;p1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7587327" y="3464277"/>
            <a:ext cx="807750" cy="1057915"/>
          </a:xfrm>
          <a:prstGeom prst="rect">
            <a:avLst/>
          </a:prstGeom>
          <a:noFill/>
          <a:ln>
            <a:noFill/>
          </a:ln>
        </p:spPr>
      </p:pic>
      <p:sp>
        <p:nvSpPr>
          <p:cNvPr id="1700" name="Google Shape;1700;p140"/>
          <p:cNvSpPr txBox="1"/>
          <p:nvPr/>
        </p:nvSpPr>
        <p:spPr>
          <a:xfrm>
            <a:off x="309550" y="45222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1" name="Google Shape;1701;p140"/>
          <p:cNvSpPr txBox="1"/>
          <p:nvPr/>
        </p:nvSpPr>
        <p:spPr>
          <a:xfrm>
            <a:off x="7548550" y="45222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Laura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02" name="Google Shape;1702;p140"/>
          <p:cNvGrpSpPr/>
          <p:nvPr/>
        </p:nvGrpSpPr>
        <p:grpSpPr>
          <a:xfrm>
            <a:off x="4838701" y="3128925"/>
            <a:ext cx="2777549" cy="1316250"/>
            <a:chOff x="1943001" y="3696775"/>
            <a:chExt cx="2777549" cy="1316250"/>
          </a:xfrm>
        </p:grpSpPr>
        <p:pic>
          <p:nvPicPr>
            <p:cNvPr id="1703" name="Google Shape;1703;p140"/>
            <p:cNvPicPr preferRelativeResize="0"/>
            <p:nvPr/>
          </p:nvPicPr>
          <p:blipFill>
            <a:blip r:embed="rId6">
              <a:alphaModFix/>
            </a:blip>
            <a:srcRect t="56280" r="69082"/>
            <a:stretch>
              <a:fillRect/>
            </a:stretch>
          </p:blipFill>
          <p:spPr>
            <a:xfrm>
              <a:off x="1943001" y="3696775"/>
              <a:ext cx="2777549" cy="1316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04" name="Google Shape;1704;p140"/>
            <p:cNvSpPr txBox="1"/>
            <p:nvPr/>
          </p:nvSpPr>
          <p:spPr>
            <a:xfrm>
              <a:off x="2122150" y="3932425"/>
              <a:ext cx="24498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We can, because we know the percentage and time for amber.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05" name="Google Shape;1705;p140"/>
          <p:cNvGrpSpPr/>
          <p:nvPr/>
        </p:nvGrpSpPr>
        <p:grpSpPr>
          <a:xfrm>
            <a:off x="1318801" y="2927350"/>
            <a:ext cx="2777549" cy="1857075"/>
            <a:chOff x="4747801" y="2317750"/>
            <a:chExt cx="2777549" cy="1857075"/>
          </a:xfrm>
        </p:grpSpPr>
        <p:pic>
          <p:nvPicPr>
            <p:cNvPr id="1706" name="Google Shape;1706;p140"/>
            <p:cNvPicPr preferRelativeResize="0"/>
            <p:nvPr/>
          </p:nvPicPr>
          <p:blipFill>
            <a:blip r:embed="rId6">
              <a:alphaModFix/>
            </a:blip>
            <a:srcRect t="56280" r="69082"/>
            <a:stretch>
              <a:fillRect/>
            </a:stretch>
          </p:blipFill>
          <p:spPr>
            <a:xfrm flipH="1">
              <a:off x="4747801" y="2317750"/>
              <a:ext cx="2777549" cy="18570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07" name="Google Shape;1707;p140"/>
            <p:cNvSpPr txBox="1"/>
            <p:nvPr/>
          </p:nvSpPr>
          <p:spPr>
            <a:xfrm>
              <a:off x="5016500" y="2520925"/>
              <a:ext cx="22845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If we don’t know the total amount of time we cannot find the times for the other colours.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08" name="Google Shape;1708;p140"/>
          <p:cNvSpPr txBox="1"/>
          <p:nvPr/>
        </p:nvSpPr>
        <p:spPr>
          <a:xfrm>
            <a:off x="4167600" y="1402938"/>
            <a:ext cx="610800" cy="2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100%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09" name="Google Shape;1709;p140"/>
          <p:cNvCxnSpPr/>
          <p:nvPr/>
        </p:nvCxnSpPr>
        <p:spPr>
          <a:xfrm>
            <a:off x="788325" y="1664025"/>
            <a:ext cx="72549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710" name="Google Shape;1710;p140"/>
          <p:cNvSpPr txBox="1"/>
          <p:nvPr/>
        </p:nvSpPr>
        <p:spPr>
          <a:xfrm>
            <a:off x="2219525" y="2152239"/>
            <a:ext cx="610800" cy="2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Red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1" name="Google Shape;1711;p140"/>
          <p:cNvSpPr txBox="1"/>
          <p:nvPr/>
        </p:nvSpPr>
        <p:spPr>
          <a:xfrm>
            <a:off x="4099950" y="2152239"/>
            <a:ext cx="944100" cy="2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Amber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2" name="Google Shape;1712;p140"/>
          <p:cNvSpPr txBox="1"/>
          <p:nvPr/>
        </p:nvSpPr>
        <p:spPr>
          <a:xfrm>
            <a:off x="6030525" y="2152239"/>
            <a:ext cx="798300" cy="2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Green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16" name="Shape 1716"/>
        <p:cNvGrpSpPr/>
        <p:nvPr/>
      </p:nvGrpSpPr>
      <p:grpSpPr>
        <a:xfrm>
          <a:off x="0" y="0"/>
          <a:ext cx="0" cy="0"/>
        </a:xfrm>
      </p:grpSpPr>
      <p:graphicFrame>
        <p:nvGraphicFramePr>
          <p:cNvPr id="1717" name="Google Shape;1717;p141"/>
          <p:cNvGraphicFramePr>
            <a:graphicFrameLocks noGrp="1"/>
          </p:cNvGraphicFramePr>
          <p:nvPr/>
        </p:nvGraphicFramePr>
        <p:xfrm>
          <a:off x="800100" y="174930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{3508DF4B-C23B-466D-B6B9-7D6FEEDCB25B}</a:tableStyleId>
              </a:tblPr>
              <a:tblGrid>
                <a:gridCol w="3419500"/>
                <a:gridCol w="452000"/>
                <a:gridCol w="336750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50%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B26B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45%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3C47D"/>
                    </a:solidFill>
                  </a:tcPr>
                </a:tc>
              </a:tr>
            </a:tbl>
          </a:graphicData>
        </a:graphic>
      </p:graphicFrame>
      <p:sp>
        <p:nvSpPr>
          <p:cNvPr id="1718" name="Google Shape;1718;p14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Finding the original value</a:t>
            </a:r>
            <a:endParaRPr/>
          </a:p>
        </p:txBody>
      </p:sp>
      <p:pic>
        <p:nvPicPr>
          <p:cNvPr id="1719" name="Google Shape;1719;p1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09200" y="676875"/>
            <a:ext cx="610800" cy="1399541"/>
          </a:xfrm>
          <a:prstGeom prst="rect">
            <a:avLst/>
          </a:prstGeom>
          <a:noFill/>
          <a:ln>
            <a:noFill/>
          </a:ln>
        </p:spPr>
      </p:pic>
      <p:sp>
        <p:nvSpPr>
          <p:cNvPr id="1720" name="Google Shape;1720;p141"/>
          <p:cNvSpPr txBox="1"/>
          <p:nvPr/>
        </p:nvSpPr>
        <p:spPr>
          <a:xfrm>
            <a:off x="4156426" y="1678188"/>
            <a:ext cx="610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5%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21" name="Google Shape;1721;p141"/>
          <p:cNvSpPr txBox="1"/>
          <p:nvPr>
            <p:ph type="body" idx="1"/>
          </p:nvPr>
        </p:nvSpPr>
        <p:spPr>
          <a:xfrm>
            <a:off x="324000" y="2562599"/>
            <a:ext cx="8237700" cy="71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What percentage of the bar is amber?</a:t>
            </a:r>
            <a:endParaRPr sz="18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100% − (50% + 45%) = 5%</a:t>
            </a:r>
            <a:r>
              <a:rPr lang="en-GB" sz="2000"/>
              <a:t> </a:t>
            </a:r>
            <a:endParaRPr sz="1900"/>
          </a:p>
        </p:txBody>
      </p:sp>
      <p:cxnSp>
        <p:nvCxnSpPr>
          <p:cNvPr id="1722" name="Google Shape;1722;p141"/>
          <p:cNvCxnSpPr/>
          <p:nvPr/>
        </p:nvCxnSpPr>
        <p:spPr>
          <a:xfrm>
            <a:off x="4225950" y="2196025"/>
            <a:ext cx="433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723" name="Google Shape;1723;p141"/>
          <p:cNvSpPr txBox="1"/>
          <p:nvPr/>
        </p:nvSpPr>
        <p:spPr>
          <a:xfrm>
            <a:off x="3892925" y="2200199"/>
            <a:ext cx="14070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 minutes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24" name="Google Shape;1724;p1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4721" y="3706688"/>
            <a:ext cx="798316" cy="896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5" name="Google Shape;1725;p1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7587327" y="3464277"/>
            <a:ext cx="807750" cy="1057915"/>
          </a:xfrm>
          <a:prstGeom prst="rect">
            <a:avLst/>
          </a:prstGeom>
          <a:noFill/>
          <a:ln>
            <a:noFill/>
          </a:ln>
        </p:spPr>
      </p:pic>
      <p:sp>
        <p:nvSpPr>
          <p:cNvPr id="1726" name="Google Shape;1726;p141"/>
          <p:cNvSpPr txBox="1"/>
          <p:nvPr/>
        </p:nvSpPr>
        <p:spPr>
          <a:xfrm>
            <a:off x="309550" y="45222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7" name="Google Shape;1727;p141"/>
          <p:cNvSpPr txBox="1"/>
          <p:nvPr/>
        </p:nvSpPr>
        <p:spPr>
          <a:xfrm>
            <a:off x="7548550" y="45222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Laura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28" name="Google Shape;1728;p141"/>
          <p:cNvGrpSpPr/>
          <p:nvPr/>
        </p:nvGrpSpPr>
        <p:grpSpPr>
          <a:xfrm>
            <a:off x="4838701" y="2900325"/>
            <a:ext cx="2777549" cy="1316250"/>
            <a:chOff x="1943001" y="3696775"/>
            <a:chExt cx="2777549" cy="1316250"/>
          </a:xfrm>
        </p:grpSpPr>
        <p:pic>
          <p:nvPicPr>
            <p:cNvPr id="1729" name="Google Shape;1729;p141"/>
            <p:cNvPicPr preferRelativeResize="0"/>
            <p:nvPr/>
          </p:nvPicPr>
          <p:blipFill>
            <a:blip r:embed="rId6">
              <a:alphaModFix/>
            </a:blip>
            <a:srcRect t="56280" r="69082"/>
            <a:stretch>
              <a:fillRect/>
            </a:stretch>
          </p:blipFill>
          <p:spPr>
            <a:xfrm>
              <a:off x="1943001" y="3696775"/>
              <a:ext cx="2777549" cy="1316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30" name="Google Shape;1730;p141"/>
            <p:cNvSpPr txBox="1"/>
            <p:nvPr/>
          </p:nvSpPr>
          <p:spPr>
            <a:xfrm>
              <a:off x="2122150" y="3932425"/>
              <a:ext cx="24498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Yes, and 50% is 10 lots of 5%. Therefore, we multiply 4 by 10.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31" name="Google Shape;1731;p141"/>
          <p:cNvGrpSpPr/>
          <p:nvPr/>
        </p:nvGrpSpPr>
        <p:grpSpPr>
          <a:xfrm>
            <a:off x="1318801" y="3232222"/>
            <a:ext cx="2777549" cy="775801"/>
            <a:chOff x="4747804" y="3254048"/>
            <a:chExt cx="2777549" cy="1361770"/>
          </a:xfrm>
        </p:grpSpPr>
        <p:pic>
          <p:nvPicPr>
            <p:cNvPr id="1732" name="Google Shape;1732;p141"/>
            <p:cNvPicPr preferRelativeResize="0"/>
            <p:nvPr/>
          </p:nvPicPr>
          <p:blipFill>
            <a:blip r:embed="rId6">
              <a:alphaModFix/>
            </a:blip>
            <a:srcRect t="56280" r="69082"/>
            <a:stretch>
              <a:fillRect/>
            </a:stretch>
          </p:blipFill>
          <p:spPr>
            <a:xfrm flipH="1">
              <a:off x="4747804" y="3254048"/>
              <a:ext cx="2777549" cy="136177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33" name="Google Shape;1733;p141"/>
            <p:cNvSpPr txBox="1"/>
            <p:nvPr/>
          </p:nvSpPr>
          <p:spPr>
            <a:xfrm>
              <a:off x="5016500" y="3457207"/>
              <a:ext cx="22845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So, we know that 5% is 4 minutes.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34" name="Google Shape;1734;p141"/>
          <p:cNvSpPr txBox="1"/>
          <p:nvPr>
            <p:ph type="body" idx="1"/>
          </p:nvPr>
        </p:nvSpPr>
        <p:spPr>
          <a:xfrm>
            <a:off x="1695600" y="4086600"/>
            <a:ext cx="52485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50% = 4 × 10 = 40 minutes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The lights are on red for 40 minutes.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35" name="Google Shape;1735;p141"/>
          <p:cNvSpPr txBox="1"/>
          <p:nvPr>
            <p:ph type="body" idx="1"/>
          </p:nvPr>
        </p:nvSpPr>
        <p:spPr>
          <a:xfrm>
            <a:off x="324000" y="777677"/>
            <a:ext cx="7627500" cy="6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Here is a percentage bar which shows the amount of time a set of traffic lights spent on the three different colours.</a:t>
            </a:r>
            <a:endParaRPr sz="1800"/>
          </a:p>
        </p:txBody>
      </p:sp>
      <p:sp>
        <p:nvSpPr>
          <p:cNvPr id="1736" name="Google Shape;1736;p141"/>
          <p:cNvSpPr txBox="1"/>
          <p:nvPr/>
        </p:nvSpPr>
        <p:spPr>
          <a:xfrm>
            <a:off x="4167600" y="1402938"/>
            <a:ext cx="610800" cy="2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100%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37" name="Google Shape;1737;p141"/>
          <p:cNvCxnSpPr/>
          <p:nvPr/>
        </p:nvCxnSpPr>
        <p:spPr>
          <a:xfrm>
            <a:off x="788325" y="1664025"/>
            <a:ext cx="72549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41" name="Shape 1741"/>
        <p:cNvGrpSpPr/>
        <p:nvPr/>
      </p:nvGrpSpPr>
      <p:grpSpPr>
        <a:xfrm>
          <a:off x="0" y="0"/>
          <a:ext cx="0" cy="0"/>
        </a:xfrm>
      </p:grpSpPr>
      <p:sp>
        <p:nvSpPr>
          <p:cNvPr id="1742" name="Google Shape;1742;p14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Finding the original value</a:t>
            </a:r>
            <a:endParaRPr/>
          </a:p>
        </p:txBody>
      </p:sp>
      <p:pic>
        <p:nvPicPr>
          <p:cNvPr id="1743" name="Google Shape;1743;p1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09200" y="676875"/>
            <a:ext cx="610800" cy="1399541"/>
          </a:xfrm>
          <a:prstGeom prst="rect">
            <a:avLst/>
          </a:prstGeom>
          <a:noFill/>
          <a:ln>
            <a:noFill/>
          </a:ln>
        </p:spPr>
      </p:pic>
      <p:sp>
        <p:nvSpPr>
          <p:cNvPr id="1744" name="Google Shape;1744;p142"/>
          <p:cNvSpPr txBox="1"/>
          <p:nvPr>
            <p:ph type="body" idx="1"/>
          </p:nvPr>
        </p:nvSpPr>
        <p:spPr>
          <a:xfrm>
            <a:off x="324000" y="2572300"/>
            <a:ext cx="82377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How long are the lights on green?</a:t>
            </a:r>
            <a:endParaRPr sz="2000"/>
          </a:p>
        </p:txBody>
      </p:sp>
      <p:pic>
        <p:nvPicPr>
          <p:cNvPr id="1745" name="Google Shape;1745;p1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4721" y="3706688"/>
            <a:ext cx="798316" cy="896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6" name="Google Shape;1746;p1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7587327" y="3464277"/>
            <a:ext cx="807750" cy="1057915"/>
          </a:xfrm>
          <a:prstGeom prst="rect">
            <a:avLst/>
          </a:prstGeom>
          <a:noFill/>
          <a:ln>
            <a:noFill/>
          </a:ln>
        </p:spPr>
      </p:pic>
      <p:sp>
        <p:nvSpPr>
          <p:cNvPr id="1747" name="Google Shape;1747;p142"/>
          <p:cNvSpPr txBox="1"/>
          <p:nvPr/>
        </p:nvSpPr>
        <p:spPr>
          <a:xfrm>
            <a:off x="309550" y="45222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8" name="Google Shape;1748;p142"/>
          <p:cNvSpPr txBox="1"/>
          <p:nvPr/>
        </p:nvSpPr>
        <p:spPr>
          <a:xfrm>
            <a:off x="7548550" y="45222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Laura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49" name="Google Shape;1749;p142"/>
          <p:cNvGrpSpPr/>
          <p:nvPr/>
        </p:nvGrpSpPr>
        <p:grpSpPr>
          <a:xfrm>
            <a:off x="4838699" y="2747759"/>
            <a:ext cx="2777549" cy="1194892"/>
            <a:chOff x="1943001" y="3528897"/>
            <a:chExt cx="2777549" cy="1316250"/>
          </a:xfrm>
        </p:grpSpPr>
        <p:pic>
          <p:nvPicPr>
            <p:cNvPr id="1750" name="Google Shape;1750;p142"/>
            <p:cNvPicPr preferRelativeResize="0"/>
            <p:nvPr/>
          </p:nvPicPr>
          <p:blipFill>
            <a:blip r:embed="rId6">
              <a:alphaModFix/>
            </a:blip>
            <a:srcRect t="56280" r="69082"/>
            <a:stretch>
              <a:fillRect/>
            </a:stretch>
          </p:blipFill>
          <p:spPr>
            <a:xfrm>
              <a:off x="1943001" y="3528897"/>
              <a:ext cx="2777549" cy="1316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51" name="Google Shape;1751;p142"/>
            <p:cNvSpPr txBox="1"/>
            <p:nvPr/>
          </p:nvSpPr>
          <p:spPr>
            <a:xfrm>
              <a:off x="2045950" y="3733670"/>
              <a:ext cx="24498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Yes, that’s right Lucas because 45% is 9 lots of 5%.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52" name="Google Shape;1752;p142"/>
          <p:cNvGrpSpPr/>
          <p:nvPr/>
        </p:nvGrpSpPr>
        <p:grpSpPr>
          <a:xfrm>
            <a:off x="1318798" y="2813000"/>
            <a:ext cx="2777549" cy="1194953"/>
            <a:chOff x="4747804" y="3254048"/>
            <a:chExt cx="2777549" cy="1361770"/>
          </a:xfrm>
        </p:grpSpPr>
        <p:pic>
          <p:nvPicPr>
            <p:cNvPr id="1753" name="Google Shape;1753;p142"/>
            <p:cNvPicPr preferRelativeResize="0"/>
            <p:nvPr/>
          </p:nvPicPr>
          <p:blipFill>
            <a:blip r:embed="rId6">
              <a:alphaModFix/>
            </a:blip>
            <a:srcRect t="56280" r="69082"/>
            <a:stretch>
              <a:fillRect/>
            </a:stretch>
          </p:blipFill>
          <p:spPr>
            <a:xfrm flipH="1">
              <a:off x="4747804" y="3254048"/>
              <a:ext cx="2777549" cy="136177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54" name="Google Shape;1754;p142"/>
            <p:cNvSpPr txBox="1"/>
            <p:nvPr/>
          </p:nvSpPr>
          <p:spPr>
            <a:xfrm>
              <a:off x="5016500" y="3457207"/>
              <a:ext cx="22845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OK, I get it.  So, green will be 9 lots of 4?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55" name="Google Shape;1755;p142"/>
          <p:cNvSpPr txBox="1"/>
          <p:nvPr>
            <p:ph type="body" idx="1"/>
          </p:nvPr>
        </p:nvSpPr>
        <p:spPr>
          <a:xfrm>
            <a:off x="1695600" y="4086600"/>
            <a:ext cx="52485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45% = 4 × 9 = 36 minutes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The lights are on green for 36 minutes.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756" name="Google Shape;1756;p142"/>
          <p:cNvGraphicFramePr>
            <a:graphicFrameLocks noGrp="1"/>
          </p:cNvGraphicFramePr>
          <p:nvPr/>
        </p:nvGraphicFramePr>
        <p:xfrm>
          <a:off x="800100" y="174930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{3508DF4B-C23B-466D-B6B9-7D6FEEDCB25B}</a:tableStyleId>
              </a:tblPr>
              <a:tblGrid>
                <a:gridCol w="3419500"/>
                <a:gridCol w="452000"/>
                <a:gridCol w="336750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50%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B26B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45%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3C47D"/>
                    </a:solidFill>
                  </a:tcPr>
                </a:tc>
              </a:tr>
            </a:tbl>
          </a:graphicData>
        </a:graphic>
      </p:graphicFrame>
      <p:sp>
        <p:nvSpPr>
          <p:cNvPr id="1757" name="Google Shape;1757;p142"/>
          <p:cNvSpPr txBox="1"/>
          <p:nvPr/>
        </p:nvSpPr>
        <p:spPr>
          <a:xfrm>
            <a:off x="4156426" y="1678188"/>
            <a:ext cx="610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5%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758" name="Google Shape;1758;p142"/>
          <p:cNvCxnSpPr/>
          <p:nvPr/>
        </p:nvCxnSpPr>
        <p:spPr>
          <a:xfrm>
            <a:off x="4225950" y="2196025"/>
            <a:ext cx="433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759" name="Google Shape;1759;p142"/>
          <p:cNvSpPr txBox="1"/>
          <p:nvPr/>
        </p:nvSpPr>
        <p:spPr>
          <a:xfrm>
            <a:off x="3892925" y="2200199"/>
            <a:ext cx="14070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 minutes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0" name="Google Shape;1760;p142"/>
          <p:cNvSpPr txBox="1"/>
          <p:nvPr/>
        </p:nvSpPr>
        <p:spPr>
          <a:xfrm>
            <a:off x="4167600" y="1402938"/>
            <a:ext cx="610800" cy="2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100%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61" name="Google Shape;1761;p142"/>
          <p:cNvCxnSpPr/>
          <p:nvPr/>
        </p:nvCxnSpPr>
        <p:spPr>
          <a:xfrm>
            <a:off x="788325" y="1664025"/>
            <a:ext cx="72549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762" name="Google Shape;1762;p142"/>
          <p:cNvSpPr txBox="1"/>
          <p:nvPr>
            <p:ph type="body" idx="1"/>
          </p:nvPr>
        </p:nvSpPr>
        <p:spPr>
          <a:xfrm>
            <a:off x="324000" y="777677"/>
            <a:ext cx="7627500" cy="6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Here is a percentage bar which shows the amount of time a set of traffic lights spent on the three different colours.</a:t>
            </a:r>
            <a:endParaRPr sz="18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66" name="Shape 1766"/>
        <p:cNvGrpSpPr/>
        <p:nvPr/>
      </p:nvGrpSpPr>
      <p:grpSpPr>
        <a:xfrm>
          <a:off x="0" y="0"/>
          <a:ext cx="0" cy="0"/>
        </a:xfrm>
      </p:grpSpPr>
      <p:sp>
        <p:nvSpPr>
          <p:cNvPr id="1767" name="Google Shape;1767;p14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Finding the original value</a:t>
            </a:r>
            <a:endParaRPr/>
          </a:p>
        </p:txBody>
      </p:sp>
      <p:pic>
        <p:nvPicPr>
          <p:cNvPr id="1768" name="Google Shape;1768;p1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09200" y="676875"/>
            <a:ext cx="610800" cy="139954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69" name="Google Shape;1769;p143"/>
          <p:cNvCxnSpPr/>
          <p:nvPr/>
        </p:nvCxnSpPr>
        <p:spPr>
          <a:xfrm>
            <a:off x="952500" y="1944250"/>
            <a:ext cx="2895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pic>
        <p:nvPicPr>
          <p:cNvPr id="1770" name="Google Shape;1770;p1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4721" y="3249488"/>
            <a:ext cx="798316" cy="896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1" name="Google Shape;1771;p1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7587327" y="3007077"/>
            <a:ext cx="807750" cy="1057915"/>
          </a:xfrm>
          <a:prstGeom prst="rect">
            <a:avLst/>
          </a:prstGeom>
          <a:noFill/>
          <a:ln>
            <a:noFill/>
          </a:ln>
        </p:spPr>
      </p:pic>
      <p:sp>
        <p:nvSpPr>
          <p:cNvPr id="1772" name="Google Shape;1772;p143"/>
          <p:cNvSpPr txBox="1"/>
          <p:nvPr/>
        </p:nvSpPr>
        <p:spPr>
          <a:xfrm>
            <a:off x="309550" y="40650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3" name="Google Shape;1773;p143"/>
          <p:cNvSpPr txBox="1"/>
          <p:nvPr/>
        </p:nvSpPr>
        <p:spPr>
          <a:xfrm>
            <a:off x="7548550" y="40650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Laura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74" name="Google Shape;1774;p143"/>
          <p:cNvGrpSpPr/>
          <p:nvPr/>
        </p:nvGrpSpPr>
        <p:grpSpPr>
          <a:xfrm>
            <a:off x="4838699" y="2900248"/>
            <a:ext cx="2777549" cy="1506975"/>
            <a:chOff x="1943001" y="3696775"/>
            <a:chExt cx="2777549" cy="1316250"/>
          </a:xfrm>
        </p:grpSpPr>
        <p:pic>
          <p:nvPicPr>
            <p:cNvPr id="1775" name="Google Shape;1775;p143"/>
            <p:cNvPicPr preferRelativeResize="0"/>
            <p:nvPr/>
          </p:nvPicPr>
          <p:blipFill>
            <a:blip r:embed="rId6">
              <a:alphaModFix/>
            </a:blip>
            <a:srcRect t="56280" r="69082"/>
            <a:stretch>
              <a:fillRect/>
            </a:stretch>
          </p:blipFill>
          <p:spPr>
            <a:xfrm>
              <a:off x="1943001" y="3696775"/>
              <a:ext cx="2777549" cy="1316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76" name="Google Shape;1776;p143"/>
            <p:cNvSpPr txBox="1"/>
            <p:nvPr/>
          </p:nvSpPr>
          <p:spPr>
            <a:xfrm>
              <a:off x="2122150" y="3846736"/>
              <a:ext cx="24498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How can we use that fact to work out how long the lights were on green?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77" name="Google Shape;1777;p143"/>
          <p:cNvGrpSpPr/>
          <p:nvPr/>
        </p:nvGrpSpPr>
        <p:grpSpPr>
          <a:xfrm>
            <a:off x="1318801" y="2813000"/>
            <a:ext cx="2777549" cy="1507001"/>
            <a:chOff x="4747808" y="3254048"/>
            <a:chExt cx="2777549" cy="1717380"/>
          </a:xfrm>
        </p:grpSpPr>
        <p:pic>
          <p:nvPicPr>
            <p:cNvPr id="1778" name="Google Shape;1778;p143"/>
            <p:cNvPicPr preferRelativeResize="0"/>
            <p:nvPr/>
          </p:nvPicPr>
          <p:blipFill>
            <a:blip r:embed="rId6">
              <a:alphaModFix/>
            </a:blip>
            <a:srcRect t="56280" r="69082"/>
            <a:stretch>
              <a:fillRect/>
            </a:stretch>
          </p:blipFill>
          <p:spPr>
            <a:xfrm flipH="1">
              <a:off x="4747808" y="3254048"/>
              <a:ext cx="2777549" cy="17173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79" name="Google Shape;1779;p143"/>
            <p:cNvSpPr txBox="1"/>
            <p:nvPr/>
          </p:nvSpPr>
          <p:spPr>
            <a:xfrm>
              <a:off x="5016500" y="3457207"/>
              <a:ext cx="22845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 know that red is 50%. Which means amber and green must be 60 minutes.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80" name="Google Shape;1780;p143"/>
          <p:cNvSpPr txBox="1"/>
          <p:nvPr>
            <p:ph type="body" idx="1"/>
          </p:nvPr>
        </p:nvSpPr>
        <p:spPr>
          <a:xfrm>
            <a:off x="324000" y="2471583"/>
            <a:ext cx="76275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Work out how long the lights were on green.</a:t>
            </a:r>
            <a:endParaRPr sz="1800"/>
          </a:p>
        </p:txBody>
      </p:sp>
      <p:sp>
        <p:nvSpPr>
          <p:cNvPr id="1781" name="Google Shape;1781;p143"/>
          <p:cNvSpPr txBox="1"/>
          <p:nvPr>
            <p:ph type="body" idx="1"/>
          </p:nvPr>
        </p:nvSpPr>
        <p:spPr>
          <a:xfrm>
            <a:off x="338025" y="4451175"/>
            <a:ext cx="77673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Help Lucas and Laura to work out how long the lights were on green?</a:t>
            </a:r>
            <a:endParaRPr sz="1800"/>
          </a:p>
        </p:txBody>
      </p:sp>
      <p:sp>
        <p:nvSpPr>
          <p:cNvPr id="1782" name="Google Shape;1782;p143"/>
          <p:cNvSpPr txBox="1"/>
          <p:nvPr>
            <p:ph type="body" idx="1"/>
          </p:nvPr>
        </p:nvSpPr>
        <p:spPr>
          <a:xfrm>
            <a:off x="324000" y="777677"/>
            <a:ext cx="7627500" cy="6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Here is a percentage bar which shows the amount of time a set of traffic lights spent on the three different colours.</a:t>
            </a:r>
            <a:endParaRPr sz="1800"/>
          </a:p>
        </p:txBody>
      </p:sp>
      <p:graphicFrame>
        <p:nvGraphicFramePr>
          <p:cNvPr id="1783" name="Google Shape;1783;p143"/>
          <p:cNvGraphicFramePr>
            <a:graphicFrameLocks noGrp="1"/>
          </p:cNvGraphicFramePr>
          <p:nvPr/>
        </p:nvGraphicFramePr>
        <p:xfrm>
          <a:off x="704325" y="174530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{3508DF4B-C23B-466D-B6B9-7D6FEEDCB25B}</a:tableStyleId>
              </a:tblPr>
              <a:tblGrid>
                <a:gridCol w="3462350"/>
                <a:gridCol w="1363650"/>
                <a:gridCol w="241300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20%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B26B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30%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3C47D"/>
                    </a:solidFill>
                  </a:tcPr>
                </a:tc>
              </a:tr>
            </a:tbl>
          </a:graphicData>
        </a:graphic>
      </p:graphicFrame>
      <p:sp>
        <p:nvSpPr>
          <p:cNvPr id="1784" name="Google Shape;1784;p143"/>
          <p:cNvSpPr txBox="1"/>
          <p:nvPr/>
        </p:nvSpPr>
        <p:spPr>
          <a:xfrm>
            <a:off x="4071825" y="1398938"/>
            <a:ext cx="610800" cy="2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100%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85" name="Google Shape;1785;p143"/>
          <p:cNvCxnSpPr/>
          <p:nvPr/>
        </p:nvCxnSpPr>
        <p:spPr>
          <a:xfrm>
            <a:off x="692550" y="1660025"/>
            <a:ext cx="72549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786" name="Google Shape;1786;p143"/>
          <p:cNvSpPr txBox="1"/>
          <p:nvPr/>
        </p:nvSpPr>
        <p:spPr>
          <a:xfrm>
            <a:off x="2123750" y="2148239"/>
            <a:ext cx="610800" cy="2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Red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7" name="Google Shape;1787;p143"/>
          <p:cNvSpPr txBox="1"/>
          <p:nvPr/>
        </p:nvSpPr>
        <p:spPr>
          <a:xfrm>
            <a:off x="4418525" y="2141614"/>
            <a:ext cx="944100" cy="2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Amber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8" name="Google Shape;1788;p143"/>
          <p:cNvSpPr txBox="1"/>
          <p:nvPr/>
        </p:nvSpPr>
        <p:spPr>
          <a:xfrm>
            <a:off x="6391950" y="2148239"/>
            <a:ext cx="798300" cy="2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Green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9" name="Google Shape;1789;p143"/>
          <p:cNvSpPr txBox="1"/>
          <p:nvPr/>
        </p:nvSpPr>
        <p:spPr>
          <a:xfrm>
            <a:off x="1610420" y="1762113"/>
            <a:ext cx="1655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60 minutes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93" name="Shape 1793"/>
        <p:cNvGrpSpPr/>
        <p:nvPr/>
      </p:nvGrpSpPr>
      <p:grpSpPr>
        <a:xfrm>
          <a:off x="0" y="0"/>
          <a:ext cx="0" cy="0"/>
        </a:xfrm>
      </p:grpSpPr>
      <p:sp>
        <p:nvSpPr>
          <p:cNvPr id="1794" name="Google Shape;1794;p1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Finding the original value</a:t>
            </a:r>
            <a:endParaRPr/>
          </a:p>
        </p:txBody>
      </p:sp>
      <p:pic>
        <p:nvPicPr>
          <p:cNvPr id="1795" name="Google Shape;1795;p1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09200" y="676875"/>
            <a:ext cx="610800" cy="1399541"/>
          </a:xfrm>
          <a:prstGeom prst="rect">
            <a:avLst/>
          </a:prstGeom>
          <a:noFill/>
          <a:ln>
            <a:noFill/>
          </a:ln>
        </p:spPr>
      </p:pic>
      <p:sp>
        <p:nvSpPr>
          <p:cNvPr id="1796" name="Google Shape;1796;p144"/>
          <p:cNvSpPr txBox="1"/>
          <p:nvPr>
            <p:ph type="body" idx="1"/>
          </p:nvPr>
        </p:nvSpPr>
        <p:spPr>
          <a:xfrm>
            <a:off x="338025" y="2927200"/>
            <a:ext cx="6311400" cy="154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50% of the bar = 60 minutes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10% of the bar = 60 ÷ 5 = 12 minutes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30% of the bar = 12 × 3 = 36 minutes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The lights were on green for 36 minutes.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797" name="Google Shape;1797;p144"/>
          <p:cNvCxnSpPr/>
          <p:nvPr/>
        </p:nvCxnSpPr>
        <p:spPr>
          <a:xfrm>
            <a:off x="952500" y="1944250"/>
            <a:ext cx="2895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798" name="Google Shape;1798;p144"/>
          <p:cNvSpPr txBox="1"/>
          <p:nvPr>
            <p:ph type="body" idx="1"/>
          </p:nvPr>
        </p:nvSpPr>
        <p:spPr>
          <a:xfrm>
            <a:off x="324000" y="2471583"/>
            <a:ext cx="76275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Work out how long the lights were on green.</a:t>
            </a:r>
            <a:endParaRPr sz="1800"/>
          </a:p>
        </p:txBody>
      </p:sp>
      <p:sp>
        <p:nvSpPr>
          <p:cNvPr id="1799" name="Google Shape;1799;p144"/>
          <p:cNvSpPr txBox="1"/>
          <p:nvPr>
            <p:ph type="body" idx="1"/>
          </p:nvPr>
        </p:nvSpPr>
        <p:spPr>
          <a:xfrm>
            <a:off x="324000" y="777677"/>
            <a:ext cx="7627500" cy="6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Here is a percentage bar which shows the amount of time a set of traffic lights spent on the three different colours.</a:t>
            </a:r>
            <a:endParaRPr sz="1800"/>
          </a:p>
        </p:txBody>
      </p:sp>
      <p:graphicFrame>
        <p:nvGraphicFramePr>
          <p:cNvPr id="1800" name="Google Shape;1800;p144"/>
          <p:cNvGraphicFramePr>
            <a:graphicFrameLocks noGrp="1"/>
          </p:cNvGraphicFramePr>
          <p:nvPr/>
        </p:nvGraphicFramePr>
        <p:xfrm>
          <a:off x="704325" y="174530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{3508DF4B-C23B-466D-B6B9-7D6FEEDCB25B}</a:tableStyleId>
              </a:tblPr>
              <a:tblGrid>
                <a:gridCol w="3462350"/>
                <a:gridCol w="1363650"/>
                <a:gridCol w="241300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20%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B26B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30%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3C47D"/>
                    </a:solidFill>
                  </a:tcPr>
                </a:tc>
              </a:tr>
            </a:tbl>
          </a:graphicData>
        </a:graphic>
      </p:graphicFrame>
      <p:sp>
        <p:nvSpPr>
          <p:cNvPr id="1801" name="Google Shape;1801;p144"/>
          <p:cNvSpPr txBox="1"/>
          <p:nvPr/>
        </p:nvSpPr>
        <p:spPr>
          <a:xfrm>
            <a:off x="4071825" y="1398938"/>
            <a:ext cx="610800" cy="2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100%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02" name="Google Shape;1802;p144"/>
          <p:cNvCxnSpPr/>
          <p:nvPr/>
        </p:nvCxnSpPr>
        <p:spPr>
          <a:xfrm>
            <a:off x="692550" y="1660025"/>
            <a:ext cx="72549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803" name="Google Shape;1803;p144"/>
          <p:cNvSpPr txBox="1"/>
          <p:nvPr/>
        </p:nvSpPr>
        <p:spPr>
          <a:xfrm>
            <a:off x="2123750" y="2148239"/>
            <a:ext cx="610800" cy="2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Red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4" name="Google Shape;1804;p144"/>
          <p:cNvSpPr txBox="1"/>
          <p:nvPr/>
        </p:nvSpPr>
        <p:spPr>
          <a:xfrm>
            <a:off x="4418525" y="2141614"/>
            <a:ext cx="944100" cy="2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Amber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5" name="Google Shape;1805;p144"/>
          <p:cNvSpPr txBox="1"/>
          <p:nvPr/>
        </p:nvSpPr>
        <p:spPr>
          <a:xfrm>
            <a:off x="1610420" y="1762113"/>
            <a:ext cx="1655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60 minutes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6" name="Google Shape;1806;p144"/>
          <p:cNvSpPr txBox="1"/>
          <p:nvPr/>
        </p:nvSpPr>
        <p:spPr>
          <a:xfrm>
            <a:off x="1942242" y="1682645"/>
            <a:ext cx="7923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50%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10" name="Shape 1810"/>
        <p:cNvGrpSpPr/>
        <p:nvPr/>
      </p:nvGrpSpPr>
      <p:grpSpPr>
        <a:xfrm>
          <a:off x="0" y="0"/>
          <a:ext cx="0" cy="0"/>
        </a:xfrm>
      </p:grpSpPr>
      <p:sp>
        <p:nvSpPr>
          <p:cNvPr id="1811" name="Google Shape;1811;p145"/>
          <p:cNvSpPr txBox="1"/>
          <p:nvPr>
            <p:ph type="body" idx="1"/>
          </p:nvPr>
        </p:nvSpPr>
        <p:spPr>
          <a:xfrm>
            <a:off x="324000" y="816278"/>
            <a:ext cx="8237700" cy="926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We can also solve this type of problem with a double number line.  </a:t>
            </a:r>
            <a:endParaRPr sz="1800"/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This is more useful when the bar cannot be easily partitioned to show the percentage.</a:t>
            </a:r>
            <a:endParaRPr sz="18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800"/>
          </a:p>
        </p:txBody>
      </p:sp>
      <p:sp>
        <p:nvSpPr>
          <p:cNvPr id="1812" name="Google Shape;1812;p1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Finding the original value</a:t>
            </a:r>
            <a:endParaRPr/>
          </a:p>
        </p:txBody>
      </p:sp>
      <p:sp>
        <p:nvSpPr>
          <p:cNvPr id="1813" name="Google Shape;1813;p145"/>
          <p:cNvSpPr txBox="1"/>
          <p:nvPr>
            <p:ph type="body" idx="1"/>
          </p:nvPr>
        </p:nvSpPr>
        <p:spPr>
          <a:xfrm>
            <a:off x="317700" y="1861323"/>
            <a:ext cx="8237700" cy="141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Alex has improved his times tables score by 65%.</a:t>
            </a:r>
            <a:endParaRPr sz="1800"/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His score is now 99</a:t>
            </a:r>
            <a:endParaRPr sz="1800"/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What was his score at the beginning of the year? </a:t>
            </a:r>
            <a:endParaRPr/>
          </a:p>
        </p:txBody>
      </p:sp>
      <p:grpSp>
        <p:nvGrpSpPr>
          <p:cNvPr id="1814" name="Google Shape;1814;p145"/>
          <p:cNvGrpSpPr/>
          <p:nvPr/>
        </p:nvGrpSpPr>
        <p:grpSpPr>
          <a:xfrm>
            <a:off x="2164175" y="3538913"/>
            <a:ext cx="4544768" cy="613454"/>
            <a:chOff x="2164175" y="2531838"/>
            <a:chExt cx="4544768" cy="1357500"/>
          </a:xfrm>
        </p:grpSpPr>
        <p:grpSp>
          <p:nvGrpSpPr>
            <p:cNvPr id="1815" name="Google Shape;1815;p145"/>
            <p:cNvGrpSpPr/>
            <p:nvPr/>
          </p:nvGrpSpPr>
          <p:grpSpPr>
            <a:xfrm>
              <a:off x="4492788" y="2726975"/>
              <a:ext cx="63300" cy="1000200"/>
              <a:chOff x="941713" y="3767150"/>
              <a:chExt cx="63300" cy="1000200"/>
            </a:xfrm>
          </p:grpSpPr>
          <p:cxnSp>
            <p:nvCxnSpPr>
              <p:cNvPr id="1816" name="Google Shape;1816;p145"/>
              <p:cNvCxnSpPr/>
              <p:nvPr/>
            </p:nvCxnSpPr>
            <p:spPr>
              <a:xfrm flipH="1">
                <a:off x="975300" y="3767150"/>
                <a:ext cx="0" cy="10002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817" name="Google Shape;1817;p145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1818" name="Google Shape;1818;p145"/>
            <p:cNvGrpSpPr/>
            <p:nvPr/>
          </p:nvGrpSpPr>
          <p:grpSpPr>
            <a:xfrm>
              <a:off x="3654588" y="2726975"/>
              <a:ext cx="63300" cy="1000200"/>
              <a:chOff x="1475113" y="3767150"/>
              <a:chExt cx="63300" cy="1000200"/>
            </a:xfrm>
          </p:grpSpPr>
          <p:cxnSp>
            <p:nvCxnSpPr>
              <p:cNvPr id="1819" name="Google Shape;1819;p145"/>
              <p:cNvCxnSpPr/>
              <p:nvPr/>
            </p:nvCxnSpPr>
            <p:spPr>
              <a:xfrm flipH="1">
                <a:off x="1508700" y="3767150"/>
                <a:ext cx="0" cy="10002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820" name="Google Shape;1820;p145"/>
              <p:cNvSpPr/>
              <p:nvPr/>
            </p:nvSpPr>
            <p:spPr>
              <a:xfrm>
                <a:off x="14751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1821" name="Google Shape;1821;p145"/>
            <p:cNvGrpSpPr/>
            <p:nvPr/>
          </p:nvGrpSpPr>
          <p:grpSpPr>
            <a:xfrm>
              <a:off x="2164175" y="2531838"/>
              <a:ext cx="4544768" cy="1357500"/>
              <a:chOff x="2164175" y="2531838"/>
              <a:chExt cx="4544768" cy="1357500"/>
            </a:xfrm>
          </p:grpSpPr>
          <p:grpSp>
            <p:nvGrpSpPr>
              <p:cNvPr id="1822" name="Google Shape;1822;p145"/>
              <p:cNvGrpSpPr/>
              <p:nvPr/>
            </p:nvGrpSpPr>
            <p:grpSpPr>
              <a:xfrm>
                <a:off x="2164175" y="2531838"/>
                <a:ext cx="3074500" cy="1357500"/>
                <a:chOff x="441900" y="3572013"/>
                <a:chExt cx="3074500" cy="1357500"/>
              </a:xfrm>
            </p:grpSpPr>
            <p:cxnSp>
              <p:nvCxnSpPr>
                <p:cNvPr id="1823" name="Google Shape;1823;p145"/>
                <p:cNvCxnSpPr/>
                <p:nvPr/>
              </p:nvCxnSpPr>
              <p:spPr>
                <a:xfrm flipH="1">
                  <a:off x="441900" y="3572013"/>
                  <a:ext cx="0" cy="1357500"/>
                </a:xfrm>
                <a:prstGeom prst="straightConnector1">
                  <a:avLst/>
                </a:prstGeom>
                <a:noFill/>
                <a:ln w="3810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24" name="Google Shape;1824;p145"/>
                <p:cNvCxnSpPr/>
                <p:nvPr/>
              </p:nvCxnSpPr>
              <p:spPr>
                <a:xfrm>
                  <a:off x="455200" y="3950800"/>
                  <a:ext cx="3061200" cy="0"/>
                </a:xfrm>
                <a:prstGeom prst="straightConnector1">
                  <a:avLst/>
                </a:prstGeom>
                <a:noFill/>
                <a:ln w="3810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1825" name="Google Shape;1825;p145"/>
                <p:cNvCxnSpPr/>
                <p:nvPr/>
              </p:nvCxnSpPr>
              <p:spPr>
                <a:xfrm>
                  <a:off x="455200" y="4555638"/>
                  <a:ext cx="3061200" cy="0"/>
                </a:xfrm>
                <a:prstGeom prst="straightConnector1">
                  <a:avLst/>
                </a:prstGeom>
                <a:noFill/>
                <a:ln w="3810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</p:grpSp>
          <p:sp>
            <p:nvSpPr>
              <p:cNvPr id="1826" name="Google Shape;1826;p145"/>
              <p:cNvSpPr txBox="1"/>
              <p:nvPr/>
            </p:nvSpPr>
            <p:spPr>
              <a:xfrm>
                <a:off x="5291443" y="2623878"/>
                <a:ext cx="1358100" cy="613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%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827" name="Google Shape;1827;p145"/>
              <p:cNvSpPr txBox="1"/>
              <p:nvPr/>
            </p:nvSpPr>
            <p:spPr>
              <a:xfrm>
                <a:off x="5291443" y="3231203"/>
                <a:ext cx="1417500" cy="613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Score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1828" name="Google Shape;1828;p145"/>
          <p:cNvSpPr txBox="1"/>
          <p:nvPr/>
        </p:nvSpPr>
        <p:spPr>
          <a:xfrm>
            <a:off x="4315913" y="3379725"/>
            <a:ext cx="423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165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9" name="Google Shape;1829;p145"/>
          <p:cNvSpPr txBox="1"/>
          <p:nvPr/>
        </p:nvSpPr>
        <p:spPr>
          <a:xfrm>
            <a:off x="3458203" y="3379725"/>
            <a:ext cx="470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0" name="Google Shape;1830;p145"/>
          <p:cNvSpPr/>
          <p:nvPr/>
        </p:nvSpPr>
        <p:spPr>
          <a:xfrm flipH="1">
            <a:off x="3719500" y="3259361"/>
            <a:ext cx="772200" cy="297900"/>
          </a:xfrm>
          <a:prstGeom prst="arc">
            <a:avLst>
              <a:gd name="adj1" fmla="val 10729459"/>
              <a:gd name="adj2" fmla="val 472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831" name="Google Shape;1831;p145"/>
          <p:cNvSpPr txBox="1"/>
          <p:nvPr/>
        </p:nvSpPr>
        <p:spPr>
          <a:xfrm>
            <a:off x="4386768" y="4065525"/>
            <a:ext cx="2562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32" name="Google Shape;1832;p145"/>
          <p:cNvGrpSpPr/>
          <p:nvPr/>
        </p:nvGrpSpPr>
        <p:grpSpPr>
          <a:xfrm>
            <a:off x="3893799" y="2924850"/>
            <a:ext cx="423600" cy="297900"/>
            <a:chOff x="3893799" y="3305850"/>
            <a:chExt cx="423600" cy="297900"/>
          </a:xfrm>
        </p:grpSpPr>
        <p:sp>
          <p:nvSpPr>
            <p:cNvPr id="1833" name="Google Shape;1833;p145"/>
            <p:cNvSpPr txBox="1"/>
            <p:nvPr/>
          </p:nvSpPr>
          <p:spPr>
            <a:xfrm>
              <a:off x="3893799" y="3316200"/>
              <a:ext cx="4236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× 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834" name="Google Shape;1834;p145" descr="&lt;math xmlns=&quot;http://www.w3.org/1998/Math/MathML&quot; display=&quot;block&quot; data-is-equatio=&quot;1&quot; data-latex=&quot;\frac{100}{165}&quot;&gt;&lt;mfrac&gt;&lt;mn&gt;100&lt;/mn&gt;&lt;mn&gt;165&lt;/mn&gt;&lt;/mfrac&gt;&lt;/math&gt;" title="100 over 16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042100" y="3305850"/>
              <a:ext cx="233902" cy="2979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35" name="Google Shape;1835;p145"/>
          <p:cNvGrpSpPr/>
          <p:nvPr/>
        </p:nvGrpSpPr>
        <p:grpSpPr>
          <a:xfrm>
            <a:off x="3719500" y="4192001"/>
            <a:ext cx="772200" cy="569989"/>
            <a:chOff x="3719500" y="4557761"/>
            <a:chExt cx="772200" cy="569989"/>
          </a:xfrm>
        </p:grpSpPr>
        <p:sp>
          <p:nvSpPr>
            <p:cNvPr id="1836" name="Google Shape;1836;p145"/>
            <p:cNvSpPr/>
            <p:nvPr/>
          </p:nvSpPr>
          <p:spPr>
            <a:xfrm rot="10800000">
              <a:off x="3719500" y="4557761"/>
              <a:ext cx="772200" cy="234000"/>
            </a:xfrm>
            <a:prstGeom prst="arc">
              <a:avLst>
                <a:gd name="adj1" fmla="val 10729459"/>
                <a:gd name="adj2" fmla="val 472"/>
              </a:avLst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triangl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1837" name="Google Shape;1837;p145"/>
            <p:cNvGrpSpPr/>
            <p:nvPr/>
          </p:nvGrpSpPr>
          <p:grpSpPr>
            <a:xfrm>
              <a:off x="3893799" y="4829850"/>
              <a:ext cx="423600" cy="297900"/>
              <a:chOff x="3893799" y="3305850"/>
              <a:chExt cx="423600" cy="297900"/>
            </a:xfrm>
          </p:grpSpPr>
          <p:sp>
            <p:nvSpPr>
              <p:cNvPr id="1838" name="Google Shape;1838;p145"/>
              <p:cNvSpPr txBox="1"/>
              <p:nvPr/>
            </p:nvSpPr>
            <p:spPr>
              <a:xfrm>
                <a:off x="3893799" y="3316200"/>
                <a:ext cx="4236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× 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pic>
            <p:nvPicPr>
              <p:cNvPr id="1839" name="Google Shape;1839;p145" descr="&lt;math xmlns=&quot;http://www.w3.org/1998/Math/MathML&quot; display=&quot;block&quot; data-is-equatio=&quot;1&quot; data-latex=&quot;\frac{100}{165}&quot;&gt;&lt;mfrac&gt;&lt;mn&gt;100&lt;/mn&gt;&lt;mn&gt;165&lt;/mn&gt;&lt;/mfrac&gt;&lt;/math&gt;" title="100 over 165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4042100" y="3305850"/>
                <a:ext cx="233902" cy="2979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1840" name="Google Shape;1840;p145"/>
          <p:cNvSpPr txBox="1"/>
          <p:nvPr/>
        </p:nvSpPr>
        <p:spPr>
          <a:xfrm>
            <a:off x="3543077" y="4065525"/>
            <a:ext cx="311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1" name="Google Shape;1841;p145"/>
          <p:cNvSpPr txBox="1"/>
          <p:nvPr/>
        </p:nvSpPr>
        <p:spPr>
          <a:xfrm>
            <a:off x="3619277" y="4065525"/>
            <a:ext cx="311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2" name="Google Shape;1842;p145"/>
          <p:cNvSpPr txBox="1"/>
          <p:nvPr>
            <p:ph type="body" idx="1"/>
          </p:nvPr>
        </p:nvSpPr>
        <p:spPr>
          <a:xfrm>
            <a:off x="6214675" y="3723275"/>
            <a:ext cx="2833800" cy="29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Alex’s score at the beginning of the year was 60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46" name="Shape 1846"/>
        <p:cNvGrpSpPr/>
        <p:nvPr/>
      </p:nvGrpSpPr>
      <p:grpSpPr>
        <a:xfrm>
          <a:off x="0" y="0"/>
          <a:ext cx="0" cy="0"/>
        </a:xfrm>
      </p:grpSpPr>
      <p:sp>
        <p:nvSpPr>
          <p:cNvPr id="1847" name="Google Shape;1847;p146"/>
          <p:cNvSpPr txBox="1"/>
          <p:nvPr>
            <p:ph type="body" idx="1"/>
          </p:nvPr>
        </p:nvSpPr>
        <p:spPr>
          <a:xfrm>
            <a:off x="324000" y="683100"/>
            <a:ext cx="8237700" cy="140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Jun increased his score by 15%. His new score is 92.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What was his original score?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You could use this double number line to help.</a:t>
            </a:r>
            <a:endParaRPr/>
          </a:p>
        </p:txBody>
      </p:sp>
      <p:sp>
        <p:nvSpPr>
          <p:cNvPr id="1848" name="Google Shape;1848;p1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Finding the original value</a:t>
            </a:r>
            <a:endParaRPr/>
          </a:p>
        </p:txBody>
      </p:sp>
      <p:grpSp>
        <p:nvGrpSpPr>
          <p:cNvPr id="1849" name="Google Shape;1849;p146"/>
          <p:cNvGrpSpPr/>
          <p:nvPr/>
        </p:nvGrpSpPr>
        <p:grpSpPr>
          <a:xfrm>
            <a:off x="2164172" y="3005446"/>
            <a:ext cx="4544768" cy="1083828"/>
            <a:chOff x="2164175" y="2531838"/>
            <a:chExt cx="4544768" cy="1357500"/>
          </a:xfrm>
        </p:grpSpPr>
        <p:grpSp>
          <p:nvGrpSpPr>
            <p:cNvPr id="1850" name="Google Shape;1850;p146"/>
            <p:cNvGrpSpPr/>
            <p:nvPr/>
          </p:nvGrpSpPr>
          <p:grpSpPr>
            <a:xfrm>
              <a:off x="4492788" y="2726975"/>
              <a:ext cx="63300" cy="1000200"/>
              <a:chOff x="941713" y="3767150"/>
              <a:chExt cx="63300" cy="1000200"/>
            </a:xfrm>
          </p:grpSpPr>
          <p:cxnSp>
            <p:nvCxnSpPr>
              <p:cNvPr id="1851" name="Google Shape;1851;p146"/>
              <p:cNvCxnSpPr/>
              <p:nvPr/>
            </p:nvCxnSpPr>
            <p:spPr>
              <a:xfrm flipH="1">
                <a:off x="975300" y="3767150"/>
                <a:ext cx="0" cy="10002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852" name="Google Shape;1852;p146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3EEFB"/>
              </a:solidFill>
              <a:ln w="9525" cap="flat" cmpd="sng">
                <a:solidFill>
                  <a:srgbClr val="F3EEF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1853" name="Google Shape;1853;p146"/>
            <p:cNvGrpSpPr/>
            <p:nvPr/>
          </p:nvGrpSpPr>
          <p:grpSpPr>
            <a:xfrm>
              <a:off x="3883188" y="2726975"/>
              <a:ext cx="63300" cy="1000200"/>
              <a:chOff x="1703713" y="3767150"/>
              <a:chExt cx="63300" cy="1000200"/>
            </a:xfrm>
          </p:grpSpPr>
          <p:cxnSp>
            <p:nvCxnSpPr>
              <p:cNvPr id="1854" name="Google Shape;1854;p146"/>
              <p:cNvCxnSpPr/>
              <p:nvPr/>
            </p:nvCxnSpPr>
            <p:spPr>
              <a:xfrm flipH="1">
                <a:off x="1737300" y="3767150"/>
                <a:ext cx="0" cy="10002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855" name="Google Shape;1855;p146"/>
              <p:cNvSpPr/>
              <p:nvPr/>
            </p:nvSpPr>
            <p:spPr>
              <a:xfrm>
                <a:off x="1703713" y="3976875"/>
                <a:ext cx="63300" cy="552600"/>
              </a:xfrm>
              <a:prstGeom prst="rect">
                <a:avLst/>
              </a:prstGeom>
              <a:solidFill>
                <a:srgbClr val="F3EEFB"/>
              </a:solidFill>
              <a:ln w="9525" cap="flat" cmpd="sng">
                <a:solidFill>
                  <a:srgbClr val="F3EEF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1856" name="Google Shape;1856;p146"/>
            <p:cNvGrpSpPr/>
            <p:nvPr/>
          </p:nvGrpSpPr>
          <p:grpSpPr>
            <a:xfrm>
              <a:off x="2164175" y="2531838"/>
              <a:ext cx="4544768" cy="1357500"/>
              <a:chOff x="2164175" y="2531838"/>
              <a:chExt cx="4544768" cy="1357500"/>
            </a:xfrm>
          </p:grpSpPr>
          <p:grpSp>
            <p:nvGrpSpPr>
              <p:cNvPr id="1857" name="Google Shape;1857;p146"/>
              <p:cNvGrpSpPr/>
              <p:nvPr/>
            </p:nvGrpSpPr>
            <p:grpSpPr>
              <a:xfrm>
                <a:off x="2164175" y="2531838"/>
                <a:ext cx="3074500" cy="1357500"/>
                <a:chOff x="441900" y="3572013"/>
                <a:chExt cx="3074500" cy="1357500"/>
              </a:xfrm>
            </p:grpSpPr>
            <p:cxnSp>
              <p:nvCxnSpPr>
                <p:cNvPr id="1858" name="Google Shape;1858;p146"/>
                <p:cNvCxnSpPr/>
                <p:nvPr/>
              </p:nvCxnSpPr>
              <p:spPr>
                <a:xfrm flipH="1">
                  <a:off x="441900" y="3572013"/>
                  <a:ext cx="0" cy="1357500"/>
                </a:xfrm>
                <a:prstGeom prst="straightConnector1">
                  <a:avLst/>
                </a:prstGeom>
                <a:noFill/>
                <a:ln w="3810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59" name="Google Shape;1859;p146"/>
                <p:cNvCxnSpPr/>
                <p:nvPr/>
              </p:nvCxnSpPr>
              <p:spPr>
                <a:xfrm>
                  <a:off x="455200" y="3950800"/>
                  <a:ext cx="3061200" cy="0"/>
                </a:xfrm>
                <a:prstGeom prst="straightConnector1">
                  <a:avLst/>
                </a:prstGeom>
                <a:noFill/>
                <a:ln w="3810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1860" name="Google Shape;1860;p146"/>
                <p:cNvCxnSpPr/>
                <p:nvPr/>
              </p:nvCxnSpPr>
              <p:spPr>
                <a:xfrm>
                  <a:off x="455200" y="4555638"/>
                  <a:ext cx="3061200" cy="0"/>
                </a:xfrm>
                <a:prstGeom prst="straightConnector1">
                  <a:avLst/>
                </a:prstGeom>
                <a:noFill/>
                <a:ln w="3810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</p:grpSp>
          <p:sp>
            <p:nvSpPr>
              <p:cNvPr id="1861" name="Google Shape;1861;p146"/>
              <p:cNvSpPr txBox="1"/>
              <p:nvPr/>
            </p:nvSpPr>
            <p:spPr>
              <a:xfrm>
                <a:off x="5291443" y="2671598"/>
                <a:ext cx="1358100" cy="424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%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862" name="Google Shape;1862;p146"/>
              <p:cNvSpPr txBox="1"/>
              <p:nvPr/>
            </p:nvSpPr>
            <p:spPr>
              <a:xfrm>
                <a:off x="5291443" y="3310737"/>
                <a:ext cx="1417500" cy="424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Score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1863" name="Google Shape;1863;p146"/>
          <p:cNvSpPr txBox="1"/>
          <p:nvPr/>
        </p:nvSpPr>
        <p:spPr>
          <a:xfrm>
            <a:off x="4315913" y="2846325"/>
            <a:ext cx="423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115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4" name="Google Shape;1864;p146"/>
          <p:cNvSpPr txBox="1"/>
          <p:nvPr/>
        </p:nvSpPr>
        <p:spPr>
          <a:xfrm>
            <a:off x="3686803" y="2846325"/>
            <a:ext cx="470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5" name="Google Shape;1865;p146"/>
          <p:cNvSpPr/>
          <p:nvPr/>
        </p:nvSpPr>
        <p:spPr>
          <a:xfrm flipH="1">
            <a:off x="3893800" y="2573550"/>
            <a:ext cx="597900" cy="297900"/>
          </a:xfrm>
          <a:prstGeom prst="arc">
            <a:avLst>
              <a:gd name="adj1" fmla="val 10729459"/>
              <a:gd name="adj2" fmla="val 472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866" name="Google Shape;1866;p146"/>
          <p:cNvSpPr txBox="1"/>
          <p:nvPr/>
        </p:nvSpPr>
        <p:spPr>
          <a:xfrm>
            <a:off x="4400937" y="3989325"/>
            <a:ext cx="2562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7" name="Google Shape;1867;p146"/>
          <p:cNvSpPr txBox="1"/>
          <p:nvPr/>
        </p:nvSpPr>
        <p:spPr>
          <a:xfrm>
            <a:off x="3764592" y="3989325"/>
            <a:ext cx="311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68" name="Google Shape;1868;p146"/>
          <p:cNvGrpSpPr/>
          <p:nvPr/>
        </p:nvGrpSpPr>
        <p:grpSpPr>
          <a:xfrm>
            <a:off x="3969999" y="2148663"/>
            <a:ext cx="438100" cy="326283"/>
            <a:chOff x="3969999" y="1996263"/>
            <a:chExt cx="438100" cy="326283"/>
          </a:xfrm>
        </p:grpSpPr>
        <p:sp>
          <p:nvSpPr>
            <p:cNvPr id="1869" name="Google Shape;1869;p146"/>
            <p:cNvSpPr txBox="1"/>
            <p:nvPr/>
          </p:nvSpPr>
          <p:spPr>
            <a:xfrm>
              <a:off x="3969999" y="2020800"/>
              <a:ext cx="4236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× 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870" name="Google Shape;1870;p146" descr="&lt;math xmlns=&quot;http://www.w3.org/1998/Math/MathML&quot; display=&quot;block&quot; data-is-equatio=&quot;1&quot; data-latex=&quot;\frac{100}{115}&quot;&gt;&lt;mfrac&gt;&lt;mn&gt;100&lt;/mn&gt;&lt;mn&gt;115&lt;/mn&gt;&lt;/mfrac&gt;&lt;/math&gt;" title="100 over 11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151899" y="1996263"/>
              <a:ext cx="256200" cy="32628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71" name="Google Shape;1871;p146"/>
          <p:cNvGrpSpPr/>
          <p:nvPr/>
        </p:nvGrpSpPr>
        <p:grpSpPr>
          <a:xfrm>
            <a:off x="3893870" y="4149455"/>
            <a:ext cx="597914" cy="602140"/>
            <a:chOff x="3893870" y="4149455"/>
            <a:chExt cx="597914" cy="602140"/>
          </a:xfrm>
        </p:grpSpPr>
        <p:grpSp>
          <p:nvGrpSpPr>
            <p:cNvPr id="1872" name="Google Shape;1872;p146"/>
            <p:cNvGrpSpPr/>
            <p:nvPr/>
          </p:nvGrpSpPr>
          <p:grpSpPr>
            <a:xfrm>
              <a:off x="3893870" y="4149455"/>
              <a:ext cx="597914" cy="561370"/>
              <a:chOff x="3719500" y="4439053"/>
              <a:chExt cx="772200" cy="561370"/>
            </a:xfrm>
          </p:grpSpPr>
          <p:sp>
            <p:nvSpPr>
              <p:cNvPr id="1873" name="Google Shape;1873;p146"/>
              <p:cNvSpPr/>
              <p:nvPr/>
            </p:nvSpPr>
            <p:spPr>
              <a:xfrm rot="10800000">
                <a:off x="3719500" y="4439053"/>
                <a:ext cx="772200" cy="234000"/>
              </a:xfrm>
              <a:prstGeom prst="arc">
                <a:avLst>
                  <a:gd name="adj1" fmla="val 10729459"/>
                  <a:gd name="adj2" fmla="val 472"/>
                </a:avLst>
              </a:prstGeom>
              <a:noFill/>
              <a:ln w="3810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874" name="Google Shape;1874;p146"/>
              <p:cNvSpPr txBox="1"/>
              <p:nvPr/>
            </p:nvSpPr>
            <p:spPr>
              <a:xfrm>
                <a:off x="3893799" y="4723224"/>
                <a:ext cx="4236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× 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pic>
          <p:nvPicPr>
            <p:cNvPr id="1875" name="Google Shape;1875;p146" descr="&lt;math xmlns=&quot;http://www.w3.org/1998/Math/MathML&quot; display=&quot;block&quot; data-is-equatio=&quot;1&quot; data-latex=&quot;\frac{100}{115}&quot;&gt;&lt;mfrac&gt;&lt;mn&gt;100&lt;/mn&gt;&lt;mn&gt;115&lt;/mn&gt;&lt;/mfrac&gt;&lt;/math&gt;" title="100 over 11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191899" y="4425313"/>
              <a:ext cx="256200" cy="32628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76" name="Google Shape;1876;p146"/>
          <p:cNvSpPr txBox="1"/>
          <p:nvPr>
            <p:ph type="body" idx="1"/>
          </p:nvPr>
        </p:nvSpPr>
        <p:spPr>
          <a:xfrm>
            <a:off x="6214675" y="3723275"/>
            <a:ext cx="2833800" cy="29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Jun’s score at the beginning of the year was 80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80" name="Shape 1880"/>
        <p:cNvGrpSpPr/>
        <p:nvPr/>
      </p:nvGrpSpPr>
      <p:grpSpPr>
        <a:xfrm>
          <a:off x="0" y="0"/>
          <a:ext cx="0" cy="0"/>
        </a:xfrm>
      </p:grpSpPr>
      <p:pic>
        <p:nvPicPr>
          <p:cNvPr id="1881" name="Google Shape;1881;p1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10630" y="853550"/>
            <a:ext cx="1909376" cy="1272424"/>
          </a:xfrm>
          <a:prstGeom prst="rect">
            <a:avLst/>
          </a:prstGeom>
          <a:noFill/>
          <a:ln>
            <a:noFill/>
          </a:ln>
        </p:spPr>
      </p:pic>
      <p:sp>
        <p:nvSpPr>
          <p:cNvPr id="1882" name="Google Shape;1882;p1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Finding the original value</a:t>
            </a:r>
            <a:endParaRPr/>
          </a:p>
        </p:txBody>
      </p:sp>
      <p:sp>
        <p:nvSpPr>
          <p:cNvPr id="1883" name="Google Shape;1883;p147"/>
          <p:cNvSpPr txBox="1"/>
          <p:nvPr>
            <p:ph type="body" idx="1"/>
          </p:nvPr>
        </p:nvSpPr>
        <p:spPr>
          <a:xfrm>
            <a:off x="324000" y="759300"/>
            <a:ext cx="82377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You can also use a ratio table to solve this type of problem.</a:t>
            </a:r>
            <a:endParaRPr/>
          </a:p>
        </p:txBody>
      </p:sp>
      <p:sp>
        <p:nvSpPr>
          <p:cNvPr id="1884" name="Google Shape;1884;p147"/>
          <p:cNvSpPr txBox="1"/>
          <p:nvPr>
            <p:ph type="body" idx="1"/>
          </p:nvPr>
        </p:nvSpPr>
        <p:spPr>
          <a:xfrm>
            <a:off x="324000" y="1216500"/>
            <a:ext cx="6092100" cy="1214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A special offer bar of chocolate contains an extra 15%.  The special offer bar has a mass of 230 g.</a:t>
            </a:r>
            <a:endParaRPr sz="180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What is the mass of the normal bar? </a:t>
            </a:r>
            <a:endParaRPr/>
          </a:p>
        </p:txBody>
      </p:sp>
      <p:sp>
        <p:nvSpPr>
          <p:cNvPr id="1885" name="Google Shape;1885;p147"/>
          <p:cNvSpPr/>
          <p:nvPr/>
        </p:nvSpPr>
        <p:spPr>
          <a:xfrm rot="-5400000" flipH="1">
            <a:off x="2290850" y="3405739"/>
            <a:ext cx="439800" cy="320700"/>
          </a:xfrm>
          <a:prstGeom prst="arc">
            <a:avLst>
              <a:gd name="adj1" fmla="val 10729459"/>
              <a:gd name="adj2" fmla="val 194289"/>
            </a:avLst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aphicFrame>
        <p:nvGraphicFramePr>
          <p:cNvPr id="1886" name="Google Shape;1886;p147"/>
          <p:cNvGraphicFramePr>
            <a:graphicFrameLocks noGrp="1"/>
          </p:cNvGraphicFramePr>
          <p:nvPr/>
        </p:nvGraphicFramePr>
        <p:xfrm>
          <a:off x="2636250" y="25476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{3508DF4B-C23B-466D-B6B9-7D6FEEDCB25B}</a:tableStyleId>
              </a:tblPr>
              <a:tblGrid>
                <a:gridCol w="1935750"/>
                <a:gridCol w="193575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%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Mass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887" name="Google Shape;1887;p147"/>
          <p:cNvGraphicFramePr>
            <a:graphicFrameLocks noGrp="1"/>
          </p:cNvGraphicFramePr>
          <p:nvPr/>
        </p:nvGraphicFramePr>
        <p:xfrm>
          <a:off x="2636250" y="25476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{3508DF4B-C23B-466D-B6B9-7D6FEEDCB25B}</a:tableStyleId>
              </a:tblPr>
              <a:tblGrid>
                <a:gridCol w="1935750"/>
                <a:gridCol w="193575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%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Mass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230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888" name="Google Shape;1888;p147"/>
          <p:cNvGraphicFramePr>
            <a:graphicFrameLocks noGrp="1"/>
          </p:cNvGraphicFramePr>
          <p:nvPr/>
        </p:nvGraphicFramePr>
        <p:xfrm>
          <a:off x="2636250" y="25476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{3508DF4B-C23B-466D-B6B9-7D6FEEDCB25B}</a:tableStyleId>
              </a:tblPr>
              <a:tblGrid>
                <a:gridCol w="1935750"/>
                <a:gridCol w="193575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%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Mass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230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889" name="Google Shape;1889;p147"/>
          <p:cNvGraphicFramePr>
            <a:graphicFrameLocks noGrp="1"/>
          </p:cNvGraphicFramePr>
          <p:nvPr/>
        </p:nvGraphicFramePr>
        <p:xfrm>
          <a:off x="2636250" y="25476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{3508DF4B-C23B-466D-B6B9-7D6FEEDCB25B}</a:tableStyleId>
              </a:tblPr>
              <a:tblGrid>
                <a:gridCol w="1935750"/>
                <a:gridCol w="193575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%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Mass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230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pSp>
        <p:nvGrpSpPr>
          <p:cNvPr id="1890" name="Google Shape;1890;p147"/>
          <p:cNvGrpSpPr/>
          <p:nvPr/>
        </p:nvGrpSpPr>
        <p:grpSpPr>
          <a:xfrm>
            <a:off x="1498600" y="3289300"/>
            <a:ext cx="731499" cy="523200"/>
            <a:chOff x="355600" y="3136900"/>
            <a:chExt cx="731499" cy="523200"/>
          </a:xfrm>
        </p:grpSpPr>
        <p:sp>
          <p:nvSpPr>
            <p:cNvPr id="1891" name="Google Shape;1891;p147"/>
            <p:cNvSpPr txBox="1"/>
            <p:nvPr/>
          </p:nvSpPr>
          <p:spPr>
            <a:xfrm>
              <a:off x="355600" y="3136900"/>
              <a:ext cx="3207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× 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892" name="Google Shape;1892;p147" descr="&lt;math xmlns=&quot;http://www.w3.org/1998/Math/MathML&quot; display=&quot;block&quot; data-is-equatio=&quot;1&quot; data-latex=&quot;\frac{100}{115}&quot;&gt;&lt;mfrac&gt;&lt;mn&gt;100&lt;/mn&gt;&lt;mn&gt;115&lt;/mn&gt;&lt;/mfrac&gt;&lt;/math&gt;" title="100 over 11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76300" y="3136900"/>
              <a:ext cx="410799" cy="5232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93" name="Google Shape;1893;p147"/>
          <p:cNvGrpSpPr/>
          <p:nvPr/>
        </p:nvGrpSpPr>
        <p:grpSpPr>
          <a:xfrm>
            <a:off x="6507750" y="3304500"/>
            <a:ext cx="1208749" cy="523200"/>
            <a:chOff x="6507750" y="3304500"/>
            <a:chExt cx="1208749" cy="523200"/>
          </a:xfrm>
        </p:grpSpPr>
        <p:sp>
          <p:nvSpPr>
            <p:cNvPr id="1894" name="Google Shape;1894;p147"/>
            <p:cNvSpPr/>
            <p:nvPr/>
          </p:nvSpPr>
          <p:spPr>
            <a:xfrm rot="5400000">
              <a:off x="6463650" y="3390300"/>
              <a:ext cx="439800" cy="351600"/>
            </a:xfrm>
            <a:prstGeom prst="arc">
              <a:avLst>
                <a:gd name="adj1" fmla="val 10729459"/>
                <a:gd name="adj2" fmla="val 194289"/>
              </a:avLst>
            </a:prstGeom>
            <a:noFill/>
            <a:ln w="38100" cap="flat" cmpd="sng">
              <a:solidFill>
                <a:srgbClr val="845AD9"/>
              </a:solidFill>
              <a:prstDash val="solid"/>
              <a:round/>
              <a:headEnd type="none" w="sm" len="sm"/>
              <a:tailEnd type="triangl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1895" name="Google Shape;1895;p147"/>
            <p:cNvGrpSpPr/>
            <p:nvPr/>
          </p:nvGrpSpPr>
          <p:grpSpPr>
            <a:xfrm>
              <a:off x="6985000" y="3304500"/>
              <a:ext cx="731499" cy="523200"/>
              <a:chOff x="355600" y="3136900"/>
              <a:chExt cx="731499" cy="523200"/>
            </a:xfrm>
          </p:grpSpPr>
          <p:sp>
            <p:nvSpPr>
              <p:cNvPr id="1896" name="Google Shape;1896;p147"/>
              <p:cNvSpPr txBox="1"/>
              <p:nvPr/>
            </p:nvSpPr>
            <p:spPr>
              <a:xfrm>
                <a:off x="355600" y="3136900"/>
                <a:ext cx="320700" cy="523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2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× </a:t>
                </a:r>
                <a:endParaRPr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pic>
            <p:nvPicPr>
              <p:cNvPr id="1897" name="Google Shape;1897;p147" descr="&lt;math xmlns=&quot;http://www.w3.org/1998/Math/MathML&quot; display=&quot;block&quot; data-is-equatio=&quot;1&quot; data-latex=&quot;\frac{100}{115}&quot;&gt;&lt;mfrac&gt;&lt;mn&gt;100&lt;/mn&gt;&lt;mn&gt;115&lt;/mn&gt;&lt;/mfrac&gt;&lt;/math&gt;" title="100 over 115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676300" y="3136900"/>
                <a:ext cx="410799" cy="5232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aphicFrame>
        <p:nvGraphicFramePr>
          <p:cNvPr id="1898" name="Google Shape;1898;p147"/>
          <p:cNvGraphicFramePr>
            <a:graphicFrameLocks noGrp="1"/>
          </p:cNvGraphicFramePr>
          <p:nvPr/>
        </p:nvGraphicFramePr>
        <p:xfrm>
          <a:off x="2636250" y="25476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{3508DF4B-C23B-466D-B6B9-7D6FEEDCB25B}</a:tableStyleId>
              </a:tblPr>
              <a:tblGrid>
                <a:gridCol w="1935750"/>
                <a:gridCol w="193575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%</a:t>
                      </a:r>
                      <a:endParaRPr sz="22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Mass</a:t>
                      </a:r>
                      <a:endParaRPr sz="22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230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899" name="Google Shape;1899;p147"/>
          <p:cNvSpPr txBox="1"/>
          <p:nvPr>
            <p:ph type="body" idx="1"/>
          </p:nvPr>
        </p:nvSpPr>
        <p:spPr>
          <a:xfrm>
            <a:off x="324000" y="4416900"/>
            <a:ext cx="82377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The mass of the normal chocolate bar is 200 g.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03" name="Shape 1903"/>
        <p:cNvGrpSpPr/>
        <p:nvPr/>
      </p:nvGrpSpPr>
      <p:grpSpPr>
        <a:xfrm>
          <a:off x="0" y="0"/>
          <a:ext cx="0" cy="0"/>
        </a:xfrm>
      </p:grpSpPr>
      <p:sp>
        <p:nvSpPr>
          <p:cNvPr id="1904" name="Google Shape;1904;p1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Finding the original value</a:t>
            </a:r>
            <a:endParaRPr/>
          </a:p>
        </p:txBody>
      </p:sp>
      <p:sp>
        <p:nvSpPr>
          <p:cNvPr id="1905" name="Google Shape;1905;p148"/>
          <p:cNvSpPr txBox="1"/>
          <p:nvPr>
            <p:ph type="body" idx="1"/>
          </p:nvPr>
        </p:nvSpPr>
        <p:spPr>
          <a:xfrm>
            <a:off x="324000" y="718953"/>
            <a:ext cx="8237700" cy="109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Spot the mistake.</a:t>
            </a:r>
            <a:endParaRPr sz="2000"/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The cost of a TV increases by 22%. The new price is £512.40</a:t>
            </a:r>
            <a:endParaRPr sz="2000"/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What was the cost of the TV before the price increase?</a:t>
            </a:r>
            <a:endParaRPr sz="2000"/>
          </a:p>
        </p:txBody>
      </p:sp>
      <p:sp>
        <p:nvSpPr>
          <p:cNvPr id="1906" name="Google Shape;1906;p148"/>
          <p:cNvSpPr/>
          <p:nvPr/>
        </p:nvSpPr>
        <p:spPr>
          <a:xfrm rot="-5400000" flipH="1">
            <a:off x="2290850" y="2596312"/>
            <a:ext cx="439800" cy="320700"/>
          </a:xfrm>
          <a:prstGeom prst="arc">
            <a:avLst>
              <a:gd name="adj1" fmla="val 10729459"/>
              <a:gd name="adj2" fmla="val 194289"/>
            </a:avLst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aphicFrame>
        <p:nvGraphicFramePr>
          <p:cNvPr id="1907" name="Google Shape;1907;p148"/>
          <p:cNvGraphicFramePr>
            <a:graphicFrameLocks noGrp="1"/>
          </p:cNvGraphicFramePr>
          <p:nvPr/>
        </p:nvGraphicFramePr>
        <p:xfrm>
          <a:off x="2636250" y="17381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{3508DF4B-C23B-466D-B6B9-7D6FEEDCB25B}</a:tableStyleId>
              </a:tblPr>
              <a:tblGrid>
                <a:gridCol w="1935750"/>
                <a:gridCol w="193575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%</a:t>
                      </a:r>
                      <a:endParaRPr sz="22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Price</a:t>
                      </a:r>
                      <a:endParaRPr sz="22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512.40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2329.09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908" name="Google Shape;1908;p148"/>
          <p:cNvSpPr txBox="1"/>
          <p:nvPr/>
        </p:nvSpPr>
        <p:spPr>
          <a:xfrm>
            <a:off x="1498600" y="2479873"/>
            <a:ext cx="3207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09" name="Google Shape;1909;p148"/>
          <p:cNvGrpSpPr/>
          <p:nvPr/>
        </p:nvGrpSpPr>
        <p:grpSpPr>
          <a:xfrm>
            <a:off x="6507750" y="2495073"/>
            <a:ext cx="797950" cy="523200"/>
            <a:chOff x="6507750" y="3304500"/>
            <a:chExt cx="797950" cy="523200"/>
          </a:xfrm>
        </p:grpSpPr>
        <p:sp>
          <p:nvSpPr>
            <p:cNvPr id="1910" name="Google Shape;1910;p148"/>
            <p:cNvSpPr/>
            <p:nvPr/>
          </p:nvSpPr>
          <p:spPr>
            <a:xfrm rot="5400000">
              <a:off x="6463650" y="3390300"/>
              <a:ext cx="439800" cy="351600"/>
            </a:xfrm>
            <a:prstGeom prst="arc">
              <a:avLst>
                <a:gd name="adj1" fmla="val 10729459"/>
                <a:gd name="adj2" fmla="val 194289"/>
              </a:avLst>
            </a:prstGeom>
            <a:noFill/>
            <a:ln w="38100" cap="flat" cmpd="sng">
              <a:solidFill>
                <a:srgbClr val="845AD9"/>
              </a:solidFill>
              <a:prstDash val="solid"/>
              <a:round/>
              <a:headEnd type="none" w="sm" len="sm"/>
              <a:tailEnd type="triangl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911" name="Google Shape;1911;p148"/>
            <p:cNvSpPr txBox="1"/>
            <p:nvPr/>
          </p:nvSpPr>
          <p:spPr>
            <a:xfrm>
              <a:off x="6985000" y="3304500"/>
              <a:ext cx="3207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× 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912" name="Google Shape;1912;p148"/>
          <p:cNvSpPr txBox="1"/>
          <p:nvPr>
            <p:ph type="body" idx="1"/>
          </p:nvPr>
        </p:nvSpPr>
        <p:spPr>
          <a:xfrm>
            <a:off x="324000" y="3378873"/>
            <a:ext cx="82377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The original cost of the TV is £2329.09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913" name="Google Shape;1913;p148" descr="&lt;math xmlns=&quot;http://www.w3.org/1998/Math/MathML&quot; display=&quot;block&quot; data-is-equatio=&quot;1&quot; data-latex=&quot;\frac{100}{22}&quot;&gt;&lt;mfrac&gt;&lt;mn&gt;100&lt;/mn&gt;&lt;mn&gt;22&lt;/mn&gt;&lt;/mfrac&gt;&lt;/math&gt;" title="100 over 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9300" y="2510636"/>
            <a:ext cx="370009" cy="461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4" name="Google Shape;1914;p148" descr="&lt;math xmlns=&quot;http://www.w3.org/1998/Math/MathML&quot; display=&quot;block&quot; data-is-equatio=&quot;1&quot; data-latex=&quot;\frac{100}{22}&quot;&gt;&lt;mfrac&gt;&lt;mn&gt;100&lt;/mn&gt;&lt;mn&gt;22&lt;/mn&gt;&lt;/mfrac&gt;&lt;/math&gt;" title="100 over 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74200" y="2528247"/>
            <a:ext cx="370009" cy="461675"/>
          </a:xfrm>
          <a:prstGeom prst="rect">
            <a:avLst/>
          </a:prstGeom>
          <a:noFill/>
          <a:ln>
            <a:noFill/>
          </a:ln>
        </p:spPr>
      </p:pic>
      <p:sp>
        <p:nvSpPr>
          <p:cNvPr id="1915" name="Google Shape;1915;p148"/>
          <p:cNvSpPr txBox="1"/>
          <p:nvPr>
            <p:ph type="body" idx="1"/>
          </p:nvPr>
        </p:nvSpPr>
        <p:spPr>
          <a:xfrm>
            <a:off x="324000" y="3782859"/>
            <a:ext cx="8237700" cy="122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How could they spot their answer must be wrong?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If the cost had increased it must have been less than £512.40 before the increase and £2329.09 is higher than £512.40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19" name="Shape 1919"/>
        <p:cNvGrpSpPr/>
        <p:nvPr/>
      </p:nvGrpSpPr>
      <p:grpSpPr>
        <a:xfrm>
          <a:off x="0" y="0"/>
          <a:ext cx="0" cy="0"/>
        </a:xfrm>
      </p:grpSpPr>
      <p:sp>
        <p:nvSpPr>
          <p:cNvPr id="1920" name="Google Shape;1920;p1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Finding the original value</a:t>
            </a:r>
            <a:endParaRPr/>
          </a:p>
        </p:txBody>
      </p:sp>
      <p:sp>
        <p:nvSpPr>
          <p:cNvPr id="1921" name="Google Shape;1921;p149"/>
          <p:cNvSpPr txBox="1"/>
          <p:nvPr>
            <p:ph type="body" idx="1"/>
          </p:nvPr>
        </p:nvSpPr>
        <p:spPr>
          <a:xfrm>
            <a:off x="324000" y="759300"/>
            <a:ext cx="8237700" cy="140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Spot the mistake.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The cost of a TV increases by 22%. The new price is £512.40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What was the cost of the TV before the price increase?</a:t>
            </a:r>
            <a:endParaRPr/>
          </a:p>
        </p:txBody>
      </p:sp>
      <p:sp>
        <p:nvSpPr>
          <p:cNvPr id="1922" name="Google Shape;1922;p149"/>
          <p:cNvSpPr/>
          <p:nvPr/>
        </p:nvSpPr>
        <p:spPr>
          <a:xfrm rot="-5400000" flipH="1">
            <a:off x="2290850" y="3405739"/>
            <a:ext cx="439800" cy="320700"/>
          </a:xfrm>
          <a:prstGeom prst="arc">
            <a:avLst>
              <a:gd name="adj1" fmla="val 10729459"/>
              <a:gd name="adj2" fmla="val 194289"/>
            </a:avLst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aphicFrame>
        <p:nvGraphicFramePr>
          <p:cNvPr id="1923" name="Google Shape;1923;p149"/>
          <p:cNvGraphicFramePr>
            <a:graphicFrameLocks noGrp="1"/>
          </p:cNvGraphicFramePr>
          <p:nvPr/>
        </p:nvGraphicFramePr>
        <p:xfrm>
          <a:off x="2636250" y="25476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{3508DF4B-C23B-466D-B6B9-7D6FEEDCB25B}</a:tableStyleId>
              </a:tblPr>
              <a:tblGrid>
                <a:gridCol w="1935750"/>
                <a:gridCol w="193575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%</a:t>
                      </a:r>
                      <a:endParaRPr sz="22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Price</a:t>
                      </a:r>
                      <a:endParaRPr sz="22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512.40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2329.09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924" name="Google Shape;1924;p149"/>
          <p:cNvSpPr txBox="1"/>
          <p:nvPr/>
        </p:nvSpPr>
        <p:spPr>
          <a:xfrm>
            <a:off x="1498600" y="3289300"/>
            <a:ext cx="3207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5" name="Google Shape;1925;p149"/>
          <p:cNvSpPr txBox="1"/>
          <p:nvPr>
            <p:ph type="body" idx="1"/>
          </p:nvPr>
        </p:nvSpPr>
        <p:spPr>
          <a:xfrm>
            <a:off x="324000" y="4416900"/>
            <a:ext cx="82377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The original cost of the TV is £2329.09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926" name="Google Shape;1926;p149" descr="&lt;math xmlns=&quot;http://www.w3.org/1998/Math/MathML&quot; display=&quot;block&quot; data-is-equatio=&quot;1&quot; data-latex=&quot;\frac{100}{22}&quot;&gt;&lt;mfrac&gt;&lt;mn&gt;100&lt;/mn&gt;&lt;mn&gt;22&lt;/mn&gt;&lt;/mfrac&gt;&lt;/math&gt;" title="100 over 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9300" y="3320063"/>
            <a:ext cx="370009" cy="461675"/>
          </a:xfrm>
          <a:prstGeom prst="rect">
            <a:avLst/>
          </a:prstGeom>
          <a:noFill/>
          <a:ln>
            <a:noFill/>
          </a:ln>
        </p:spPr>
      </p:pic>
      <p:sp>
        <p:nvSpPr>
          <p:cNvPr id="1927" name="Google Shape;1927;p149"/>
          <p:cNvSpPr/>
          <p:nvPr/>
        </p:nvSpPr>
        <p:spPr>
          <a:xfrm>
            <a:off x="3230625" y="3124350"/>
            <a:ext cx="758100" cy="3897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8" name="Google Shape;1928;p149"/>
          <p:cNvSpPr/>
          <p:nvPr/>
        </p:nvSpPr>
        <p:spPr>
          <a:xfrm>
            <a:off x="3230625" y="3129963"/>
            <a:ext cx="758100" cy="389700"/>
          </a:xfrm>
          <a:prstGeom prst="roundRect">
            <a:avLst>
              <a:gd name="adj" fmla="val 16667"/>
            </a:avLst>
          </a:prstGeom>
          <a:solidFill>
            <a:srgbClr val="F3EEFB"/>
          </a:solidFill>
          <a:ln w="38100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122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929" name="Google Shape;1929;p149" descr="&lt;math xmlns=&quot;http://www.w3.org/1998/Math/MathML&quot; display=&quot;block&quot; data-is-equatio=&quot;1&quot; data-latex=&quot;\frac{100}{122}&quot;&gt;&lt;mfrac&gt;&lt;mn&gt;100&lt;/mn&gt;&lt;mn&gt;122&lt;/mn&gt;&lt;/mfrac&gt;&lt;/math&gt;" title="100 over 1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74196" y="3334236"/>
            <a:ext cx="370025" cy="4616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0" name="Google Shape;1930;p149" descr="&lt;math xmlns=&quot;http://www.w3.org/1998/Math/MathML&quot; display=&quot;block&quot; data-is-equatio=&quot;1&quot; data-latex=&quot;\frac{100}{122}&quot;&gt;&lt;mfrac&gt;&lt;mn&gt;100&lt;/mn&gt;&lt;mn&gt;122&lt;/mn&gt;&lt;/mfrac&gt;&lt;/math&gt;" title="100 over 1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19287" y="3328350"/>
            <a:ext cx="370025" cy="461692"/>
          </a:xfrm>
          <a:prstGeom prst="rect">
            <a:avLst/>
          </a:prstGeom>
          <a:noFill/>
          <a:ln>
            <a:noFill/>
          </a:ln>
        </p:spPr>
      </p:pic>
      <p:sp>
        <p:nvSpPr>
          <p:cNvPr id="1931" name="Google Shape;1931;p149"/>
          <p:cNvSpPr/>
          <p:nvPr/>
        </p:nvSpPr>
        <p:spPr>
          <a:xfrm>
            <a:off x="4984150" y="3652675"/>
            <a:ext cx="1122900" cy="389700"/>
          </a:xfrm>
          <a:prstGeom prst="roundRect">
            <a:avLst>
              <a:gd name="adj" fmla="val 16667"/>
            </a:avLst>
          </a:prstGeom>
          <a:solidFill>
            <a:srgbClr val="F3EEFB"/>
          </a:solidFill>
          <a:ln w="38100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420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32" name="Google Shape;1932;p149"/>
          <p:cNvSpPr/>
          <p:nvPr/>
        </p:nvSpPr>
        <p:spPr>
          <a:xfrm>
            <a:off x="3937700" y="4382400"/>
            <a:ext cx="1241100" cy="389700"/>
          </a:xfrm>
          <a:prstGeom prst="roundRect">
            <a:avLst>
              <a:gd name="adj" fmla="val 16667"/>
            </a:avLst>
          </a:prstGeom>
          <a:solidFill>
            <a:srgbClr val="F3EEFB"/>
          </a:solidFill>
          <a:ln w="38100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£420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933" name="Google Shape;1933;p149"/>
          <p:cNvGrpSpPr/>
          <p:nvPr/>
        </p:nvGrpSpPr>
        <p:grpSpPr>
          <a:xfrm>
            <a:off x="6507750" y="3304500"/>
            <a:ext cx="797950" cy="523200"/>
            <a:chOff x="6507750" y="3304500"/>
            <a:chExt cx="797950" cy="523200"/>
          </a:xfrm>
        </p:grpSpPr>
        <p:sp>
          <p:nvSpPr>
            <p:cNvPr id="1934" name="Google Shape;1934;p149"/>
            <p:cNvSpPr/>
            <p:nvPr/>
          </p:nvSpPr>
          <p:spPr>
            <a:xfrm rot="5400000">
              <a:off x="6463650" y="3390300"/>
              <a:ext cx="439800" cy="351600"/>
            </a:xfrm>
            <a:prstGeom prst="arc">
              <a:avLst>
                <a:gd name="adj1" fmla="val 10729459"/>
                <a:gd name="adj2" fmla="val 194289"/>
              </a:avLst>
            </a:prstGeom>
            <a:noFill/>
            <a:ln w="38100" cap="flat" cmpd="sng">
              <a:solidFill>
                <a:srgbClr val="845AD9"/>
              </a:solidFill>
              <a:prstDash val="solid"/>
              <a:round/>
              <a:headEnd type="none" w="sm" len="sm"/>
              <a:tailEnd type="triangl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935" name="Google Shape;1935;p149"/>
            <p:cNvSpPr txBox="1"/>
            <p:nvPr/>
          </p:nvSpPr>
          <p:spPr>
            <a:xfrm>
              <a:off x="6985000" y="3304500"/>
              <a:ext cx="3207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× 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936" name="Google Shape;1936;p149" descr="&lt;math xmlns=&quot;http://www.w3.org/1998/Math/MathML&quot; display=&quot;block&quot; data-is-equatio=&quot;1&quot; data-latex=&quot;\frac{100}{22}&quot;&gt;&lt;mfrac&gt;&lt;mn&gt;100&lt;/mn&gt;&lt;mn&gt;22&lt;/mn&gt;&lt;/mfrac&gt;&lt;/math&gt;" title="100 over 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74200" y="3334236"/>
            <a:ext cx="370009" cy="46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40" name="Shape 1940"/>
        <p:cNvGrpSpPr/>
        <p:nvPr/>
      </p:nvGrpSpPr>
      <p:grpSpPr>
        <a:xfrm>
          <a:off x="0" y="0"/>
          <a:ext cx="0" cy="0"/>
        </a:xfrm>
      </p:grpSpPr>
      <p:sp>
        <p:nvSpPr>
          <p:cNvPr id="1941" name="Google Shape;1941;p150"/>
          <p:cNvSpPr txBox="1"/>
          <p:nvPr/>
        </p:nvSpPr>
        <p:spPr>
          <a:xfrm>
            <a:off x="7306808" y="4529704"/>
            <a:ext cx="916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20 days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2" name="Google Shape;1942;p150"/>
          <p:cNvSpPr txBox="1"/>
          <p:nvPr>
            <p:ph type="body" idx="4294967295"/>
          </p:nvPr>
        </p:nvSpPr>
        <p:spPr>
          <a:xfrm>
            <a:off x="324000" y="625400"/>
            <a:ext cx="8496000" cy="1248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AutoNum type="arabicParenR"/>
            </a:pPr>
            <a:r>
              <a:rPr lang="en-GB" sz="1800"/>
              <a:t>Four friends live in different places. They draw bars to show the percentage of days that they experienced different weather.</a:t>
            </a: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Work out how many days were sunny, cloudy, rainy or stormy for each person. </a:t>
            </a:r>
            <a:endParaRPr sz="1800"/>
          </a:p>
        </p:txBody>
      </p:sp>
      <p:graphicFrame>
        <p:nvGraphicFramePr>
          <p:cNvPr id="1943" name="Google Shape;1943;p150"/>
          <p:cNvGraphicFramePr>
            <a:graphicFrameLocks noGrp="1"/>
          </p:cNvGraphicFramePr>
          <p:nvPr/>
        </p:nvGraphicFramePr>
        <p:xfrm>
          <a:off x="1752000" y="201716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{3508DF4B-C23B-466D-B6B9-7D6FEEDCB25B}</a:tableStyleId>
              </a:tblPr>
              <a:tblGrid>
                <a:gridCol w="3057600"/>
                <a:gridCol w="1834550"/>
                <a:gridCol w="1223025"/>
              </a:tblGrid>
              <a:tr h="3456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944" name="Google Shape;1944;p150"/>
          <p:cNvGraphicFramePr>
            <a:graphicFrameLocks noGrp="1"/>
          </p:cNvGraphicFramePr>
          <p:nvPr/>
        </p:nvGraphicFramePr>
        <p:xfrm>
          <a:off x="1752000" y="275680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{3508DF4B-C23B-466D-B6B9-7D6FEEDCB25B}</a:tableStyleId>
              </a:tblPr>
              <a:tblGrid>
                <a:gridCol w="2431100"/>
                <a:gridCol w="1215525"/>
                <a:gridCol w="2263150"/>
                <a:gridCol w="205400"/>
              </a:tblGrid>
              <a:tr h="3456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  20%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38%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945" name="Google Shape;1945;p150"/>
          <p:cNvGraphicFramePr>
            <a:graphicFrameLocks noGrp="1"/>
          </p:cNvGraphicFramePr>
          <p:nvPr/>
        </p:nvGraphicFramePr>
        <p:xfrm>
          <a:off x="1752000" y="345878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{3508DF4B-C23B-466D-B6B9-7D6FEEDCB25B}</a:tableStyleId>
              </a:tblPr>
              <a:tblGrid>
                <a:gridCol w="3071050"/>
                <a:gridCol w="1842625"/>
                <a:gridCol w="1228425"/>
              </a:tblGrid>
              <a:tr h="3456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  20%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946" name="Google Shape;1946;p150"/>
          <p:cNvGraphicFramePr>
            <a:graphicFrameLocks noGrp="1"/>
          </p:cNvGraphicFramePr>
          <p:nvPr/>
        </p:nvGraphicFramePr>
        <p:xfrm>
          <a:off x="1752000" y="4133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{3508DF4B-C23B-466D-B6B9-7D6FEEDCB25B}</a:tableStyleId>
              </a:tblPr>
              <a:tblGrid>
                <a:gridCol w="1856375"/>
                <a:gridCol w="2803600"/>
                <a:gridCol w="1193250"/>
                <a:gridCol w="334725"/>
              </a:tblGrid>
              <a:tr h="3456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 20%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cxnSp>
        <p:nvCxnSpPr>
          <p:cNvPr id="1947" name="Google Shape;1947;p150"/>
          <p:cNvCxnSpPr/>
          <p:nvPr/>
        </p:nvCxnSpPr>
        <p:spPr>
          <a:xfrm>
            <a:off x="1725075" y="2405066"/>
            <a:ext cx="61497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948" name="Google Shape;1948;p150"/>
          <p:cNvCxnSpPr/>
          <p:nvPr/>
        </p:nvCxnSpPr>
        <p:spPr>
          <a:xfrm>
            <a:off x="1709250" y="3858700"/>
            <a:ext cx="31035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949" name="Google Shape;1949;p150"/>
          <p:cNvCxnSpPr/>
          <p:nvPr/>
        </p:nvCxnSpPr>
        <p:spPr>
          <a:xfrm>
            <a:off x="7605225" y="4545844"/>
            <a:ext cx="3756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950" name="Google Shape;1950;p150"/>
          <p:cNvSpPr txBox="1"/>
          <p:nvPr/>
        </p:nvSpPr>
        <p:spPr>
          <a:xfrm>
            <a:off x="4362425" y="2394145"/>
            <a:ext cx="916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20 days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1" name="Google Shape;1951;p150"/>
          <p:cNvSpPr txBox="1"/>
          <p:nvPr/>
        </p:nvSpPr>
        <p:spPr>
          <a:xfrm>
            <a:off x="2686025" y="3144880"/>
            <a:ext cx="916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20 days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2" name="Google Shape;1952;p150"/>
          <p:cNvSpPr txBox="1"/>
          <p:nvPr/>
        </p:nvSpPr>
        <p:spPr>
          <a:xfrm>
            <a:off x="2861708" y="3826195"/>
            <a:ext cx="916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20 days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53" name="Google Shape;1953;p150"/>
          <p:cNvCxnSpPr/>
          <p:nvPr/>
        </p:nvCxnSpPr>
        <p:spPr>
          <a:xfrm>
            <a:off x="1709250" y="3150717"/>
            <a:ext cx="24792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954" name="Google Shape;1954;p150"/>
          <p:cNvSpPr/>
          <p:nvPr/>
        </p:nvSpPr>
        <p:spPr>
          <a:xfrm>
            <a:off x="3554725" y="2017078"/>
            <a:ext cx="375600" cy="335400"/>
          </a:xfrm>
          <a:prstGeom prst="sun">
            <a:avLst>
              <a:gd name="adj" fmla="val 25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5" name="Google Shape;1955;p150"/>
          <p:cNvSpPr/>
          <p:nvPr/>
        </p:nvSpPr>
        <p:spPr>
          <a:xfrm>
            <a:off x="3217200" y="2756717"/>
            <a:ext cx="375600" cy="335400"/>
          </a:xfrm>
          <a:prstGeom prst="sun">
            <a:avLst>
              <a:gd name="adj" fmla="val 25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6" name="Google Shape;1956;p150"/>
          <p:cNvSpPr/>
          <p:nvPr/>
        </p:nvSpPr>
        <p:spPr>
          <a:xfrm>
            <a:off x="3581225" y="3458737"/>
            <a:ext cx="375600" cy="335400"/>
          </a:xfrm>
          <a:prstGeom prst="sun">
            <a:avLst>
              <a:gd name="adj" fmla="val 25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7" name="Google Shape;1957;p150"/>
          <p:cNvSpPr/>
          <p:nvPr/>
        </p:nvSpPr>
        <p:spPr>
          <a:xfrm>
            <a:off x="2946625" y="4146750"/>
            <a:ext cx="375600" cy="335400"/>
          </a:xfrm>
          <a:prstGeom prst="sun">
            <a:avLst>
              <a:gd name="adj" fmla="val 25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8" name="Google Shape;1958;p150"/>
          <p:cNvSpPr/>
          <p:nvPr/>
        </p:nvSpPr>
        <p:spPr>
          <a:xfrm>
            <a:off x="6000925" y="2046162"/>
            <a:ext cx="375624" cy="277236"/>
          </a:xfrm>
          <a:prstGeom prst="cloud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9" name="Google Shape;1959;p150"/>
          <p:cNvSpPr/>
          <p:nvPr/>
        </p:nvSpPr>
        <p:spPr>
          <a:xfrm>
            <a:off x="4904208" y="2790988"/>
            <a:ext cx="375624" cy="277236"/>
          </a:xfrm>
          <a:prstGeom prst="cloud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0" name="Google Shape;1960;p150"/>
          <p:cNvSpPr/>
          <p:nvPr/>
        </p:nvSpPr>
        <p:spPr>
          <a:xfrm>
            <a:off x="5508975" y="3492975"/>
            <a:ext cx="375624" cy="277236"/>
          </a:xfrm>
          <a:prstGeom prst="cloud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1" name="Google Shape;1961;p150"/>
          <p:cNvSpPr/>
          <p:nvPr/>
        </p:nvSpPr>
        <p:spPr>
          <a:xfrm>
            <a:off x="5355142" y="4167594"/>
            <a:ext cx="375624" cy="277236"/>
          </a:xfrm>
          <a:prstGeom prst="cloud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62" name="Google Shape;1962;p150"/>
          <p:cNvGrpSpPr/>
          <p:nvPr/>
        </p:nvGrpSpPr>
        <p:grpSpPr>
          <a:xfrm>
            <a:off x="7061157" y="2035987"/>
            <a:ext cx="375597" cy="297578"/>
            <a:chOff x="197700" y="2943560"/>
            <a:chExt cx="594675" cy="471150"/>
          </a:xfrm>
        </p:grpSpPr>
        <p:sp>
          <p:nvSpPr>
            <p:cNvPr id="1963" name="Google Shape;1963;p150"/>
            <p:cNvSpPr/>
            <p:nvPr/>
          </p:nvSpPr>
          <p:spPr>
            <a:xfrm rot="-2700000">
              <a:off x="452086" y="2984583"/>
              <a:ext cx="186676" cy="170554"/>
            </a:xfrm>
            <a:prstGeom prst="teardrop">
              <a:avLst>
                <a:gd name="adj" fmla="val 100000"/>
              </a:avLst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64" name="Google Shape;1964;p150"/>
            <p:cNvSpPr/>
            <p:nvPr/>
          </p:nvSpPr>
          <p:spPr>
            <a:xfrm rot="-2700000">
              <a:off x="572736" y="3203133"/>
              <a:ext cx="186676" cy="170554"/>
            </a:xfrm>
            <a:prstGeom prst="teardrop">
              <a:avLst>
                <a:gd name="adj" fmla="val 100000"/>
              </a:avLst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65" name="Google Shape;1965;p150"/>
            <p:cNvSpPr/>
            <p:nvPr/>
          </p:nvSpPr>
          <p:spPr>
            <a:xfrm rot="-2700000">
              <a:off x="230661" y="3135408"/>
              <a:ext cx="186676" cy="170554"/>
            </a:xfrm>
            <a:prstGeom prst="teardrop">
              <a:avLst>
                <a:gd name="adj" fmla="val 100000"/>
              </a:avLst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66" name="Google Shape;1966;p150"/>
          <p:cNvGrpSpPr/>
          <p:nvPr/>
        </p:nvGrpSpPr>
        <p:grpSpPr>
          <a:xfrm>
            <a:off x="6789407" y="2780822"/>
            <a:ext cx="375597" cy="297578"/>
            <a:chOff x="197700" y="2943560"/>
            <a:chExt cx="594675" cy="471150"/>
          </a:xfrm>
        </p:grpSpPr>
        <p:sp>
          <p:nvSpPr>
            <p:cNvPr id="1967" name="Google Shape;1967;p150"/>
            <p:cNvSpPr/>
            <p:nvPr/>
          </p:nvSpPr>
          <p:spPr>
            <a:xfrm rot="-2700000">
              <a:off x="452086" y="2984583"/>
              <a:ext cx="186676" cy="170554"/>
            </a:xfrm>
            <a:prstGeom prst="teardrop">
              <a:avLst>
                <a:gd name="adj" fmla="val 100000"/>
              </a:avLst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68" name="Google Shape;1968;p150"/>
            <p:cNvSpPr/>
            <p:nvPr/>
          </p:nvSpPr>
          <p:spPr>
            <a:xfrm rot="-2700000">
              <a:off x="572736" y="3203133"/>
              <a:ext cx="186676" cy="170554"/>
            </a:xfrm>
            <a:prstGeom prst="teardrop">
              <a:avLst>
                <a:gd name="adj" fmla="val 100000"/>
              </a:avLst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69" name="Google Shape;1969;p150"/>
            <p:cNvSpPr/>
            <p:nvPr/>
          </p:nvSpPr>
          <p:spPr>
            <a:xfrm rot="-2700000">
              <a:off x="230661" y="3135408"/>
              <a:ext cx="186676" cy="170554"/>
            </a:xfrm>
            <a:prstGeom prst="teardrop">
              <a:avLst>
                <a:gd name="adj" fmla="val 100000"/>
              </a:avLst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70" name="Google Shape;1970;p150"/>
          <p:cNvGrpSpPr/>
          <p:nvPr/>
        </p:nvGrpSpPr>
        <p:grpSpPr>
          <a:xfrm>
            <a:off x="7436740" y="3491238"/>
            <a:ext cx="375597" cy="297578"/>
            <a:chOff x="197700" y="2943560"/>
            <a:chExt cx="594675" cy="471150"/>
          </a:xfrm>
        </p:grpSpPr>
        <p:sp>
          <p:nvSpPr>
            <p:cNvPr id="1971" name="Google Shape;1971;p150"/>
            <p:cNvSpPr/>
            <p:nvPr/>
          </p:nvSpPr>
          <p:spPr>
            <a:xfrm rot="-2700000">
              <a:off x="452086" y="2984583"/>
              <a:ext cx="186676" cy="170554"/>
            </a:xfrm>
            <a:prstGeom prst="teardrop">
              <a:avLst>
                <a:gd name="adj" fmla="val 100000"/>
              </a:avLst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72" name="Google Shape;1972;p150"/>
            <p:cNvSpPr/>
            <p:nvPr/>
          </p:nvSpPr>
          <p:spPr>
            <a:xfrm rot="-2700000">
              <a:off x="572736" y="3203133"/>
              <a:ext cx="186676" cy="170554"/>
            </a:xfrm>
            <a:prstGeom prst="teardrop">
              <a:avLst>
                <a:gd name="adj" fmla="val 100000"/>
              </a:avLst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73" name="Google Shape;1973;p150"/>
            <p:cNvSpPr/>
            <p:nvPr/>
          </p:nvSpPr>
          <p:spPr>
            <a:xfrm rot="-2700000">
              <a:off x="230661" y="3135408"/>
              <a:ext cx="186676" cy="170554"/>
            </a:xfrm>
            <a:prstGeom prst="teardrop">
              <a:avLst>
                <a:gd name="adj" fmla="val 100000"/>
              </a:avLst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74" name="Google Shape;1974;p150"/>
          <p:cNvGrpSpPr/>
          <p:nvPr/>
        </p:nvGrpSpPr>
        <p:grpSpPr>
          <a:xfrm>
            <a:off x="7061157" y="4165772"/>
            <a:ext cx="375597" cy="297578"/>
            <a:chOff x="197700" y="2943560"/>
            <a:chExt cx="594675" cy="471150"/>
          </a:xfrm>
        </p:grpSpPr>
        <p:sp>
          <p:nvSpPr>
            <p:cNvPr id="1975" name="Google Shape;1975;p150"/>
            <p:cNvSpPr/>
            <p:nvPr/>
          </p:nvSpPr>
          <p:spPr>
            <a:xfrm rot="-2700000">
              <a:off x="452086" y="2984583"/>
              <a:ext cx="186676" cy="170554"/>
            </a:xfrm>
            <a:prstGeom prst="teardrop">
              <a:avLst>
                <a:gd name="adj" fmla="val 100000"/>
              </a:avLst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76" name="Google Shape;1976;p150"/>
            <p:cNvSpPr/>
            <p:nvPr/>
          </p:nvSpPr>
          <p:spPr>
            <a:xfrm rot="-2700000">
              <a:off x="572736" y="3203133"/>
              <a:ext cx="186676" cy="170554"/>
            </a:xfrm>
            <a:prstGeom prst="teardrop">
              <a:avLst>
                <a:gd name="adj" fmla="val 100000"/>
              </a:avLst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77" name="Google Shape;1977;p150"/>
            <p:cNvSpPr/>
            <p:nvPr/>
          </p:nvSpPr>
          <p:spPr>
            <a:xfrm rot="-2700000">
              <a:off x="230661" y="3135408"/>
              <a:ext cx="186676" cy="170554"/>
            </a:xfrm>
            <a:prstGeom prst="teardrop">
              <a:avLst>
                <a:gd name="adj" fmla="val 100000"/>
              </a:avLst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978" name="Google Shape;1978;p150"/>
          <p:cNvSpPr/>
          <p:nvPr/>
        </p:nvSpPr>
        <p:spPr>
          <a:xfrm>
            <a:off x="7664700" y="2782155"/>
            <a:ext cx="200988" cy="337176"/>
          </a:xfrm>
          <a:prstGeom prst="lightningBol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9" name="Google Shape;1979;p150"/>
          <p:cNvSpPr/>
          <p:nvPr/>
        </p:nvSpPr>
        <p:spPr>
          <a:xfrm>
            <a:off x="7692525" y="4133813"/>
            <a:ext cx="200988" cy="337176"/>
          </a:xfrm>
          <a:prstGeom prst="lightningBol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0" name="Google Shape;1980;p150"/>
          <p:cNvSpPr txBox="1"/>
          <p:nvPr/>
        </p:nvSpPr>
        <p:spPr>
          <a:xfrm>
            <a:off x="965275" y="2070150"/>
            <a:ext cx="905100" cy="243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2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Alex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2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Sofia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2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Lucas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2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Jun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1" name="Google Shape;1981;p150"/>
          <p:cNvSpPr/>
          <p:nvPr/>
        </p:nvSpPr>
        <p:spPr>
          <a:xfrm>
            <a:off x="3944400" y="1634748"/>
            <a:ext cx="366900" cy="327600"/>
          </a:xfrm>
          <a:prstGeom prst="sun">
            <a:avLst>
              <a:gd name="adj" fmla="val 25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2" name="Google Shape;1982;p150"/>
          <p:cNvSpPr/>
          <p:nvPr/>
        </p:nvSpPr>
        <p:spPr>
          <a:xfrm>
            <a:off x="4737924" y="1663170"/>
            <a:ext cx="367092" cy="270972"/>
          </a:xfrm>
          <a:prstGeom prst="cloud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83" name="Google Shape;1983;p150"/>
          <p:cNvGrpSpPr/>
          <p:nvPr/>
        </p:nvGrpSpPr>
        <p:grpSpPr>
          <a:xfrm>
            <a:off x="5531644" y="1633002"/>
            <a:ext cx="367033" cy="290841"/>
            <a:chOff x="197700" y="2943560"/>
            <a:chExt cx="594675" cy="471150"/>
          </a:xfrm>
        </p:grpSpPr>
        <p:sp>
          <p:nvSpPr>
            <p:cNvPr id="1984" name="Google Shape;1984;p150"/>
            <p:cNvSpPr/>
            <p:nvPr/>
          </p:nvSpPr>
          <p:spPr>
            <a:xfrm rot="-2700000">
              <a:off x="452086" y="2984583"/>
              <a:ext cx="186676" cy="170554"/>
            </a:xfrm>
            <a:prstGeom prst="teardrop">
              <a:avLst>
                <a:gd name="adj" fmla="val 100000"/>
              </a:avLst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85" name="Google Shape;1985;p150"/>
            <p:cNvSpPr/>
            <p:nvPr/>
          </p:nvSpPr>
          <p:spPr>
            <a:xfrm rot="-2700000">
              <a:off x="572736" y="3203133"/>
              <a:ext cx="186676" cy="170554"/>
            </a:xfrm>
            <a:prstGeom prst="teardrop">
              <a:avLst>
                <a:gd name="adj" fmla="val 100000"/>
              </a:avLst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86" name="Google Shape;1986;p150"/>
            <p:cNvSpPr/>
            <p:nvPr/>
          </p:nvSpPr>
          <p:spPr>
            <a:xfrm rot="-2700000">
              <a:off x="230661" y="3135408"/>
              <a:ext cx="186676" cy="170554"/>
            </a:xfrm>
            <a:prstGeom prst="teardrop">
              <a:avLst>
                <a:gd name="adj" fmla="val 100000"/>
              </a:avLst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987" name="Google Shape;1987;p150"/>
          <p:cNvSpPr/>
          <p:nvPr/>
        </p:nvSpPr>
        <p:spPr>
          <a:xfrm>
            <a:off x="6607725" y="1633001"/>
            <a:ext cx="196398" cy="329508"/>
          </a:xfrm>
          <a:prstGeom prst="lightningBol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8" name="Google Shape;1988;p150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Finding the original value</a:t>
            </a:r>
            <a:endParaRPr sz="1800"/>
          </a:p>
        </p:txBody>
      </p:sp>
    </p:spTree>
  </p:cSld>
  <p:clrMapOvr>
    <a:masterClrMapping/>
  </p:clrMapOvr>
  <p:transition/>
  <p:timing/>
</p:sld>
</file>

<file path=ppt/slides/slide2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92" name="Shape 1992"/>
        <p:cNvGrpSpPr/>
        <p:nvPr/>
      </p:nvGrpSpPr>
      <p:grpSpPr>
        <a:xfrm>
          <a:off x="0" y="0"/>
          <a:ext cx="0" cy="0"/>
        </a:xfrm>
      </p:grpSpPr>
      <p:sp>
        <p:nvSpPr>
          <p:cNvPr id="1993" name="Google Shape;1993;p151"/>
          <p:cNvSpPr txBox="1"/>
          <p:nvPr>
            <p:ph type="body" idx="1"/>
          </p:nvPr>
        </p:nvSpPr>
        <p:spPr>
          <a:xfrm>
            <a:off x="324000" y="1953350"/>
            <a:ext cx="8237700" cy="261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2) Find the original cost for each of these items, given that:</a:t>
            </a:r>
            <a:endParaRPr sz="1800"/>
          </a:p>
          <a:p>
            <a:pPr marL="457200" lvl="0" indent="-342900" algn="l" rtl="0">
              <a:spcBef>
                <a:spcPts val="1000"/>
              </a:spcBef>
              <a:spcAft>
                <a:spcPct val="0"/>
              </a:spcAft>
              <a:buSzPts val="1800"/>
              <a:buAutoNum type="alphaLcParenR"/>
            </a:pPr>
            <a:r>
              <a:rPr lang="en-GB" sz="1800"/>
              <a:t>The price of the trainers has increased by 10%.</a:t>
            </a:r>
            <a:br>
              <a:rPr lang="en-GB" sz="1800"/>
            </a:br>
            <a:endParaRPr sz="1800"/>
          </a:p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AutoNum type="alphaLcParenR"/>
            </a:pPr>
            <a:r>
              <a:rPr lang="en-GB" sz="1800"/>
              <a:t>The price of the sunglasses has increased by 15%.</a:t>
            </a:r>
            <a:br>
              <a:rPr lang="en-GB" sz="1800"/>
            </a:br>
            <a:endParaRPr sz="1800"/>
          </a:p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AutoNum type="alphaLcParenR"/>
            </a:pPr>
            <a:r>
              <a:rPr lang="en-GB" sz="1800"/>
              <a:t>The price of the car has increased by 17%.</a:t>
            </a:r>
            <a:endParaRPr sz="1800"/>
          </a:p>
        </p:txBody>
      </p:sp>
      <p:pic>
        <p:nvPicPr>
          <p:cNvPr id="1994" name="Google Shape;1994;p1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0901" y="692865"/>
            <a:ext cx="1217700" cy="77426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95" name="Google Shape;1995;p151"/>
          <p:cNvGrpSpPr/>
          <p:nvPr/>
        </p:nvGrpSpPr>
        <p:grpSpPr>
          <a:xfrm>
            <a:off x="1456205" y="734562"/>
            <a:ext cx="1129500" cy="690900"/>
            <a:chOff x="6546880" y="2060737"/>
            <a:chExt cx="1129500" cy="690900"/>
          </a:xfrm>
        </p:grpSpPr>
        <p:sp>
          <p:nvSpPr>
            <p:cNvPr id="1996" name="Google Shape;1996;p151"/>
            <p:cNvSpPr/>
            <p:nvPr/>
          </p:nvSpPr>
          <p:spPr>
            <a:xfrm rot="-9581508">
              <a:off x="6571825" y="2237611"/>
              <a:ext cx="1079609" cy="337152"/>
            </a:xfrm>
            <a:prstGeom prst="homePlate">
              <a:avLst>
                <a:gd name="adj" fmla="val 50000"/>
              </a:avLst>
            </a:prstGeom>
            <a:solidFill>
              <a:srgbClr val="EEEEEE"/>
            </a:solidFill>
            <a:ln w="381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97" name="Google Shape;1997;p151"/>
            <p:cNvSpPr txBox="1"/>
            <p:nvPr/>
          </p:nvSpPr>
          <p:spPr>
            <a:xfrm rot="1287977">
              <a:off x="6877559" y="2240519"/>
              <a:ext cx="523837" cy="338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00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£66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998" name="Google Shape;1998;p1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63837" y="664176"/>
            <a:ext cx="1531316" cy="6909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99" name="Google Shape;1999;p151"/>
          <p:cNvGrpSpPr/>
          <p:nvPr/>
        </p:nvGrpSpPr>
        <p:grpSpPr>
          <a:xfrm>
            <a:off x="4489545" y="765424"/>
            <a:ext cx="1602300" cy="865800"/>
            <a:chOff x="6546945" y="2060824"/>
            <a:chExt cx="1602300" cy="865800"/>
          </a:xfrm>
        </p:grpSpPr>
        <p:sp>
          <p:nvSpPr>
            <p:cNvPr id="2000" name="Google Shape;2000;p151"/>
            <p:cNvSpPr/>
            <p:nvPr/>
          </p:nvSpPr>
          <p:spPr>
            <a:xfrm rot="-9581652">
              <a:off x="6556234" y="2325148"/>
              <a:ext cx="1583722" cy="337152"/>
            </a:xfrm>
            <a:prstGeom prst="homePlate">
              <a:avLst>
                <a:gd name="adj" fmla="val 50000"/>
              </a:avLst>
            </a:prstGeom>
            <a:solidFill>
              <a:srgbClr val="EEEEEE"/>
            </a:solidFill>
            <a:ln w="381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01" name="Google Shape;2001;p151"/>
            <p:cNvSpPr txBox="1"/>
            <p:nvPr/>
          </p:nvSpPr>
          <p:spPr>
            <a:xfrm rot="1288362">
              <a:off x="6945648" y="2356043"/>
              <a:ext cx="961323" cy="338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00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£36.80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2002" name="Google Shape;2002;p1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70520" y="664175"/>
            <a:ext cx="1765950" cy="6312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03" name="Google Shape;2003;p151"/>
          <p:cNvGrpSpPr/>
          <p:nvPr/>
        </p:nvGrpSpPr>
        <p:grpSpPr>
          <a:xfrm>
            <a:off x="7156545" y="1174763"/>
            <a:ext cx="1602300" cy="865800"/>
            <a:chOff x="6546945" y="2060824"/>
            <a:chExt cx="1602300" cy="865800"/>
          </a:xfrm>
        </p:grpSpPr>
        <p:sp>
          <p:nvSpPr>
            <p:cNvPr id="2004" name="Google Shape;2004;p151"/>
            <p:cNvSpPr/>
            <p:nvPr/>
          </p:nvSpPr>
          <p:spPr>
            <a:xfrm rot="-9581652">
              <a:off x="6556234" y="2325148"/>
              <a:ext cx="1583722" cy="337152"/>
            </a:xfrm>
            <a:prstGeom prst="homePlate">
              <a:avLst>
                <a:gd name="adj" fmla="val 50000"/>
              </a:avLst>
            </a:prstGeom>
            <a:solidFill>
              <a:srgbClr val="EEEEEE"/>
            </a:solidFill>
            <a:ln w="381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05" name="Google Shape;2005;p151"/>
            <p:cNvSpPr txBox="1"/>
            <p:nvPr/>
          </p:nvSpPr>
          <p:spPr>
            <a:xfrm rot="1288362">
              <a:off x="6945648" y="2356043"/>
              <a:ext cx="961323" cy="338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00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£9360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006" name="Google Shape;2006;p151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Finding the original value</a:t>
            </a:r>
            <a:endParaRPr sz="1800"/>
          </a:p>
        </p:txBody>
      </p:sp>
    </p:spTree>
  </p:cSld>
  <p:clrMapOvr>
    <a:masterClrMapping/>
  </p:clrMapOvr>
  <p:transition/>
  <p:timing/>
</p:sld>
</file>

<file path=ppt/slides/slide2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010" name="Shape 2010"/>
        <p:cNvGrpSpPr/>
        <p:nvPr/>
      </p:nvGrpSpPr>
      <p:grpSpPr>
        <a:xfrm>
          <a:off x="0" y="0"/>
          <a:ext cx="0" cy="0"/>
        </a:xfrm>
      </p:grpSpPr>
      <p:graphicFrame>
        <p:nvGraphicFramePr>
          <p:cNvPr id="2011" name="Google Shape;2011;p152"/>
          <p:cNvGraphicFramePr>
            <a:graphicFrameLocks noGrp="1"/>
          </p:cNvGraphicFramePr>
          <p:nvPr/>
        </p:nvGraphicFramePr>
        <p:xfrm>
          <a:off x="952500" y="2173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{3508DF4B-C23B-466D-B6B9-7D6FEEDCB25B}</a:tableStyleId>
              </a:tblPr>
              <a:tblGrid>
                <a:gridCol w="3619500"/>
                <a:gridCol w="2171700"/>
                <a:gridCol w="1447800"/>
              </a:tblGrid>
              <a:tr h="2487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50%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30%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20%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cxnSp>
        <p:nvCxnSpPr>
          <p:cNvPr id="2012" name="Google Shape;2012;p152"/>
          <p:cNvCxnSpPr/>
          <p:nvPr/>
        </p:nvCxnSpPr>
        <p:spPr>
          <a:xfrm>
            <a:off x="963075" y="2561125"/>
            <a:ext cx="72495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013" name="Google Shape;2013;p152"/>
          <p:cNvSpPr txBox="1"/>
          <p:nvPr/>
        </p:nvSpPr>
        <p:spPr>
          <a:xfrm>
            <a:off x="4112012" y="2550204"/>
            <a:ext cx="916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20 days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4" name="Google Shape;2014;p152"/>
          <p:cNvSpPr/>
          <p:nvPr/>
        </p:nvSpPr>
        <p:spPr>
          <a:xfrm>
            <a:off x="963075" y="2173125"/>
            <a:ext cx="375600" cy="335400"/>
          </a:xfrm>
          <a:prstGeom prst="sun">
            <a:avLst>
              <a:gd name="adj" fmla="val 25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5" name="Google Shape;2015;p152"/>
          <p:cNvSpPr/>
          <p:nvPr/>
        </p:nvSpPr>
        <p:spPr>
          <a:xfrm>
            <a:off x="4593150" y="2206733"/>
            <a:ext cx="375624" cy="277236"/>
          </a:xfrm>
          <a:prstGeom prst="cloud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16" name="Google Shape;2016;p152"/>
          <p:cNvGrpSpPr/>
          <p:nvPr/>
        </p:nvGrpSpPr>
        <p:grpSpPr>
          <a:xfrm>
            <a:off x="6764857" y="2196547"/>
            <a:ext cx="375597" cy="297578"/>
            <a:chOff x="197700" y="2943560"/>
            <a:chExt cx="594675" cy="471150"/>
          </a:xfrm>
        </p:grpSpPr>
        <p:sp>
          <p:nvSpPr>
            <p:cNvPr id="2017" name="Google Shape;2017;p152"/>
            <p:cNvSpPr/>
            <p:nvPr/>
          </p:nvSpPr>
          <p:spPr>
            <a:xfrm rot="-2700000">
              <a:off x="452086" y="2984583"/>
              <a:ext cx="186676" cy="170554"/>
            </a:xfrm>
            <a:prstGeom prst="teardrop">
              <a:avLst>
                <a:gd name="adj" fmla="val 100000"/>
              </a:avLst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18" name="Google Shape;2018;p152"/>
            <p:cNvSpPr/>
            <p:nvPr/>
          </p:nvSpPr>
          <p:spPr>
            <a:xfrm rot="-2700000">
              <a:off x="572736" y="3203133"/>
              <a:ext cx="186676" cy="170554"/>
            </a:xfrm>
            <a:prstGeom prst="teardrop">
              <a:avLst>
                <a:gd name="adj" fmla="val 100000"/>
              </a:avLst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19" name="Google Shape;2019;p152"/>
            <p:cNvSpPr/>
            <p:nvPr/>
          </p:nvSpPr>
          <p:spPr>
            <a:xfrm rot="-2700000">
              <a:off x="230661" y="3135408"/>
              <a:ext cx="186676" cy="170554"/>
            </a:xfrm>
            <a:prstGeom prst="teardrop">
              <a:avLst>
                <a:gd name="adj" fmla="val 100000"/>
              </a:avLst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020" name="Google Shape;2020;p152"/>
          <p:cNvSpPr txBox="1"/>
          <p:nvPr/>
        </p:nvSpPr>
        <p:spPr>
          <a:xfrm>
            <a:off x="423325" y="2038350"/>
            <a:ext cx="476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021" name="Google Shape;2021;p152"/>
          <p:cNvGraphicFramePr>
            <a:graphicFrameLocks noGrp="1"/>
          </p:cNvGraphicFramePr>
          <p:nvPr/>
        </p:nvGraphicFramePr>
        <p:xfrm>
          <a:off x="952500" y="2952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{3508DF4B-C23B-466D-B6B9-7D6FEEDCB25B}</a:tableStyleId>
              </a:tblPr>
              <a:tblGrid>
                <a:gridCol w="3619500"/>
                <a:gridCol w="3619500"/>
              </a:tblGrid>
              <a:tr h="2646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Percentage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Days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646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100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20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646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50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646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646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30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646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20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022" name="Google Shape;2022;p152"/>
          <p:cNvSpPr/>
          <p:nvPr/>
        </p:nvSpPr>
        <p:spPr>
          <a:xfrm>
            <a:off x="6607725" y="3562300"/>
            <a:ext cx="375600" cy="335400"/>
          </a:xfrm>
          <a:prstGeom prst="sun">
            <a:avLst>
              <a:gd name="adj" fmla="val 25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3" name="Google Shape;2023;p152"/>
          <p:cNvSpPr/>
          <p:nvPr/>
        </p:nvSpPr>
        <p:spPr>
          <a:xfrm>
            <a:off x="6635600" y="4181383"/>
            <a:ext cx="375624" cy="277236"/>
          </a:xfrm>
          <a:prstGeom prst="cloud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24" name="Google Shape;2024;p152"/>
          <p:cNvGrpSpPr/>
          <p:nvPr/>
        </p:nvGrpSpPr>
        <p:grpSpPr>
          <a:xfrm>
            <a:off x="6669215" y="4476622"/>
            <a:ext cx="375597" cy="297578"/>
            <a:chOff x="197700" y="2943560"/>
            <a:chExt cx="594675" cy="471150"/>
          </a:xfrm>
        </p:grpSpPr>
        <p:sp>
          <p:nvSpPr>
            <p:cNvPr id="2025" name="Google Shape;2025;p152"/>
            <p:cNvSpPr/>
            <p:nvPr/>
          </p:nvSpPr>
          <p:spPr>
            <a:xfrm rot="-2700000">
              <a:off x="452086" y="2984583"/>
              <a:ext cx="186676" cy="170554"/>
            </a:xfrm>
            <a:prstGeom prst="teardrop">
              <a:avLst>
                <a:gd name="adj" fmla="val 100000"/>
              </a:avLst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26" name="Google Shape;2026;p152"/>
            <p:cNvSpPr/>
            <p:nvPr/>
          </p:nvSpPr>
          <p:spPr>
            <a:xfrm rot="-2700000">
              <a:off x="572736" y="3203133"/>
              <a:ext cx="186676" cy="170554"/>
            </a:xfrm>
            <a:prstGeom prst="teardrop">
              <a:avLst>
                <a:gd name="adj" fmla="val 100000"/>
              </a:avLst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27" name="Google Shape;2027;p152"/>
            <p:cNvSpPr/>
            <p:nvPr/>
          </p:nvSpPr>
          <p:spPr>
            <a:xfrm rot="-2700000">
              <a:off x="230661" y="3135408"/>
              <a:ext cx="186676" cy="170554"/>
            </a:xfrm>
            <a:prstGeom prst="teardrop">
              <a:avLst>
                <a:gd name="adj" fmla="val 100000"/>
              </a:avLst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028" name="Google Shape;2028;p152"/>
          <p:cNvSpPr/>
          <p:nvPr/>
        </p:nvSpPr>
        <p:spPr>
          <a:xfrm>
            <a:off x="3944400" y="1747951"/>
            <a:ext cx="366900" cy="327600"/>
          </a:xfrm>
          <a:prstGeom prst="sun">
            <a:avLst>
              <a:gd name="adj" fmla="val 25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9" name="Google Shape;2029;p152"/>
          <p:cNvSpPr/>
          <p:nvPr/>
        </p:nvSpPr>
        <p:spPr>
          <a:xfrm>
            <a:off x="4737924" y="1776374"/>
            <a:ext cx="367092" cy="270972"/>
          </a:xfrm>
          <a:prstGeom prst="cloud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30" name="Google Shape;2030;p152"/>
          <p:cNvGrpSpPr/>
          <p:nvPr/>
        </p:nvGrpSpPr>
        <p:grpSpPr>
          <a:xfrm>
            <a:off x="5531644" y="1746205"/>
            <a:ext cx="367033" cy="290841"/>
            <a:chOff x="197700" y="2943560"/>
            <a:chExt cx="594675" cy="471150"/>
          </a:xfrm>
        </p:grpSpPr>
        <p:sp>
          <p:nvSpPr>
            <p:cNvPr id="2031" name="Google Shape;2031;p152"/>
            <p:cNvSpPr/>
            <p:nvPr/>
          </p:nvSpPr>
          <p:spPr>
            <a:xfrm rot="-2700000">
              <a:off x="452086" y="2984583"/>
              <a:ext cx="186676" cy="170554"/>
            </a:xfrm>
            <a:prstGeom prst="teardrop">
              <a:avLst>
                <a:gd name="adj" fmla="val 100000"/>
              </a:avLst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32" name="Google Shape;2032;p152"/>
            <p:cNvSpPr/>
            <p:nvPr/>
          </p:nvSpPr>
          <p:spPr>
            <a:xfrm rot="-2700000">
              <a:off x="572736" y="3203133"/>
              <a:ext cx="186676" cy="170554"/>
            </a:xfrm>
            <a:prstGeom prst="teardrop">
              <a:avLst>
                <a:gd name="adj" fmla="val 100000"/>
              </a:avLst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33" name="Google Shape;2033;p152"/>
            <p:cNvSpPr/>
            <p:nvPr/>
          </p:nvSpPr>
          <p:spPr>
            <a:xfrm rot="-2700000">
              <a:off x="230661" y="3135408"/>
              <a:ext cx="186676" cy="170554"/>
            </a:xfrm>
            <a:prstGeom prst="teardrop">
              <a:avLst>
                <a:gd name="adj" fmla="val 100000"/>
              </a:avLst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034" name="Google Shape;2034;p152"/>
          <p:cNvSpPr/>
          <p:nvPr/>
        </p:nvSpPr>
        <p:spPr>
          <a:xfrm>
            <a:off x="6607725" y="1746204"/>
            <a:ext cx="196398" cy="329508"/>
          </a:xfrm>
          <a:prstGeom prst="lightningBol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5" name="Google Shape;2035;p152"/>
          <p:cNvSpPr txBox="1"/>
          <p:nvPr>
            <p:ph type="body" idx="4294967295"/>
          </p:nvPr>
        </p:nvSpPr>
        <p:spPr>
          <a:xfrm>
            <a:off x="324000" y="759300"/>
            <a:ext cx="8237700" cy="1277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AutoNum type="arabicParenR"/>
            </a:pPr>
            <a:r>
              <a:rPr lang="en-GB" sz="1800"/>
              <a:t>Four friends live in different places. They draw bars to show the percentage of days that they experienced different weather.</a:t>
            </a: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Work out how many days were sunny, cloudy, rainy or stormy for each person. </a:t>
            </a:r>
            <a:endParaRPr sz="1800"/>
          </a:p>
        </p:txBody>
      </p:sp>
      <p:sp>
        <p:nvSpPr>
          <p:cNvPr id="2036" name="Google Shape;2036;p152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Finding the original value</a:t>
            </a:r>
            <a:endParaRPr sz="1800"/>
          </a:p>
        </p:txBody>
      </p:sp>
    </p:spTree>
  </p:cSld>
  <p:clrMapOvr>
    <a:masterClrMapping/>
  </p:clrMapOvr>
  <p:transition/>
  <p:timing/>
</p:sld>
</file>

<file path=ppt/slides/slide2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040" name="Shape 2040"/>
        <p:cNvGrpSpPr/>
        <p:nvPr/>
      </p:nvGrpSpPr>
      <p:grpSpPr>
        <a:xfrm>
          <a:off x="0" y="0"/>
          <a:ext cx="0" cy="0"/>
        </a:xfrm>
      </p:grpSpPr>
      <p:graphicFrame>
        <p:nvGraphicFramePr>
          <p:cNvPr id="2041" name="Google Shape;2041;p153"/>
          <p:cNvGraphicFramePr>
            <a:graphicFrameLocks noGrp="1"/>
          </p:cNvGraphicFramePr>
          <p:nvPr/>
        </p:nvGraphicFramePr>
        <p:xfrm>
          <a:off x="952500" y="221716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{3508DF4B-C23B-466D-B6B9-7D6FEEDCB25B}</a:tableStyleId>
              </a:tblPr>
              <a:tblGrid>
                <a:gridCol w="2895600"/>
                <a:gridCol w="1447800"/>
                <a:gridCol w="2695575"/>
                <a:gridCol w="200000"/>
              </a:tblGrid>
              <a:tr h="1729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40%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20%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38%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042" name="Google Shape;2042;p153"/>
          <p:cNvSpPr txBox="1"/>
          <p:nvPr/>
        </p:nvSpPr>
        <p:spPr>
          <a:xfrm>
            <a:off x="2076425" y="2605238"/>
            <a:ext cx="916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20 days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43" name="Google Shape;2043;p153"/>
          <p:cNvCxnSpPr/>
          <p:nvPr/>
        </p:nvCxnSpPr>
        <p:spPr>
          <a:xfrm>
            <a:off x="947250" y="2611075"/>
            <a:ext cx="29052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044" name="Google Shape;2044;p153"/>
          <p:cNvSpPr/>
          <p:nvPr/>
        </p:nvSpPr>
        <p:spPr>
          <a:xfrm>
            <a:off x="963075" y="2217100"/>
            <a:ext cx="375600" cy="335400"/>
          </a:xfrm>
          <a:prstGeom prst="sun">
            <a:avLst>
              <a:gd name="adj" fmla="val 25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5" name="Google Shape;2045;p153"/>
          <p:cNvSpPr/>
          <p:nvPr/>
        </p:nvSpPr>
        <p:spPr>
          <a:xfrm>
            <a:off x="3873483" y="2238483"/>
            <a:ext cx="375624" cy="277236"/>
          </a:xfrm>
          <a:prstGeom prst="cloud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46" name="Google Shape;2046;p153"/>
          <p:cNvGrpSpPr/>
          <p:nvPr/>
        </p:nvGrpSpPr>
        <p:grpSpPr>
          <a:xfrm>
            <a:off x="5317057" y="2238880"/>
            <a:ext cx="375597" cy="297578"/>
            <a:chOff x="197700" y="2943560"/>
            <a:chExt cx="594675" cy="471150"/>
          </a:xfrm>
        </p:grpSpPr>
        <p:sp>
          <p:nvSpPr>
            <p:cNvPr id="2047" name="Google Shape;2047;p153"/>
            <p:cNvSpPr/>
            <p:nvPr/>
          </p:nvSpPr>
          <p:spPr>
            <a:xfrm rot="-2700000">
              <a:off x="452086" y="2984583"/>
              <a:ext cx="186676" cy="170554"/>
            </a:xfrm>
            <a:prstGeom prst="teardrop">
              <a:avLst>
                <a:gd name="adj" fmla="val 100000"/>
              </a:avLst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48" name="Google Shape;2048;p153"/>
            <p:cNvSpPr/>
            <p:nvPr/>
          </p:nvSpPr>
          <p:spPr>
            <a:xfrm rot="-2700000">
              <a:off x="572736" y="3203133"/>
              <a:ext cx="186676" cy="170554"/>
            </a:xfrm>
            <a:prstGeom prst="teardrop">
              <a:avLst>
                <a:gd name="adj" fmla="val 100000"/>
              </a:avLst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49" name="Google Shape;2049;p153"/>
            <p:cNvSpPr/>
            <p:nvPr/>
          </p:nvSpPr>
          <p:spPr>
            <a:xfrm rot="-2700000">
              <a:off x="230661" y="3135408"/>
              <a:ext cx="186676" cy="170554"/>
            </a:xfrm>
            <a:prstGeom prst="teardrop">
              <a:avLst>
                <a:gd name="adj" fmla="val 100000"/>
              </a:avLst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050" name="Google Shape;2050;p153"/>
          <p:cNvSpPr/>
          <p:nvPr/>
        </p:nvSpPr>
        <p:spPr>
          <a:xfrm>
            <a:off x="7991475" y="2216213"/>
            <a:ext cx="200988" cy="337176"/>
          </a:xfrm>
          <a:prstGeom prst="lightningBol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1" name="Google Shape;2051;p153"/>
          <p:cNvSpPr txBox="1"/>
          <p:nvPr/>
        </p:nvSpPr>
        <p:spPr>
          <a:xfrm>
            <a:off x="423325" y="2038350"/>
            <a:ext cx="476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052" name="Google Shape;2052;p153"/>
          <p:cNvGraphicFramePr>
            <a:graphicFrameLocks noGrp="1"/>
          </p:cNvGraphicFramePr>
          <p:nvPr/>
        </p:nvGraphicFramePr>
        <p:xfrm>
          <a:off x="952500" y="2952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{3508DF4B-C23B-466D-B6B9-7D6FEEDCB25B}</a:tableStyleId>
              </a:tblPr>
              <a:tblGrid>
                <a:gridCol w="3619500"/>
                <a:gridCol w="3619500"/>
              </a:tblGrid>
              <a:tr h="2646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Percentage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Days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646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40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20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646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20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646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0.5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646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38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19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646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053" name="Google Shape;2053;p153"/>
          <p:cNvSpPr/>
          <p:nvPr/>
        </p:nvSpPr>
        <p:spPr>
          <a:xfrm>
            <a:off x="6625975" y="3240000"/>
            <a:ext cx="375600" cy="335400"/>
          </a:xfrm>
          <a:prstGeom prst="sun">
            <a:avLst>
              <a:gd name="adj" fmla="val 25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4" name="Google Shape;2054;p153"/>
          <p:cNvSpPr/>
          <p:nvPr/>
        </p:nvSpPr>
        <p:spPr>
          <a:xfrm>
            <a:off x="6625962" y="3589833"/>
            <a:ext cx="375624" cy="277236"/>
          </a:xfrm>
          <a:prstGeom prst="cloud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55" name="Google Shape;2055;p153"/>
          <p:cNvGrpSpPr/>
          <p:nvPr/>
        </p:nvGrpSpPr>
        <p:grpSpPr>
          <a:xfrm>
            <a:off x="6653065" y="4171209"/>
            <a:ext cx="375597" cy="297578"/>
            <a:chOff x="197700" y="2943560"/>
            <a:chExt cx="594675" cy="471150"/>
          </a:xfrm>
        </p:grpSpPr>
        <p:sp>
          <p:nvSpPr>
            <p:cNvPr id="2056" name="Google Shape;2056;p153"/>
            <p:cNvSpPr/>
            <p:nvPr/>
          </p:nvSpPr>
          <p:spPr>
            <a:xfrm rot="-2700000">
              <a:off x="452086" y="2984583"/>
              <a:ext cx="186676" cy="170554"/>
            </a:xfrm>
            <a:prstGeom prst="teardrop">
              <a:avLst>
                <a:gd name="adj" fmla="val 100000"/>
              </a:avLst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57" name="Google Shape;2057;p153"/>
            <p:cNvSpPr/>
            <p:nvPr/>
          </p:nvSpPr>
          <p:spPr>
            <a:xfrm rot="-2700000">
              <a:off x="572736" y="3203133"/>
              <a:ext cx="186676" cy="170554"/>
            </a:xfrm>
            <a:prstGeom prst="teardrop">
              <a:avLst>
                <a:gd name="adj" fmla="val 100000"/>
              </a:avLst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58" name="Google Shape;2058;p153"/>
            <p:cNvSpPr/>
            <p:nvPr/>
          </p:nvSpPr>
          <p:spPr>
            <a:xfrm rot="-2700000">
              <a:off x="230661" y="3135408"/>
              <a:ext cx="186676" cy="170554"/>
            </a:xfrm>
            <a:prstGeom prst="teardrop">
              <a:avLst>
                <a:gd name="adj" fmla="val 100000"/>
              </a:avLst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059" name="Google Shape;2059;p153"/>
          <p:cNvSpPr/>
          <p:nvPr/>
        </p:nvSpPr>
        <p:spPr>
          <a:xfrm>
            <a:off x="6713263" y="4476613"/>
            <a:ext cx="200988" cy="337176"/>
          </a:xfrm>
          <a:prstGeom prst="lightningBol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0" name="Google Shape;2060;p153"/>
          <p:cNvSpPr txBox="1"/>
          <p:nvPr/>
        </p:nvSpPr>
        <p:spPr>
          <a:xfrm>
            <a:off x="8425325" y="2700000"/>
            <a:ext cx="375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2%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061" name="Google Shape;2061;p153"/>
          <p:cNvCxnSpPr>
            <a:stCxn id="2060" idx="1"/>
            <a:endCxn id="2050" idx="4"/>
          </p:cNvCxnSpPr>
          <p:nvPr/>
        </p:nvCxnSpPr>
        <p:spPr>
          <a:xfrm rot="10800000">
            <a:off x="8192525" y="2553300"/>
            <a:ext cx="232800" cy="300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062" name="Google Shape;2062;p153"/>
          <p:cNvSpPr txBox="1"/>
          <p:nvPr>
            <p:ph type="body" idx="4294967295"/>
          </p:nvPr>
        </p:nvSpPr>
        <p:spPr>
          <a:xfrm>
            <a:off x="324000" y="759300"/>
            <a:ext cx="8237700" cy="11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AutoNum type="arabicParenR"/>
            </a:pPr>
            <a:r>
              <a:rPr lang="en-GB" sz="1800"/>
              <a:t>Four friends live in different places. They draw bars to show the percentage of days that they experienced different weather.</a:t>
            </a: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Work out how many days were sunny, cloudy, rainy or stormy for each person. </a:t>
            </a:r>
            <a:endParaRPr sz="1800"/>
          </a:p>
        </p:txBody>
      </p:sp>
      <p:sp>
        <p:nvSpPr>
          <p:cNvPr id="2063" name="Google Shape;2063;p153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Finding the original value</a:t>
            </a:r>
            <a:endParaRPr sz="1800"/>
          </a:p>
        </p:txBody>
      </p:sp>
    </p:spTree>
  </p:cSld>
  <p:clrMapOvr>
    <a:masterClrMapping/>
  </p:clrMapOvr>
  <p:transition/>
  <p:timing/>
</p:sld>
</file>

<file path=ppt/slides/slide3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067" name="Shape 2067"/>
        <p:cNvGrpSpPr/>
        <p:nvPr/>
      </p:nvGrpSpPr>
      <p:grpSpPr>
        <a:xfrm>
          <a:off x="0" y="0"/>
          <a:ext cx="0" cy="0"/>
        </a:xfrm>
      </p:grpSpPr>
      <p:graphicFrame>
        <p:nvGraphicFramePr>
          <p:cNvPr id="2068" name="Google Shape;2068;p154"/>
          <p:cNvGraphicFramePr>
            <a:graphicFrameLocks noGrp="1"/>
          </p:cNvGraphicFramePr>
          <p:nvPr/>
        </p:nvGraphicFramePr>
        <p:xfrm>
          <a:off x="952500" y="218490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{3508DF4B-C23B-466D-B6B9-7D6FEEDCB25B}</a:tableStyleId>
              </a:tblPr>
              <a:tblGrid>
                <a:gridCol w="3619500"/>
                <a:gridCol w="2171700"/>
                <a:gridCol w="1447800"/>
              </a:tblGrid>
              <a:tr h="2245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50%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30%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20%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cxnSp>
        <p:nvCxnSpPr>
          <p:cNvPr id="2069" name="Google Shape;2069;p154"/>
          <p:cNvCxnSpPr/>
          <p:nvPr/>
        </p:nvCxnSpPr>
        <p:spPr>
          <a:xfrm rot="10800000" flipH="1">
            <a:off x="947250" y="2578225"/>
            <a:ext cx="3645900" cy="6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070" name="Google Shape;2070;p154"/>
          <p:cNvSpPr txBox="1"/>
          <p:nvPr/>
        </p:nvSpPr>
        <p:spPr>
          <a:xfrm>
            <a:off x="2328308" y="2552321"/>
            <a:ext cx="916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20 days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1" name="Google Shape;2071;p154"/>
          <p:cNvSpPr/>
          <p:nvPr/>
        </p:nvSpPr>
        <p:spPr>
          <a:xfrm>
            <a:off x="963075" y="2184850"/>
            <a:ext cx="375600" cy="335400"/>
          </a:xfrm>
          <a:prstGeom prst="sun">
            <a:avLst>
              <a:gd name="adj" fmla="val 25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2" name="Google Shape;2072;p154"/>
          <p:cNvSpPr/>
          <p:nvPr/>
        </p:nvSpPr>
        <p:spPr>
          <a:xfrm>
            <a:off x="4593150" y="2227900"/>
            <a:ext cx="375624" cy="277236"/>
          </a:xfrm>
          <a:prstGeom prst="cloud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73" name="Google Shape;2073;p154"/>
          <p:cNvGrpSpPr/>
          <p:nvPr/>
        </p:nvGrpSpPr>
        <p:grpSpPr>
          <a:xfrm>
            <a:off x="6743690" y="2217713"/>
            <a:ext cx="375597" cy="297578"/>
            <a:chOff x="197700" y="2943560"/>
            <a:chExt cx="594675" cy="471150"/>
          </a:xfrm>
        </p:grpSpPr>
        <p:sp>
          <p:nvSpPr>
            <p:cNvPr id="2074" name="Google Shape;2074;p154"/>
            <p:cNvSpPr/>
            <p:nvPr/>
          </p:nvSpPr>
          <p:spPr>
            <a:xfrm rot="-2700000">
              <a:off x="452086" y="2984583"/>
              <a:ext cx="186676" cy="170554"/>
            </a:xfrm>
            <a:prstGeom prst="teardrop">
              <a:avLst>
                <a:gd name="adj" fmla="val 100000"/>
              </a:avLst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75" name="Google Shape;2075;p154"/>
            <p:cNvSpPr/>
            <p:nvPr/>
          </p:nvSpPr>
          <p:spPr>
            <a:xfrm rot="-2700000">
              <a:off x="572736" y="3203133"/>
              <a:ext cx="186676" cy="170554"/>
            </a:xfrm>
            <a:prstGeom prst="teardrop">
              <a:avLst>
                <a:gd name="adj" fmla="val 100000"/>
              </a:avLst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76" name="Google Shape;2076;p154"/>
            <p:cNvSpPr/>
            <p:nvPr/>
          </p:nvSpPr>
          <p:spPr>
            <a:xfrm rot="-2700000">
              <a:off x="230661" y="3135408"/>
              <a:ext cx="186676" cy="170554"/>
            </a:xfrm>
            <a:prstGeom prst="teardrop">
              <a:avLst>
                <a:gd name="adj" fmla="val 100000"/>
              </a:avLst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077" name="Google Shape;2077;p154"/>
          <p:cNvSpPr txBox="1"/>
          <p:nvPr/>
        </p:nvSpPr>
        <p:spPr>
          <a:xfrm>
            <a:off x="423325" y="2038350"/>
            <a:ext cx="476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078" name="Google Shape;2078;p154"/>
          <p:cNvGraphicFramePr>
            <a:graphicFrameLocks noGrp="1"/>
          </p:cNvGraphicFramePr>
          <p:nvPr/>
        </p:nvGraphicFramePr>
        <p:xfrm>
          <a:off x="952500" y="2952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{3508DF4B-C23B-466D-B6B9-7D6FEEDCB25B}</a:tableStyleId>
              </a:tblPr>
              <a:tblGrid>
                <a:gridCol w="3619500"/>
                <a:gridCol w="3619500"/>
              </a:tblGrid>
              <a:tr h="2646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Percentage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Days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646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50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20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646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646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30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12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646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20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079" name="Google Shape;2079;p154"/>
          <p:cNvSpPr/>
          <p:nvPr/>
        </p:nvSpPr>
        <p:spPr>
          <a:xfrm>
            <a:off x="6556025" y="3240000"/>
            <a:ext cx="375600" cy="335400"/>
          </a:xfrm>
          <a:prstGeom prst="sun">
            <a:avLst>
              <a:gd name="adj" fmla="val 25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0" name="Google Shape;2080;p154"/>
          <p:cNvSpPr/>
          <p:nvPr/>
        </p:nvSpPr>
        <p:spPr>
          <a:xfrm>
            <a:off x="6556012" y="3867083"/>
            <a:ext cx="375624" cy="277236"/>
          </a:xfrm>
          <a:prstGeom prst="cloud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81" name="Google Shape;2081;p154"/>
          <p:cNvGrpSpPr/>
          <p:nvPr/>
        </p:nvGrpSpPr>
        <p:grpSpPr>
          <a:xfrm>
            <a:off x="6556028" y="4171209"/>
            <a:ext cx="375597" cy="297578"/>
            <a:chOff x="197700" y="2943560"/>
            <a:chExt cx="594675" cy="471150"/>
          </a:xfrm>
        </p:grpSpPr>
        <p:sp>
          <p:nvSpPr>
            <p:cNvPr id="2082" name="Google Shape;2082;p154"/>
            <p:cNvSpPr/>
            <p:nvPr/>
          </p:nvSpPr>
          <p:spPr>
            <a:xfrm rot="-2700000">
              <a:off x="452086" y="2984583"/>
              <a:ext cx="186676" cy="170554"/>
            </a:xfrm>
            <a:prstGeom prst="teardrop">
              <a:avLst>
                <a:gd name="adj" fmla="val 100000"/>
              </a:avLst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83" name="Google Shape;2083;p154"/>
            <p:cNvSpPr/>
            <p:nvPr/>
          </p:nvSpPr>
          <p:spPr>
            <a:xfrm rot="-2700000">
              <a:off x="572736" y="3203133"/>
              <a:ext cx="186676" cy="170554"/>
            </a:xfrm>
            <a:prstGeom prst="teardrop">
              <a:avLst>
                <a:gd name="adj" fmla="val 100000"/>
              </a:avLst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84" name="Google Shape;2084;p154"/>
            <p:cNvSpPr/>
            <p:nvPr/>
          </p:nvSpPr>
          <p:spPr>
            <a:xfrm rot="-2700000">
              <a:off x="230661" y="3135408"/>
              <a:ext cx="186676" cy="170554"/>
            </a:xfrm>
            <a:prstGeom prst="teardrop">
              <a:avLst>
                <a:gd name="adj" fmla="val 100000"/>
              </a:avLst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085" name="Google Shape;2085;p154"/>
          <p:cNvSpPr txBox="1"/>
          <p:nvPr>
            <p:ph type="body" idx="4294967295"/>
          </p:nvPr>
        </p:nvSpPr>
        <p:spPr>
          <a:xfrm>
            <a:off x="324000" y="759300"/>
            <a:ext cx="8237700" cy="120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AutoNum type="arabicParenR"/>
            </a:pPr>
            <a:r>
              <a:rPr lang="en-GB" sz="1800"/>
              <a:t>Four friends live in different places. They draw bars to show the percentage of days that they experienced different weather.</a:t>
            </a: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Work out how many days were sunny, cloudy, rainy or stormy for each person. </a:t>
            </a:r>
            <a:endParaRPr sz="1800"/>
          </a:p>
        </p:txBody>
      </p:sp>
      <p:sp>
        <p:nvSpPr>
          <p:cNvPr id="2086" name="Google Shape;2086;p154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Finding the original value</a:t>
            </a:r>
            <a:endParaRPr sz="1800"/>
          </a:p>
        </p:txBody>
      </p:sp>
    </p:spTree>
  </p:cSld>
  <p:clrMapOvr>
    <a:masterClrMapping/>
  </p:clrMapOvr>
  <p:transition/>
  <p:timing/>
</p:sld>
</file>

<file path=ppt/slides/slide3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090" name="Shape 2090"/>
        <p:cNvGrpSpPr/>
        <p:nvPr/>
      </p:nvGrpSpPr>
      <p:grpSpPr>
        <a:xfrm>
          <a:off x="0" y="0"/>
          <a:ext cx="0" cy="0"/>
        </a:xfrm>
      </p:grpSpPr>
      <p:sp>
        <p:nvSpPr>
          <p:cNvPr id="2091" name="Google Shape;2091;p155"/>
          <p:cNvSpPr txBox="1"/>
          <p:nvPr/>
        </p:nvSpPr>
        <p:spPr>
          <a:xfrm>
            <a:off x="7573408" y="2550204"/>
            <a:ext cx="916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20 days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092" name="Google Shape;2092;p155"/>
          <p:cNvGraphicFramePr>
            <a:graphicFrameLocks noGrp="1"/>
          </p:cNvGraphicFramePr>
          <p:nvPr/>
        </p:nvGraphicFramePr>
        <p:xfrm>
          <a:off x="952500" y="2152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{3508DF4B-C23B-466D-B6B9-7D6FEEDCB25B}</a:tableStyleId>
              </a:tblPr>
              <a:tblGrid>
                <a:gridCol w="2171700"/>
                <a:gridCol w="3279800"/>
                <a:gridCol w="1395925"/>
                <a:gridCol w="391575"/>
              </a:tblGrid>
              <a:tr h="2698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30%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45%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20%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cxnSp>
        <p:nvCxnSpPr>
          <p:cNvPr id="2093" name="Google Shape;2093;p155"/>
          <p:cNvCxnSpPr/>
          <p:nvPr/>
        </p:nvCxnSpPr>
        <p:spPr>
          <a:xfrm>
            <a:off x="7821075" y="2548500"/>
            <a:ext cx="3756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094" name="Google Shape;2094;p155"/>
          <p:cNvSpPr/>
          <p:nvPr/>
        </p:nvSpPr>
        <p:spPr>
          <a:xfrm>
            <a:off x="963075" y="2152600"/>
            <a:ext cx="375600" cy="335400"/>
          </a:xfrm>
          <a:prstGeom prst="sun">
            <a:avLst>
              <a:gd name="adj" fmla="val 25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5" name="Google Shape;2095;p155"/>
          <p:cNvSpPr/>
          <p:nvPr/>
        </p:nvSpPr>
        <p:spPr>
          <a:xfrm>
            <a:off x="3166517" y="2183450"/>
            <a:ext cx="375624" cy="277236"/>
          </a:xfrm>
          <a:prstGeom prst="cloud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96" name="Google Shape;2096;p155"/>
          <p:cNvGrpSpPr/>
          <p:nvPr/>
        </p:nvGrpSpPr>
        <p:grpSpPr>
          <a:xfrm>
            <a:off x="6428307" y="2196547"/>
            <a:ext cx="375597" cy="297578"/>
            <a:chOff x="197700" y="2943560"/>
            <a:chExt cx="594675" cy="471150"/>
          </a:xfrm>
        </p:grpSpPr>
        <p:sp>
          <p:nvSpPr>
            <p:cNvPr id="2097" name="Google Shape;2097;p155"/>
            <p:cNvSpPr/>
            <p:nvPr/>
          </p:nvSpPr>
          <p:spPr>
            <a:xfrm rot="-2700000">
              <a:off x="452086" y="2984583"/>
              <a:ext cx="186676" cy="170554"/>
            </a:xfrm>
            <a:prstGeom prst="teardrop">
              <a:avLst>
                <a:gd name="adj" fmla="val 100000"/>
              </a:avLst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98" name="Google Shape;2098;p155"/>
            <p:cNvSpPr/>
            <p:nvPr/>
          </p:nvSpPr>
          <p:spPr>
            <a:xfrm rot="-2700000">
              <a:off x="572736" y="3203133"/>
              <a:ext cx="186676" cy="170554"/>
            </a:xfrm>
            <a:prstGeom prst="teardrop">
              <a:avLst>
                <a:gd name="adj" fmla="val 100000"/>
              </a:avLst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99" name="Google Shape;2099;p155"/>
            <p:cNvSpPr/>
            <p:nvPr/>
          </p:nvSpPr>
          <p:spPr>
            <a:xfrm rot="-2700000">
              <a:off x="230661" y="3135408"/>
              <a:ext cx="186676" cy="170554"/>
            </a:xfrm>
            <a:prstGeom prst="teardrop">
              <a:avLst>
                <a:gd name="adj" fmla="val 100000"/>
              </a:avLst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100" name="Google Shape;2100;p155"/>
          <p:cNvSpPr/>
          <p:nvPr/>
        </p:nvSpPr>
        <p:spPr>
          <a:xfrm>
            <a:off x="7908375" y="2151663"/>
            <a:ext cx="200988" cy="337176"/>
          </a:xfrm>
          <a:prstGeom prst="lightningBol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1" name="Google Shape;2101;p155"/>
          <p:cNvSpPr txBox="1"/>
          <p:nvPr/>
        </p:nvSpPr>
        <p:spPr>
          <a:xfrm>
            <a:off x="423325" y="2038350"/>
            <a:ext cx="476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102" name="Google Shape;2102;p155"/>
          <p:cNvGraphicFramePr>
            <a:graphicFrameLocks noGrp="1"/>
          </p:cNvGraphicFramePr>
          <p:nvPr/>
        </p:nvGraphicFramePr>
        <p:xfrm>
          <a:off x="952500" y="2952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{3508DF4B-C23B-466D-B6B9-7D6FEEDCB25B}</a:tableStyleId>
              </a:tblPr>
              <a:tblGrid>
                <a:gridCol w="3619500"/>
                <a:gridCol w="3619500"/>
              </a:tblGrid>
              <a:tr h="2646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Percentage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Days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646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20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646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30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120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646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45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180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646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20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80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103" name="Google Shape;2103;p155"/>
          <p:cNvSpPr/>
          <p:nvPr/>
        </p:nvSpPr>
        <p:spPr>
          <a:xfrm>
            <a:off x="6619600" y="3546988"/>
            <a:ext cx="375600" cy="335400"/>
          </a:xfrm>
          <a:prstGeom prst="sun">
            <a:avLst>
              <a:gd name="adj" fmla="val 25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4" name="Google Shape;2104;p155"/>
          <p:cNvSpPr/>
          <p:nvPr/>
        </p:nvSpPr>
        <p:spPr>
          <a:xfrm>
            <a:off x="6619600" y="3882408"/>
            <a:ext cx="375624" cy="277236"/>
          </a:xfrm>
          <a:prstGeom prst="cloud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105" name="Google Shape;2105;p155"/>
          <p:cNvGrpSpPr/>
          <p:nvPr/>
        </p:nvGrpSpPr>
        <p:grpSpPr>
          <a:xfrm>
            <a:off x="6619615" y="4168397"/>
            <a:ext cx="375597" cy="297578"/>
            <a:chOff x="197700" y="2943560"/>
            <a:chExt cx="594675" cy="471150"/>
          </a:xfrm>
        </p:grpSpPr>
        <p:sp>
          <p:nvSpPr>
            <p:cNvPr id="2106" name="Google Shape;2106;p155"/>
            <p:cNvSpPr/>
            <p:nvPr/>
          </p:nvSpPr>
          <p:spPr>
            <a:xfrm rot="-2700000">
              <a:off x="452086" y="2984583"/>
              <a:ext cx="186676" cy="170554"/>
            </a:xfrm>
            <a:prstGeom prst="teardrop">
              <a:avLst>
                <a:gd name="adj" fmla="val 100000"/>
              </a:avLst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07" name="Google Shape;2107;p155"/>
            <p:cNvSpPr/>
            <p:nvPr/>
          </p:nvSpPr>
          <p:spPr>
            <a:xfrm rot="-2700000">
              <a:off x="572736" y="3203133"/>
              <a:ext cx="186676" cy="170554"/>
            </a:xfrm>
            <a:prstGeom prst="teardrop">
              <a:avLst>
                <a:gd name="adj" fmla="val 100000"/>
              </a:avLst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08" name="Google Shape;2108;p155"/>
            <p:cNvSpPr/>
            <p:nvPr/>
          </p:nvSpPr>
          <p:spPr>
            <a:xfrm rot="-2700000">
              <a:off x="230661" y="3135408"/>
              <a:ext cx="186676" cy="170554"/>
            </a:xfrm>
            <a:prstGeom prst="teardrop">
              <a:avLst>
                <a:gd name="adj" fmla="val 100000"/>
              </a:avLst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109" name="Google Shape;2109;p155"/>
          <p:cNvSpPr/>
          <p:nvPr/>
        </p:nvSpPr>
        <p:spPr>
          <a:xfrm>
            <a:off x="6706900" y="3239987"/>
            <a:ext cx="200988" cy="337176"/>
          </a:xfrm>
          <a:prstGeom prst="lightningBol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0" name="Google Shape;2110;p155"/>
          <p:cNvSpPr txBox="1"/>
          <p:nvPr/>
        </p:nvSpPr>
        <p:spPr>
          <a:xfrm>
            <a:off x="8446492" y="2319000"/>
            <a:ext cx="375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5%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111" name="Google Shape;2111;p155"/>
          <p:cNvCxnSpPr/>
          <p:nvPr/>
        </p:nvCxnSpPr>
        <p:spPr>
          <a:xfrm rot="10800000">
            <a:off x="8083658" y="2339100"/>
            <a:ext cx="384000" cy="133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12" name="Google Shape;2112;p155"/>
          <p:cNvSpPr txBox="1"/>
          <p:nvPr>
            <p:ph type="body" idx="4294967295"/>
          </p:nvPr>
        </p:nvSpPr>
        <p:spPr>
          <a:xfrm>
            <a:off x="324000" y="759300"/>
            <a:ext cx="8237700" cy="1278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AutoNum type="arabicParenR"/>
            </a:pPr>
            <a:r>
              <a:rPr lang="en-GB" sz="1800"/>
              <a:t>Four friends live in different places. They draw bars to show the percentage of days that they experienced different weather.</a:t>
            </a: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Work out how many days were sunny, cloudy, rainy or stormy for each person. </a:t>
            </a:r>
            <a:endParaRPr sz="1800"/>
          </a:p>
        </p:txBody>
      </p:sp>
      <p:sp>
        <p:nvSpPr>
          <p:cNvPr id="2113" name="Google Shape;2113;p155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Finding the original value</a:t>
            </a:r>
            <a:endParaRPr sz="1800"/>
          </a:p>
        </p:txBody>
      </p:sp>
    </p:spTree>
  </p:cSld>
  <p:clrMapOvr>
    <a:masterClrMapping/>
  </p:clrMapOvr>
  <p:transition/>
  <p:timing/>
</p:sld>
</file>

<file path=ppt/slides/slide3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117" name="Shape 2117"/>
        <p:cNvGrpSpPr/>
        <p:nvPr/>
      </p:nvGrpSpPr>
      <p:grpSpPr>
        <a:xfrm>
          <a:off x="0" y="0"/>
          <a:ext cx="0" cy="0"/>
        </a:xfrm>
      </p:grpSpPr>
      <p:sp>
        <p:nvSpPr>
          <p:cNvPr id="2118" name="Google Shape;2118;p156"/>
          <p:cNvSpPr txBox="1"/>
          <p:nvPr>
            <p:ph type="body" idx="1"/>
          </p:nvPr>
        </p:nvSpPr>
        <p:spPr>
          <a:xfrm>
            <a:off x="324000" y="1957275"/>
            <a:ext cx="8237700" cy="205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2) Find the original cost for each of these items, given that:</a:t>
            </a:r>
            <a:endParaRPr sz="1800"/>
          </a:p>
          <a:p>
            <a:pPr marL="457200" lvl="0" indent="-342900" algn="l" rtl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SzPts val="1800"/>
              <a:buAutoNum type="alphaLcParenR"/>
            </a:pPr>
            <a:r>
              <a:rPr lang="en-GB" sz="1800"/>
              <a:t>The price of the trainers has increased by 10%.</a:t>
            </a:r>
            <a:br>
              <a:rPr lang="en-GB" sz="1800"/>
            </a:br>
            <a:r>
              <a:rPr lang="en-GB" sz="2000">
                <a:latin typeface="Kalam"/>
                <a:ea typeface="Kalam"/>
                <a:cs typeface="Kalam"/>
                <a:sym typeface="Kalam"/>
              </a:rPr>
              <a:t>£60</a:t>
            </a:r>
            <a:br>
              <a:rPr lang="en-GB" sz="2000">
                <a:latin typeface="Kalam"/>
                <a:ea typeface="Kalam"/>
                <a:cs typeface="Kalam"/>
                <a:sym typeface="Kalam"/>
              </a:rPr>
            </a:b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457200" lvl="0" indent="-34290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AutoNum type="alphaLcParenR"/>
            </a:pPr>
            <a:r>
              <a:rPr lang="en-GB" sz="1800"/>
              <a:t>The price of the sunglasses has increased by 15%.</a:t>
            </a:r>
            <a:br>
              <a:rPr lang="en-GB" sz="1800"/>
            </a:br>
            <a:r>
              <a:rPr lang="en-GB" sz="2000">
                <a:latin typeface="Kalam"/>
                <a:ea typeface="Kalam"/>
                <a:cs typeface="Kalam"/>
                <a:sym typeface="Kalam"/>
              </a:rPr>
              <a:t>£32</a:t>
            </a:r>
            <a:br>
              <a:rPr lang="en-GB" sz="2000">
                <a:latin typeface="Kalam"/>
                <a:ea typeface="Kalam"/>
                <a:cs typeface="Kalam"/>
                <a:sym typeface="Kalam"/>
              </a:rPr>
            </a:b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457200" lvl="0" indent="-34290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AutoNum type="alphaLcParenR"/>
            </a:pPr>
            <a:r>
              <a:rPr lang="en-GB" sz="1800"/>
              <a:t>The price of the car has increased by 17%.</a:t>
            </a:r>
            <a:br>
              <a:rPr lang="en-GB" sz="1800"/>
            </a:br>
            <a:r>
              <a:rPr lang="en-GB" sz="2000">
                <a:latin typeface="Kalam"/>
                <a:ea typeface="Kalam"/>
                <a:cs typeface="Kalam"/>
                <a:sym typeface="Kalam"/>
              </a:rPr>
              <a:t>£8000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19" name="Google Shape;2119;p156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Finding the original value</a:t>
            </a:r>
            <a:endParaRPr sz="1800"/>
          </a:p>
        </p:txBody>
      </p:sp>
      <p:pic>
        <p:nvPicPr>
          <p:cNvPr id="2120" name="Google Shape;2120;p1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0901" y="692865"/>
            <a:ext cx="1217700" cy="77426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21" name="Google Shape;2121;p156"/>
          <p:cNvGrpSpPr/>
          <p:nvPr/>
        </p:nvGrpSpPr>
        <p:grpSpPr>
          <a:xfrm>
            <a:off x="1456205" y="734562"/>
            <a:ext cx="1129500" cy="690900"/>
            <a:chOff x="6546880" y="2060737"/>
            <a:chExt cx="1129500" cy="690900"/>
          </a:xfrm>
        </p:grpSpPr>
        <p:sp>
          <p:nvSpPr>
            <p:cNvPr id="2122" name="Google Shape;2122;p156"/>
            <p:cNvSpPr/>
            <p:nvPr/>
          </p:nvSpPr>
          <p:spPr>
            <a:xfrm rot="-9581508">
              <a:off x="6571825" y="2237611"/>
              <a:ext cx="1079609" cy="337152"/>
            </a:xfrm>
            <a:prstGeom prst="homePlate">
              <a:avLst>
                <a:gd name="adj" fmla="val 50000"/>
              </a:avLst>
            </a:prstGeom>
            <a:solidFill>
              <a:srgbClr val="EEEEEE"/>
            </a:solidFill>
            <a:ln w="381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23" name="Google Shape;2123;p156"/>
            <p:cNvSpPr txBox="1"/>
            <p:nvPr/>
          </p:nvSpPr>
          <p:spPr>
            <a:xfrm rot="1287977">
              <a:off x="6877559" y="2240519"/>
              <a:ext cx="523837" cy="338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00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£66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2124" name="Google Shape;2124;p1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63837" y="664176"/>
            <a:ext cx="1531316" cy="6909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25" name="Google Shape;2125;p156"/>
          <p:cNvGrpSpPr/>
          <p:nvPr/>
        </p:nvGrpSpPr>
        <p:grpSpPr>
          <a:xfrm>
            <a:off x="4489545" y="765424"/>
            <a:ext cx="1602300" cy="865800"/>
            <a:chOff x="6546945" y="2060824"/>
            <a:chExt cx="1602300" cy="865800"/>
          </a:xfrm>
        </p:grpSpPr>
        <p:sp>
          <p:nvSpPr>
            <p:cNvPr id="2126" name="Google Shape;2126;p156"/>
            <p:cNvSpPr/>
            <p:nvPr/>
          </p:nvSpPr>
          <p:spPr>
            <a:xfrm rot="-9581652">
              <a:off x="6556234" y="2325148"/>
              <a:ext cx="1583722" cy="337152"/>
            </a:xfrm>
            <a:prstGeom prst="homePlate">
              <a:avLst>
                <a:gd name="adj" fmla="val 50000"/>
              </a:avLst>
            </a:prstGeom>
            <a:solidFill>
              <a:srgbClr val="EEEEEE"/>
            </a:solidFill>
            <a:ln w="381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27" name="Google Shape;2127;p156"/>
            <p:cNvSpPr txBox="1"/>
            <p:nvPr/>
          </p:nvSpPr>
          <p:spPr>
            <a:xfrm rot="1288362">
              <a:off x="6945648" y="2356043"/>
              <a:ext cx="961323" cy="338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00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£36.80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2128" name="Google Shape;2128;p1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70520" y="664175"/>
            <a:ext cx="1765950" cy="6312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29" name="Google Shape;2129;p156"/>
          <p:cNvGrpSpPr/>
          <p:nvPr/>
        </p:nvGrpSpPr>
        <p:grpSpPr>
          <a:xfrm>
            <a:off x="7156545" y="1174763"/>
            <a:ext cx="1602300" cy="865800"/>
            <a:chOff x="6546945" y="2060824"/>
            <a:chExt cx="1602300" cy="865800"/>
          </a:xfrm>
        </p:grpSpPr>
        <p:sp>
          <p:nvSpPr>
            <p:cNvPr id="2130" name="Google Shape;2130;p156"/>
            <p:cNvSpPr/>
            <p:nvPr/>
          </p:nvSpPr>
          <p:spPr>
            <a:xfrm rot="-9581652">
              <a:off x="6556234" y="2325148"/>
              <a:ext cx="1583722" cy="337152"/>
            </a:xfrm>
            <a:prstGeom prst="homePlate">
              <a:avLst>
                <a:gd name="adj" fmla="val 50000"/>
              </a:avLst>
            </a:prstGeom>
            <a:solidFill>
              <a:srgbClr val="EEEEEE"/>
            </a:solidFill>
            <a:ln w="381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31" name="Google Shape;2131;p156"/>
            <p:cNvSpPr txBox="1"/>
            <p:nvPr/>
          </p:nvSpPr>
          <p:spPr>
            <a:xfrm rot="1288362">
              <a:off x="6945648" y="2356043"/>
              <a:ext cx="961323" cy="338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00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£9360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>
</file>

<file path=ppt/slides/slide3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135" name="Shape 2135"/>
        <p:cNvGrpSpPr/>
        <p:nvPr/>
      </p:nvGrpSpPr>
      <p:grpSpPr>
        <a:xfrm>
          <a:off x="0" y="0"/>
          <a:ext cx="0" cy="0"/>
        </a:xfrm>
      </p:grpSpPr>
      <p:sp>
        <p:nvSpPr>
          <p:cNvPr id="2136" name="Google Shape;2136;p15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Finding the original value</a:t>
            </a:r>
            <a:endParaRPr/>
          </a:p>
        </p:txBody>
      </p:sp>
      <p:sp>
        <p:nvSpPr>
          <p:cNvPr id="2137" name="Google Shape;2137;p157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a multiplier</a:t>
            </a:r>
            <a:endParaRPr/>
          </a:p>
        </p:txBody>
      </p:sp>
      <p:sp>
        <p:nvSpPr>
          <p:cNvPr id="2138" name="Google Shape;2138;p157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Finding the original amount after an increase</a:t>
            </a:r>
            <a:endParaRPr/>
          </a:p>
        </p:txBody>
      </p:sp>
      <p:pic>
        <p:nvPicPr>
          <p:cNvPr id="2139" name="Google Shape;2139;p1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725" y="301662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3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143" name="Shape 2143"/>
        <p:cNvGrpSpPr/>
        <p:nvPr/>
      </p:nvGrpSpPr>
      <p:grpSpPr>
        <a:xfrm>
          <a:off x="0" y="0"/>
          <a:ext cx="0" cy="0"/>
        </a:xfrm>
      </p:grpSpPr>
      <p:sp>
        <p:nvSpPr>
          <p:cNvPr id="2144" name="Google Shape;2144;p158"/>
          <p:cNvSpPr/>
          <p:nvPr/>
        </p:nvSpPr>
        <p:spPr>
          <a:xfrm>
            <a:off x="3286990" y="3156157"/>
            <a:ext cx="699900" cy="395100"/>
          </a:xfrm>
          <a:prstGeom prst="ellipse">
            <a:avLst/>
          </a:prstGeom>
          <a:noFill/>
          <a:ln w="38100" cap="flat" cmpd="sng">
            <a:solidFill>
              <a:schemeClr val="accent5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5" name="Google Shape;2145;p15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a multiplier</a:t>
            </a:r>
            <a:endParaRPr/>
          </a:p>
        </p:txBody>
      </p:sp>
      <p:sp>
        <p:nvSpPr>
          <p:cNvPr id="2146" name="Google Shape;2146;p158"/>
          <p:cNvSpPr txBox="1"/>
          <p:nvPr>
            <p:ph type="body" idx="1"/>
          </p:nvPr>
        </p:nvSpPr>
        <p:spPr>
          <a:xfrm>
            <a:off x="333875" y="748113"/>
            <a:ext cx="8237700" cy="1013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I think of a number and increase it by 15%.</a:t>
            </a:r>
            <a:endParaRPr sz="1800"/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My new number is 55.2</a:t>
            </a:r>
            <a:endParaRPr sz="1800"/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What was my original number?</a:t>
            </a:r>
            <a:endParaRPr sz="1800"/>
          </a:p>
        </p:txBody>
      </p:sp>
      <p:sp>
        <p:nvSpPr>
          <p:cNvPr id="2147" name="Google Shape;2147;p158"/>
          <p:cNvSpPr txBox="1"/>
          <p:nvPr>
            <p:ph type="body" idx="1"/>
          </p:nvPr>
        </p:nvSpPr>
        <p:spPr>
          <a:xfrm>
            <a:off x="324000" y="1895850"/>
            <a:ext cx="8496000" cy="107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My new number includes the original number (100%) and the increase (15%).</a:t>
            </a:r>
            <a:endParaRPr sz="1800"/>
          </a:p>
          <a:p>
            <a:pPr marL="0" lvl="0" indent="0" algn="l" rtl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800"/>
          </a:p>
          <a:p>
            <a:pPr marL="0" lvl="0" indent="0" algn="l" rtl="0">
              <a:lnSpc>
                <a:spcPct val="8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100% + 15% = 115%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48" name="Google Shape;2148;p158"/>
          <p:cNvSpPr txBox="1"/>
          <p:nvPr>
            <p:ph type="body" idx="1"/>
          </p:nvPr>
        </p:nvSpPr>
        <p:spPr>
          <a:xfrm>
            <a:off x="3171125" y="2419350"/>
            <a:ext cx="2563200" cy="32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115% of 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000"/>
              <a:t> = 55.2</a:t>
            </a:r>
            <a:endParaRPr sz="2000"/>
          </a:p>
        </p:txBody>
      </p:sp>
      <p:sp>
        <p:nvSpPr>
          <p:cNvPr id="2149" name="Google Shape;2149;p158"/>
          <p:cNvSpPr txBox="1"/>
          <p:nvPr/>
        </p:nvSpPr>
        <p:spPr>
          <a:xfrm>
            <a:off x="388225" y="3920325"/>
            <a:ext cx="22668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 was thinking of the number 48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50" name="Google Shape;2150;p158"/>
          <p:cNvSpPr txBox="1"/>
          <p:nvPr>
            <p:ph type="body" idx="1"/>
          </p:nvPr>
        </p:nvSpPr>
        <p:spPr>
          <a:xfrm>
            <a:off x="3461750" y="3675775"/>
            <a:ext cx="2563200" cy="32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1.15 × 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lang="en-GB" sz="2000"/>
              <a:t>= 55.2</a:t>
            </a:r>
            <a:endParaRPr sz="2000"/>
          </a:p>
        </p:txBody>
      </p:sp>
      <p:sp>
        <p:nvSpPr>
          <p:cNvPr id="2151" name="Google Shape;2151;p158"/>
          <p:cNvSpPr txBox="1"/>
          <p:nvPr>
            <p:ph type="body" idx="1"/>
          </p:nvPr>
        </p:nvSpPr>
        <p:spPr>
          <a:xfrm>
            <a:off x="3302358" y="3190575"/>
            <a:ext cx="2563200" cy="32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115% × 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000"/>
              <a:t> = 55.2</a:t>
            </a:r>
            <a:endParaRPr sz="2000"/>
          </a:p>
        </p:txBody>
      </p:sp>
      <p:sp>
        <p:nvSpPr>
          <p:cNvPr id="2152" name="Google Shape;2152;p158"/>
          <p:cNvSpPr/>
          <p:nvPr/>
        </p:nvSpPr>
        <p:spPr>
          <a:xfrm>
            <a:off x="3827475" y="2414000"/>
            <a:ext cx="361200" cy="320400"/>
          </a:xfrm>
          <a:prstGeom prst="ellipse">
            <a:avLst/>
          </a:prstGeom>
          <a:noFill/>
          <a:ln w="38100" cap="flat" cmpd="sng">
            <a:solidFill>
              <a:schemeClr val="accent5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153" name="Google Shape;2153;p158"/>
          <p:cNvGrpSpPr/>
          <p:nvPr/>
        </p:nvGrpSpPr>
        <p:grpSpPr>
          <a:xfrm>
            <a:off x="4068842" y="2660359"/>
            <a:ext cx="3047983" cy="662516"/>
            <a:chOff x="4145042" y="2888959"/>
            <a:chExt cx="3047983" cy="662516"/>
          </a:xfrm>
        </p:grpSpPr>
        <p:sp>
          <p:nvSpPr>
            <p:cNvPr id="2154" name="Google Shape;2154;p158"/>
            <p:cNvSpPr txBox="1"/>
            <p:nvPr/>
          </p:nvSpPr>
          <p:spPr>
            <a:xfrm>
              <a:off x="4713225" y="2997375"/>
              <a:ext cx="24798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‘of’ can be exchanged for multiplication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55" name="Google Shape;2155;p158"/>
            <p:cNvSpPr/>
            <p:nvPr/>
          </p:nvSpPr>
          <p:spPr>
            <a:xfrm rot="-8822636">
              <a:off x="4172966" y="2996768"/>
              <a:ext cx="467651" cy="240981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56" name="Google Shape;2156;p158"/>
          <p:cNvGrpSpPr/>
          <p:nvPr/>
        </p:nvGrpSpPr>
        <p:grpSpPr>
          <a:xfrm>
            <a:off x="3764042" y="3450698"/>
            <a:ext cx="4081783" cy="662527"/>
            <a:chOff x="4145042" y="2888959"/>
            <a:chExt cx="4081783" cy="662527"/>
          </a:xfrm>
        </p:grpSpPr>
        <p:sp>
          <p:nvSpPr>
            <p:cNvPr id="2157" name="Google Shape;2157;p158"/>
            <p:cNvSpPr txBox="1"/>
            <p:nvPr/>
          </p:nvSpPr>
          <p:spPr>
            <a:xfrm>
              <a:off x="4713225" y="2997386"/>
              <a:ext cx="35136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Without a calculator you can convert to a decimal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58" name="Google Shape;2158;p158"/>
            <p:cNvSpPr/>
            <p:nvPr/>
          </p:nvSpPr>
          <p:spPr>
            <a:xfrm rot="-8822636">
              <a:off x="4172966" y="2996768"/>
              <a:ext cx="467651" cy="240981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159" name="Google Shape;2159;p158"/>
          <p:cNvSpPr txBox="1"/>
          <p:nvPr>
            <p:ph type="body" idx="1"/>
          </p:nvPr>
        </p:nvSpPr>
        <p:spPr>
          <a:xfrm>
            <a:off x="4208475" y="4118462"/>
            <a:ext cx="2563200" cy="75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000"/>
              <a:t> = 55.2 ÷ 1.15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000"/>
              <a:t> = 48</a:t>
            </a:r>
            <a:endParaRPr sz="20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163" name="Shape 2163"/>
        <p:cNvGrpSpPr/>
        <p:nvPr/>
      </p:nvGrpSpPr>
      <p:grpSpPr>
        <a:xfrm>
          <a:off x="0" y="0"/>
          <a:ext cx="0" cy="0"/>
        </a:xfrm>
      </p:grpSpPr>
      <p:sp>
        <p:nvSpPr>
          <p:cNvPr id="2164" name="Google Shape;2164;p15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a multiplier</a:t>
            </a:r>
            <a:endParaRPr/>
          </a:p>
        </p:txBody>
      </p:sp>
      <p:sp>
        <p:nvSpPr>
          <p:cNvPr id="2165" name="Google Shape;2165;p159"/>
          <p:cNvSpPr txBox="1"/>
          <p:nvPr>
            <p:ph type="subTitle" idx="1"/>
          </p:nvPr>
        </p:nvSpPr>
        <p:spPr>
          <a:xfrm>
            <a:off x="337825" y="810000"/>
            <a:ext cx="3615600" cy="117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 special offer bag of sweets has a mass of 336 grams.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What is the mass of the bag usually?</a:t>
            </a:r>
            <a:endParaRPr/>
          </a:p>
        </p:txBody>
      </p:sp>
      <p:sp>
        <p:nvSpPr>
          <p:cNvPr id="2166" name="Google Shape;2166;p159"/>
          <p:cNvSpPr txBox="1"/>
          <p:nvPr>
            <p:ph type="body" idx="4294967295"/>
          </p:nvPr>
        </p:nvSpPr>
        <p:spPr>
          <a:xfrm>
            <a:off x="427925" y="2509725"/>
            <a:ext cx="3227700" cy="181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120% of 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-GB" sz="2000"/>
              <a:t> = 336 g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000"/>
              <a:t>1.2 × 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-GB" sz="2000"/>
              <a:t> = 336 g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-GB" sz="2000"/>
              <a:t> = 336 ÷ 1.2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-GB" sz="2000"/>
              <a:t> = 280 g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The bag is usually 280 g.</a:t>
            </a:r>
            <a:endParaRPr sz="2000"/>
          </a:p>
        </p:txBody>
      </p:sp>
      <p:sp>
        <p:nvSpPr>
          <p:cNvPr id="2167" name="Google Shape;2167;p159"/>
          <p:cNvSpPr/>
          <p:nvPr/>
        </p:nvSpPr>
        <p:spPr>
          <a:xfrm>
            <a:off x="3707044" y="680650"/>
            <a:ext cx="1725300" cy="1699800"/>
          </a:xfrm>
          <a:prstGeom prst="star32">
            <a:avLst>
              <a:gd name="adj" fmla="val 37500"/>
            </a:avLst>
          </a:prstGeom>
          <a:solidFill>
            <a:srgbClr val="FFFFFF"/>
          </a:solidFill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Special Offer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20 % extra free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171" name="Shape 2171"/>
        <p:cNvGrpSpPr/>
        <p:nvPr/>
      </p:nvGrpSpPr>
      <p:grpSpPr>
        <a:xfrm>
          <a:off x="0" y="0"/>
          <a:ext cx="0" cy="0"/>
        </a:xfrm>
      </p:grpSpPr>
      <p:sp>
        <p:nvSpPr>
          <p:cNvPr id="2172" name="Google Shape;2172;p16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a multiplier</a:t>
            </a:r>
            <a:endParaRPr/>
          </a:p>
        </p:txBody>
      </p:sp>
      <p:sp>
        <p:nvSpPr>
          <p:cNvPr id="2173" name="Google Shape;2173;p160"/>
          <p:cNvSpPr txBox="1"/>
          <p:nvPr>
            <p:ph type="subTitle" idx="1"/>
          </p:nvPr>
        </p:nvSpPr>
        <p:spPr>
          <a:xfrm>
            <a:off x="5455663" y="810000"/>
            <a:ext cx="3615600" cy="117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A special offer bag of sweets has a mass of 210 grams.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What is the mass of the bag usually?</a:t>
            </a:r>
            <a:endParaRPr/>
          </a:p>
        </p:txBody>
      </p:sp>
      <p:sp>
        <p:nvSpPr>
          <p:cNvPr id="2174" name="Google Shape;2174;p160"/>
          <p:cNvSpPr/>
          <p:nvPr/>
        </p:nvSpPr>
        <p:spPr>
          <a:xfrm>
            <a:off x="3707044" y="680650"/>
            <a:ext cx="1725300" cy="1699800"/>
          </a:xfrm>
          <a:prstGeom prst="star32">
            <a:avLst>
              <a:gd name="adj" fmla="val 37500"/>
            </a:avLst>
          </a:prstGeom>
          <a:solidFill>
            <a:srgbClr val="FFFFFF"/>
          </a:solidFill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Special Offer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20 % extra free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5" name="Google Shape;2175;p160"/>
          <p:cNvSpPr txBox="1"/>
          <p:nvPr>
            <p:ph type="body" idx="4294967295"/>
          </p:nvPr>
        </p:nvSpPr>
        <p:spPr>
          <a:xfrm>
            <a:off x="5469575" y="2509725"/>
            <a:ext cx="3069300" cy="181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120% of </a:t>
            </a:r>
            <a:r>
              <a:rPr lang="en-GB" i="1">
                <a:latin typeface="Kalam"/>
                <a:ea typeface="Kalam"/>
                <a:cs typeface="Kalam"/>
                <a:sym typeface="Kalam"/>
              </a:rPr>
              <a:t>w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= 210 g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1.2 × </a:t>
            </a:r>
            <a:r>
              <a:rPr lang="en-GB" i="1">
                <a:latin typeface="Kalam"/>
                <a:ea typeface="Kalam"/>
                <a:cs typeface="Kalam"/>
                <a:sym typeface="Kalam"/>
              </a:rPr>
              <a:t>w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= 210 g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i="1">
                <a:latin typeface="Kalam"/>
                <a:ea typeface="Kalam"/>
                <a:cs typeface="Kalam"/>
                <a:sym typeface="Kalam"/>
              </a:rPr>
              <a:t>w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= 210 ÷ 1.2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i="1">
                <a:latin typeface="Kalam"/>
                <a:ea typeface="Kalam"/>
                <a:cs typeface="Kalam"/>
                <a:sym typeface="Kalam"/>
              </a:rPr>
              <a:t>w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= 175 g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The bag is usually 175 g.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76" name="Google Shape;2176;p160"/>
          <p:cNvSpPr txBox="1"/>
          <p:nvPr>
            <p:ph type="subTitle" idx="1"/>
          </p:nvPr>
        </p:nvSpPr>
        <p:spPr>
          <a:xfrm>
            <a:off x="337825" y="810000"/>
            <a:ext cx="3615600" cy="117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 special offer bag of sweets has a mass of 336 grams.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What is the mass of the bag usually?</a:t>
            </a:r>
            <a:endParaRPr/>
          </a:p>
        </p:txBody>
      </p:sp>
      <p:sp>
        <p:nvSpPr>
          <p:cNvPr id="2177" name="Google Shape;2177;p160"/>
          <p:cNvSpPr txBox="1"/>
          <p:nvPr>
            <p:ph type="body" idx="4294967295"/>
          </p:nvPr>
        </p:nvSpPr>
        <p:spPr>
          <a:xfrm>
            <a:off x="427925" y="2509725"/>
            <a:ext cx="3227700" cy="181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120% of 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-GB" sz="2000"/>
              <a:t> = 336 g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000"/>
              <a:t>1.2 × 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-GB" sz="2000"/>
              <a:t> = 336 g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-GB" sz="2000"/>
              <a:t> = 336 ÷ 1.2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-GB" sz="2000"/>
              <a:t> = 280 g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The bag is usually 280 g.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20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181" name="Shape 2181"/>
        <p:cNvGrpSpPr/>
        <p:nvPr/>
      </p:nvGrpSpPr>
      <p:grpSpPr>
        <a:xfrm>
          <a:off x="0" y="0"/>
          <a:ext cx="0" cy="0"/>
        </a:xfrm>
      </p:grpSpPr>
      <p:sp>
        <p:nvSpPr>
          <p:cNvPr id="2182" name="Google Shape;2182;p161"/>
          <p:cNvSpPr txBox="1"/>
          <p:nvPr>
            <p:ph type="subTitle" idx="2"/>
          </p:nvPr>
        </p:nvSpPr>
        <p:spPr>
          <a:xfrm>
            <a:off x="1570025" y="162728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Using a multiplier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800"/>
          </a:p>
        </p:txBody>
      </p:sp>
      <p:graphicFrame>
        <p:nvGraphicFramePr>
          <p:cNvPr id="2183" name="Google Shape;2183;p161"/>
          <p:cNvGraphicFramePr>
            <a:graphicFrameLocks noGrp="1"/>
          </p:cNvGraphicFramePr>
          <p:nvPr/>
        </p:nvGraphicFramePr>
        <p:xfrm>
          <a:off x="603450" y="17698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{3508DF4B-C23B-466D-B6B9-7D6FEEDCB25B}</a:tableStyleId>
              </a:tblPr>
              <a:tblGrid>
                <a:gridCol w="245400"/>
                <a:gridCol w="2381625"/>
                <a:gridCol w="2098225"/>
              </a:tblGrid>
              <a:tr h="3050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Percentage Increase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New Amount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50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357.5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50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50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493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50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412.16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50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522.24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50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80%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50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12.5%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391.5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50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3.6%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326.34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50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i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184" name="Google Shape;2184;p161"/>
          <p:cNvGraphicFramePr>
            <a:graphicFrameLocks noGrp="1"/>
          </p:cNvGraphicFramePr>
          <p:nvPr/>
        </p:nvGraphicFramePr>
        <p:xfrm>
          <a:off x="5535900" y="2249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{3508DF4B-C23B-466D-B6B9-7D6FEEDCB25B}</a:tableStyleId>
              </a:tblPr>
              <a:tblGrid>
                <a:gridCol w="1018500"/>
                <a:gridCol w="1018500"/>
                <a:gridCol w="101850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320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384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340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315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325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368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330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348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185" name="Google Shape;2185;p161"/>
          <p:cNvSpPr txBox="1"/>
          <p:nvPr>
            <p:ph type="body" idx="1"/>
          </p:nvPr>
        </p:nvSpPr>
        <p:spPr>
          <a:xfrm>
            <a:off x="324000" y="683100"/>
            <a:ext cx="8237700" cy="93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AutoNum type="arabicParenR"/>
            </a:pPr>
            <a:r>
              <a:rPr lang="en-GB" sz="1800"/>
              <a:t>Given the new amount and percentage increase, find the original amount. All of the answers are in the grid except for one. </a:t>
            </a:r>
            <a:endParaRPr sz="1800"/>
          </a:p>
          <a:p>
            <a:pPr marL="0" lvl="0" indent="45720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For i) Write a percentage question that gives this answer.</a:t>
            </a:r>
            <a:endParaRPr sz="1800"/>
          </a:p>
        </p:txBody>
      </p:sp>
    </p:spTree>
  </p:cSld>
  <p:clrMapOvr>
    <a:masterClrMapping/>
  </p:clrMapOvr>
  <p:transition/>
  <p:timing/>
</p:sld>
</file>

<file path=ppt/slides/slide3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189" name="Shape 2189"/>
        <p:cNvGrpSpPr/>
        <p:nvPr/>
      </p:nvGrpSpPr>
      <p:grpSpPr>
        <a:xfrm>
          <a:off x="0" y="0"/>
          <a:ext cx="0" cy="0"/>
        </a:xfrm>
      </p:grpSpPr>
      <p:sp>
        <p:nvSpPr>
          <p:cNvPr id="2190" name="Google Shape;2190;p162"/>
          <p:cNvSpPr txBox="1"/>
          <p:nvPr>
            <p:ph type="body" idx="1"/>
          </p:nvPr>
        </p:nvSpPr>
        <p:spPr>
          <a:xfrm>
            <a:off x="333251" y="8355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2)    Complete this statement in several different ways.</a:t>
            </a:r>
            <a:endParaRPr sz="1800"/>
          </a:p>
          <a:p>
            <a:pPr marL="457200" lvl="0" indent="-342900" algn="l" rtl="0">
              <a:spcBef>
                <a:spcPts val="1000"/>
              </a:spcBef>
              <a:spcAft>
                <a:spcPct val="0"/>
              </a:spcAft>
              <a:buSzPts val="1800"/>
              <a:buAutoNum type="alphaLcParenR"/>
            </a:pPr>
            <a:r>
              <a:rPr lang="en-GB" sz="1800"/>
              <a:t>Increase £</a:t>
            </a:r>
            <a:r>
              <a:rPr lang="en-GB" sz="1800" u="sng"/>
              <a:t>         </a:t>
            </a:r>
            <a:r>
              <a:rPr lang="en-GB" sz="1800"/>
              <a:t> by </a:t>
            </a:r>
            <a:r>
              <a:rPr lang="en-GB" sz="1800" u="sng"/>
              <a:t>         </a:t>
            </a:r>
            <a:r>
              <a:rPr lang="en-GB" sz="1800"/>
              <a:t>%  = £80</a:t>
            </a:r>
            <a:br>
              <a:rPr lang="en-GB" sz="1800"/>
            </a:br>
            <a:br>
              <a:rPr lang="en-GB" sz="1800"/>
            </a:br>
            <a:br>
              <a:rPr lang="en-GB" sz="1800"/>
            </a:br>
            <a:endParaRPr sz="1800"/>
          </a:p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AutoNum type="alphaLcParenR"/>
            </a:pPr>
            <a:r>
              <a:rPr lang="en-GB" sz="1800"/>
              <a:t>Increase £</a:t>
            </a:r>
            <a:r>
              <a:rPr lang="en-GB" sz="1800" u="sng"/>
              <a:t>         </a:t>
            </a:r>
            <a:r>
              <a:rPr lang="en-GB" sz="1800"/>
              <a:t> by </a:t>
            </a:r>
            <a:r>
              <a:rPr lang="en-GB" sz="1800" u="sng"/>
              <a:t>         </a:t>
            </a:r>
            <a:r>
              <a:rPr lang="en-GB" sz="1800"/>
              <a:t>%  = £250</a:t>
            </a:r>
            <a:endParaRPr sz="1800"/>
          </a:p>
        </p:txBody>
      </p:sp>
      <p:sp>
        <p:nvSpPr>
          <p:cNvPr id="2191" name="Google Shape;2191;p162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a multiplier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>
</file>

<file path=ppt/slides/slide3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195" name="Shape 2195"/>
        <p:cNvGrpSpPr/>
        <p:nvPr/>
      </p:nvGrpSpPr>
      <p:grpSpPr>
        <a:xfrm>
          <a:off x="0" y="0"/>
          <a:ext cx="0" cy="0"/>
        </a:xfrm>
      </p:grpSpPr>
      <p:sp>
        <p:nvSpPr>
          <p:cNvPr id="2196" name="Google Shape;2196;p163"/>
          <p:cNvSpPr txBox="1"/>
          <p:nvPr>
            <p:ph type="body" idx="1"/>
          </p:nvPr>
        </p:nvSpPr>
        <p:spPr>
          <a:xfrm>
            <a:off x="324000" y="8355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3)    Try to use the multiplier method to answer the following:</a:t>
            </a:r>
            <a:endParaRPr sz="1800"/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SzPts val="1800"/>
              <a:buAutoNum type="alphaLcParenR"/>
            </a:pPr>
            <a:r>
              <a:rPr lang="en-GB" sz="1800"/>
              <a:t>A social media manager earns £34 980 a year. </a:t>
            </a:r>
            <a:br>
              <a:rPr lang="en-GB" sz="1800"/>
            </a:br>
            <a:r>
              <a:rPr lang="en-GB" sz="1800"/>
              <a:t>This includes a pay rise of 6%.</a:t>
            </a:r>
            <a:br>
              <a:rPr lang="en-GB" sz="1800"/>
            </a:br>
            <a:r>
              <a:rPr lang="en-GB" sz="1800"/>
              <a:t>What was their wage before the pay rise?</a:t>
            </a:r>
            <a:br>
              <a:rPr lang="en-GB" sz="1800"/>
            </a:br>
            <a:br>
              <a:rPr lang="en-GB" sz="1800"/>
            </a:br>
            <a:br>
              <a:rPr lang="en-GB" sz="1800"/>
            </a:br>
            <a:endParaRPr sz="1800"/>
          </a:p>
          <a:p>
            <a:pPr marL="45720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1800"/>
              <a:buAutoNum type="alphaLcParenR"/>
            </a:pPr>
            <a:r>
              <a:rPr lang="en-GB" sz="1800"/>
              <a:t>The cost of a concert ticket is £89.60 </a:t>
            </a:r>
            <a:br>
              <a:rPr lang="en-GB" sz="1800"/>
            </a:br>
            <a:r>
              <a:rPr lang="en-GB" sz="1800"/>
              <a:t>This includes an increase of 28% on the previous year.</a:t>
            </a:r>
            <a:br>
              <a:rPr lang="en-GB" sz="1800"/>
            </a:br>
            <a:r>
              <a:rPr lang="en-GB" sz="1800"/>
              <a:t>What was the cost of the ticket last year?</a:t>
            </a:r>
            <a:endParaRPr sz="1800"/>
          </a:p>
          <a:p>
            <a:pPr marL="0" lvl="0" indent="0" algn="l" rtl="0">
              <a:lnSpc>
                <a:spcPct val="80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97" name="Google Shape;2197;p163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Using a multiplier</a:t>
            </a:r>
            <a:endParaRPr/>
          </a:p>
        </p:txBody>
      </p:sp>
    </p:spTree>
  </p:cSld>
  <p:clrMapOvr>
    <a:masterClrMapping/>
  </p:clrMapOvr>
  <p:transition/>
  <p:timing/>
</p:sld>
</file>

<file path=ppt/slides/slide4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201" name="Shape 2201"/>
        <p:cNvGrpSpPr/>
        <p:nvPr/>
      </p:nvGrpSpPr>
      <p:grpSpPr>
        <a:xfrm>
          <a:off x="0" y="0"/>
          <a:ext cx="0" cy="0"/>
        </a:xfrm>
      </p:grpSpPr>
      <p:sp>
        <p:nvSpPr>
          <p:cNvPr id="2202" name="Google Shape;2202;p164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a multiplier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  <p:graphicFrame>
        <p:nvGraphicFramePr>
          <p:cNvPr id="2203" name="Google Shape;2203;p164"/>
          <p:cNvGraphicFramePr>
            <a:graphicFrameLocks noGrp="1"/>
          </p:cNvGraphicFramePr>
          <p:nvPr/>
        </p:nvGraphicFramePr>
        <p:xfrm>
          <a:off x="5535900" y="2249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{3508DF4B-C23B-466D-B6B9-7D6FEEDCB25B}</a:tableStyleId>
              </a:tblPr>
              <a:tblGrid>
                <a:gridCol w="1018500"/>
                <a:gridCol w="1018500"/>
                <a:gridCol w="101850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320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7B7D">
                        <a:alpha val="69620"/>
                      </a:srgb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384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7B7D">
                        <a:alpha val="69620"/>
                      </a:srgb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340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7B7D">
                        <a:alpha val="69620"/>
                      </a:srgbClr>
                    </a:solidFill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315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7B7D">
                        <a:alpha val="69620"/>
                      </a:srgb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325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7B7D">
                        <a:alpha val="69620"/>
                      </a:srgb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7B7D">
                        <a:alpha val="69620"/>
                      </a:srgbClr>
                    </a:solidFill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368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7B7D">
                        <a:alpha val="69620"/>
                      </a:srgb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330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348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7B7D">
                        <a:alpha val="6962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204" name="Google Shape;2204;p164"/>
          <p:cNvSpPr txBox="1"/>
          <p:nvPr/>
        </p:nvSpPr>
        <p:spPr>
          <a:xfrm>
            <a:off x="6575654" y="2802482"/>
            <a:ext cx="204300" cy="277200"/>
          </a:xfrm>
          <a:prstGeom prst="rect">
            <a:avLst/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5" name="Google Shape;2205;p164"/>
          <p:cNvSpPr txBox="1"/>
          <p:nvPr/>
        </p:nvSpPr>
        <p:spPr>
          <a:xfrm>
            <a:off x="5563006" y="2271215"/>
            <a:ext cx="204300" cy="277200"/>
          </a:xfrm>
          <a:prstGeom prst="rect">
            <a:avLst/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6" name="Google Shape;2206;p164"/>
          <p:cNvSpPr txBox="1"/>
          <p:nvPr/>
        </p:nvSpPr>
        <p:spPr>
          <a:xfrm>
            <a:off x="7594163" y="2271215"/>
            <a:ext cx="204300" cy="277200"/>
          </a:xfrm>
          <a:prstGeom prst="rect">
            <a:avLst/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7" name="Google Shape;2207;p164"/>
          <p:cNvSpPr txBox="1"/>
          <p:nvPr/>
        </p:nvSpPr>
        <p:spPr>
          <a:xfrm>
            <a:off x="5563006" y="3312500"/>
            <a:ext cx="204300" cy="277200"/>
          </a:xfrm>
          <a:prstGeom prst="rect">
            <a:avLst/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8" name="Google Shape;2208;p164"/>
          <p:cNvSpPr txBox="1"/>
          <p:nvPr/>
        </p:nvSpPr>
        <p:spPr>
          <a:xfrm>
            <a:off x="6575654" y="2271215"/>
            <a:ext cx="204300" cy="277200"/>
          </a:xfrm>
          <a:prstGeom prst="rect">
            <a:avLst/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9" name="Google Shape;2209;p164"/>
          <p:cNvSpPr txBox="1"/>
          <p:nvPr/>
        </p:nvSpPr>
        <p:spPr>
          <a:xfrm>
            <a:off x="7594163" y="2802482"/>
            <a:ext cx="204300" cy="277200"/>
          </a:xfrm>
          <a:prstGeom prst="rect">
            <a:avLst/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0" name="Google Shape;2210;p164"/>
          <p:cNvSpPr txBox="1"/>
          <p:nvPr/>
        </p:nvSpPr>
        <p:spPr>
          <a:xfrm>
            <a:off x="7594163" y="3312503"/>
            <a:ext cx="204300" cy="277200"/>
          </a:xfrm>
          <a:prstGeom prst="rect">
            <a:avLst/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1" name="Google Shape;2211;p164"/>
          <p:cNvSpPr txBox="1"/>
          <p:nvPr/>
        </p:nvSpPr>
        <p:spPr>
          <a:xfrm>
            <a:off x="5563006" y="2802482"/>
            <a:ext cx="204300" cy="277200"/>
          </a:xfrm>
          <a:prstGeom prst="rect">
            <a:avLst/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212" name="Google Shape;2212;p164"/>
          <p:cNvGraphicFramePr>
            <a:graphicFrameLocks noGrp="1"/>
          </p:cNvGraphicFramePr>
          <p:nvPr/>
        </p:nvGraphicFramePr>
        <p:xfrm>
          <a:off x="603450" y="17698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{3508DF4B-C23B-466D-B6B9-7D6FEEDCB25B}</a:tableStyleId>
              </a:tblPr>
              <a:tblGrid>
                <a:gridCol w="245400"/>
                <a:gridCol w="2381625"/>
                <a:gridCol w="2098225"/>
              </a:tblGrid>
              <a:tr h="3050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Percentage Increase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New Amount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50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357.5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50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50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493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50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412.16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50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522.24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50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80%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50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12.5%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391.5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50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3.6%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326.34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50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i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E.g. 35%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445.5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213" name="Google Shape;2213;p164"/>
          <p:cNvSpPr txBox="1"/>
          <p:nvPr>
            <p:ph type="body" idx="1"/>
          </p:nvPr>
        </p:nvSpPr>
        <p:spPr>
          <a:xfrm>
            <a:off x="324000" y="683100"/>
            <a:ext cx="8237700" cy="93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AutoNum type="arabicParenR"/>
            </a:pPr>
            <a:r>
              <a:rPr lang="en-GB" sz="1800"/>
              <a:t>Given the new amount and percentage increase, find the original amount. All of the answers are in the grid except for one. </a:t>
            </a:r>
            <a:endParaRPr sz="1800"/>
          </a:p>
          <a:p>
            <a:pPr marL="0" lvl="0" indent="45720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For i) Write a percentage question that gives this answer.</a:t>
            </a:r>
            <a:endParaRPr sz="1800"/>
          </a:p>
        </p:txBody>
      </p:sp>
    </p:spTree>
  </p:cSld>
  <p:clrMapOvr>
    <a:masterClrMapping/>
  </p:clrMapOvr>
  <p:transition/>
  <p:timing/>
</p:sld>
</file>

<file path=ppt/slides/slide4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217" name="Shape 2217"/>
        <p:cNvGrpSpPr/>
        <p:nvPr/>
      </p:nvGrpSpPr>
      <p:grpSpPr>
        <a:xfrm>
          <a:off x="0" y="0"/>
          <a:ext cx="0" cy="0"/>
        </a:xfrm>
      </p:grpSpPr>
      <p:sp>
        <p:nvSpPr>
          <p:cNvPr id="2218" name="Google Shape;2218;p165"/>
          <p:cNvSpPr txBox="1"/>
          <p:nvPr>
            <p:ph type="body" idx="1"/>
          </p:nvPr>
        </p:nvSpPr>
        <p:spPr>
          <a:xfrm>
            <a:off x="324000" y="8355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2)    Complete this statement in several different ways.</a:t>
            </a:r>
            <a:endParaRPr sz="1800"/>
          </a:p>
          <a:p>
            <a:pPr marL="457200" lvl="0" indent="-342900" algn="l" rtl="0">
              <a:spcBef>
                <a:spcPts val="1000"/>
              </a:spcBef>
              <a:spcAft>
                <a:spcPct val="0"/>
              </a:spcAft>
              <a:buSzPts val="1800"/>
              <a:buAutoNum type="alphaLcParenR"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E.g.	</a:t>
            </a:r>
            <a:r>
              <a:rPr lang="en-GB" sz="1800"/>
              <a:t>Increase £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50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800"/>
              <a:t>by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60</a:t>
            </a:r>
            <a:r>
              <a:rPr lang="en-GB" sz="1800"/>
              <a:t>%  = £80</a:t>
            </a:r>
            <a:br>
              <a:rPr lang="en-GB" sz="1800"/>
            </a:br>
            <a:r>
              <a:rPr lang="en-GB" sz="1800"/>
              <a:t>Increase £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40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800"/>
              <a:t>by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100</a:t>
            </a:r>
            <a:r>
              <a:rPr lang="en-GB" sz="1800"/>
              <a:t>%  = £80</a:t>
            </a:r>
            <a:br>
              <a:rPr lang="en-GB" sz="1800"/>
            </a:br>
            <a:r>
              <a:rPr lang="en-GB" sz="1800"/>
              <a:t>Increase £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10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800"/>
              <a:t>by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700</a:t>
            </a:r>
            <a:r>
              <a:rPr lang="en-GB" sz="1800"/>
              <a:t>%  = £80</a:t>
            </a:r>
            <a:br>
              <a:rPr lang="en-GB" sz="1800"/>
            </a:br>
            <a:br>
              <a:rPr lang="en-GB" sz="1800"/>
            </a:br>
            <a:endParaRPr sz="1800"/>
          </a:p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AutoNum type="alphaLcParenR"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E.g.</a:t>
            </a:r>
            <a:r>
              <a:rPr lang="en-GB" sz="1800"/>
              <a:t>	Increase £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200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800"/>
              <a:t>by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25</a:t>
            </a:r>
            <a:r>
              <a:rPr lang="en-GB" sz="1800"/>
              <a:t>%  = £250</a:t>
            </a:r>
            <a:endParaRPr sz="1800"/>
          </a:p>
          <a:p>
            <a:pPr marL="457200" lvl="0" indent="45720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Increase £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160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800"/>
              <a:t>by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56.25</a:t>
            </a:r>
            <a:r>
              <a:rPr lang="en-GB" sz="1800"/>
              <a:t>%  = £250</a:t>
            </a:r>
            <a:endParaRPr sz="1800"/>
          </a:p>
          <a:p>
            <a:pPr marL="457200" lvl="0" indent="45720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Increase £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50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800"/>
              <a:t>by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400</a:t>
            </a:r>
            <a:r>
              <a:rPr lang="en-GB" sz="1800"/>
              <a:t>%  = £250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/>
          </a:p>
        </p:txBody>
      </p:sp>
      <p:sp>
        <p:nvSpPr>
          <p:cNvPr id="2219" name="Google Shape;2219;p165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a multiplier</a:t>
            </a:r>
            <a:endParaRPr/>
          </a:p>
        </p:txBody>
      </p:sp>
    </p:spTree>
  </p:cSld>
  <p:clrMapOvr>
    <a:masterClrMapping/>
  </p:clrMapOvr>
  <p:transition/>
  <p:timing/>
</p:sld>
</file>

<file path=ppt/slides/slide4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223" name="Shape 2223"/>
        <p:cNvGrpSpPr/>
        <p:nvPr/>
      </p:nvGrpSpPr>
      <p:grpSpPr>
        <a:xfrm>
          <a:off x="0" y="0"/>
          <a:ext cx="0" cy="0"/>
        </a:xfrm>
      </p:grpSpPr>
      <p:sp>
        <p:nvSpPr>
          <p:cNvPr id="2224" name="Google Shape;2224;p166"/>
          <p:cNvSpPr txBox="1"/>
          <p:nvPr>
            <p:ph type="body" idx="1"/>
          </p:nvPr>
        </p:nvSpPr>
        <p:spPr>
          <a:xfrm>
            <a:off x="324000" y="835500"/>
            <a:ext cx="84960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3)    Try to use the multiplier method to answer the following:</a:t>
            </a:r>
            <a:endParaRPr sz="1800"/>
          </a:p>
          <a:p>
            <a:pPr marL="457200" lvl="0" indent="-342900" algn="l" rtl="0">
              <a:lnSpc>
                <a:spcPct val="80000"/>
              </a:lnSpc>
              <a:spcBef>
                <a:spcPts val="1000"/>
              </a:spcBef>
              <a:spcAft>
                <a:spcPct val="0"/>
              </a:spcAft>
              <a:buSzPts val="1800"/>
              <a:buAutoNum type="alphaLcParenR"/>
            </a:pPr>
            <a:r>
              <a:rPr lang="en-GB" sz="1800"/>
              <a:t>A social media manager earns £34 980 a year. </a:t>
            </a:r>
            <a:br>
              <a:rPr lang="en-GB" sz="1800"/>
            </a:br>
            <a:r>
              <a:rPr lang="en-GB" sz="1800"/>
              <a:t>This includes a pay rise of 6%.</a:t>
            </a:r>
            <a:br>
              <a:rPr lang="en-GB" sz="1800"/>
            </a:br>
            <a:r>
              <a:rPr lang="en-GB" sz="1800"/>
              <a:t>What was their wage before the pay rise?</a:t>
            </a:r>
            <a:br>
              <a:rPr lang="en-GB" sz="1800"/>
            </a:br>
            <a:br>
              <a:rPr lang="en-GB" sz="1800"/>
            </a:br>
            <a:r>
              <a:rPr lang="en-GB" sz="2000">
                <a:latin typeface="Kalam"/>
                <a:ea typeface="Kalam"/>
                <a:cs typeface="Kalam"/>
                <a:sym typeface="Kalam"/>
              </a:rPr>
              <a:t>Their new wage includes the original wage (100%) and the pay rise (6%).</a:t>
            </a:r>
            <a:br>
              <a:rPr lang="en-GB" sz="2000">
                <a:latin typeface="Kalam"/>
                <a:ea typeface="Kalam"/>
                <a:cs typeface="Kalam"/>
                <a:sym typeface="Kalam"/>
              </a:rPr>
            </a:br>
            <a:r>
              <a:rPr lang="en-GB" sz="2000">
                <a:latin typeface="Kalam"/>
                <a:ea typeface="Kalam"/>
                <a:cs typeface="Kalam"/>
                <a:sym typeface="Kalam"/>
              </a:rPr>
              <a:t>original wage = £34 980 ÷ 1.06 = £33 000</a:t>
            </a:r>
            <a:br>
              <a:rPr lang="en-GB" sz="1800">
                <a:latin typeface="Kalam"/>
                <a:ea typeface="Kalam"/>
                <a:cs typeface="Kalam"/>
                <a:sym typeface="Kalam"/>
              </a:rPr>
            </a:b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marL="457200" lvl="0" indent="-34290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AutoNum type="alphaLcParenR"/>
            </a:pPr>
            <a:r>
              <a:rPr lang="en-GB" sz="1800"/>
              <a:t>The cost of a concert ticket is £89.60 </a:t>
            </a:r>
            <a:endParaRPr sz="1800"/>
          </a:p>
          <a:p>
            <a:pPr marL="45720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This includes an increase of 28% on the previous year.</a:t>
            </a:r>
            <a:endParaRPr sz="1800"/>
          </a:p>
          <a:p>
            <a:pPr marL="45720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What was the cost of the ticket last year?</a:t>
            </a:r>
            <a:br>
              <a:rPr lang="en-GB" sz="1800"/>
            </a:br>
            <a:r>
              <a:rPr lang="en-GB" sz="2000">
                <a:latin typeface="Kalam"/>
                <a:ea typeface="Kalam"/>
                <a:cs typeface="Kalam"/>
                <a:sym typeface="Kalam"/>
              </a:rPr>
              <a:t>Their new ticket includes the original cost (100%) and the increase (28%)</a:t>
            </a:r>
            <a:br>
              <a:rPr lang="en-GB" sz="2000">
                <a:latin typeface="Kalam"/>
                <a:ea typeface="Kalam"/>
                <a:cs typeface="Kalam"/>
                <a:sym typeface="Kalam"/>
              </a:rPr>
            </a:br>
            <a:r>
              <a:rPr lang="en-GB" sz="2000">
                <a:latin typeface="Kalam"/>
                <a:ea typeface="Kalam"/>
                <a:cs typeface="Kalam"/>
                <a:sym typeface="Kalam"/>
              </a:rPr>
              <a:t>original cost = £89.60 ÷ 1.28 = £70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25" name="Google Shape;2225;p166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Using a multiplier</a:t>
            </a:r>
            <a:endParaRPr/>
          </a:p>
        </p:txBody>
      </p:sp>
    </p:spTree>
  </p:cSld>
  <p:clrMapOvr>
    <a:masterClrMapping/>
  </p:clrMapOvr>
  <p:transition/>
  <p:timing/>
</p:sld>
</file>

<file path=ppt/slides/slide4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229" name="Shape 2229"/>
        <p:cNvGrpSpPr/>
        <p:nvPr/>
      </p:nvGrpSpPr>
      <p:grpSpPr>
        <a:xfrm>
          <a:off x="0" y="0"/>
          <a:ext cx="0" cy="0"/>
        </a:xfrm>
      </p:grpSpPr>
      <p:sp>
        <p:nvSpPr>
          <p:cNvPr id="2230" name="Google Shape;2230;p167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Bar models, double number lines, ratio tables and multipliers can be used to find the original amount.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‘Of’ can often be exchanged for multiplication in maths problems.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Keywords such as profit, extra and interest indicate an increase.</a:t>
            </a:r>
            <a:endParaRPr/>
          </a:p>
        </p:txBody>
      </p:sp>
      <p:sp>
        <p:nvSpPr>
          <p:cNvPr id="2231" name="Google Shape;2231;p16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Finding the original amount after an increase</a:t>
            </a:r>
            <a:endParaRPr sz="1800"/>
          </a:p>
        </p:txBody>
      </p:sp>
    </p:spTree>
  </p:cSld>
  <p:clrMapOvr>
    <a:masterClrMapping/>
  </p:clrMapOvr>
  <p:transition/>
  <p:timing/>
</p:sld>
</file>

<file path=ppt/slides/slide4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235" name="Shape 2235"/>
        <p:cNvGrpSpPr/>
        <p:nvPr/>
      </p:nvGrpSpPr>
      <p:grpSpPr>
        <a:xfrm>
          <a:off x="0" y="0"/>
          <a:ext cx="0" cy="0"/>
        </a:xfrm>
      </p:grpSpPr>
      <p:sp>
        <p:nvSpPr>
          <p:cNvPr id="2236" name="Google Shape;2236;p168"/>
          <p:cNvSpPr txBox="1"/>
          <p:nvPr>
            <p:ph type="subTitle" idx="1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© Oak National Academy 2024. 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2237" name="Google Shape;2237;p16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365</Paragraphs>
  <Slides>44</Slides>
  <Notes>44</Notes>
  <TotalTime>0</TotalTime>
  <HiddenSlides>1</HiddenSlides>
  <MMClips>0</MMClips>
  <ScaleCrop>0</ScaleCrop>
  <HeadingPairs>
    <vt:vector baseType="variant" size="6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baseType="lpstr" size="53">
      <vt:lpstr>Arial</vt:lpstr>
      <vt:lpstr>Lexend</vt:lpstr>
      <vt:lpstr>Lexend Medium</vt:lpstr>
      <vt:lpstr>Kalam</vt:lpstr>
      <vt:lpstr>Lexend Light</vt:lpstr>
      <vt:lpstr>Calibri</vt:lpstr>
      <vt:lpstr>ABeeZee</vt:lpstr>
      <vt:lpstr>Times New Roman</vt:lpstr>
      <vt:lpstr>simple-light-2</vt:lpstr>
      <vt:lpstr>Finding the original amount after an increase</vt:lpstr>
      <vt:lpstr>PowerPoint Presentation</vt:lpstr>
      <vt:lpstr>PowerPoint Presentation</vt:lpstr>
      <vt:lpstr>PowerPoint Presentation</vt:lpstr>
      <vt:lpstr>Finding the original value</vt:lpstr>
      <vt:lpstr>Finding the original value</vt:lpstr>
      <vt:lpstr>Finding the original value</vt:lpstr>
      <vt:lpstr>Finding the original value</vt:lpstr>
      <vt:lpstr>Finding the original value</vt:lpstr>
      <vt:lpstr>Finding the original value</vt:lpstr>
      <vt:lpstr>Finding the original value</vt:lpstr>
      <vt:lpstr>Finding the original value</vt:lpstr>
      <vt:lpstr>Finding the original value</vt:lpstr>
      <vt:lpstr>Finding the original value</vt:lpstr>
      <vt:lpstr>Finding the original value</vt:lpstr>
      <vt:lpstr>Finding the original value</vt:lpstr>
      <vt:lpstr>Finding the original value</vt:lpstr>
      <vt:lpstr>Finding the original value</vt:lpstr>
      <vt:lpstr>Finding the original value</vt:lpstr>
      <vt:lpstr>Finding the original value</vt:lpstr>
      <vt:lpstr>Finding the original value</vt:lpstr>
      <vt:lpstr>Finding the original value</vt:lpstr>
      <vt:lpstr>Finding the original value</vt:lpstr>
      <vt:lpstr>Finding the original value</vt:lpstr>
      <vt:lpstr>Finding the original value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Finding the original value</vt:lpstr>
      <vt:lpstr>Using a multiplier</vt:lpstr>
      <vt:lpstr>Using a multiplier</vt:lpstr>
      <vt:lpstr>Using a multiplier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Finding the original amount after an increase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2024-02-27T09:59:43.243</cp:lastPrinted>
  <dcterms:created xsi:type="dcterms:W3CDTF">2024-02-27T09:59:43Z</dcterms:created>
  <dcterms:modified xsi:type="dcterms:W3CDTF">2024-02-27T10:00:00Z</dcterms:modified>
</cp:coreProperties>
</file>