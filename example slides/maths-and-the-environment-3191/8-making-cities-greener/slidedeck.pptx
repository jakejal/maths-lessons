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62.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70.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61.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64.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65.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66.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71.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67.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68.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69.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71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9C3366F-6BBF-4AEC-BD01-B87E98C36D89}">
  <a:tblStyle styleId="{69C3366F-6BBF-4AEC-BD01-B87E98C36D89}"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3" Type="http://schemas.openxmlformats.org/officeDocument/2006/relationships/slide" Target="slides/slide3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2" name="Shape 832"/>
        <p:cNvGrpSpPr/>
        <p:nvPr/>
      </p:nvGrpSpPr>
      <p:grpSpPr>
        <a:xfrm>
          <a:off x="0" y="0"/>
          <a:ext cx="0" cy="0"/>
          <a:chOff x="0" y="0"/>
          <a:chExt cx="0" cy="0"/>
        </a:xfrm>
      </p:grpSpPr>
      <p:sp>
        <p:nvSpPr>
          <p:cNvPr id="833" name="Google Shape;833;g2f38a866cf8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4" name="Google Shape;834;g2f38a866cf8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8" name="Shape 838"/>
        <p:cNvGrpSpPr/>
        <p:nvPr/>
      </p:nvGrpSpPr>
      <p:grpSpPr>
        <a:xfrm>
          <a:off x="0" y="0"/>
          <a:ext cx="0" cy="0"/>
          <a:chOff x="0" y="0"/>
          <a:chExt cx="0" cy="0"/>
        </a:xfrm>
      </p:grpSpPr>
      <p:sp>
        <p:nvSpPr>
          <p:cNvPr id="839" name="Google Shape;839;g2f38a866cf8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0" name="Google Shape;840;g2f38a866cf8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3" name="Shape 843"/>
        <p:cNvGrpSpPr/>
        <p:nvPr/>
      </p:nvGrpSpPr>
      <p:grpSpPr>
        <a:xfrm>
          <a:off x="0" y="0"/>
          <a:ext cx="0" cy="0"/>
          <a:chOff x="0" y="0"/>
          <a:chExt cx="0" cy="0"/>
        </a:xfrm>
      </p:grpSpPr>
      <p:sp>
        <p:nvSpPr>
          <p:cNvPr id="844" name="Google Shape;844;g2f38a866cf8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5" name="Google Shape;845;g2f38a866cf8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8" name="Shape 848"/>
        <p:cNvGrpSpPr/>
        <p:nvPr/>
      </p:nvGrpSpPr>
      <p:grpSpPr>
        <a:xfrm>
          <a:off x="0" y="0"/>
          <a:ext cx="0" cy="0"/>
          <a:chOff x="0" y="0"/>
          <a:chExt cx="0" cy="0"/>
        </a:xfrm>
      </p:grpSpPr>
      <p:sp>
        <p:nvSpPr>
          <p:cNvPr id="849" name="Google Shape;849;g2f38a866cf8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0" name="Google Shape;850;g2f38a866cf8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3" name="Shape 853"/>
        <p:cNvGrpSpPr/>
        <p:nvPr/>
      </p:nvGrpSpPr>
      <p:grpSpPr>
        <a:xfrm>
          <a:off x="0" y="0"/>
          <a:ext cx="0" cy="0"/>
          <a:chOff x="0" y="0"/>
          <a:chExt cx="0" cy="0"/>
        </a:xfrm>
      </p:grpSpPr>
      <p:sp>
        <p:nvSpPr>
          <p:cNvPr id="854" name="Google Shape;854;g2f38a866cf8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5" name="Google Shape;855;g2f38a866cf8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1" name="Shape 861"/>
        <p:cNvGrpSpPr/>
        <p:nvPr/>
      </p:nvGrpSpPr>
      <p:grpSpPr>
        <a:xfrm>
          <a:off x="0" y="0"/>
          <a:ext cx="0" cy="0"/>
          <a:chOff x="0" y="0"/>
          <a:chExt cx="0" cy="0"/>
        </a:xfrm>
      </p:grpSpPr>
      <p:sp>
        <p:nvSpPr>
          <p:cNvPr id="862" name="Google Shape;862;g2f38a866cf8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3" name="Google Shape;863;g2f38a866cf8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1" name="Shape 881"/>
        <p:cNvGrpSpPr/>
        <p:nvPr/>
      </p:nvGrpSpPr>
      <p:grpSpPr>
        <a:xfrm>
          <a:off x="0" y="0"/>
          <a:ext cx="0" cy="0"/>
          <a:chOff x="0" y="0"/>
          <a:chExt cx="0" cy="0"/>
        </a:xfrm>
      </p:grpSpPr>
      <p:sp>
        <p:nvSpPr>
          <p:cNvPr id="882" name="Google Shape;882;g2f38a866cf8_0_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3" name="Google Shape;883;g2f38a866cf8_0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3" name="Shape 893"/>
        <p:cNvGrpSpPr/>
        <p:nvPr/>
      </p:nvGrpSpPr>
      <p:grpSpPr>
        <a:xfrm>
          <a:off x="0" y="0"/>
          <a:ext cx="0" cy="0"/>
          <a:chOff x="0" y="0"/>
          <a:chExt cx="0" cy="0"/>
        </a:xfrm>
      </p:grpSpPr>
      <p:sp>
        <p:nvSpPr>
          <p:cNvPr id="894" name="Google Shape;894;g2f38a866cf8_0_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5" name="Google Shape;895;g2f38a866cf8_0_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2" name="Shape 922"/>
        <p:cNvGrpSpPr/>
        <p:nvPr/>
      </p:nvGrpSpPr>
      <p:grpSpPr>
        <a:xfrm>
          <a:off x="0" y="0"/>
          <a:ext cx="0" cy="0"/>
          <a:chOff x="0" y="0"/>
          <a:chExt cx="0" cy="0"/>
        </a:xfrm>
      </p:grpSpPr>
      <p:sp>
        <p:nvSpPr>
          <p:cNvPr id="923" name="Google Shape;923;g2f38a866cf8_0_1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4" name="Google Shape;924;g2f38a866cf8_0_1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7" name="Shape 937"/>
        <p:cNvGrpSpPr/>
        <p:nvPr/>
      </p:nvGrpSpPr>
      <p:grpSpPr>
        <a:xfrm>
          <a:off x="0" y="0"/>
          <a:ext cx="0" cy="0"/>
          <a:chOff x="0" y="0"/>
          <a:chExt cx="0" cy="0"/>
        </a:xfrm>
      </p:grpSpPr>
      <p:sp>
        <p:nvSpPr>
          <p:cNvPr id="938" name="Google Shape;938;g2f38a866cf8_0_1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9" name="Google Shape;939;g2f38a866cf8_0_1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2" name="Shape 952"/>
        <p:cNvGrpSpPr/>
        <p:nvPr/>
      </p:nvGrpSpPr>
      <p:grpSpPr>
        <a:xfrm>
          <a:off x="0" y="0"/>
          <a:ext cx="0" cy="0"/>
          <a:chOff x="0" y="0"/>
          <a:chExt cx="0" cy="0"/>
        </a:xfrm>
      </p:grpSpPr>
      <p:sp>
        <p:nvSpPr>
          <p:cNvPr id="953" name="Google Shape;953;g2f38a866cf8_0_1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4" name="Google Shape;954;g2f38a866cf8_0_1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6" name="Shape 986"/>
        <p:cNvGrpSpPr/>
        <p:nvPr/>
      </p:nvGrpSpPr>
      <p:grpSpPr>
        <a:xfrm>
          <a:off x="0" y="0"/>
          <a:ext cx="0" cy="0"/>
          <a:chOff x="0" y="0"/>
          <a:chExt cx="0" cy="0"/>
        </a:xfrm>
      </p:grpSpPr>
      <p:sp>
        <p:nvSpPr>
          <p:cNvPr id="987" name="Google Shape;987;g2f38a866cf8_0_1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8" name="Google Shape;988;g2f38a866cf8_0_1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6" name="Shape 1016"/>
        <p:cNvGrpSpPr/>
        <p:nvPr/>
      </p:nvGrpSpPr>
      <p:grpSpPr>
        <a:xfrm>
          <a:off x="0" y="0"/>
          <a:ext cx="0" cy="0"/>
          <a:chOff x="0" y="0"/>
          <a:chExt cx="0" cy="0"/>
        </a:xfrm>
      </p:grpSpPr>
      <p:sp>
        <p:nvSpPr>
          <p:cNvPr id="1017" name="Google Shape;1017;g2f38a866cf8_0_2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8" name="Google Shape;1018;g2f38a866cf8_0_2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1" name="Shape 1041"/>
        <p:cNvGrpSpPr/>
        <p:nvPr/>
      </p:nvGrpSpPr>
      <p:grpSpPr>
        <a:xfrm>
          <a:off x="0" y="0"/>
          <a:ext cx="0" cy="0"/>
          <a:chOff x="0" y="0"/>
          <a:chExt cx="0" cy="0"/>
        </a:xfrm>
      </p:grpSpPr>
      <p:sp>
        <p:nvSpPr>
          <p:cNvPr id="1042" name="Google Shape;1042;g2f38a866cf8_0_2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3" name="Google Shape;1043;g2f38a866cf8_0_2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7" name="Shape 1047"/>
        <p:cNvGrpSpPr/>
        <p:nvPr/>
      </p:nvGrpSpPr>
      <p:grpSpPr>
        <a:xfrm>
          <a:off x="0" y="0"/>
          <a:ext cx="0" cy="0"/>
          <a:chOff x="0" y="0"/>
          <a:chExt cx="0" cy="0"/>
        </a:xfrm>
      </p:grpSpPr>
      <p:sp>
        <p:nvSpPr>
          <p:cNvPr id="1048" name="Google Shape;1048;g2f38a866cf8_0_2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9" name="Google Shape;1049;g2f38a866cf8_0_2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3" name="Shape 1053"/>
        <p:cNvGrpSpPr/>
        <p:nvPr/>
      </p:nvGrpSpPr>
      <p:grpSpPr>
        <a:xfrm>
          <a:off x="0" y="0"/>
          <a:ext cx="0" cy="0"/>
          <a:chOff x="0" y="0"/>
          <a:chExt cx="0" cy="0"/>
        </a:xfrm>
      </p:grpSpPr>
      <p:sp>
        <p:nvSpPr>
          <p:cNvPr id="1054" name="Google Shape;1054;g2f38a866cf8_0_2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5" name="Google Shape;1055;g2f38a866cf8_0_2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1" name="Shape 1061"/>
        <p:cNvGrpSpPr/>
        <p:nvPr/>
      </p:nvGrpSpPr>
      <p:grpSpPr>
        <a:xfrm>
          <a:off x="0" y="0"/>
          <a:ext cx="0" cy="0"/>
          <a:chOff x="0" y="0"/>
          <a:chExt cx="0" cy="0"/>
        </a:xfrm>
      </p:grpSpPr>
      <p:sp>
        <p:nvSpPr>
          <p:cNvPr id="1062" name="Google Shape;1062;g2f38a866cf8_0_2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3" name="Google Shape;1063;g2f38a866cf8_0_2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9" name="Shape 1069"/>
        <p:cNvGrpSpPr/>
        <p:nvPr/>
      </p:nvGrpSpPr>
      <p:grpSpPr>
        <a:xfrm>
          <a:off x="0" y="0"/>
          <a:ext cx="0" cy="0"/>
          <a:chOff x="0" y="0"/>
          <a:chExt cx="0" cy="0"/>
        </a:xfrm>
      </p:grpSpPr>
      <p:sp>
        <p:nvSpPr>
          <p:cNvPr id="1070" name="Google Shape;1070;g2f38a866cf8_0_2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1" name="Google Shape;1071;g2f38a866cf8_0_2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7" name="Shape 1077"/>
        <p:cNvGrpSpPr/>
        <p:nvPr/>
      </p:nvGrpSpPr>
      <p:grpSpPr>
        <a:xfrm>
          <a:off x="0" y="0"/>
          <a:ext cx="0" cy="0"/>
          <a:chOff x="0" y="0"/>
          <a:chExt cx="0" cy="0"/>
        </a:xfrm>
      </p:grpSpPr>
      <p:sp>
        <p:nvSpPr>
          <p:cNvPr id="1078" name="Google Shape;1078;g2f38a866cf8_0_2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9" name="Google Shape;1079;g2f38a866cf8_0_2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4" name="Shape 1084"/>
        <p:cNvGrpSpPr/>
        <p:nvPr/>
      </p:nvGrpSpPr>
      <p:grpSpPr>
        <a:xfrm>
          <a:off x="0" y="0"/>
          <a:ext cx="0" cy="0"/>
          <a:chOff x="0" y="0"/>
          <a:chExt cx="0" cy="0"/>
        </a:xfrm>
      </p:grpSpPr>
      <p:sp>
        <p:nvSpPr>
          <p:cNvPr id="1085" name="Google Shape;1085;g2f38a866cf8_0_2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6" name="Google Shape;1086;g2f38a866cf8_0_2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2" name="Shape 1092"/>
        <p:cNvGrpSpPr/>
        <p:nvPr/>
      </p:nvGrpSpPr>
      <p:grpSpPr>
        <a:xfrm>
          <a:off x="0" y="0"/>
          <a:ext cx="0" cy="0"/>
          <a:chOff x="0" y="0"/>
          <a:chExt cx="0" cy="0"/>
        </a:xfrm>
      </p:grpSpPr>
      <p:sp>
        <p:nvSpPr>
          <p:cNvPr id="1093" name="Google Shape;1093;g2f38a866cf8_0_2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4" name="Google Shape;1094;g2f38a866cf8_0_2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0" name="Shape 1100"/>
        <p:cNvGrpSpPr/>
        <p:nvPr/>
      </p:nvGrpSpPr>
      <p:grpSpPr>
        <a:xfrm>
          <a:off x="0" y="0"/>
          <a:ext cx="0" cy="0"/>
          <a:chOff x="0" y="0"/>
          <a:chExt cx="0" cy="0"/>
        </a:xfrm>
      </p:grpSpPr>
      <p:sp>
        <p:nvSpPr>
          <p:cNvPr id="1101" name="Google Shape;1101;g2f38a866cf8_0_2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2" name="Google Shape;1102;g2f38a866cf8_0_2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5" name="Shape 1115"/>
        <p:cNvGrpSpPr/>
        <p:nvPr/>
      </p:nvGrpSpPr>
      <p:grpSpPr>
        <a:xfrm>
          <a:off x="0" y="0"/>
          <a:ext cx="0" cy="0"/>
          <a:chOff x="0" y="0"/>
          <a:chExt cx="0" cy="0"/>
        </a:xfrm>
      </p:grpSpPr>
      <p:sp>
        <p:nvSpPr>
          <p:cNvPr id="1116" name="Google Shape;1116;g2f38a866cf8_0_3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7" name="Google Shape;1117;g2f38a866cf8_0_3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6" name="Shape 1126"/>
        <p:cNvGrpSpPr/>
        <p:nvPr/>
      </p:nvGrpSpPr>
      <p:grpSpPr>
        <a:xfrm>
          <a:off x="0" y="0"/>
          <a:ext cx="0" cy="0"/>
          <a:chOff x="0" y="0"/>
          <a:chExt cx="0" cy="0"/>
        </a:xfrm>
      </p:grpSpPr>
      <p:sp>
        <p:nvSpPr>
          <p:cNvPr id="1127" name="Google Shape;1127;g2f38a866cf8_0_3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8" name="Google Shape;1128;g2f38a866cf8_0_3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4" name="Shape 1134"/>
        <p:cNvGrpSpPr/>
        <p:nvPr/>
      </p:nvGrpSpPr>
      <p:grpSpPr>
        <a:xfrm>
          <a:off x="0" y="0"/>
          <a:ext cx="0" cy="0"/>
          <a:chOff x="0" y="0"/>
          <a:chExt cx="0" cy="0"/>
        </a:xfrm>
      </p:grpSpPr>
      <p:sp>
        <p:nvSpPr>
          <p:cNvPr id="1135" name="Google Shape;1135;g2f38a866cf8_0_3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6" name="Google Shape;1136;g2f38a866cf8_0_3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3" name="Shape 1143"/>
        <p:cNvGrpSpPr/>
        <p:nvPr/>
      </p:nvGrpSpPr>
      <p:grpSpPr>
        <a:xfrm>
          <a:off x="0" y="0"/>
          <a:ext cx="0" cy="0"/>
          <a:chOff x="0" y="0"/>
          <a:chExt cx="0" cy="0"/>
        </a:xfrm>
      </p:grpSpPr>
      <p:sp>
        <p:nvSpPr>
          <p:cNvPr id="1144" name="Google Shape;1144;g2f38a866cf8_0_3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5" name="Google Shape;1145;g2f38a866cf8_0_3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5" name="Shape 1155"/>
        <p:cNvGrpSpPr/>
        <p:nvPr/>
      </p:nvGrpSpPr>
      <p:grpSpPr>
        <a:xfrm>
          <a:off x="0" y="0"/>
          <a:ext cx="0" cy="0"/>
          <a:chOff x="0" y="0"/>
          <a:chExt cx="0" cy="0"/>
        </a:xfrm>
      </p:grpSpPr>
      <p:sp>
        <p:nvSpPr>
          <p:cNvPr id="1156" name="Google Shape;1156;g2f38a866cf8_0_3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7" name="Google Shape;1157;g2f38a866cf8_0_3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4" name="Shape 1164"/>
        <p:cNvGrpSpPr/>
        <p:nvPr/>
      </p:nvGrpSpPr>
      <p:grpSpPr>
        <a:xfrm>
          <a:off x="0" y="0"/>
          <a:ext cx="0" cy="0"/>
          <a:chOff x="0" y="0"/>
          <a:chExt cx="0" cy="0"/>
        </a:xfrm>
      </p:grpSpPr>
      <p:sp>
        <p:nvSpPr>
          <p:cNvPr id="1165" name="Google Shape;1165;g2f38a866cf8_0_3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6" name="Google Shape;1166;g2f38a866cf8_0_3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1" name="Shape 1171"/>
        <p:cNvGrpSpPr/>
        <p:nvPr/>
      </p:nvGrpSpPr>
      <p:grpSpPr>
        <a:xfrm>
          <a:off x="0" y="0"/>
          <a:ext cx="0" cy="0"/>
          <a:chOff x="0" y="0"/>
          <a:chExt cx="0" cy="0"/>
        </a:xfrm>
      </p:grpSpPr>
      <p:sp>
        <p:nvSpPr>
          <p:cNvPr id="1172" name="Google Shape;1172;g2f38a866cf8_0_3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3" name="Google Shape;1173;g2f38a866cf8_0_3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9" name="Shape 1179"/>
        <p:cNvGrpSpPr/>
        <p:nvPr/>
      </p:nvGrpSpPr>
      <p:grpSpPr>
        <a:xfrm>
          <a:off x="0" y="0"/>
          <a:ext cx="0" cy="0"/>
          <a:chOff x="0" y="0"/>
          <a:chExt cx="0" cy="0"/>
        </a:xfrm>
      </p:grpSpPr>
      <p:sp>
        <p:nvSpPr>
          <p:cNvPr id="1180" name="Google Shape;1180;g2f38a866cf8_0_3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1" name="Google Shape;1181;g2f38a866cf8_0_3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5" name="Shape 1185"/>
        <p:cNvGrpSpPr/>
        <p:nvPr/>
      </p:nvGrpSpPr>
      <p:grpSpPr>
        <a:xfrm>
          <a:off x="0" y="0"/>
          <a:ext cx="0" cy="0"/>
          <a:chOff x="0" y="0"/>
          <a:chExt cx="0" cy="0"/>
        </a:xfrm>
      </p:grpSpPr>
      <p:sp>
        <p:nvSpPr>
          <p:cNvPr id="1186" name="Google Shape;1186;g2f38a866cf8_0_3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7" name="Google Shape;1187;g2f38a866cf8_0_3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5" name="Shape 1195"/>
        <p:cNvGrpSpPr/>
        <p:nvPr/>
      </p:nvGrpSpPr>
      <p:grpSpPr>
        <a:xfrm>
          <a:off x="0" y="0"/>
          <a:ext cx="0" cy="0"/>
          <a:chOff x="0" y="0"/>
          <a:chExt cx="0" cy="0"/>
        </a:xfrm>
      </p:grpSpPr>
      <p:sp>
        <p:nvSpPr>
          <p:cNvPr id="1196" name="Google Shape;1196;g2f38a866cf8_0_3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7" name="Google Shape;1197;g2f38a866cf8_0_3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3" name="Shape 1203"/>
        <p:cNvGrpSpPr/>
        <p:nvPr/>
      </p:nvGrpSpPr>
      <p:grpSpPr>
        <a:xfrm>
          <a:off x="0" y="0"/>
          <a:ext cx="0" cy="0"/>
          <a:chOff x="0" y="0"/>
          <a:chExt cx="0" cy="0"/>
        </a:xfrm>
      </p:grpSpPr>
      <p:sp>
        <p:nvSpPr>
          <p:cNvPr id="1204" name="Google Shape;1204;g2f38a866cf8_0_3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5" name="Google Shape;1205;g2f38a866cf8_0_3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3" name="Shape 1213"/>
        <p:cNvGrpSpPr/>
        <p:nvPr/>
      </p:nvGrpSpPr>
      <p:grpSpPr>
        <a:xfrm>
          <a:off x="0" y="0"/>
          <a:ext cx="0" cy="0"/>
          <a:chOff x="0" y="0"/>
          <a:chExt cx="0" cy="0"/>
        </a:xfrm>
      </p:grpSpPr>
      <p:sp>
        <p:nvSpPr>
          <p:cNvPr id="1214" name="Google Shape;1214;g2f38a866cf8_0_3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5" name="Google Shape;1215;g2f38a866cf8_0_3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3" name="Shape 1223"/>
        <p:cNvGrpSpPr/>
        <p:nvPr/>
      </p:nvGrpSpPr>
      <p:grpSpPr>
        <a:xfrm>
          <a:off x="0" y="0"/>
          <a:ext cx="0" cy="0"/>
          <a:chOff x="0" y="0"/>
          <a:chExt cx="0" cy="0"/>
        </a:xfrm>
      </p:grpSpPr>
      <p:sp>
        <p:nvSpPr>
          <p:cNvPr id="1224" name="Google Shape;1224;g2f38a866cf8_0_3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5" name="Google Shape;1225;g2f38a866cf8_0_3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3" name="Shape 1233"/>
        <p:cNvGrpSpPr/>
        <p:nvPr/>
      </p:nvGrpSpPr>
      <p:grpSpPr>
        <a:xfrm>
          <a:off x="0" y="0"/>
          <a:ext cx="0" cy="0"/>
          <a:chOff x="0" y="0"/>
          <a:chExt cx="0" cy="0"/>
        </a:xfrm>
      </p:grpSpPr>
      <p:sp>
        <p:nvSpPr>
          <p:cNvPr id="1234" name="Google Shape;1234;g2f38a866cf8_0_4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5" name="Google Shape;1235;g2f38a866cf8_0_4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0" name="Shape 1240"/>
        <p:cNvGrpSpPr/>
        <p:nvPr/>
      </p:nvGrpSpPr>
      <p:grpSpPr>
        <a:xfrm>
          <a:off x="0" y="0"/>
          <a:ext cx="0" cy="0"/>
          <a:chOff x="0" y="0"/>
          <a:chExt cx="0" cy="0"/>
        </a:xfrm>
      </p:grpSpPr>
      <p:sp>
        <p:nvSpPr>
          <p:cNvPr id="1241" name="Google Shape;1241;g2f38a866cf8_0_4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2" name="Google Shape;1242;g2f38a866cf8_0_4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6" name="Shape 1246"/>
        <p:cNvGrpSpPr/>
        <p:nvPr/>
      </p:nvGrpSpPr>
      <p:grpSpPr>
        <a:xfrm>
          <a:off x="0" y="0"/>
          <a:ext cx="0" cy="0"/>
          <a:chOff x="0" y="0"/>
          <a:chExt cx="0" cy="0"/>
        </a:xfrm>
      </p:grpSpPr>
      <p:sp>
        <p:nvSpPr>
          <p:cNvPr id="1247" name="Google Shape;1247;g2f38a866cf8_0_4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8" name="Google Shape;1248;g2f38a866cf8_0_4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5.png"/><Relationship Id="rId5"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8.png"/><Relationship Id="rId4"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png"/><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6.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1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12.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png"/><Relationship Id="rId4" Type="http://schemas.openxmlformats.org/officeDocument/2006/relationships/image" Target="../media/image15.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13.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4.png"/><Relationship Id="rId4" Type="http://schemas.openxmlformats.org/officeDocument/2006/relationships/image" Target="../media/image1.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26.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png"/><Relationship Id="rId4" Type="http://schemas.openxmlformats.org/officeDocument/2006/relationships/image" Target="../media/image20.png"/><Relationship Id="rId5" Type="http://schemas.openxmlformats.org/officeDocument/2006/relationships/image" Target="../media/image16.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 Id="rId3" Type="http://schemas.openxmlformats.org/officeDocument/2006/relationships/image" Target="../media/image1.png"/><Relationship Id="rId4"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1.png"/><Relationship Id="rId3" Type="http://schemas.openxmlformats.org/officeDocument/2006/relationships/image" Target="../media/image1.png"/><Relationship Id="rId4" Type="http://schemas.openxmlformats.org/officeDocument/2006/relationships/image" Target="../media/image3.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25.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png"/><Relationship Id="rId4" Type="http://schemas.openxmlformats.org/officeDocument/2006/relationships/image" Target="../media/image24.png"/><Relationship Id="rId5" Type="http://schemas.openxmlformats.org/officeDocument/2006/relationships/image" Target="../media/image22.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0.png"/><Relationship Id="rId5" Type="http://schemas.openxmlformats.org/officeDocument/2006/relationships/image" Target="../media/image3.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0.png"/><Relationship Id="rId5" Type="http://schemas.openxmlformats.org/officeDocument/2006/relationships/image" Target="../media/image3.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23.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image" Target="../media/image27.png"/><Relationship Id="rId5" Type="http://schemas.openxmlformats.org/officeDocument/2006/relationships/image" Target="../media/image19.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28.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9.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3.png"/><Relationship Id="rId3" Type="http://schemas.openxmlformats.org/officeDocument/2006/relationships/image" Target="../media/image37.png"/><Relationship Id="rId4" Type="http://schemas.openxmlformats.org/officeDocument/2006/relationships/image" Target="../media/image39.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1.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2.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2.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2.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2.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4.png"/><Relationship Id="rId3" Type="http://schemas.openxmlformats.org/officeDocument/2006/relationships/image" Target="../media/image38.png"/><Relationship Id="rId4" Type="http://schemas.openxmlformats.org/officeDocument/2006/relationships/image" Target="../media/image80.png"/><Relationship Id="rId5" Type="http://schemas.openxmlformats.org/officeDocument/2006/relationships/image" Target="../media/image40.png"/><Relationship Id="rId6" Type="http://schemas.openxmlformats.org/officeDocument/2006/relationships/image" Target="../media/image41.png"/><Relationship Id="rId7" Type="http://schemas.openxmlformats.org/officeDocument/2006/relationships/image" Target="../media/image32.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3.png"/><Relationship Id="rId3" Type="http://schemas.openxmlformats.org/officeDocument/2006/relationships/image" Target="../media/image80.png"/><Relationship Id="rId4" Type="http://schemas.openxmlformats.org/officeDocument/2006/relationships/image" Target="../media/image34.png"/><Relationship Id="rId9" Type="http://schemas.openxmlformats.org/officeDocument/2006/relationships/image" Target="../media/image32.png"/><Relationship Id="rId5" Type="http://schemas.openxmlformats.org/officeDocument/2006/relationships/image" Target="../media/image38.png"/><Relationship Id="rId6" Type="http://schemas.openxmlformats.org/officeDocument/2006/relationships/image" Target="../media/image48.png"/><Relationship Id="rId7" Type="http://schemas.openxmlformats.org/officeDocument/2006/relationships/image" Target="../media/image40.png"/><Relationship Id="rId8" Type="http://schemas.openxmlformats.org/officeDocument/2006/relationships/image" Target="../media/image41.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3.png"/><Relationship Id="rId3" Type="http://schemas.openxmlformats.org/officeDocument/2006/relationships/image" Target="../media/image80.png"/><Relationship Id="rId4" Type="http://schemas.openxmlformats.org/officeDocument/2006/relationships/image" Target="../media/image47.png"/><Relationship Id="rId11" Type="http://schemas.openxmlformats.org/officeDocument/2006/relationships/image" Target="../media/image32.png"/><Relationship Id="rId10" Type="http://schemas.openxmlformats.org/officeDocument/2006/relationships/image" Target="../media/image52.png"/><Relationship Id="rId9" Type="http://schemas.openxmlformats.org/officeDocument/2006/relationships/image" Target="../media/image41.png"/><Relationship Id="rId5" Type="http://schemas.openxmlformats.org/officeDocument/2006/relationships/image" Target="../media/image34.png"/><Relationship Id="rId6" Type="http://schemas.openxmlformats.org/officeDocument/2006/relationships/image" Target="../media/image38.png"/><Relationship Id="rId7" Type="http://schemas.openxmlformats.org/officeDocument/2006/relationships/image" Target="../media/image48.png"/><Relationship Id="rId8" Type="http://schemas.openxmlformats.org/officeDocument/2006/relationships/image" Target="../media/image40.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9.png"/><Relationship Id="rId3" Type="http://schemas.openxmlformats.org/officeDocument/2006/relationships/image" Target="../media/image51.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0.png"/><Relationship Id="rId3" Type="http://schemas.openxmlformats.org/officeDocument/2006/relationships/image" Target="../media/image51.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3.png"/><Relationship Id="rId3" Type="http://schemas.openxmlformats.org/officeDocument/2006/relationships/image" Target="../media/image51.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4.png"/><Relationship Id="rId3" Type="http://schemas.openxmlformats.org/officeDocument/2006/relationships/image" Target="../media/image51.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9.png"/><Relationship Id="rId3" Type="http://schemas.openxmlformats.org/officeDocument/2006/relationships/image" Target="../media/image51.png"/><Relationship Id="rId4" Type="http://schemas.openxmlformats.org/officeDocument/2006/relationships/image" Target="../media/image55.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0.png"/><Relationship Id="rId3" Type="http://schemas.openxmlformats.org/officeDocument/2006/relationships/image" Target="../media/image51.png"/><Relationship Id="rId4" Type="http://schemas.openxmlformats.org/officeDocument/2006/relationships/image" Target="../media/image55.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3.png"/><Relationship Id="rId3" Type="http://schemas.openxmlformats.org/officeDocument/2006/relationships/image" Target="../media/image51.png"/><Relationship Id="rId4" Type="http://schemas.openxmlformats.org/officeDocument/2006/relationships/image" Target="../media/image55.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4.png"/><Relationship Id="rId3" Type="http://schemas.openxmlformats.org/officeDocument/2006/relationships/image" Target="../media/image51.png"/><Relationship Id="rId4" Type="http://schemas.openxmlformats.org/officeDocument/2006/relationships/image" Target="../media/image55.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7.png"/><Relationship Id="rId3" Type="http://schemas.openxmlformats.org/officeDocument/2006/relationships/image" Target="../media/image49.png"/><Relationship Id="rId4" Type="http://schemas.openxmlformats.org/officeDocument/2006/relationships/image" Target="../media/image55.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0.png"/><Relationship Id="rId3" Type="http://schemas.openxmlformats.org/officeDocument/2006/relationships/image" Target="../media/image55.png"/><Relationship Id="rId4" Type="http://schemas.openxmlformats.org/officeDocument/2006/relationships/image" Target="../media/image57.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3.png"/><Relationship Id="rId3" Type="http://schemas.openxmlformats.org/officeDocument/2006/relationships/image" Target="../media/image55.png"/><Relationship Id="rId4" Type="http://schemas.openxmlformats.org/officeDocument/2006/relationships/image" Target="../media/image57.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4.png"/><Relationship Id="rId3" Type="http://schemas.openxmlformats.org/officeDocument/2006/relationships/image" Target="../media/image55.png"/><Relationship Id="rId4" Type="http://schemas.openxmlformats.org/officeDocument/2006/relationships/image" Target="../media/image57.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9.png"/><Relationship Id="rId3" Type="http://schemas.openxmlformats.org/officeDocument/2006/relationships/image" Target="../media/image55.png"/><Relationship Id="rId4" Type="http://schemas.openxmlformats.org/officeDocument/2006/relationships/image" Target="../media/image62.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0.png"/><Relationship Id="rId3" Type="http://schemas.openxmlformats.org/officeDocument/2006/relationships/image" Target="../media/image55.png"/><Relationship Id="rId4" Type="http://schemas.openxmlformats.org/officeDocument/2006/relationships/image" Target="../media/image62.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3.png"/><Relationship Id="rId3" Type="http://schemas.openxmlformats.org/officeDocument/2006/relationships/image" Target="../media/image55.png"/><Relationship Id="rId4" Type="http://schemas.openxmlformats.org/officeDocument/2006/relationships/image" Target="../media/image62.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4.png"/><Relationship Id="rId3" Type="http://schemas.openxmlformats.org/officeDocument/2006/relationships/image" Target="../media/image55.png"/><Relationship Id="rId4" Type="http://schemas.openxmlformats.org/officeDocument/2006/relationships/image" Target="../media/image62.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9.png"/><Relationship Id="rId3" Type="http://schemas.openxmlformats.org/officeDocument/2006/relationships/image" Target="../media/image55.png"/><Relationship Id="rId4" Type="http://schemas.openxmlformats.org/officeDocument/2006/relationships/image" Target="../media/image62.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0.png"/><Relationship Id="rId3" Type="http://schemas.openxmlformats.org/officeDocument/2006/relationships/image" Target="../media/image55.png"/><Relationship Id="rId4" Type="http://schemas.openxmlformats.org/officeDocument/2006/relationships/image" Target="../media/image62.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3.png"/><Relationship Id="rId3" Type="http://schemas.openxmlformats.org/officeDocument/2006/relationships/image" Target="../media/image55.png"/><Relationship Id="rId4" Type="http://schemas.openxmlformats.org/officeDocument/2006/relationships/image" Target="../media/image62.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4.png"/><Relationship Id="rId3" Type="http://schemas.openxmlformats.org/officeDocument/2006/relationships/image" Target="../media/image55.png"/><Relationship Id="rId4" Type="http://schemas.openxmlformats.org/officeDocument/2006/relationships/image" Target="../media/image62.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9.png"/><Relationship Id="rId3" Type="http://schemas.openxmlformats.org/officeDocument/2006/relationships/image" Target="../media/image55.png"/><Relationship Id="rId4" Type="http://schemas.openxmlformats.org/officeDocument/2006/relationships/image" Target="../media/image62.pn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0.png"/><Relationship Id="rId3" Type="http://schemas.openxmlformats.org/officeDocument/2006/relationships/image" Target="../media/image55.png"/><Relationship Id="rId4" Type="http://schemas.openxmlformats.org/officeDocument/2006/relationships/image" Target="../media/image62.pn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3.png"/><Relationship Id="rId3" Type="http://schemas.openxmlformats.org/officeDocument/2006/relationships/image" Target="../media/image55.png"/><Relationship Id="rId4" Type="http://schemas.openxmlformats.org/officeDocument/2006/relationships/image" Target="../media/image62.pn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4.png"/><Relationship Id="rId3" Type="http://schemas.openxmlformats.org/officeDocument/2006/relationships/image" Target="../media/image55.png"/><Relationship Id="rId4" Type="http://schemas.openxmlformats.org/officeDocument/2006/relationships/image" Target="../media/image62.pn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9.png"/><Relationship Id="rId3" Type="http://schemas.openxmlformats.org/officeDocument/2006/relationships/image" Target="../media/image55.pn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0.png"/><Relationship Id="rId3" Type="http://schemas.openxmlformats.org/officeDocument/2006/relationships/image" Target="../media/image55.pn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3.png"/><Relationship Id="rId3" Type="http://schemas.openxmlformats.org/officeDocument/2006/relationships/image" Target="../media/image55.pn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4.png"/><Relationship Id="rId3" Type="http://schemas.openxmlformats.org/officeDocument/2006/relationships/image" Target="../media/image55.pn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9.png"/><Relationship Id="rId3" Type="http://schemas.openxmlformats.org/officeDocument/2006/relationships/image" Target="../media/image68.png"/></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0.png"/><Relationship Id="rId3" Type="http://schemas.openxmlformats.org/officeDocument/2006/relationships/image" Target="../media/image68.png"/></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3.png"/><Relationship Id="rId3" Type="http://schemas.openxmlformats.org/officeDocument/2006/relationships/image" Target="../media/image68.png"/></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4.png"/><Relationship Id="rId3" Type="http://schemas.openxmlformats.org/officeDocument/2006/relationships/image" Target="../media/image68.png"/></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9.png"/><Relationship Id="rId3" Type="http://schemas.openxmlformats.org/officeDocument/2006/relationships/image" Target="../media/image70.png"/></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0.png"/><Relationship Id="rId3" Type="http://schemas.openxmlformats.org/officeDocument/2006/relationships/image" Target="../media/image70.png"/></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3.png"/><Relationship Id="rId3" Type="http://schemas.openxmlformats.org/officeDocument/2006/relationships/image" Target="../media/image70.png"/></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4.png"/><Relationship Id="rId3" Type="http://schemas.openxmlformats.org/officeDocument/2006/relationships/image" Target="../media/image70.png"/></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2.png"/></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2.png"/></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9.png"/></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Art and design" showMasterSp="0">
  <p:cSld name="Title Slide 2_1">
    <p:bg>
      <p:bgPr>
        <a:solidFill>
          <a:srgbClr val="BEF2BD"/>
        </a:solidFill>
      </p:bgPr>
    </p:bg>
    <p:spTree>
      <p:nvGrpSpPr>
        <p:cNvPr id="9" name="Shape 9"/>
        <p:cNvGrpSpPr/>
        <p:nvPr/>
      </p:nvGrpSpPr>
      <p:grpSpPr>
        <a:xfrm>
          <a:off x="0" y="0"/>
          <a:ext cx="0" cy="0"/>
          <a:chOff x="0" y="0"/>
          <a:chExt cx="0" cy="0"/>
        </a:xfrm>
      </p:grpSpPr>
      <p:sp>
        <p:nvSpPr>
          <p:cNvPr id="10" name="Google Shape;10;p2"/>
          <p:cNvSpPr txBox="1"/>
          <p:nvPr>
            <p:ph type="ctrTitle"/>
          </p:nvPr>
        </p:nvSpPr>
        <p:spPr>
          <a:xfrm>
            <a:off x="323850" y="810000"/>
            <a:ext cx="54507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11" name="Google Shape;11;p2"/>
          <p:cNvPicPr preferRelativeResize="0"/>
          <p:nvPr/>
        </p:nvPicPr>
        <p:blipFill rotWithShape="1">
          <a:blip r:embed="rId2">
            <a:alphaModFix/>
          </a:blip>
          <a:srcRect b="0" l="0" r="0" t="0"/>
          <a:stretch/>
        </p:blipFill>
        <p:spPr>
          <a:xfrm>
            <a:off x="7690424" y="4098434"/>
            <a:ext cx="1052750" cy="482825"/>
          </a:xfrm>
          <a:prstGeom prst="rect">
            <a:avLst/>
          </a:prstGeom>
          <a:noFill/>
          <a:ln>
            <a:noFill/>
          </a:ln>
        </p:spPr>
      </p:pic>
      <p:grpSp>
        <p:nvGrpSpPr>
          <p:cNvPr id="12" name="Google Shape;12;p2"/>
          <p:cNvGrpSpPr/>
          <p:nvPr/>
        </p:nvGrpSpPr>
        <p:grpSpPr>
          <a:xfrm>
            <a:off x="6156975" y="0"/>
            <a:ext cx="2987025" cy="3854074"/>
            <a:chOff x="6156975" y="0"/>
            <a:chExt cx="2987025" cy="3854074"/>
          </a:xfrm>
        </p:grpSpPr>
        <p:pic>
          <p:nvPicPr>
            <p:cNvPr id="13" name="Google Shape;13;p2"/>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14" name="Google Shape;14;p2"/>
            <p:cNvSpPr/>
            <p:nvPr/>
          </p:nvSpPr>
          <p:spPr>
            <a:xfrm>
              <a:off x="6858000" y="868200"/>
              <a:ext cx="2210100" cy="2196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pic>
        <p:nvPicPr>
          <p:cNvPr id="15" name="Google Shape;15;p2"/>
          <p:cNvPicPr preferRelativeResize="0"/>
          <p:nvPr/>
        </p:nvPicPr>
        <p:blipFill>
          <a:blip r:embed="rId4">
            <a:alphaModFix/>
          </a:blip>
          <a:stretch>
            <a:fillRect/>
          </a:stretch>
        </p:blipFill>
        <p:spPr>
          <a:xfrm rot="-360030">
            <a:off x="6753315" y="1132068"/>
            <a:ext cx="2063340" cy="1643031"/>
          </a:xfrm>
          <a:prstGeom prst="rect">
            <a:avLst/>
          </a:prstGeom>
          <a:noFill/>
          <a:ln>
            <a:noFill/>
          </a:ln>
        </p:spPr>
      </p:pic>
      <p:pic>
        <p:nvPicPr>
          <p:cNvPr id="16" name="Google Shape;16;p2"/>
          <p:cNvPicPr preferRelativeResize="0"/>
          <p:nvPr/>
        </p:nvPicPr>
        <p:blipFill rotWithShape="1">
          <a:blip r:embed="rId5">
            <a:alphaModFix/>
          </a:blip>
          <a:srcRect b="0" l="6209" r="6209" t="0"/>
          <a:stretch/>
        </p:blipFill>
        <p:spPr>
          <a:xfrm>
            <a:off x="324000" y="4008600"/>
            <a:ext cx="1705150" cy="128000"/>
          </a:xfrm>
          <a:prstGeom prst="rect">
            <a:avLst/>
          </a:prstGeom>
          <a:noFill/>
          <a:ln>
            <a:noFill/>
          </a:ln>
        </p:spPr>
      </p:pic>
      <p:sp>
        <p:nvSpPr>
          <p:cNvPr id="17" name="Google Shape;17;p2"/>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Art and design</a:t>
            </a:r>
            <a:endParaRPr b="1" sz="1700">
              <a:latin typeface="Lexend"/>
              <a:ea typeface="Lexend"/>
              <a:cs typeface="Lexend"/>
              <a:sym typeface="Lexend"/>
            </a:endParaRPr>
          </a:p>
        </p:txBody>
      </p:sp>
      <p:sp>
        <p:nvSpPr>
          <p:cNvPr id="18" name="Google Shape;18;p2"/>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latin typeface="Lexend"/>
                <a:ea typeface="Lexend"/>
                <a:cs typeface="Lexend"/>
                <a:sym typeface="Lexend"/>
              </a:rPr>
              <a:t>Unit</a:t>
            </a:r>
            <a:endParaRPr b="1" sz="1800">
              <a:latin typeface="Lexend"/>
              <a:ea typeface="Lexend"/>
              <a:cs typeface="Lexend"/>
              <a:sym typeface="Lexend"/>
            </a:endParaRPr>
          </a:p>
        </p:txBody>
      </p:sp>
      <p:sp>
        <p:nvSpPr>
          <p:cNvPr id="19" name="Google Shape;19;p2"/>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spTree>
  </p:cSld>
  <p:clrMapOvr>
    <a:masterClrMapping/>
  </p:clrMapOvr>
  <p:extLst>
    <p:ext uri="{DCECCB84-F9BA-43D5-87BE-67443E8EF086}">
      <p15:sldGuideLst>
        <p15:guide id="1" orient="horz" pos="2867">
          <p15:clr>
            <a:srgbClr val="E46962"/>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Biology" showMasterSp="0">
  <p:cSld name="Title Slide 2_1_1_1_1_1_1_1">
    <p:bg>
      <p:bgPr>
        <a:solidFill>
          <a:srgbClr val="BEF2BD"/>
        </a:solidFill>
      </p:bgPr>
    </p:bg>
    <p:spTree>
      <p:nvGrpSpPr>
        <p:cNvPr id="20" name="Shape 20"/>
        <p:cNvGrpSpPr/>
        <p:nvPr/>
      </p:nvGrpSpPr>
      <p:grpSpPr>
        <a:xfrm>
          <a:off x="0" y="0"/>
          <a:ext cx="0" cy="0"/>
          <a:chOff x="0" y="0"/>
          <a:chExt cx="0" cy="0"/>
        </a:xfrm>
      </p:grpSpPr>
      <p:pic>
        <p:nvPicPr>
          <p:cNvPr id="21" name="Google Shape;21;p3"/>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pic>
        <p:nvPicPr>
          <p:cNvPr id="22" name="Google Shape;22;p3"/>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23" name="Google Shape;23;p3"/>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4" name="Google Shape;24;p3"/>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Biology</a:t>
            </a:r>
            <a:endParaRPr b="1" sz="1700">
              <a:latin typeface="Lexend"/>
              <a:ea typeface="Lexend"/>
              <a:cs typeface="Lexend"/>
              <a:sym typeface="Lexend"/>
            </a:endParaRPr>
          </a:p>
        </p:txBody>
      </p:sp>
      <p:pic>
        <p:nvPicPr>
          <p:cNvPr id="25" name="Google Shape;25;p3"/>
          <p:cNvPicPr preferRelativeResize="0"/>
          <p:nvPr/>
        </p:nvPicPr>
        <p:blipFill rotWithShape="1">
          <a:blip r:embed="rId4">
            <a:alphaModFix/>
          </a:blip>
          <a:srcRect b="0" l="0" r="0" t="0"/>
          <a:stretch/>
        </p:blipFill>
        <p:spPr>
          <a:xfrm>
            <a:off x="7690424" y="4098434"/>
            <a:ext cx="1052750" cy="482825"/>
          </a:xfrm>
          <a:prstGeom prst="rect">
            <a:avLst/>
          </a:prstGeom>
          <a:noFill/>
          <a:ln>
            <a:noFill/>
          </a:ln>
        </p:spPr>
      </p:pic>
      <p:sp>
        <p:nvSpPr>
          <p:cNvPr id="26" name="Google Shape;26;p3"/>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latin typeface="Lexend"/>
                <a:ea typeface="Lexend"/>
                <a:cs typeface="Lexend"/>
                <a:sym typeface="Lexend"/>
              </a:rPr>
              <a:t>Unit</a:t>
            </a:r>
            <a:endParaRPr b="1" sz="1800">
              <a:latin typeface="Lexend"/>
              <a:ea typeface="Lexend"/>
              <a:cs typeface="Lexend"/>
              <a:sym typeface="Lexend"/>
            </a:endParaRPr>
          </a:p>
        </p:txBody>
      </p:sp>
      <p:sp>
        <p:nvSpPr>
          <p:cNvPr id="27" name="Google Shape;27;p3"/>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Chemistry" showMasterSp="0">
  <p:cSld name="Title Slide 2_1_1_1_1_1_1_1_1_1">
    <p:bg>
      <p:bgPr>
        <a:solidFill>
          <a:srgbClr val="BEF2BD"/>
        </a:solidFill>
      </p:bgPr>
    </p:bg>
    <p:spTree>
      <p:nvGrpSpPr>
        <p:cNvPr id="28" name="Shape 28"/>
        <p:cNvGrpSpPr/>
        <p:nvPr/>
      </p:nvGrpSpPr>
      <p:grpSpPr>
        <a:xfrm>
          <a:off x="0" y="0"/>
          <a:ext cx="0" cy="0"/>
          <a:chOff x="0" y="0"/>
          <a:chExt cx="0" cy="0"/>
        </a:xfrm>
      </p:grpSpPr>
      <p:pic>
        <p:nvPicPr>
          <p:cNvPr id="29" name="Google Shape;29;p4"/>
          <p:cNvPicPr preferRelativeResize="0"/>
          <p:nvPr/>
        </p:nvPicPr>
        <p:blipFill rotWithShape="1">
          <a:blip r:embed="rId2">
            <a:alphaModFix/>
          </a:blip>
          <a:srcRect b="0" l="6209" r="6209" t="0"/>
          <a:stretch/>
        </p:blipFill>
        <p:spPr>
          <a:xfrm>
            <a:off x="324000" y="4008600"/>
            <a:ext cx="1117400" cy="128000"/>
          </a:xfrm>
          <a:prstGeom prst="rect">
            <a:avLst/>
          </a:prstGeom>
          <a:noFill/>
          <a:ln>
            <a:noFill/>
          </a:ln>
        </p:spPr>
      </p:pic>
      <p:sp>
        <p:nvSpPr>
          <p:cNvPr id="30" name="Google Shape;30;p4"/>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1" name="Google Shape;31;p4"/>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Chemistry</a:t>
            </a:r>
            <a:endParaRPr b="1" sz="1700">
              <a:latin typeface="Lexend"/>
              <a:ea typeface="Lexend"/>
              <a:cs typeface="Lexend"/>
              <a:sym typeface="Lexend"/>
            </a:endParaRPr>
          </a:p>
        </p:txBody>
      </p:sp>
      <p:pic>
        <p:nvPicPr>
          <p:cNvPr id="32" name="Google Shape;32;p4"/>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pic>
        <p:nvPicPr>
          <p:cNvPr id="33" name="Google Shape;33;p4"/>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34" name="Google Shape;34;p4"/>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latin typeface="Lexend"/>
                <a:ea typeface="Lexend"/>
                <a:cs typeface="Lexend"/>
                <a:sym typeface="Lexend"/>
              </a:rPr>
              <a:t>Unit</a:t>
            </a:r>
            <a:endParaRPr b="1" sz="1800">
              <a:latin typeface="Lexend"/>
              <a:ea typeface="Lexend"/>
              <a:cs typeface="Lexend"/>
              <a:sym typeface="Lexend"/>
            </a:endParaRPr>
          </a:p>
        </p:txBody>
      </p:sp>
      <p:sp>
        <p:nvSpPr>
          <p:cNvPr id="35" name="Google Shape;35;p4"/>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Citizenship" showMasterSp="0">
  <p:cSld name="Title Slide 2_1_1_1_1_1_1_1_1_1_1_5">
    <p:bg>
      <p:bgPr>
        <a:solidFill>
          <a:srgbClr val="BEF2BD"/>
        </a:solidFill>
      </p:bgPr>
    </p:bg>
    <p:spTree>
      <p:nvGrpSpPr>
        <p:cNvPr id="36" name="Shape 36"/>
        <p:cNvGrpSpPr/>
        <p:nvPr/>
      </p:nvGrpSpPr>
      <p:grpSpPr>
        <a:xfrm>
          <a:off x="0" y="0"/>
          <a:ext cx="0" cy="0"/>
          <a:chOff x="0" y="0"/>
          <a:chExt cx="0" cy="0"/>
        </a:xfrm>
      </p:grpSpPr>
      <p:pic>
        <p:nvPicPr>
          <p:cNvPr id="37" name="Google Shape;37;p5"/>
          <p:cNvPicPr preferRelativeResize="0"/>
          <p:nvPr/>
        </p:nvPicPr>
        <p:blipFill rotWithShape="1">
          <a:blip r:embed="rId2">
            <a:alphaModFix/>
          </a:blip>
          <a:srcRect b="0" l="6209" r="6209" t="0"/>
          <a:stretch/>
        </p:blipFill>
        <p:spPr>
          <a:xfrm>
            <a:off x="324000" y="4008600"/>
            <a:ext cx="1245800" cy="128000"/>
          </a:xfrm>
          <a:prstGeom prst="rect">
            <a:avLst/>
          </a:prstGeom>
          <a:noFill/>
          <a:ln>
            <a:noFill/>
          </a:ln>
        </p:spPr>
      </p:pic>
      <p:sp>
        <p:nvSpPr>
          <p:cNvPr id="38" name="Google Shape;38;p5"/>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9" name="Google Shape;39;p5"/>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Citizenship</a:t>
            </a:r>
            <a:endParaRPr b="1" sz="1700">
              <a:latin typeface="Lexend"/>
              <a:ea typeface="Lexend"/>
              <a:cs typeface="Lexend"/>
              <a:sym typeface="Lexend"/>
            </a:endParaRPr>
          </a:p>
        </p:txBody>
      </p:sp>
      <p:pic>
        <p:nvPicPr>
          <p:cNvPr id="40" name="Google Shape;40;p5"/>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grpSp>
        <p:nvGrpSpPr>
          <p:cNvPr id="41" name="Google Shape;41;p5"/>
          <p:cNvGrpSpPr/>
          <p:nvPr/>
        </p:nvGrpSpPr>
        <p:grpSpPr>
          <a:xfrm>
            <a:off x="6156975" y="0"/>
            <a:ext cx="2987025" cy="3854074"/>
            <a:chOff x="6156975" y="0"/>
            <a:chExt cx="2987025" cy="3854074"/>
          </a:xfrm>
        </p:grpSpPr>
        <p:pic>
          <p:nvPicPr>
            <p:cNvPr id="42" name="Google Shape;42;p5"/>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43" name="Google Shape;43;p5"/>
            <p:cNvSpPr/>
            <p:nvPr/>
          </p:nvSpPr>
          <p:spPr>
            <a:xfrm>
              <a:off x="6858000" y="868200"/>
              <a:ext cx="2210100" cy="2196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pic>
        <p:nvPicPr>
          <p:cNvPr id="44" name="Google Shape;44;p5"/>
          <p:cNvPicPr preferRelativeResize="0"/>
          <p:nvPr/>
        </p:nvPicPr>
        <p:blipFill>
          <a:blip r:embed="rId5">
            <a:alphaModFix/>
          </a:blip>
          <a:stretch>
            <a:fillRect/>
          </a:stretch>
        </p:blipFill>
        <p:spPr>
          <a:xfrm rot="-360025">
            <a:off x="6945328" y="787504"/>
            <a:ext cx="1710318" cy="2052380"/>
          </a:xfrm>
          <a:prstGeom prst="rect">
            <a:avLst/>
          </a:prstGeom>
          <a:noFill/>
          <a:ln>
            <a:noFill/>
          </a:ln>
        </p:spPr>
      </p:pic>
      <p:sp>
        <p:nvSpPr>
          <p:cNvPr id="45" name="Google Shape;45;p5"/>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latin typeface="Lexend"/>
                <a:ea typeface="Lexend"/>
                <a:cs typeface="Lexend"/>
                <a:sym typeface="Lexend"/>
              </a:rPr>
              <a:t>Unit</a:t>
            </a:r>
            <a:endParaRPr b="1" sz="1800">
              <a:latin typeface="Lexend"/>
              <a:ea typeface="Lexend"/>
              <a:cs typeface="Lexend"/>
              <a:sym typeface="Lexend"/>
            </a:endParaRPr>
          </a:p>
        </p:txBody>
      </p:sp>
      <p:sp>
        <p:nvSpPr>
          <p:cNvPr id="46" name="Google Shape;46;p5"/>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Computing" showMasterSp="0">
  <p:cSld name="Title Slide 2_1_1_1_1_1_1_1_1_1_1_3">
    <p:bg>
      <p:bgPr>
        <a:solidFill>
          <a:srgbClr val="BEF2BD"/>
        </a:solidFill>
      </p:bgPr>
    </p:bg>
    <p:spTree>
      <p:nvGrpSpPr>
        <p:cNvPr id="47" name="Shape 47"/>
        <p:cNvGrpSpPr/>
        <p:nvPr/>
      </p:nvGrpSpPr>
      <p:grpSpPr>
        <a:xfrm>
          <a:off x="0" y="0"/>
          <a:ext cx="0" cy="0"/>
          <a:chOff x="0" y="0"/>
          <a:chExt cx="0" cy="0"/>
        </a:xfrm>
      </p:grpSpPr>
      <p:pic>
        <p:nvPicPr>
          <p:cNvPr id="48" name="Google Shape;48;p6"/>
          <p:cNvPicPr preferRelativeResize="0"/>
          <p:nvPr/>
        </p:nvPicPr>
        <p:blipFill rotWithShape="1">
          <a:blip r:embed="rId2">
            <a:alphaModFix/>
          </a:blip>
          <a:srcRect b="0" l="6209" r="6209" t="0"/>
          <a:stretch/>
        </p:blipFill>
        <p:spPr>
          <a:xfrm>
            <a:off x="324000" y="4008600"/>
            <a:ext cx="1258950" cy="128000"/>
          </a:xfrm>
          <a:prstGeom prst="rect">
            <a:avLst/>
          </a:prstGeom>
          <a:noFill/>
          <a:ln>
            <a:noFill/>
          </a:ln>
        </p:spPr>
      </p:pic>
      <p:sp>
        <p:nvSpPr>
          <p:cNvPr id="49" name="Google Shape;49;p6"/>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0" name="Google Shape;50;p6"/>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Computing</a:t>
            </a:r>
            <a:endParaRPr b="1" sz="1700">
              <a:latin typeface="Lexend"/>
              <a:ea typeface="Lexend"/>
              <a:cs typeface="Lexend"/>
              <a:sym typeface="Lexend"/>
            </a:endParaRPr>
          </a:p>
        </p:txBody>
      </p:sp>
      <p:pic>
        <p:nvPicPr>
          <p:cNvPr id="51" name="Google Shape;51;p6"/>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grpSp>
        <p:nvGrpSpPr>
          <p:cNvPr id="52" name="Google Shape;52;p6"/>
          <p:cNvGrpSpPr/>
          <p:nvPr/>
        </p:nvGrpSpPr>
        <p:grpSpPr>
          <a:xfrm>
            <a:off x="6156975" y="0"/>
            <a:ext cx="2987025" cy="3854074"/>
            <a:chOff x="6156975" y="0"/>
            <a:chExt cx="2987025" cy="3854074"/>
          </a:xfrm>
        </p:grpSpPr>
        <p:pic>
          <p:nvPicPr>
            <p:cNvPr id="53" name="Google Shape;53;p6"/>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54" name="Google Shape;54;p6"/>
            <p:cNvSpPr/>
            <p:nvPr/>
          </p:nvSpPr>
          <p:spPr>
            <a:xfrm>
              <a:off x="6858000" y="868200"/>
              <a:ext cx="2210100" cy="2196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pic>
        <p:nvPicPr>
          <p:cNvPr id="55" name="Google Shape;55;p6"/>
          <p:cNvPicPr preferRelativeResize="0"/>
          <p:nvPr/>
        </p:nvPicPr>
        <p:blipFill>
          <a:blip r:embed="rId5">
            <a:alphaModFix/>
          </a:blip>
          <a:stretch>
            <a:fillRect/>
          </a:stretch>
        </p:blipFill>
        <p:spPr>
          <a:xfrm rot="-359982">
            <a:off x="6923956" y="1273792"/>
            <a:ext cx="1784155" cy="1404547"/>
          </a:xfrm>
          <a:prstGeom prst="rect">
            <a:avLst/>
          </a:prstGeom>
          <a:noFill/>
          <a:ln>
            <a:noFill/>
          </a:ln>
        </p:spPr>
      </p:pic>
      <p:sp>
        <p:nvSpPr>
          <p:cNvPr id="56" name="Google Shape;56;p6"/>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latin typeface="Lexend"/>
                <a:ea typeface="Lexend"/>
                <a:cs typeface="Lexend"/>
                <a:sym typeface="Lexend"/>
              </a:rPr>
              <a:t>Unit</a:t>
            </a:r>
            <a:endParaRPr b="1" sz="1800">
              <a:latin typeface="Lexend"/>
              <a:ea typeface="Lexend"/>
              <a:cs typeface="Lexend"/>
              <a:sym typeface="Lexend"/>
            </a:endParaRPr>
          </a:p>
        </p:txBody>
      </p:sp>
      <p:sp>
        <p:nvSpPr>
          <p:cNvPr id="57" name="Google Shape;57;p6"/>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Design and technology" showMasterSp="0">
  <p:cSld name="Title Slide 2_1_1_1_1_1_1_1_1_1_1_2">
    <p:bg>
      <p:bgPr>
        <a:solidFill>
          <a:srgbClr val="BEF2BD"/>
        </a:solidFill>
      </p:bgPr>
    </p:bg>
    <p:spTree>
      <p:nvGrpSpPr>
        <p:cNvPr id="58" name="Shape 58"/>
        <p:cNvGrpSpPr/>
        <p:nvPr/>
      </p:nvGrpSpPr>
      <p:grpSpPr>
        <a:xfrm>
          <a:off x="0" y="0"/>
          <a:ext cx="0" cy="0"/>
          <a:chOff x="0" y="0"/>
          <a:chExt cx="0" cy="0"/>
        </a:xfrm>
      </p:grpSpPr>
      <p:pic>
        <p:nvPicPr>
          <p:cNvPr id="59" name="Google Shape;59;p7"/>
          <p:cNvPicPr preferRelativeResize="0"/>
          <p:nvPr/>
        </p:nvPicPr>
        <p:blipFill rotWithShape="1">
          <a:blip r:embed="rId2">
            <a:alphaModFix/>
          </a:blip>
          <a:srcRect b="0" l="6209" r="6209" t="0"/>
          <a:stretch/>
        </p:blipFill>
        <p:spPr>
          <a:xfrm>
            <a:off x="324000" y="4008600"/>
            <a:ext cx="2705850" cy="128000"/>
          </a:xfrm>
          <a:prstGeom prst="rect">
            <a:avLst/>
          </a:prstGeom>
          <a:noFill/>
          <a:ln>
            <a:noFill/>
          </a:ln>
        </p:spPr>
      </p:pic>
      <p:sp>
        <p:nvSpPr>
          <p:cNvPr id="60" name="Google Shape;60;p7"/>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1" name="Google Shape;61;p7"/>
          <p:cNvSpPr txBox="1"/>
          <p:nvPr/>
        </p:nvSpPr>
        <p:spPr>
          <a:xfrm>
            <a:off x="323850" y="3781525"/>
            <a:ext cx="27060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Design and technology</a:t>
            </a:r>
            <a:endParaRPr b="1" sz="1700">
              <a:latin typeface="Lexend"/>
              <a:ea typeface="Lexend"/>
              <a:cs typeface="Lexend"/>
              <a:sym typeface="Lexend"/>
            </a:endParaRPr>
          </a:p>
        </p:txBody>
      </p:sp>
      <p:pic>
        <p:nvPicPr>
          <p:cNvPr id="62" name="Google Shape;62;p7"/>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grpSp>
        <p:nvGrpSpPr>
          <p:cNvPr id="63" name="Google Shape;63;p7"/>
          <p:cNvGrpSpPr/>
          <p:nvPr/>
        </p:nvGrpSpPr>
        <p:grpSpPr>
          <a:xfrm>
            <a:off x="6156975" y="0"/>
            <a:ext cx="2987025" cy="3854074"/>
            <a:chOff x="6156975" y="0"/>
            <a:chExt cx="2987025" cy="3854074"/>
          </a:xfrm>
        </p:grpSpPr>
        <p:pic>
          <p:nvPicPr>
            <p:cNvPr id="64" name="Google Shape;64;p7"/>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65" name="Google Shape;65;p7"/>
            <p:cNvSpPr/>
            <p:nvPr/>
          </p:nvSpPr>
          <p:spPr>
            <a:xfrm>
              <a:off x="6858000" y="868200"/>
              <a:ext cx="2210100" cy="2196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pic>
        <p:nvPicPr>
          <p:cNvPr id="66" name="Google Shape;66;p7"/>
          <p:cNvPicPr preferRelativeResize="0"/>
          <p:nvPr/>
        </p:nvPicPr>
        <p:blipFill>
          <a:blip r:embed="rId5">
            <a:alphaModFix/>
          </a:blip>
          <a:stretch>
            <a:fillRect/>
          </a:stretch>
        </p:blipFill>
        <p:spPr>
          <a:xfrm rot="-362791">
            <a:off x="6884379" y="985388"/>
            <a:ext cx="1846116" cy="1852594"/>
          </a:xfrm>
          <a:prstGeom prst="rect">
            <a:avLst/>
          </a:prstGeom>
          <a:noFill/>
          <a:ln>
            <a:noFill/>
          </a:ln>
        </p:spPr>
      </p:pic>
      <p:sp>
        <p:nvSpPr>
          <p:cNvPr id="67" name="Google Shape;67;p7"/>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latin typeface="Lexend"/>
                <a:ea typeface="Lexend"/>
                <a:cs typeface="Lexend"/>
                <a:sym typeface="Lexend"/>
              </a:rPr>
              <a:t>Unit</a:t>
            </a:r>
            <a:endParaRPr b="1" sz="1800">
              <a:latin typeface="Lexend"/>
              <a:ea typeface="Lexend"/>
              <a:cs typeface="Lexend"/>
              <a:sym typeface="Lexend"/>
            </a:endParaRPr>
          </a:p>
        </p:txBody>
      </p:sp>
      <p:sp>
        <p:nvSpPr>
          <p:cNvPr id="68" name="Google Shape;68;p7"/>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English" showMasterSp="0">
  <p:cSld name="Title Slide 2_1_2">
    <p:bg>
      <p:bgPr>
        <a:solidFill>
          <a:srgbClr val="BEF2BD"/>
        </a:solidFill>
      </p:bgPr>
    </p:bg>
    <p:spTree>
      <p:nvGrpSpPr>
        <p:cNvPr id="69" name="Shape 69"/>
        <p:cNvGrpSpPr/>
        <p:nvPr/>
      </p:nvGrpSpPr>
      <p:grpSpPr>
        <a:xfrm>
          <a:off x="0" y="0"/>
          <a:ext cx="0" cy="0"/>
          <a:chOff x="0" y="0"/>
          <a:chExt cx="0" cy="0"/>
        </a:xfrm>
      </p:grpSpPr>
      <p:pic>
        <p:nvPicPr>
          <p:cNvPr id="70" name="Google Shape;70;p8"/>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sp>
        <p:nvSpPr>
          <p:cNvPr id="71" name="Google Shape;71;p8"/>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English</a:t>
            </a:r>
            <a:endParaRPr b="1" sz="1700">
              <a:latin typeface="Lexend"/>
              <a:ea typeface="Lexend"/>
              <a:cs typeface="Lexend"/>
              <a:sym typeface="Lexend"/>
            </a:endParaRPr>
          </a:p>
        </p:txBody>
      </p:sp>
      <p:sp>
        <p:nvSpPr>
          <p:cNvPr id="72" name="Google Shape;72;p8"/>
          <p:cNvSpPr txBox="1"/>
          <p:nvPr>
            <p:ph type="ctrTitle"/>
          </p:nvPr>
        </p:nvSpPr>
        <p:spPr>
          <a:xfrm>
            <a:off x="323850" y="810000"/>
            <a:ext cx="54507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73" name="Google Shape;73;p8"/>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pic>
        <p:nvPicPr>
          <p:cNvPr id="74" name="Google Shape;74;p8"/>
          <p:cNvPicPr preferRelativeResize="0"/>
          <p:nvPr/>
        </p:nvPicPr>
        <p:blipFill>
          <a:blip r:embed="rId4">
            <a:alphaModFix/>
          </a:blip>
          <a:stretch>
            <a:fillRect/>
          </a:stretch>
        </p:blipFill>
        <p:spPr>
          <a:xfrm>
            <a:off x="6156975" y="0"/>
            <a:ext cx="2987025" cy="3854074"/>
          </a:xfrm>
          <a:prstGeom prst="rect">
            <a:avLst/>
          </a:prstGeom>
          <a:noFill/>
          <a:ln>
            <a:noFill/>
          </a:ln>
        </p:spPr>
      </p:pic>
      <p:sp>
        <p:nvSpPr>
          <p:cNvPr id="75" name="Google Shape;75;p8"/>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latin typeface="Lexend"/>
                <a:ea typeface="Lexend"/>
                <a:cs typeface="Lexend"/>
                <a:sym typeface="Lexend"/>
              </a:rPr>
              <a:t>Unit</a:t>
            </a:r>
            <a:endParaRPr b="1" sz="1800">
              <a:latin typeface="Lexend"/>
              <a:ea typeface="Lexend"/>
              <a:cs typeface="Lexend"/>
              <a:sym typeface="Lexend"/>
            </a:endParaRPr>
          </a:p>
        </p:txBody>
      </p:sp>
      <p:sp>
        <p:nvSpPr>
          <p:cNvPr id="76" name="Google Shape;76;p8"/>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spTree>
  </p:cSld>
  <p:clrMapOvr>
    <a:masterClrMapping/>
  </p:clrMapOvr>
  <p:extLst>
    <p:ext uri="{DCECCB84-F9BA-43D5-87BE-67443E8EF086}">
      <p15:sldGuideLst>
        <p15:guide id="1" orient="horz" pos="2867">
          <p15:clr>
            <a:srgbClr val="E46962"/>
          </p15:clr>
        </p15:guide>
      </p15:sldGuideLst>
    </p:ext>
  </p:extLst>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French" showMasterSp="0">
  <p:cSld name="Title Slide 2_1_1_1_1_1_1_1_1_1_1_1">
    <p:bg>
      <p:bgPr>
        <a:solidFill>
          <a:srgbClr val="BEF2BD"/>
        </a:solidFill>
      </p:bgPr>
    </p:bg>
    <p:spTree>
      <p:nvGrpSpPr>
        <p:cNvPr id="77" name="Shape 77"/>
        <p:cNvGrpSpPr/>
        <p:nvPr/>
      </p:nvGrpSpPr>
      <p:grpSpPr>
        <a:xfrm>
          <a:off x="0" y="0"/>
          <a:ext cx="0" cy="0"/>
          <a:chOff x="0" y="0"/>
          <a:chExt cx="0" cy="0"/>
        </a:xfrm>
      </p:grpSpPr>
      <p:pic>
        <p:nvPicPr>
          <p:cNvPr id="78" name="Google Shape;78;p9"/>
          <p:cNvPicPr preferRelativeResize="0"/>
          <p:nvPr/>
        </p:nvPicPr>
        <p:blipFill rotWithShape="1">
          <a:blip r:embed="rId2">
            <a:alphaModFix/>
          </a:blip>
          <a:srcRect b="0" l="6209" r="6209" t="0"/>
          <a:stretch/>
        </p:blipFill>
        <p:spPr>
          <a:xfrm>
            <a:off x="324000" y="4008600"/>
            <a:ext cx="772225" cy="128000"/>
          </a:xfrm>
          <a:prstGeom prst="rect">
            <a:avLst/>
          </a:prstGeom>
          <a:noFill/>
          <a:ln>
            <a:noFill/>
          </a:ln>
        </p:spPr>
      </p:pic>
      <p:sp>
        <p:nvSpPr>
          <p:cNvPr id="79" name="Google Shape;79;p9"/>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80" name="Google Shape;80;p9"/>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French</a:t>
            </a:r>
            <a:endParaRPr b="1" sz="1700">
              <a:latin typeface="Lexend"/>
              <a:ea typeface="Lexend"/>
              <a:cs typeface="Lexend"/>
              <a:sym typeface="Lexend"/>
            </a:endParaRPr>
          </a:p>
        </p:txBody>
      </p:sp>
      <p:pic>
        <p:nvPicPr>
          <p:cNvPr id="81" name="Google Shape;81;p9"/>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grpSp>
        <p:nvGrpSpPr>
          <p:cNvPr id="82" name="Google Shape;82;p9"/>
          <p:cNvGrpSpPr/>
          <p:nvPr/>
        </p:nvGrpSpPr>
        <p:grpSpPr>
          <a:xfrm>
            <a:off x="6156975" y="0"/>
            <a:ext cx="2987025" cy="3854074"/>
            <a:chOff x="6156975" y="0"/>
            <a:chExt cx="2987025" cy="3854074"/>
          </a:xfrm>
        </p:grpSpPr>
        <p:pic>
          <p:nvPicPr>
            <p:cNvPr id="83" name="Google Shape;83;p9"/>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84" name="Google Shape;84;p9"/>
            <p:cNvSpPr/>
            <p:nvPr/>
          </p:nvSpPr>
          <p:spPr>
            <a:xfrm>
              <a:off x="6858000" y="868200"/>
              <a:ext cx="2210100" cy="2196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pic>
        <p:nvPicPr>
          <p:cNvPr id="85" name="Google Shape;85;p9"/>
          <p:cNvPicPr preferRelativeResize="0"/>
          <p:nvPr/>
        </p:nvPicPr>
        <p:blipFill>
          <a:blip r:embed="rId5">
            <a:alphaModFix/>
          </a:blip>
          <a:stretch>
            <a:fillRect/>
          </a:stretch>
        </p:blipFill>
        <p:spPr>
          <a:xfrm rot="-388119">
            <a:off x="6742284" y="969390"/>
            <a:ext cx="2161157" cy="1915295"/>
          </a:xfrm>
          <a:prstGeom prst="rect">
            <a:avLst/>
          </a:prstGeom>
          <a:noFill/>
          <a:ln>
            <a:noFill/>
          </a:ln>
        </p:spPr>
      </p:pic>
      <p:sp>
        <p:nvSpPr>
          <p:cNvPr id="86" name="Google Shape;86;p9"/>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latin typeface="Lexend"/>
                <a:ea typeface="Lexend"/>
                <a:cs typeface="Lexend"/>
                <a:sym typeface="Lexend"/>
              </a:rPr>
              <a:t>Unit</a:t>
            </a:r>
            <a:endParaRPr b="1" sz="1800">
              <a:latin typeface="Lexend"/>
              <a:ea typeface="Lexend"/>
              <a:cs typeface="Lexend"/>
              <a:sym typeface="Lexend"/>
            </a:endParaRPr>
          </a:p>
        </p:txBody>
      </p:sp>
      <p:sp>
        <p:nvSpPr>
          <p:cNvPr id="87" name="Google Shape;87;p9"/>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Geography" showMasterSp="0">
  <p:cSld name="Title Slide 2_1_1_1">
    <p:bg>
      <p:bgPr>
        <a:solidFill>
          <a:srgbClr val="BEF2BD"/>
        </a:solidFill>
      </p:bgPr>
    </p:bg>
    <p:spTree>
      <p:nvGrpSpPr>
        <p:cNvPr id="88" name="Shape 88"/>
        <p:cNvGrpSpPr/>
        <p:nvPr/>
      </p:nvGrpSpPr>
      <p:grpSpPr>
        <a:xfrm>
          <a:off x="0" y="0"/>
          <a:ext cx="0" cy="0"/>
          <a:chOff x="0" y="0"/>
          <a:chExt cx="0" cy="0"/>
        </a:xfrm>
      </p:grpSpPr>
      <p:pic>
        <p:nvPicPr>
          <p:cNvPr id="89" name="Google Shape;89;p10"/>
          <p:cNvPicPr preferRelativeResize="0"/>
          <p:nvPr/>
        </p:nvPicPr>
        <p:blipFill rotWithShape="1">
          <a:blip r:embed="rId2">
            <a:alphaModFix/>
          </a:blip>
          <a:srcRect b="0" l="6209" r="6209" t="0"/>
          <a:stretch/>
        </p:blipFill>
        <p:spPr>
          <a:xfrm>
            <a:off x="324000" y="4008600"/>
            <a:ext cx="1259825" cy="128000"/>
          </a:xfrm>
          <a:prstGeom prst="rect">
            <a:avLst/>
          </a:prstGeom>
          <a:noFill/>
          <a:ln>
            <a:noFill/>
          </a:ln>
        </p:spPr>
      </p:pic>
      <p:pic>
        <p:nvPicPr>
          <p:cNvPr id="90" name="Google Shape;90;p10"/>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91" name="Google Shape;91;p10"/>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92" name="Google Shape;92;p10"/>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Geography</a:t>
            </a:r>
            <a:endParaRPr b="1" sz="1700">
              <a:latin typeface="Lexend"/>
              <a:ea typeface="Lexend"/>
              <a:cs typeface="Lexend"/>
              <a:sym typeface="Lexend"/>
            </a:endParaRPr>
          </a:p>
        </p:txBody>
      </p:sp>
      <p:pic>
        <p:nvPicPr>
          <p:cNvPr id="93" name="Google Shape;93;p10"/>
          <p:cNvPicPr preferRelativeResize="0"/>
          <p:nvPr/>
        </p:nvPicPr>
        <p:blipFill rotWithShape="1">
          <a:blip r:embed="rId4">
            <a:alphaModFix/>
          </a:blip>
          <a:srcRect b="0" l="0" r="0" t="0"/>
          <a:stretch/>
        </p:blipFill>
        <p:spPr>
          <a:xfrm>
            <a:off x="7690424" y="4098434"/>
            <a:ext cx="1052750" cy="482825"/>
          </a:xfrm>
          <a:prstGeom prst="rect">
            <a:avLst/>
          </a:prstGeom>
          <a:noFill/>
          <a:ln>
            <a:noFill/>
          </a:ln>
        </p:spPr>
      </p:pic>
      <p:sp>
        <p:nvSpPr>
          <p:cNvPr id="94" name="Google Shape;94;p10"/>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latin typeface="Lexend"/>
                <a:ea typeface="Lexend"/>
                <a:cs typeface="Lexend"/>
                <a:sym typeface="Lexend"/>
              </a:rPr>
              <a:t>Unit</a:t>
            </a:r>
            <a:endParaRPr b="1" sz="1800">
              <a:latin typeface="Lexend"/>
              <a:ea typeface="Lexend"/>
              <a:cs typeface="Lexend"/>
              <a:sym typeface="Lexend"/>
            </a:endParaRPr>
          </a:p>
        </p:txBody>
      </p:sp>
      <p:sp>
        <p:nvSpPr>
          <p:cNvPr id="95" name="Google Shape;95;p10"/>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German" showMasterSp="0">
  <p:cSld name="Title Slide 2_1_1_1_1_1_1_1_1_1_1_1_1">
    <p:bg>
      <p:bgPr>
        <a:solidFill>
          <a:srgbClr val="BEF2BD"/>
        </a:solidFill>
      </p:bgPr>
    </p:bg>
    <p:spTree>
      <p:nvGrpSpPr>
        <p:cNvPr id="96" name="Shape 96"/>
        <p:cNvGrpSpPr/>
        <p:nvPr/>
      </p:nvGrpSpPr>
      <p:grpSpPr>
        <a:xfrm>
          <a:off x="0" y="0"/>
          <a:ext cx="0" cy="0"/>
          <a:chOff x="0" y="0"/>
          <a:chExt cx="0" cy="0"/>
        </a:xfrm>
      </p:grpSpPr>
      <p:pic>
        <p:nvPicPr>
          <p:cNvPr id="97" name="Google Shape;97;p11"/>
          <p:cNvPicPr preferRelativeResize="0"/>
          <p:nvPr/>
        </p:nvPicPr>
        <p:blipFill rotWithShape="1">
          <a:blip r:embed="rId2">
            <a:alphaModFix/>
          </a:blip>
          <a:srcRect b="0" l="6209" r="6209" t="0"/>
          <a:stretch/>
        </p:blipFill>
        <p:spPr>
          <a:xfrm>
            <a:off x="324000" y="4008600"/>
            <a:ext cx="916925" cy="128000"/>
          </a:xfrm>
          <a:prstGeom prst="rect">
            <a:avLst/>
          </a:prstGeom>
          <a:noFill/>
          <a:ln>
            <a:noFill/>
          </a:ln>
        </p:spPr>
      </p:pic>
      <p:sp>
        <p:nvSpPr>
          <p:cNvPr id="98" name="Google Shape;98;p11"/>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99" name="Google Shape;99;p11"/>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German</a:t>
            </a:r>
            <a:endParaRPr b="1" sz="1700">
              <a:latin typeface="Lexend"/>
              <a:ea typeface="Lexend"/>
              <a:cs typeface="Lexend"/>
              <a:sym typeface="Lexend"/>
            </a:endParaRPr>
          </a:p>
        </p:txBody>
      </p:sp>
      <p:pic>
        <p:nvPicPr>
          <p:cNvPr id="100" name="Google Shape;100;p11"/>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grpSp>
        <p:nvGrpSpPr>
          <p:cNvPr id="101" name="Google Shape;101;p11"/>
          <p:cNvGrpSpPr/>
          <p:nvPr/>
        </p:nvGrpSpPr>
        <p:grpSpPr>
          <a:xfrm>
            <a:off x="6156975" y="0"/>
            <a:ext cx="2987025" cy="3854074"/>
            <a:chOff x="6156975" y="0"/>
            <a:chExt cx="2987025" cy="3854074"/>
          </a:xfrm>
        </p:grpSpPr>
        <p:pic>
          <p:nvPicPr>
            <p:cNvPr id="102" name="Google Shape;102;p11"/>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103" name="Google Shape;103;p11"/>
            <p:cNvSpPr/>
            <p:nvPr/>
          </p:nvSpPr>
          <p:spPr>
            <a:xfrm>
              <a:off x="6858000" y="868200"/>
              <a:ext cx="2210100" cy="2196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pic>
        <p:nvPicPr>
          <p:cNvPr id="104" name="Google Shape;104;p11"/>
          <p:cNvPicPr preferRelativeResize="0"/>
          <p:nvPr/>
        </p:nvPicPr>
        <p:blipFill>
          <a:blip r:embed="rId5">
            <a:alphaModFix/>
          </a:blip>
          <a:stretch>
            <a:fillRect/>
          </a:stretch>
        </p:blipFill>
        <p:spPr>
          <a:xfrm rot="-366027">
            <a:off x="6626180" y="831797"/>
            <a:ext cx="2331091" cy="2089577"/>
          </a:xfrm>
          <a:prstGeom prst="rect">
            <a:avLst/>
          </a:prstGeom>
          <a:noFill/>
          <a:ln>
            <a:noFill/>
          </a:ln>
        </p:spPr>
      </p:pic>
      <p:sp>
        <p:nvSpPr>
          <p:cNvPr id="105" name="Google Shape;105;p11"/>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latin typeface="Lexend"/>
                <a:ea typeface="Lexend"/>
                <a:cs typeface="Lexend"/>
                <a:sym typeface="Lexend"/>
              </a:rPr>
              <a:t>Unit</a:t>
            </a:r>
            <a:endParaRPr b="1" sz="1800">
              <a:latin typeface="Lexend"/>
              <a:ea typeface="Lexend"/>
              <a:cs typeface="Lexend"/>
              <a:sym typeface="Lexend"/>
            </a:endParaRPr>
          </a:p>
        </p:txBody>
      </p:sp>
      <p:sp>
        <p:nvSpPr>
          <p:cNvPr id="106" name="Google Shape;106;p11"/>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History" showMasterSp="0">
  <p:cSld name="Title Slide 2_1_1_1_1_2">
    <p:bg>
      <p:bgPr>
        <a:solidFill>
          <a:srgbClr val="BEF2BD"/>
        </a:solidFill>
      </p:bgPr>
    </p:bg>
    <p:spTree>
      <p:nvGrpSpPr>
        <p:cNvPr id="107" name="Shape 107"/>
        <p:cNvGrpSpPr/>
        <p:nvPr/>
      </p:nvGrpSpPr>
      <p:grpSpPr>
        <a:xfrm>
          <a:off x="0" y="0"/>
          <a:ext cx="0" cy="0"/>
          <a:chOff x="0" y="0"/>
          <a:chExt cx="0" cy="0"/>
        </a:xfrm>
      </p:grpSpPr>
      <p:pic>
        <p:nvPicPr>
          <p:cNvPr id="108" name="Google Shape;108;p12"/>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sp>
        <p:nvSpPr>
          <p:cNvPr id="109" name="Google Shape;109;p12"/>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10" name="Google Shape;110;p12"/>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History</a:t>
            </a:r>
            <a:endParaRPr b="1" sz="1700">
              <a:latin typeface="Lexend"/>
              <a:ea typeface="Lexend"/>
              <a:cs typeface="Lexend"/>
              <a:sym typeface="Lexend"/>
            </a:endParaRPr>
          </a:p>
        </p:txBody>
      </p:sp>
      <p:pic>
        <p:nvPicPr>
          <p:cNvPr id="111" name="Google Shape;111;p12"/>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grpSp>
        <p:nvGrpSpPr>
          <p:cNvPr id="112" name="Google Shape;112;p12"/>
          <p:cNvGrpSpPr/>
          <p:nvPr/>
        </p:nvGrpSpPr>
        <p:grpSpPr>
          <a:xfrm>
            <a:off x="6156975" y="0"/>
            <a:ext cx="2987025" cy="3854074"/>
            <a:chOff x="6156975" y="0"/>
            <a:chExt cx="2987025" cy="3854074"/>
          </a:xfrm>
        </p:grpSpPr>
        <p:pic>
          <p:nvPicPr>
            <p:cNvPr id="113" name="Google Shape;113;p12"/>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114" name="Google Shape;114;p12"/>
            <p:cNvSpPr/>
            <p:nvPr/>
          </p:nvSpPr>
          <p:spPr>
            <a:xfrm>
              <a:off x="6860400" y="1205850"/>
              <a:ext cx="1959600" cy="13659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15" name="Google Shape;115;p12"/>
            <p:cNvPicPr preferRelativeResize="0"/>
            <p:nvPr/>
          </p:nvPicPr>
          <p:blipFill>
            <a:blip r:embed="rId5">
              <a:alphaModFix/>
            </a:blip>
            <a:stretch>
              <a:fillRect/>
            </a:stretch>
          </p:blipFill>
          <p:spPr>
            <a:xfrm rot="-378432">
              <a:off x="7001357" y="1317070"/>
              <a:ext cx="1677682" cy="1143462"/>
            </a:xfrm>
            <a:prstGeom prst="rect">
              <a:avLst/>
            </a:prstGeom>
            <a:noFill/>
            <a:ln>
              <a:noFill/>
            </a:ln>
          </p:spPr>
        </p:pic>
      </p:grpSp>
      <p:sp>
        <p:nvSpPr>
          <p:cNvPr id="116" name="Google Shape;116;p12"/>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latin typeface="Lexend"/>
                <a:ea typeface="Lexend"/>
                <a:cs typeface="Lexend"/>
                <a:sym typeface="Lexend"/>
              </a:rPr>
              <a:t>Unit</a:t>
            </a:r>
            <a:endParaRPr b="1" sz="1800">
              <a:latin typeface="Lexend"/>
              <a:ea typeface="Lexend"/>
              <a:cs typeface="Lexend"/>
              <a:sym typeface="Lexend"/>
            </a:endParaRPr>
          </a:p>
        </p:txBody>
      </p:sp>
      <p:sp>
        <p:nvSpPr>
          <p:cNvPr id="117" name="Google Shape;117;p12"/>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Maths" showMasterSp="0">
  <p:cSld name="Title Slide 2_1_1_2">
    <p:bg>
      <p:bgPr>
        <a:solidFill>
          <a:srgbClr val="BEF2BD"/>
        </a:solidFill>
      </p:bgPr>
    </p:bg>
    <p:spTree>
      <p:nvGrpSpPr>
        <p:cNvPr id="118" name="Shape 118"/>
        <p:cNvGrpSpPr/>
        <p:nvPr/>
      </p:nvGrpSpPr>
      <p:grpSpPr>
        <a:xfrm>
          <a:off x="0" y="0"/>
          <a:ext cx="0" cy="0"/>
          <a:chOff x="0" y="0"/>
          <a:chExt cx="0" cy="0"/>
        </a:xfrm>
      </p:grpSpPr>
      <p:pic>
        <p:nvPicPr>
          <p:cNvPr id="119" name="Google Shape;119;p13"/>
          <p:cNvPicPr preferRelativeResize="0"/>
          <p:nvPr/>
        </p:nvPicPr>
        <p:blipFill rotWithShape="1">
          <a:blip r:embed="rId2">
            <a:alphaModFix/>
          </a:blip>
          <a:srcRect b="0" l="0" r="0" t="0"/>
          <a:stretch/>
        </p:blipFill>
        <p:spPr>
          <a:xfrm>
            <a:off x="6156975" y="0"/>
            <a:ext cx="2987025" cy="3854074"/>
          </a:xfrm>
          <a:prstGeom prst="rect">
            <a:avLst/>
          </a:prstGeom>
          <a:noFill/>
          <a:ln>
            <a:noFill/>
          </a:ln>
        </p:spPr>
      </p:pic>
      <p:sp>
        <p:nvSpPr>
          <p:cNvPr id="120" name="Google Shape;120;p13"/>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21" name="Google Shape;121;p13"/>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Maths</a:t>
            </a:r>
            <a:endParaRPr b="1" sz="1700">
              <a:latin typeface="Lexend"/>
              <a:ea typeface="Lexend"/>
              <a:cs typeface="Lexend"/>
              <a:sym typeface="Lexend"/>
            </a:endParaRPr>
          </a:p>
        </p:txBody>
      </p:sp>
      <p:pic>
        <p:nvPicPr>
          <p:cNvPr id="122" name="Google Shape;122;p13"/>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pic>
        <p:nvPicPr>
          <p:cNvPr id="123" name="Google Shape;123;p13"/>
          <p:cNvPicPr preferRelativeResize="0"/>
          <p:nvPr/>
        </p:nvPicPr>
        <p:blipFill rotWithShape="1">
          <a:blip r:embed="rId4">
            <a:alphaModFix/>
          </a:blip>
          <a:srcRect b="0" l="6209" r="6209" t="0"/>
          <a:stretch/>
        </p:blipFill>
        <p:spPr>
          <a:xfrm>
            <a:off x="324000" y="4008600"/>
            <a:ext cx="707200" cy="128000"/>
          </a:xfrm>
          <a:prstGeom prst="rect">
            <a:avLst/>
          </a:prstGeom>
          <a:noFill/>
          <a:ln>
            <a:noFill/>
          </a:ln>
        </p:spPr>
      </p:pic>
      <p:sp>
        <p:nvSpPr>
          <p:cNvPr id="124" name="Google Shape;124;p13"/>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latin typeface="Lexend"/>
                <a:ea typeface="Lexend"/>
                <a:cs typeface="Lexend"/>
                <a:sym typeface="Lexend"/>
              </a:rPr>
              <a:t>Unit</a:t>
            </a:r>
            <a:endParaRPr b="1" sz="1800">
              <a:latin typeface="Lexend"/>
              <a:ea typeface="Lexend"/>
              <a:cs typeface="Lexend"/>
              <a:sym typeface="Lexend"/>
            </a:endParaRPr>
          </a:p>
        </p:txBody>
      </p:sp>
      <p:sp>
        <p:nvSpPr>
          <p:cNvPr id="125" name="Google Shape;125;p13"/>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Music" showMasterSp="0">
  <p:cSld name="Title Slide 2_1_1_1_1_1">
    <p:bg>
      <p:bgPr>
        <a:solidFill>
          <a:srgbClr val="BEF2BD"/>
        </a:solidFill>
      </p:bgPr>
    </p:bg>
    <p:spTree>
      <p:nvGrpSpPr>
        <p:cNvPr id="126" name="Shape 126"/>
        <p:cNvGrpSpPr/>
        <p:nvPr/>
      </p:nvGrpSpPr>
      <p:grpSpPr>
        <a:xfrm>
          <a:off x="0" y="0"/>
          <a:ext cx="0" cy="0"/>
          <a:chOff x="0" y="0"/>
          <a:chExt cx="0" cy="0"/>
        </a:xfrm>
      </p:grpSpPr>
      <p:pic>
        <p:nvPicPr>
          <p:cNvPr id="127" name="Google Shape;127;p14"/>
          <p:cNvPicPr preferRelativeResize="0"/>
          <p:nvPr/>
        </p:nvPicPr>
        <p:blipFill rotWithShape="1">
          <a:blip r:embed="rId2">
            <a:alphaModFix/>
          </a:blip>
          <a:srcRect b="0" l="0" r="0" t="0"/>
          <a:stretch/>
        </p:blipFill>
        <p:spPr>
          <a:xfrm>
            <a:off x="6156975" y="0"/>
            <a:ext cx="2987025" cy="3854074"/>
          </a:xfrm>
          <a:prstGeom prst="rect">
            <a:avLst/>
          </a:prstGeom>
          <a:noFill/>
          <a:ln>
            <a:noFill/>
          </a:ln>
        </p:spPr>
      </p:pic>
      <p:sp>
        <p:nvSpPr>
          <p:cNvPr id="128" name="Google Shape;128;p14"/>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29" name="Google Shape;129;p14"/>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Music</a:t>
            </a:r>
            <a:endParaRPr b="1" sz="1700">
              <a:latin typeface="Lexend"/>
              <a:ea typeface="Lexend"/>
              <a:cs typeface="Lexend"/>
              <a:sym typeface="Lexend"/>
            </a:endParaRPr>
          </a:p>
        </p:txBody>
      </p:sp>
      <p:pic>
        <p:nvPicPr>
          <p:cNvPr id="130" name="Google Shape;130;p14"/>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pic>
        <p:nvPicPr>
          <p:cNvPr id="131" name="Google Shape;131;p14"/>
          <p:cNvPicPr preferRelativeResize="0"/>
          <p:nvPr/>
        </p:nvPicPr>
        <p:blipFill rotWithShape="1">
          <a:blip r:embed="rId4">
            <a:alphaModFix/>
          </a:blip>
          <a:srcRect b="0" l="6209" r="6209" t="0"/>
          <a:stretch/>
        </p:blipFill>
        <p:spPr>
          <a:xfrm>
            <a:off x="324000" y="4008600"/>
            <a:ext cx="661625" cy="128000"/>
          </a:xfrm>
          <a:prstGeom prst="rect">
            <a:avLst/>
          </a:prstGeom>
          <a:noFill/>
          <a:ln>
            <a:noFill/>
          </a:ln>
        </p:spPr>
      </p:pic>
      <p:sp>
        <p:nvSpPr>
          <p:cNvPr id="132" name="Google Shape;132;p14"/>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latin typeface="Lexend"/>
                <a:ea typeface="Lexend"/>
                <a:cs typeface="Lexend"/>
                <a:sym typeface="Lexend"/>
              </a:rPr>
              <a:t>Unit</a:t>
            </a:r>
            <a:endParaRPr b="1" sz="1800">
              <a:latin typeface="Lexend"/>
              <a:ea typeface="Lexend"/>
              <a:cs typeface="Lexend"/>
              <a:sym typeface="Lexend"/>
            </a:endParaRPr>
          </a:p>
        </p:txBody>
      </p:sp>
      <p:sp>
        <p:nvSpPr>
          <p:cNvPr id="133" name="Google Shape;133;p14"/>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Physical education" showMasterSp="0">
  <p:cSld name="Title Slide 2_1_1_1_1_1_1_1_1_1_1_1_1_2">
    <p:bg>
      <p:bgPr>
        <a:solidFill>
          <a:srgbClr val="BEF2BD"/>
        </a:solidFill>
      </p:bgPr>
    </p:bg>
    <p:spTree>
      <p:nvGrpSpPr>
        <p:cNvPr id="134" name="Shape 134"/>
        <p:cNvGrpSpPr/>
        <p:nvPr/>
      </p:nvGrpSpPr>
      <p:grpSpPr>
        <a:xfrm>
          <a:off x="0" y="0"/>
          <a:ext cx="0" cy="0"/>
          <a:chOff x="0" y="0"/>
          <a:chExt cx="0" cy="0"/>
        </a:xfrm>
      </p:grpSpPr>
      <p:pic>
        <p:nvPicPr>
          <p:cNvPr id="135" name="Google Shape;135;p15"/>
          <p:cNvPicPr preferRelativeResize="0"/>
          <p:nvPr/>
        </p:nvPicPr>
        <p:blipFill rotWithShape="1">
          <a:blip r:embed="rId2">
            <a:alphaModFix/>
          </a:blip>
          <a:srcRect b="0" l="6209" r="6209" t="0"/>
          <a:stretch/>
        </p:blipFill>
        <p:spPr>
          <a:xfrm>
            <a:off x="324000" y="4008600"/>
            <a:ext cx="2192950" cy="128000"/>
          </a:xfrm>
          <a:prstGeom prst="rect">
            <a:avLst/>
          </a:prstGeom>
          <a:noFill/>
          <a:ln>
            <a:noFill/>
          </a:ln>
        </p:spPr>
      </p:pic>
      <p:sp>
        <p:nvSpPr>
          <p:cNvPr id="136" name="Google Shape;136;p15"/>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37" name="Google Shape;137;p15"/>
          <p:cNvSpPr txBox="1"/>
          <p:nvPr/>
        </p:nvSpPr>
        <p:spPr>
          <a:xfrm>
            <a:off x="323850" y="3781525"/>
            <a:ext cx="24561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Physical education</a:t>
            </a:r>
            <a:endParaRPr b="1" sz="1700">
              <a:latin typeface="Lexend"/>
              <a:ea typeface="Lexend"/>
              <a:cs typeface="Lexend"/>
              <a:sym typeface="Lexend"/>
            </a:endParaRPr>
          </a:p>
        </p:txBody>
      </p:sp>
      <p:pic>
        <p:nvPicPr>
          <p:cNvPr id="138" name="Google Shape;138;p15"/>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grpSp>
        <p:nvGrpSpPr>
          <p:cNvPr id="139" name="Google Shape;139;p15"/>
          <p:cNvGrpSpPr/>
          <p:nvPr/>
        </p:nvGrpSpPr>
        <p:grpSpPr>
          <a:xfrm>
            <a:off x="6156975" y="0"/>
            <a:ext cx="2987025" cy="3854074"/>
            <a:chOff x="6156975" y="0"/>
            <a:chExt cx="2987025" cy="3854074"/>
          </a:xfrm>
        </p:grpSpPr>
        <p:pic>
          <p:nvPicPr>
            <p:cNvPr id="140" name="Google Shape;140;p15"/>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141" name="Google Shape;141;p15"/>
            <p:cNvSpPr/>
            <p:nvPr/>
          </p:nvSpPr>
          <p:spPr>
            <a:xfrm>
              <a:off x="6858000" y="868200"/>
              <a:ext cx="2210100" cy="2196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sp>
        <p:nvSpPr>
          <p:cNvPr id="142" name="Google Shape;142;p15"/>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latin typeface="Lexend"/>
                <a:ea typeface="Lexend"/>
                <a:cs typeface="Lexend"/>
                <a:sym typeface="Lexend"/>
              </a:rPr>
              <a:t>Unit</a:t>
            </a:r>
            <a:endParaRPr b="1" sz="1800">
              <a:latin typeface="Lexend"/>
              <a:ea typeface="Lexend"/>
              <a:cs typeface="Lexend"/>
              <a:sym typeface="Lexend"/>
            </a:endParaRPr>
          </a:p>
        </p:txBody>
      </p:sp>
      <p:sp>
        <p:nvSpPr>
          <p:cNvPr id="143" name="Google Shape;143;p15"/>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144" name="Google Shape;144;p15"/>
          <p:cNvPicPr preferRelativeResize="0"/>
          <p:nvPr/>
        </p:nvPicPr>
        <p:blipFill>
          <a:blip r:embed="rId5">
            <a:alphaModFix/>
          </a:blip>
          <a:stretch>
            <a:fillRect/>
          </a:stretch>
        </p:blipFill>
        <p:spPr>
          <a:xfrm rot="-375628">
            <a:off x="6551506" y="729991"/>
            <a:ext cx="2546513" cy="2546493"/>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Physics" showMasterSp="0">
  <p:cSld name="Title Slide 2_1_1_1_1_1_1_1_1_2">
    <p:bg>
      <p:bgPr>
        <a:solidFill>
          <a:srgbClr val="BEF2BD"/>
        </a:solidFill>
      </p:bgPr>
    </p:bg>
    <p:spTree>
      <p:nvGrpSpPr>
        <p:cNvPr id="145" name="Shape 145"/>
        <p:cNvGrpSpPr/>
        <p:nvPr/>
      </p:nvGrpSpPr>
      <p:grpSpPr>
        <a:xfrm>
          <a:off x="0" y="0"/>
          <a:ext cx="0" cy="0"/>
          <a:chOff x="0" y="0"/>
          <a:chExt cx="0" cy="0"/>
        </a:xfrm>
      </p:grpSpPr>
      <p:pic>
        <p:nvPicPr>
          <p:cNvPr id="146" name="Google Shape;146;p16"/>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sp>
        <p:nvSpPr>
          <p:cNvPr id="147" name="Google Shape;147;p16"/>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48" name="Google Shape;148;p16"/>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Physics</a:t>
            </a:r>
            <a:endParaRPr b="1" sz="1700">
              <a:latin typeface="Lexend"/>
              <a:ea typeface="Lexend"/>
              <a:cs typeface="Lexend"/>
              <a:sym typeface="Lexend"/>
            </a:endParaRPr>
          </a:p>
        </p:txBody>
      </p:sp>
      <p:pic>
        <p:nvPicPr>
          <p:cNvPr id="149" name="Google Shape;149;p16"/>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grpSp>
        <p:nvGrpSpPr>
          <p:cNvPr id="150" name="Google Shape;150;p16"/>
          <p:cNvGrpSpPr/>
          <p:nvPr/>
        </p:nvGrpSpPr>
        <p:grpSpPr>
          <a:xfrm>
            <a:off x="6156975" y="0"/>
            <a:ext cx="2987025" cy="3854074"/>
            <a:chOff x="6156975" y="0"/>
            <a:chExt cx="2987025" cy="3854074"/>
          </a:xfrm>
        </p:grpSpPr>
        <p:pic>
          <p:nvPicPr>
            <p:cNvPr id="151" name="Google Shape;151;p16"/>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152" name="Google Shape;152;p16"/>
            <p:cNvSpPr/>
            <p:nvPr/>
          </p:nvSpPr>
          <p:spPr>
            <a:xfrm>
              <a:off x="6898050" y="839288"/>
              <a:ext cx="1959600" cy="23547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53" name="Google Shape;153;p16"/>
            <p:cNvPicPr preferRelativeResize="0"/>
            <p:nvPr/>
          </p:nvPicPr>
          <p:blipFill>
            <a:blip r:embed="rId5">
              <a:alphaModFix/>
            </a:blip>
            <a:stretch>
              <a:fillRect/>
            </a:stretch>
          </p:blipFill>
          <p:spPr>
            <a:xfrm rot="-384492">
              <a:off x="7235674" y="1037850"/>
              <a:ext cx="1204851" cy="1957577"/>
            </a:xfrm>
            <a:prstGeom prst="rect">
              <a:avLst/>
            </a:prstGeom>
            <a:noFill/>
            <a:ln>
              <a:noFill/>
            </a:ln>
          </p:spPr>
        </p:pic>
      </p:grpSp>
      <p:sp>
        <p:nvSpPr>
          <p:cNvPr id="154" name="Google Shape;154;p16"/>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latin typeface="Lexend"/>
                <a:ea typeface="Lexend"/>
                <a:cs typeface="Lexend"/>
                <a:sym typeface="Lexend"/>
              </a:rPr>
              <a:t>Unit</a:t>
            </a:r>
            <a:endParaRPr b="1" sz="1800">
              <a:latin typeface="Lexend"/>
              <a:ea typeface="Lexend"/>
              <a:cs typeface="Lexend"/>
              <a:sym typeface="Lexend"/>
            </a:endParaRPr>
          </a:p>
        </p:txBody>
      </p:sp>
      <p:sp>
        <p:nvSpPr>
          <p:cNvPr id="155" name="Google Shape;155;p16"/>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Relationships and health education" showMasterSp="0">
  <p:cSld name="Title Slide 2_1_1_1_1_1_1_1_1_1_1_7">
    <p:bg>
      <p:bgPr>
        <a:solidFill>
          <a:srgbClr val="BEF2BD"/>
        </a:solidFill>
      </p:bgPr>
    </p:bg>
    <p:spTree>
      <p:nvGrpSpPr>
        <p:cNvPr id="156" name="Shape 156"/>
        <p:cNvGrpSpPr/>
        <p:nvPr/>
      </p:nvGrpSpPr>
      <p:grpSpPr>
        <a:xfrm>
          <a:off x="0" y="0"/>
          <a:ext cx="0" cy="0"/>
          <a:chOff x="0" y="0"/>
          <a:chExt cx="0" cy="0"/>
        </a:xfrm>
      </p:grpSpPr>
      <p:sp>
        <p:nvSpPr>
          <p:cNvPr id="157" name="Google Shape;157;p17"/>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158" name="Google Shape;158;p17"/>
          <p:cNvPicPr preferRelativeResize="0"/>
          <p:nvPr/>
        </p:nvPicPr>
        <p:blipFill rotWithShape="1">
          <a:blip r:embed="rId2">
            <a:alphaModFix/>
          </a:blip>
          <a:srcRect b="0" l="0" r="0" t="0"/>
          <a:stretch/>
        </p:blipFill>
        <p:spPr>
          <a:xfrm>
            <a:off x="7690424" y="4098434"/>
            <a:ext cx="1052750" cy="482825"/>
          </a:xfrm>
          <a:prstGeom prst="rect">
            <a:avLst/>
          </a:prstGeom>
          <a:noFill/>
          <a:ln>
            <a:noFill/>
          </a:ln>
        </p:spPr>
      </p:pic>
      <p:grpSp>
        <p:nvGrpSpPr>
          <p:cNvPr id="159" name="Google Shape;159;p17"/>
          <p:cNvGrpSpPr/>
          <p:nvPr/>
        </p:nvGrpSpPr>
        <p:grpSpPr>
          <a:xfrm>
            <a:off x="6156975" y="0"/>
            <a:ext cx="2987025" cy="3854074"/>
            <a:chOff x="6156975" y="0"/>
            <a:chExt cx="2987025" cy="3854074"/>
          </a:xfrm>
        </p:grpSpPr>
        <p:pic>
          <p:nvPicPr>
            <p:cNvPr id="160" name="Google Shape;160;p17"/>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161" name="Google Shape;161;p17"/>
            <p:cNvSpPr/>
            <p:nvPr/>
          </p:nvSpPr>
          <p:spPr>
            <a:xfrm>
              <a:off x="6858000" y="868200"/>
              <a:ext cx="2210100" cy="2196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pic>
        <p:nvPicPr>
          <p:cNvPr id="162" name="Google Shape;162;p17"/>
          <p:cNvPicPr preferRelativeResize="0"/>
          <p:nvPr/>
        </p:nvPicPr>
        <p:blipFill>
          <a:blip r:embed="rId4">
            <a:alphaModFix/>
          </a:blip>
          <a:stretch>
            <a:fillRect/>
          </a:stretch>
        </p:blipFill>
        <p:spPr>
          <a:xfrm rot="-360033">
            <a:off x="6814806" y="1250542"/>
            <a:ext cx="1965462" cy="1393693"/>
          </a:xfrm>
          <a:prstGeom prst="rect">
            <a:avLst/>
          </a:prstGeom>
          <a:noFill/>
          <a:ln>
            <a:noFill/>
          </a:ln>
        </p:spPr>
      </p:pic>
      <p:sp>
        <p:nvSpPr>
          <p:cNvPr id="163" name="Google Shape;163;p17"/>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latin typeface="Lexend"/>
                <a:ea typeface="Lexend"/>
                <a:cs typeface="Lexend"/>
                <a:sym typeface="Lexend"/>
              </a:rPr>
              <a:t>Unit</a:t>
            </a:r>
            <a:endParaRPr b="1" sz="1800">
              <a:latin typeface="Lexend"/>
              <a:ea typeface="Lexend"/>
              <a:cs typeface="Lexend"/>
              <a:sym typeface="Lexend"/>
            </a:endParaRPr>
          </a:p>
        </p:txBody>
      </p:sp>
      <p:sp>
        <p:nvSpPr>
          <p:cNvPr id="164" name="Google Shape;164;p17"/>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165" name="Google Shape;165;p17"/>
          <p:cNvPicPr preferRelativeResize="0"/>
          <p:nvPr/>
        </p:nvPicPr>
        <p:blipFill rotWithShape="1">
          <a:blip r:embed="rId5">
            <a:alphaModFix/>
          </a:blip>
          <a:srcRect b="0" l="6209" r="6209" t="0"/>
          <a:stretch/>
        </p:blipFill>
        <p:spPr>
          <a:xfrm>
            <a:off x="324000" y="4008600"/>
            <a:ext cx="1360800" cy="128000"/>
          </a:xfrm>
          <a:prstGeom prst="rect">
            <a:avLst/>
          </a:prstGeom>
          <a:noFill/>
          <a:ln>
            <a:noFill/>
          </a:ln>
        </p:spPr>
      </p:pic>
      <p:sp>
        <p:nvSpPr>
          <p:cNvPr id="166" name="Google Shape;166;p17"/>
          <p:cNvSpPr txBox="1"/>
          <p:nvPr/>
        </p:nvSpPr>
        <p:spPr>
          <a:xfrm>
            <a:off x="323850" y="3781525"/>
            <a:ext cx="46233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RHE (PSHE)</a:t>
            </a:r>
            <a:endParaRPr b="1" sz="1700">
              <a:latin typeface="Lexend"/>
              <a:ea typeface="Lexend"/>
              <a:cs typeface="Lexend"/>
              <a:sym typeface="Lexen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Relationships, sex and health education" showMasterSp="0">
  <p:cSld name="Title Slide 2_1_1_1_1_1_1_1_1_1_1_7_1">
    <p:bg>
      <p:bgPr>
        <a:solidFill>
          <a:srgbClr val="BEF2BD"/>
        </a:solidFill>
      </p:bgPr>
    </p:bg>
    <p:spTree>
      <p:nvGrpSpPr>
        <p:cNvPr id="167" name="Shape 167"/>
        <p:cNvGrpSpPr/>
        <p:nvPr/>
      </p:nvGrpSpPr>
      <p:grpSpPr>
        <a:xfrm>
          <a:off x="0" y="0"/>
          <a:ext cx="0" cy="0"/>
          <a:chOff x="0" y="0"/>
          <a:chExt cx="0" cy="0"/>
        </a:xfrm>
      </p:grpSpPr>
      <p:sp>
        <p:nvSpPr>
          <p:cNvPr id="168" name="Google Shape;168;p18"/>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169" name="Google Shape;169;p18"/>
          <p:cNvPicPr preferRelativeResize="0"/>
          <p:nvPr/>
        </p:nvPicPr>
        <p:blipFill rotWithShape="1">
          <a:blip r:embed="rId2">
            <a:alphaModFix/>
          </a:blip>
          <a:srcRect b="0" l="0" r="0" t="0"/>
          <a:stretch/>
        </p:blipFill>
        <p:spPr>
          <a:xfrm>
            <a:off x="7690424" y="4098434"/>
            <a:ext cx="1052750" cy="482825"/>
          </a:xfrm>
          <a:prstGeom prst="rect">
            <a:avLst/>
          </a:prstGeom>
          <a:noFill/>
          <a:ln>
            <a:noFill/>
          </a:ln>
        </p:spPr>
      </p:pic>
      <p:grpSp>
        <p:nvGrpSpPr>
          <p:cNvPr id="170" name="Google Shape;170;p18"/>
          <p:cNvGrpSpPr/>
          <p:nvPr/>
        </p:nvGrpSpPr>
        <p:grpSpPr>
          <a:xfrm>
            <a:off x="6156975" y="0"/>
            <a:ext cx="2987025" cy="3854074"/>
            <a:chOff x="6156975" y="0"/>
            <a:chExt cx="2987025" cy="3854074"/>
          </a:xfrm>
        </p:grpSpPr>
        <p:pic>
          <p:nvPicPr>
            <p:cNvPr id="171" name="Google Shape;171;p18"/>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172" name="Google Shape;172;p18"/>
            <p:cNvSpPr/>
            <p:nvPr/>
          </p:nvSpPr>
          <p:spPr>
            <a:xfrm>
              <a:off x="6858000" y="868200"/>
              <a:ext cx="2210100" cy="2196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pic>
        <p:nvPicPr>
          <p:cNvPr id="173" name="Google Shape;173;p18"/>
          <p:cNvPicPr preferRelativeResize="0"/>
          <p:nvPr/>
        </p:nvPicPr>
        <p:blipFill>
          <a:blip r:embed="rId4">
            <a:alphaModFix/>
          </a:blip>
          <a:stretch>
            <a:fillRect/>
          </a:stretch>
        </p:blipFill>
        <p:spPr>
          <a:xfrm rot="-360033">
            <a:off x="6814806" y="1250542"/>
            <a:ext cx="1965462" cy="1393693"/>
          </a:xfrm>
          <a:prstGeom prst="rect">
            <a:avLst/>
          </a:prstGeom>
          <a:noFill/>
          <a:ln>
            <a:noFill/>
          </a:ln>
        </p:spPr>
      </p:pic>
      <p:sp>
        <p:nvSpPr>
          <p:cNvPr id="174" name="Google Shape;174;p18"/>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latin typeface="Lexend"/>
                <a:ea typeface="Lexend"/>
                <a:cs typeface="Lexend"/>
                <a:sym typeface="Lexend"/>
              </a:rPr>
              <a:t>Unit</a:t>
            </a:r>
            <a:endParaRPr b="1" sz="1800">
              <a:latin typeface="Lexend"/>
              <a:ea typeface="Lexend"/>
              <a:cs typeface="Lexend"/>
              <a:sym typeface="Lexend"/>
            </a:endParaRPr>
          </a:p>
        </p:txBody>
      </p:sp>
      <p:sp>
        <p:nvSpPr>
          <p:cNvPr id="175" name="Google Shape;175;p18"/>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176" name="Google Shape;176;p18"/>
          <p:cNvPicPr preferRelativeResize="0"/>
          <p:nvPr/>
        </p:nvPicPr>
        <p:blipFill rotWithShape="1">
          <a:blip r:embed="rId5">
            <a:alphaModFix/>
          </a:blip>
          <a:srcRect b="0" l="6209" r="6209" t="0"/>
          <a:stretch/>
        </p:blipFill>
        <p:spPr>
          <a:xfrm>
            <a:off x="324000" y="4008600"/>
            <a:ext cx="1511900" cy="128000"/>
          </a:xfrm>
          <a:prstGeom prst="rect">
            <a:avLst/>
          </a:prstGeom>
          <a:noFill/>
          <a:ln>
            <a:noFill/>
          </a:ln>
        </p:spPr>
      </p:pic>
      <p:sp>
        <p:nvSpPr>
          <p:cNvPr id="177" name="Google Shape;177;p18"/>
          <p:cNvSpPr txBox="1"/>
          <p:nvPr/>
        </p:nvSpPr>
        <p:spPr>
          <a:xfrm>
            <a:off x="323850" y="3781525"/>
            <a:ext cx="50871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RSHE (PSHE)</a:t>
            </a:r>
            <a:endParaRPr b="1" sz="1700">
              <a:latin typeface="Lexend"/>
              <a:ea typeface="Lexend"/>
              <a:cs typeface="Lexend"/>
              <a:sym typeface="Lexen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Religious education" showMasterSp="0">
  <p:cSld name="Title Slide 2_1_1_1_1_1_1_1_1_1_1_1_1_1">
    <p:bg>
      <p:bgPr>
        <a:solidFill>
          <a:srgbClr val="BEF2BD"/>
        </a:solidFill>
      </p:bgPr>
    </p:bg>
    <p:spTree>
      <p:nvGrpSpPr>
        <p:cNvPr id="178" name="Shape 178"/>
        <p:cNvGrpSpPr/>
        <p:nvPr/>
      </p:nvGrpSpPr>
      <p:grpSpPr>
        <a:xfrm>
          <a:off x="0" y="0"/>
          <a:ext cx="0" cy="0"/>
          <a:chOff x="0" y="0"/>
          <a:chExt cx="0" cy="0"/>
        </a:xfrm>
      </p:grpSpPr>
      <p:pic>
        <p:nvPicPr>
          <p:cNvPr id="179" name="Google Shape;179;p19"/>
          <p:cNvPicPr preferRelativeResize="0"/>
          <p:nvPr/>
        </p:nvPicPr>
        <p:blipFill rotWithShape="1">
          <a:blip r:embed="rId2">
            <a:alphaModFix/>
          </a:blip>
          <a:srcRect b="0" l="6209" r="6209" t="0"/>
          <a:stretch/>
        </p:blipFill>
        <p:spPr>
          <a:xfrm>
            <a:off x="324000" y="4008600"/>
            <a:ext cx="2271875" cy="128000"/>
          </a:xfrm>
          <a:prstGeom prst="rect">
            <a:avLst/>
          </a:prstGeom>
          <a:noFill/>
          <a:ln>
            <a:noFill/>
          </a:ln>
        </p:spPr>
      </p:pic>
      <p:sp>
        <p:nvSpPr>
          <p:cNvPr id="180" name="Google Shape;180;p19"/>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81" name="Google Shape;181;p19"/>
          <p:cNvSpPr txBox="1"/>
          <p:nvPr/>
        </p:nvSpPr>
        <p:spPr>
          <a:xfrm>
            <a:off x="323850" y="3781525"/>
            <a:ext cx="27981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Religious education</a:t>
            </a:r>
            <a:endParaRPr b="1" sz="1700">
              <a:latin typeface="Lexend"/>
              <a:ea typeface="Lexend"/>
              <a:cs typeface="Lexend"/>
              <a:sym typeface="Lexend"/>
            </a:endParaRPr>
          </a:p>
        </p:txBody>
      </p:sp>
      <p:pic>
        <p:nvPicPr>
          <p:cNvPr id="182" name="Google Shape;182;p19"/>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grpSp>
        <p:nvGrpSpPr>
          <p:cNvPr id="183" name="Google Shape;183;p19"/>
          <p:cNvGrpSpPr/>
          <p:nvPr/>
        </p:nvGrpSpPr>
        <p:grpSpPr>
          <a:xfrm>
            <a:off x="6156975" y="0"/>
            <a:ext cx="2987025" cy="3854074"/>
            <a:chOff x="6156975" y="0"/>
            <a:chExt cx="2987025" cy="3854074"/>
          </a:xfrm>
        </p:grpSpPr>
        <p:pic>
          <p:nvPicPr>
            <p:cNvPr id="184" name="Google Shape;184;p19"/>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185" name="Google Shape;185;p19"/>
            <p:cNvSpPr/>
            <p:nvPr/>
          </p:nvSpPr>
          <p:spPr>
            <a:xfrm>
              <a:off x="6858000" y="868200"/>
              <a:ext cx="2210100" cy="2196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pic>
        <p:nvPicPr>
          <p:cNvPr id="186" name="Google Shape;186;p19"/>
          <p:cNvPicPr preferRelativeResize="0"/>
          <p:nvPr/>
        </p:nvPicPr>
        <p:blipFill>
          <a:blip r:embed="rId5">
            <a:alphaModFix/>
          </a:blip>
          <a:stretch>
            <a:fillRect/>
          </a:stretch>
        </p:blipFill>
        <p:spPr>
          <a:xfrm rot="-360003">
            <a:off x="6754136" y="1062731"/>
            <a:ext cx="2012844" cy="1854018"/>
          </a:xfrm>
          <a:prstGeom prst="rect">
            <a:avLst/>
          </a:prstGeom>
          <a:noFill/>
          <a:ln>
            <a:noFill/>
          </a:ln>
        </p:spPr>
      </p:pic>
      <p:sp>
        <p:nvSpPr>
          <p:cNvPr id="187" name="Google Shape;187;p19"/>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latin typeface="Lexend"/>
                <a:ea typeface="Lexend"/>
                <a:cs typeface="Lexend"/>
                <a:sym typeface="Lexend"/>
              </a:rPr>
              <a:t>Unit</a:t>
            </a:r>
            <a:endParaRPr b="1" sz="1800">
              <a:latin typeface="Lexend"/>
              <a:ea typeface="Lexend"/>
              <a:cs typeface="Lexend"/>
              <a:sym typeface="Lexend"/>
            </a:endParaRPr>
          </a:p>
        </p:txBody>
      </p:sp>
      <p:sp>
        <p:nvSpPr>
          <p:cNvPr id="188" name="Google Shape;188;p19"/>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Science" showMasterSp="0">
  <p:cSld name="Title Slide 2_1_1_1_1_1_1_2">
    <p:bg>
      <p:bgPr>
        <a:solidFill>
          <a:srgbClr val="BEF2BD"/>
        </a:solidFill>
      </p:bgPr>
    </p:bg>
    <p:spTree>
      <p:nvGrpSpPr>
        <p:cNvPr id="189" name="Shape 189"/>
        <p:cNvGrpSpPr/>
        <p:nvPr/>
      </p:nvGrpSpPr>
      <p:grpSpPr>
        <a:xfrm>
          <a:off x="0" y="0"/>
          <a:ext cx="0" cy="0"/>
          <a:chOff x="0" y="0"/>
          <a:chExt cx="0" cy="0"/>
        </a:xfrm>
      </p:grpSpPr>
      <p:sp>
        <p:nvSpPr>
          <p:cNvPr id="190" name="Google Shape;190;p20"/>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91" name="Google Shape;191;p20"/>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Science</a:t>
            </a:r>
            <a:endParaRPr b="1" sz="1700">
              <a:latin typeface="Lexend"/>
              <a:ea typeface="Lexend"/>
              <a:cs typeface="Lexend"/>
              <a:sym typeface="Lexend"/>
            </a:endParaRPr>
          </a:p>
        </p:txBody>
      </p:sp>
      <p:pic>
        <p:nvPicPr>
          <p:cNvPr id="192" name="Google Shape;192;p20"/>
          <p:cNvPicPr preferRelativeResize="0"/>
          <p:nvPr/>
        </p:nvPicPr>
        <p:blipFill rotWithShape="1">
          <a:blip r:embed="rId2">
            <a:alphaModFix/>
          </a:blip>
          <a:srcRect b="0" l="0" r="0" t="0"/>
          <a:stretch/>
        </p:blipFill>
        <p:spPr>
          <a:xfrm>
            <a:off x="7690424" y="4098434"/>
            <a:ext cx="1052750" cy="482825"/>
          </a:xfrm>
          <a:prstGeom prst="rect">
            <a:avLst/>
          </a:prstGeom>
          <a:noFill/>
          <a:ln>
            <a:noFill/>
          </a:ln>
        </p:spPr>
      </p:pic>
      <p:pic>
        <p:nvPicPr>
          <p:cNvPr id="193" name="Google Shape;193;p20"/>
          <p:cNvPicPr preferRelativeResize="0"/>
          <p:nvPr/>
        </p:nvPicPr>
        <p:blipFill rotWithShape="1">
          <a:blip r:embed="rId3">
            <a:alphaModFix/>
          </a:blip>
          <a:srcRect b="0" l="6209" r="6209" t="0"/>
          <a:stretch/>
        </p:blipFill>
        <p:spPr>
          <a:xfrm>
            <a:off x="324000" y="4008600"/>
            <a:ext cx="859400" cy="127996"/>
          </a:xfrm>
          <a:prstGeom prst="rect">
            <a:avLst/>
          </a:prstGeom>
          <a:noFill/>
          <a:ln>
            <a:noFill/>
          </a:ln>
        </p:spPr>
      </p:pic>
      <p:grpSp>
        <p:nvGrpSpPr>
          <p:cNvPr id="194" name="Google Shape;194;p20"/>
          <p:cNvGrpSpPr/>
          <p:nvPr/>
        </p:nvGrpSpPr>
        <p:grpSpPr>
          <a:xfrm>
            <a:off x="6156975" y="0"/>
            <a:ext cx="2987025" cy="3854074"/>
            <a:chOff x="6156975" y="0"/>
            <a:chExt cx="2987025" cy="3854074"/>
          </a:xfrm>
        </p:grpSpPr>
        <p:pic>
          <p:nvPicPr>
            <p:cNvPr id="195" name="Google Shape;195;p20"/>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196" name="Google Shape;196;p20"/>
            <p:cNvSpPr/>
            <p:nvPr/>
          </p:nvSpPr>
          <p:spPr>
            <a:xfrm>
              <a:off x="6860400" y="869975"/>
              <a:ext cx="1959600" cy="20070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97" name="Google Shape;197;p20"/>
            <p:cNvPicPr preferRelativeResize="0"/>
            <p:nvPr/>
          </p:nvPicPr>
          <p:blipFill>
            <a:blip r:embed="rId5">
              <a:alphaModFix/>
            </a:blip>
            <a:stretch>
              <a:fillRect/>
            </a:stretch>
          </p:blipFill>
          <p:spPr>
            <a:xfrm rot="-311816">
              <a:off x="7083000" y="1110274"/>
              <a:ext cx="1514398" cy="1526398"/>
            </a:xfrm>
            <a:prstGeom prst="rect">
              <a:avLst/>
            </a:prstGeom>
            <a:noFill/>
            <a:ln>
              <a:noFill/>
            </a:ln>
          </p:spPr>
        </p:pic>
      </p:grpSp>
      <p:sp>
        <p:nvSpPr>
          <p:cNvPr id="198" name="Google Shape;198;p20"/>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latin typeface="Lexend"/>
                <a:ea typeface="Lexend"/>
                <a:cs typeface="Lexend"/>
                <a:sym typeface="Lexend"/>
              </a:rPr>
              <a:t>Unit</a:t>
            </a:r>
            <a:endParaRPr b="1" sz="1800">
              <a:latin typeface="Lexend"/>
              <a:ea typeface="Lexend"/>
              <a:cs typeface="Lexend"/>
              <a:sym typeface="Lexend"/>
            </a:endParaRPr>
          </a:p>
        </p:txBody>
      </p:sp>
      <p:sp>
        <p:nvSpPr>
          <p:cNvPr id="199" name="Google Shape;199;p20"/>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Spanish" showMasterSp="0">
  <p:cSld name="Title Slide 2_1_1_1_1_1_1_1_1_1_1_1_2_1">
    <p:bg>
      <p:bgPr>
        <a:solidFill>
          <a:srgbClr val="BEF2BD"/>
        </a:solidFill>
      </p:bgPr>
    </p:bg>
    <p:spTree>
      <p:nvGrpSpPr>
        <p:cNvPr id="200" name="Shape 200"/>
        <p:cNvGrpSpPr/>
        <p:nvPr/>
      </p:nvGrpSpPr>
      <p:grpSpPr>
        <a:xfrm>
          <a:off x="0" y="0"/>
          <a:ext cx="0" cy="0"/>
          <a:chOff x="0" y="0"/>
          <a:chExt cx="0" cy="0"/>
        </a:xfrm>
      </p:grpSpPr>
      <p:pic>
        <p:nvPicPr>
          <p:cNvPr id="201" name="Google Shape;201;p21"/>
          <p:cNvPicPr preferRelativeResize="0"/>
          <p:nvPr/>
        </p:nvPicPr>
        <p:blipFill rotWithShape="1">
          <a:blip r:embed="rId2">
            <a:alphaModFix/>
          </a:blip>
          <a:srcRect b="0" l="6209" r="6209" t="0"/>
          <a:stretch/>
        </p:blipFill>
        <p:spPr>
          <a:xfrm>
            <a:off x="324000" y="4008600"/>
            <a:ext cx="890625" cy="128000"/>
          </a:xfrm>
          <a:prstGeom prst="rect">
            <a:avLst/>
          </a:prstGeom>
          <a:noFill/>
          <a:ln>
            <a:noFill/>
          </a:ln>
        </p:spPr>
      </p:pic>
      <p:sp>
        <p:nvSpPr>
          <p:cNvPr id="202" name="Google Shape;202;p21"/>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03" name="Google Shape;203;p21"/>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Spanish</a:t>
            </a:r>
            <a:endParaRPr b="1" sz="1700">
              <a:latin typeface="Lexend"/>
              <a:ea typeface="Lexend"/>
              <a:cs typeface="Lexend"/>
              <a:sym typeface="Lexend"/>
            </a:endParaRPr>
          </a:p>
        </p:txBody>
      </p:sp>
      <p:pic>
        <p:nvPicPr>
          <p:cNvPr id="204" name="Google Shape;204;p21"/>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grpSp>
        <p:nvGrpSpPr>
          <p:cNvPr id="205" name="Google Shape;205;p21"/>
          <p:cNvGrpSpPr/>
          <p:nvPr/>
        </p:nvGrpSpPr>
        <p:grpSpPr>
          <a:xfrm>
            <a:off x="6156975" y="0"/>
            <a:ext cx="2987025" cy="3854074"/>
            <a:chOff x="6156975" y="0"/>
            <a:chExt cx="2987025" cy="3854074"/>
          </a:xfrm>
        </p:grpSpPr>
        <p:pic>
          <p:nvPicPr>
            <p:cNvPr id="206" name="Google Shape;206;p21"/>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207" name="Google Shape;207;p21"/>
            <p:cNvSpPr/>
            <p:nvPr/>
          </p:nvSpPr>
          <p:spPr>
            <a:xfrm>
              <a:off x="6858000" y="868200"/>
              <a:ext cx="2210100" cy="2196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pic>
        <p:nvPicPr>
          <p:cNvPr id="208" name="Google Shape;208;p21"/>
          <p:cNvPicPr preferRelativeResize="0"/>
          <p:nvPr/>
        </p:nvPicPr>
        <p:blipFill>
          <a:blip r:embed="rId5">
            <a:alphaModFix/>
          </a:blip>
          <a:stretch>
            <a:fillRect/>
          </a:stretch>
        </p:blipFill>
        <p:spPr>
          <a:xfrm rot="-360339">
            <a:off x="6714634" y="840073"/>
            <a:ext cx="2165107" cy="2173929"/>
          </a:xfrm>
          <a:prstGeom prst="rect">
            <a:avLst/>
          </a:prstGeom>
          <a:noFill/>
          <a:ln>
            <a:noFill/>
          </a:ln>
        </p:spPr>
      </p:pic>
      <p:sp>
        <p:nvSpPr>
          <p:cNvPr id="209" name="Google Shape;209;p21"/>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latin typeface="Lexend"/>
                <a:ea typeface="Lexend"/>
                <a:cs typeface="Lexend"/>
                <a:sym typeface="Lexend"/>
              </a:rPr>
              <a:t>Unit</a:t>
            </a:r>
            <a:endParaRPr b="1" sz="1800">
              <a:latin typeface="Lexend"/>
              <a:ea typeface="Lexend"/>
              <a:cs typeface="Lexend"/>
              <a:sym typeface="Lexend"/>
            </a:endParaRPr>
          </a:p>
        </p:txBody>
      </p:sp>
      <p:sp>
        <p:nvSpPr>
          <p:cNvPr id="210" name="Google Shape;210;p21"/>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1 Outcome">
  <p:cSld name="CUSTOM_5">
    <p:bg>
      <p:bgPr>
        <a:solidFill>
          <a:srgbClr val="BEF2BD"/>
        </a:solidFill>
      </p:bgPr>
    </p:bg>
    <p:spTree>
      <p:nvGrpSpPr>
        <p:cNvPr id="211" name="Shape 211"/>
        <p:cNvGrpSpPr/>
        <p:nvPr/>
      </p:nvGrpSpPr>
      <p:grpSpPr>
        <a:xfrm>
          <a:off x="0" y="0"/>
          <a:ext cx="0" cy="0"/>
          <a:chOff x="0" y="0"/>
          <a:chExt cx="0" cy="0"/>
        </a:xfrm>
      </p:grpSpPr>
      <p:pic>
        <p:nvPicPr>
          <p:cNvPr id="212" name="Google Shape;212;p22"/>
          <p:cNvPicPr preferRelativeResize="0"/>
          <p:nvPr/>
        </p:nvPicPr>
        <p:blipFill>
          <a:blip r:embed="rId2">
            <a:alphaModFix/>
          </a:blip>
          <a:stretch>
            <a:fillRect/>
          </a:stretch>
        </p:blipFill>
        <p:spPr>
          <a:xfrm>
            <a:off x="343225" y="1388370"/>
            <a:ext cx="7945600" cy="2919776"/>
          </a:xfrm>
          <a:prstGeom prst="rect">
            <a:avLst/>
          </a:prstGeom>
          <a:noFill/>
          <a:ln>
            <a:noFill/>
          </a:ln>
        </p:spPr>
      </p:pic>
      <p:sp>
        <p:nvSpPr>
          <p:cNvPr id="213" name="Google Shape;213;p22"/>
          <p:cNvSpPr txBox="1"/>
          <p:nvPr/>
        </p:nvSpPr>
        <p:spPr>
          <a:xfrm>
            <a:off x="325207" y="454765"/>
            <a:ext cx="4575600" cy="431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800">
                <a:latin typeface="Lexend"/>
                <a:ea typeface="Lexend"/>
                <a:cs typeface="Lexend"/>
                <a:sym typeface="Lexend"/>
              </a:rPr>
              <a:t>Outcome</a:t>
            </a:r>
            <a:endParaRPr b="1" sz="2800">
              <a:latin typeface="Lexend"/>
              <a:ea typeface="Lexend"/>
              <a:cs typeface="Lexend"/>
              <a:sym typeface="Lexend"/>
            </a:endParaRPr>
          </a:p>
        </p:txBody>
      </p:sp>
      <p:sp>
        <p:nvSpPr>
          <p:cNvPr id="214" name="Google Shape;214;p22"/>
          <p:cNvSpPr txBox="1"/>
          <p:nvPr>
            <p:ph idx="1" type="subTitle"/>
          </p:nvPr>
        </p:nvSpPr>
        <p:spPr>
          <a:xfrm>
            <a:off x="585575" y="1463950"/>
            <a:ext cx="7351200" cy="2762700"/>
          </a:xfrm>
          <a:prstGeom prst="rect">
            <a:avLst/>
          </a:prstGeom>
        </p:spPr>
        <p:txBody>
          <a:bodyPr anchorCtr="0" anchor="ctr" bIns="0" lIns="0" spcFirstLastPara="1" rIns="0" wrap="square" tIns="0">
            <a:noAutofit/>
          </a:bodyPr>
          <a:lstStyle>
            <a:lvl1pPr lvl="0">
              <a:lnSpc>
                <a:spcPct val="115000"/>
              </a:lnSpc>
              <a:spcBef>
                <a:spcPts val="0"/>
              </a:spcBef>
              <a:spcAft>
                <a:spcPts val="0"/>
              </a:spcAft>
              <a:buSzPts val="2000"/>
              <a:buNone/>
              <a:defRPr sz="2000"/>
            </a:lvl1pPr>
            <a:lvl2pPr lvl="1">
              <a:spcBef>
                <a:spcPts val="1000"/>
              </a:spcBef>
              <a:spcAft>
                <a:spcPts val="0"/>
              </a:spcAft>
              <a:buSzPts val="2100"/>
              <a:buNone/>
              <a:defRPr/>
            </a:lvl2pPr>
            <a:lvl3pPr lvl="2">
              <a:spcBef>
                <a:spcPts val="1000"/>
              </a:spcBef>
              <a:spcAft>
                <a:spcPts val="0"/>
              </a:spcAft>
              <a:buSzPts val="2000"/>
              <a:buNone/>
              <a:defRPr/>
            </a:lvl3pPr>
            <a:lvl4pPr lvl="3">
              <a:spcBef>
                <a:spcPts val="800"/>
              </a:spcBef>
              <a:spcAft>
                <a:spcPts val="0"/>
              </a:spcAft>
              <a:buSzPts val="1900"/>
              <a:buNone/>
              <a:defRPr/>
            </a:lvl4pPr>
            <a:lvl5pPr lvl="4">
              <a:spcBef>
                <a:spcPts val="800"/>
              </a:spcBef>
              <a:spcAft>
                <a:spcPts val="0"/>
              </a:spcAft>
              <a:buSzPts val="1800"/>
              <a:buNone/>
              <a:defRPr/>
            </a:lvl5pPr>
            <a:lvl6pPr lvl="5">
              <a:spcBef>
                <a:spcPts val="600"/>
              </a:spcBef>
              <a:spcAft>
                <a:spcPts val="0"/>
              </a:spcAft>
              <a:buSzPts val="1800"/>
              <a:buNone/>
              <a:defRPr/>
            </a:lvl6pPr>
            <a:lvl7pPr lvl="6">
              <a:spcBef>
                <a:spcPts val="600"/>
              </a:spcBef>
              <a:spcAft>
                <a:spcPts val="0"/>
              </a:spcAft>
              <a:buSzPts val="1800"/>
              <a:buNone/>
              <a:defRPr/>
            </a:lvl7pPr>
            <a:lvl8pPr lvl="7">
              <a:spcBef>
                <a:spcPts val="400"/>
              </a:spcBef>
              <a:spcAft>
                <a:spcPts val="0"/>
              </a:spcAft>
              <a:buSzPts val="1800"/>
              <a:buNone/>
              <a:defRPr/>
            </a:lvl8pPr>
            <a:lvl9pPr lvl="8">
              <a:spcBef>
                <a:spcPts val="400"/>
              </a:spcBef>
              <a:spcAft>
                <a:spcPts val="200"/>
              </a:spcAft>
              <a:buSzPts val="1800"/>
              <a:buNone/>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2 Hidden guidance slide">
  <p:cSld name="CUSTOM_1">
    <p:spTree>
      <p:nvGrpSpPr>
        <p:cNvPr id="215" name="Shape 215"/>
        <p:cNvGrpSpPr/>
        <p:nvPr/>
      </p:nvGrpSpPr>
      <p:grpSpPr>
        <a:xfrm>
          <a:off x="0" y="0"/>
          <a:ext cx="0" cy="0"/>
          <a:chOff x="0" y="0"/>
          <a:chExt cx="0" cy="0"/>
        </a:xfrm>
      </p:grpSpPr>
      <p:sp>
        <p:nvSpPr>
          <p:cNvPr id="216" name="Google Shape;216;p23"/>
          <p:cNvSpPr txBox="1"/>
          <p:nvPr/>
        </p:nvSpPr>
        <p:spPr>
          <a:xfrm>
            <a:off x="329775" y="953475"/>
            <a:ext cx="4241400" cy="6465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1000"/>
              </a:spcAft>
              <a:buNone/>
            </a:pPr>
            <a:r>
              <a:rPr lang="en-GB" sz="1200">
                <a:latin typeface="Lexend"/>
                <a:ea typeface="Lexend"/>
                <a:cs typeface="Lexend"/>
                <a:sym typeface="Lexend"/>
              </a:rPr>
              <a:t>Oak’s lessons are structured around </a:t>
            </a:r>
            <a:r>
              <a:rPr b="1" lang="en-GB" sz="1200">
                <a:latin typeface="Lexend"/>
                <a:ea typeface="Lexend"/>
                <a:cs typeface="Lexend"/>
                <a:sym typeface="Lexend"/>
              </a:rPr>
              <a:t>learning cycles</a:t>
            </a:r>
            <a:r>
              <a:rPr i="1" lang="en-GB" sz="1200">
                <a:latin typeface="Lexend"/>
                <a:ea typeface="Lexend"/>
                <a:cs typeface="Lexend"/>
                <a:sym typeface="Lexend"/>
              </a:rPr>
              <a:t>.</a:t>
            </a:r>
            <a:r>
              <a:rPr lang="en-GB" sz="1200">
                <a:latin typeface="Lexend"/>
                <a:ea typeface="Lexend"/>
                <a:cs typeface="Lexend"/>
                <a:sym typeface="Lexend"/>
              </a:rPr>
              <a:t> These are indicated through colour in the slide deck:</a:t>
            </a:r>
            <a:endParaRPr sz="1200">
              <a:latin typeface="Lexend"/>
              <a:ea typeface="Lexend"/>
              <a:cs typeface="Lexend"/>
              <a:sym typeface="Lexend"/>
            </a:endParaRPr>
          </a:p>
        </p:txBody>
      </p:sp>
      <p:sp>
        <p:nvSpPr>
          <p:cNvPr id="217" name="Google Shape;217;p23"/>
          <p:cNvSpPr txBox="1"/>
          <p:nvPr/>
        </p:nvSpPr>
        <p:spPr>
          <a:xfrm>
            <a:off x="329775" y="629475"/>
            <a:ext cx="42414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600">
                <a:latin typeface="Lexend"/>
                <a:ea typeface="Lexend"/>
                <a:cs typeface="Lexend"/>
                <a:sym typeface="Lexend"/>
              </a:rPr>
              <a:t>Oak’s lesson structure</a:t>
            </a:r>
            <a:endParaRPr b="1" sz="1600">
              <a:latin typeface="Lexend"/>
              <a:ea typeface="Lexend"/>
              <a:cs typeface="Lexend"/>
              <a:sym typeface="Lexend"/>
            </a:endParaRPr>
          </a:p>
        </p:txBody>
      </p:sp>
      <p:sp>
        <p:nvSpPr>
          <p:cNvPr id="218" name="Google Shape;218;p23"/>
          <p:cNvSpPr txBox="1"/>
          <p:nvPr/>
        </p:nvSpPr>
        <p:spPr>
          <a:xfrm>
            <a:off x="4901925" y="629475"/>
            <a:ext cx="40128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600">
                <a:latin typeface="Lexend"/>
                <a:ea typeface="Lexend"/>
                <a:cs typeface="Lexend"/>
                <a:sym typeface="Lexend"/>
              </a:rPr>
              <a:t>Useful links</a:t>
            </a:r>
            <a:endParaRPr b="1" sz="1600">
              <a:latin typeface="Lexend"/>
              <a:ea typeface="Lexend"/>
              <a:cs typeface="Lexend"/>
              <a:sym typeface="Lexend"/>
            </a:endParaRPr>
          </a:p>
        </p:txBody>
      </p:sp>
      <p:sp>
        <p:nvSpPr>
          <p:cNvPr id="219" name="Google Shape;219;p23"/>
          <p:cNvSpPr txBox="1"/>
          <p:nvPr/>
        </p:nvSpPr>
        <p:spPr>
          <a:xfrm>
            <a:off x="329775" y="3205950"/>
            <a:ext cx="4207200" cy="3693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1000"/>
              </a:spcAft>
              <a:buNone/>
            </a:pPr>
            <a:r>
              <a:rPr lang="en-GB" sz="1200">
                <a:latin typeface="Lexend"/>
                <a:ea typeface="Lexend"/>
                <a:cs typeface="Lexend"/>
                <a:sym typeface="Lexend"/>
              </a:rPr>
              <a:t>Each</a:t>
            </a:r>
            <a:r>
              <a:rPr b="1" lang="en-GB" sz="1200">
                <a:latin typeface="Lexend"/>
                <a:ea typeface="Lexend"/>
                <a:cs typeface="Lexend"/>
                <a:sym typeface="Lexend"/>
              </a:rPr>
              <a:t> learning cycle</a:t>
            </a:r>
            <a:r>
              <a:rPr lang="en-GB" sz="1200">
                <a:latin typeface="Lexend"/>
                <a:ea typeface="Lexend"/>
                <a:cs typeface="Lexend"/>
                <a:sym typeface="Lexend"/>
              </a:rPr>
              <a:t> covers several phases:</a:t>
            </a:r>
            <a:endParaRPr sz="1200">
              <a:latin typeface="Lexend"/>
              <a:ea typeface="Lexend"/>
              <a:cs typeface="Lexend"/>
              <a:sym typeface="Lexend"/>
            </a:endParaRPr>
          </a:p>
        </p:txBody>
      </p:sp>
      <p:grpSp>
        <p:nvGrpSpPr>
          <p:cNvPr id="220" name="Google Shape;220;p23"/>
          <p:cNvGrpSpPr/>
          <p:nvPr/>
        </p:nvGrpSpPr>
        <p:grpSpPr>
          <a:xfrm>
            <a:off x="2650916" y="1644417"/>
            <a:ext cx="1745270" cy="1430724"/>
            <a:chOff x="2642961" y="1644312"/>
            <a:chExt cx="1454634" cy="1195657"/>
          </a:xfrm>
        </p:grpSpPr>
        <p:pic>
          <p:nvPicPr>
            <p:cNvPr id="221" name="Google Shape;221;p23"/>
            <p:cNvPicPr preferRelativeResize="0"/>
            <p:nvPr/>
          </p:nvPicPr>
          <p:blipFill>
            <a:blip r:embed="rId2">
              <a:alphaModFix/>
            </a:blip>
            <a:stretch>
              <a:fillRect/>
            </a:stretch>
          </p:blipFill>
          <p:spPr>
            <a:xfrm>
              <a:off x="2642975" y="1644312"/>
              <a:ext cx="1454621" cy="287396"/>
            </a:xfrm>
            <a:prstGeom prst="rect">
              <a:avLst/>
            </a:prstGeom>
            <a:noFill/>
            <a:ln>
              <a:noFill/>
            </a:ln>
            <a:effectLst>
              <a:outerShdw blurRad="57150" rotWithShape="0" algn="bl" dir="5400000" dist="19050">
                <a:srgbClr val="000000">
                  <a:alpha val="50000"/>
                </a:srgbClr>
              </a:outerShdw>
            </a:effectLst>
          </p:spPr>
        </p:pic>
        <p:pic>
          <p:nvPicPr>
            <p:cNvPr id="222" name="Google Shape;222;p23"/>
            <p:cNvPicPr preferRelativeResize="0"/>
            <p:nvPr/>
          </p:nvPicPr>
          <p:blipFill>
            <a:blip r:embed="rId3">
              <a:alphaModFix/>
            </a:blip>
            <a:stretch>
              <a:fillRect/>
            </a:stretch>
          </p:blipFill>
          <p:spPr>
            <a:xfrm>
              <a:off x="2642975" y="1936215"/>
              <a:ext cx="1454618" cy="287940"/>
            </a:xfrm>
            <a:prstGeom prst="rect">
              <a:avLst/>
            </a:prstGeom>
            <a:noFill/>
            <a:ln>
              <a:noFill/>
            </a:ln>
            <a:effectLst>
              <a:outerShdw blurRad="57150" rotWithShape="0" algn="bl" dir="5400000" dist="19050">
                <a:srgbClr val="000000">
                  <a:alpha val="50000"/>
                </a:srgbClr>
              </a:outerShdw>
            </a:effectLst>
          </p:spPr>
        </p:pic>
        <p:pic>
          <p:nvPicPr>
            <p:cNvPr id="223" name="Google Shape;223;p23"/>
            <p:cNvPicPr preferRelativeResize="0"/>
            <p:nvPr/>
          </p:nvPicPr>
          <p:blipFill>
            <a:blip r:embed="rId4">
              <a:alphaModFix/>
            </a:blip>
            <a:stretch>
              <a:fillRect/>
            </a:stretch>
          </p:blipFill>
          <p:spPr>
            <a:xfrm>
              <a:off x="2642965" y="2251391"/>
              <a:ext cx="1454621" cy="284581"/>
            </a:xfrm>
            <a:prstGeom prst="rect">
              <a:avLst/>
            </a:prstGeom>
            <a:noFill/>
            <a:ln>
              <a:noFill/>
            </a:ln>
            <a:effectLst>
              <a:outerShdw blurRad="57150" rotWithShape="0" algn="bl" dir="5400000" dist="19050">
                <a:srgbClr val="000000">
                  <a:alpha val="50000"/>
                </a:srgbClr>
              </a:outerShdw>
            </a:effectLst>
          </p:spPr>
        </p:pic>
        <p:pic>
          <p:nvPicPr>
            <p:cNvPr id="224" name="Google Shape;224;p23"/>
            <p:cNvPicPr preferRelativeResize="0"/>
            <p:nvPr/>
          </p:nvPicPr>
          <p:blipFill>
            <a:blip r:embed="rId5">
              <a:alphaModFix/>
            </a:blip>
            <a:stretch>
              <a:fillRect/>
            </a:stretch>
          </p:blipFill>
          <p:spPr>
            <a:xfrm>
              <a:off x="2642961" y="2563206"/>
              <a:ext cx="1454620" cy="276764"/>
            </a:xfrm>
            <a:prstGeom prst="rect">
              <a:avLst/>
            </a:prstGeom>
            <a:noFill/>
            <a:ln>
              <a:noFill/>
            </a:ln>
            <a:effectLst>
              <a:outerShdw blurRad="57150" rotWithShape="0" algn="bl" dir="5400000" dist="19050">
                <a:srgbClr val="000000">
                  <a:alpha val="50000"/>
                </a:srgbClr>
              </a:outerShdw>
            </a:effectLst>
          </p:spPr>
        </p:pic>
      </p:grpSp>
      <p:pic>
        <p:nvPicPr>
          <p:cNvPr id="225" name="Google Shape;225;p23"/>
          <p:cNvPicPr preferRelativeResize="0"/>
          <p:nvPr/>
        </p:nvPicPr>
        <p:blipFill rotWithShape="1">
          <a:blip r:embed="rId6">
            <a:alphaModFix/>
          </a:blip>
          <a:srcRect b="5222" l="3910" r="0" t="0"/>
          <a:stretch/>
        </p:blipFill>
        <p:spPr>
          <a:xfrm>
            <a:off x="1328513" y="3569750"/>
            <a:ext cx="2057336" cy="1195675"/>
          </a:xfrm>
          <a:prstGeom prst="rect">
            <a:avLst/>
          </a:prstGeom>
          <a:noFill/>
          <a:ln>
            <a:noFill/>
          </a:ln>
        </p:spPr>
      </p:pic>
      <p:pic>
        <p:nvPicPr>
          <p:cNvPr id="226" name="Google Shape;226;p23"/>
          <p:cNvPicPr preferRelativeResize="0"/>
          <p:nvPr/>
        </p:nvPicPr>
        <p:blipFill>
          <a:blip r:embed="rId7">
            <a:alphaModFix/>
          </a:blip>
          <a:stretch>
            <a:fillRect/>
          </a:stretch>
        </p:blipFill>
        <p:spPr>
          <a:xfrm>
            <a:off x="398750" y="1778088"/>
            <a:ext cx="2057324" cy="1163398"/>
          </a:xfrm>
          <a:prstGeom prst="rect">
            <a:avLst/>
          </a:prstGeom>
          <a:noFill/>
          <a:ln>
            <a:noFill/>
          </a:ln>
          <a:effectLst>
            <a:outerShdw blurRad="57150" rotWithShape="0" algn="bl" dir="5400000" dist="19050">
              <a:srgbClr val="000000">
                <a:alpha val="50000"/>
              </a:srgbClr>
            </a:outerShdw>
          </a:effectLst>
        </p:spPr>
      </p:pic>
      <p:sp>
        <p:nvSpPr>
          <p:cNvPr id="227" name="Google Shape;227;p23"/>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lang="en-GB" sz="2000">
                <a:solidFill>
                  <a:srgbClr val="282828"/>
                </a:solidFill>
                <a:latin typeface="Lexend"/>
                <a:ea typeface="Lexend"/>
                <a:cs typeface="Lexend"/>
                <a:sym typeface="Lexend"/>
              </a:rPr>
              <a:t>Teacher Guidance</a:t>
            </a:r>
            <a:endParaRPr b="0" i="0" sz="2000" u="none" cap="none" strike="noStrike">
              <a:solidFill>
                <a:srgbClr val="282828"/>
              </a:solidFill>
              <a:latin typeface="Calibri"/>
              <a:ea typeface="Calibri"/>
              <a:cs typeface="Calibri"/>
              <a:sym typeface="Calibri"/>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3)">
  <p:cSld name="CUSTOM_3_1">
    <p:spTree>
      <p:nvGrpSpPr>
        <p:cNvPr id="228" name="Shape 228"/>
        <p:cNvGrpSpPr/>
        <p:nvPr/>
      </p:nvGrpSpPr>
      <p:grpSpPr>
        <a:xfrm>
          <a:off x="0" y="0"/>
          <a:ext cx="0" cy="0"/>
          <a:chOff x="0" y="0"/>
          <a:chExt cx="0" cy="0"/>
        </a:xfrm>
      </p:grpSpPr>
      <p:sp>
        <p:nvSpPr>
          <p:cNvPr id="229" name="Google Shape;229;p24"/>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30" name="Google Shape;230;p24"/>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231" name="Google Shape;231;p24"/>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232" name="Google Shape;232;p24"/>
          <p:cNvSpPr txBox="1"/>
          <p:nvPr>
            <p:ph idx="1" type="subTitle"/>
          </p:nvPr>
        </p:nvSpPr>
        <p:spPr>
          <a:xfrm>
            <a:off x="324000" y="8100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233" name="Google Shape;233;p24"/>
          <p:cNvSpPr txBox="1"/>
          <p:nvPr>
            <p:ph idx="2" type="subTitle"/>
          </p:nvPr>
        </p:nvSpPr>
        <p:spPr>
          <a:xfrm>
            <a:off x="2699325" y="8100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234" name="Google Shape;234;p24"/>
          <p:cNvSpPr txBox="1"/>
          <p:nvPr>
            <p:ph idx="3" type="subTitle"/>
          </p:nvPr>
        </p:nvSpPr>
        <p:spPr>
          <a:xfrm>
            <a:off x="324000" y="21054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235" name="Google Shape;235;p24"/>
          <p:cNvSpPr txBox="1"/>
          <p:nvPr>
            <p:ph idx="4" type="subTitle"/>
          </p:nvPr>
        </p:nvSpPr>
        <p:spPr>
          <a:xfrm>
            <a:off x="2699325" y="21054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236" name="Google Shape;236;p24"/>
          <p:cNvSpPr txBox="1"/>
          <p:nvPr>
            <p:ph idx="5" type="subTitle"/>
          </p:nvPr>
        </p:nvSpPr>
        <p:spPr>
          <a:xfrm>
            <a:off x="324000" y="34008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237" name="Google Shape;237;p24"/>
          <p:cNvSpPr txBox="1"/>
          <p:nvPr>
            <p:ph idx="6" type="subTitle"/>
          </p:nvPr>
        </p:nvSpPr>
        <p:spPr>
          <a:xfrm>
            <a:off x="2699325" y="34008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4)">
  <p:cSld name="CUSTOM_3_1_1">
    <p:spTree>
      <p:nvGrpSpPr>
        <p:cNvPr id="238" name="Shape 238"/>
        <p:cNvGrpSpPr/>
        <p:nvPr/>
      </p:nvGrpSpPr>
      <p:grpSpPr>
        <a:xfrm>
          <a:off x="0" y="0"/>
          <a:ext cx="0" cy="0"/>
          <a:chOff x="0" y="0"/>
          <a:chExt cx="0" cy="0"/>
        </a:xfrm>
      </p:grpSpPr>
      <p:sp>
        <p:nvSpPr>
          <p:cNvPr id="239" name="Google Shape;239;p25"/>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40" name="Google Shape;240;p25"/>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241" name="Google Shape;241;p25"/>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242" name="Google Shape;242;p25"/>
          <p:cNvSpPr txBox="1"/>
          <p:nvPr>
            <p:ph idx="1" type="subTitle"/>
          </p:nvPr>
        </p:nvSpPr>
        <p:spPr>
          <a:xfrm>
            <a:off x="324000" y="8100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243" name="Google Shape;243;p25"/>
          <p:cNvSpPr txBox="1"/>
          <p:nvPr>
            <p:ph idx="2" type="subTitle"/>
          </p:nvPr>
        </p:nvSpPr>
        <p:spPr>
          <a:xfrm>
            <a:off x="2699325" y="8100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244" name="Google Shape;244;p25"/>
          <p:cNvSpPr txBox="1"/>
          <p:nvPr>
            <p:ph idx="3" type="subTitle"/>
          </p:nvPr>
        </p:nvSpPr>
        <p:spPr>
          <a:xfrm>
            <a:off x="324000" y="18006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245" name="Google Shape;245;p25"/>
          <p:cNvSpPr txBox="1"/>
          <p:nvPr>
            <p:ph idx="4" type="subTitle"/>
          </p:nvPr>
        </p:nvSpPr>
        <p:spPr>
          <a:xfrm>
            <a:off x="2699325" y="18006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246" name="Google Shape;246;p25"/>
          <p:cNvSpPr txBox="1"/>
          <p:nvPr>
            <p:ph idx="5" type="subTitle"/>
          </p:nvPr>
        </p:nvSpPr>
        <p:spPr>
          <a:xfrm>
            <a:off x="324000" y="27912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247" name="Google Shape;247;p25"/>
          <p:cNvSpPr txBox="1"/>
          <p:nvPr>
            <p:ph idx="6" type="subTitle"/>
          </p:nvPr>
        </p:nvSpPr>
        <p:spPr>
          <a:xfrm>
            <a:off x="2699325" y="27912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248" name="Google Shape;248;p25"/>
          <p:cNvSpPr txBox="1"/>
          <p:nvPr>
            <p:ph idx="7" type="subTitle"/>
          </p:nvPr>
        </p:nvSpPr>
        <p:spPr>
          <a:xfrm>
            <a:off x="324000" y="37818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249" name="Google Shape;249;p25"/>
          <p:cNvSpPr txBox="1"/>
          <p:nvPr>
            <p:ph idx="8" type="subTitle"/>
          </p:nvPr>
        </p:nvSpPr>
        <p:spPr>
          <a:xfrm>
            <a:off x="2699325" y="37818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5)">
  <p:cSld name="CUSTOM_3_1_1_1">
    <p:spTree>
      <p:nvGrpSpPr>
        <p:cNvPr id="250" name="Shape 250"/>
        <p:cNvGrpSpPr/>
        <p:nvPr/>
      </p:nvGrpSpPr>
      <p:grpSpPr>
        <a:xfrm>
          <a:off x="0" y="0"/>
          <a:ext cx="0" cy="0"/>
          <a:chOff x="0" y="0"/>
          <a:chExt cx="0" cy="0"/>
        </a:xfrm>
      </p:grpSpPr>
      <p:sp>
        <p:nvSpPr>
          <p:cNvPr id="251" name="Google Shape;251;p26"/>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52" name="Google Shape;252;p26"/>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253" name="Google Shape;253;p26"/>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254" name="Google Shape;254;p26"/>
          <p:cNvSpPr txBox="1"/>
          <p:nvPr>
            <p:ph idx="1" type="subTitle"/>
          </p:nvPr>
        </p:nvSpPr>
        <p:spPr>
          <a:xfrm>
            <a:off x="324000" y="8100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255" name="Google Shape;255;p26"/>
          <p:cNvSpPr txBox="1"/>
          <p:nvPr>
            <p:ph idx="2" type="subTitle"/>
          </p:nvPr>
        </p:nvSpPr>
        <p:spPr>
          <a:xfrm>
            <a:off x="2699325" y="8100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256" name="Google Shape;256;p26"/>
          <p:cNvSpPr txBox="1"/>
          <p:nvPr>
            <p:ph idx="3" type="subTitle"/>
          </p:nvPr>
        </p:nvSpPr>
        <p:spPr>
          <a:xfrm>
            <a:off x="324000" y="24864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257" name="Google Shape;257;p26"/>
          <p:cNvSpPr txBox="1"/>
          <p:nvPr>
            <p:ph idx="4" type="subTitle"/>
          </p:nvPr>
        </p:nvSpPr>
        <p:spPr>
          <a:xfrm>
            <a:off x="2699325" y="24864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258" name="Google Shape;258;p26"/>
          <p:cNvSpPr txBox="1"/>
          <p:nvPr>
            <p:ph idx="5" type="subTitle"/>
          </p:nvPr>
        </p:nvSpPr>
        <p:spPr>
          <a:xfrm>
            <a:off x="324000" y="41628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259" name="Google Shape;259;p26"/>
          <p:cNvSpPr txBox="1"/>
          <p:nvPr>
            <p:ph idx="6" type="subTitle"/>
          </p:nvPr>
        </p:nvSpPr>
        <p:spPr>
          <a:xfrm>
            <a:off x="2699325" y="41628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260" name="Google Shape;260;p26"/>
          <p:cNvSpPr txBox="1"/>
          <p:nvPr>
            <p:ph idx="7" type="subTitle"/>
          </p:nvPr>
        </p:nvSpPr>
        <p:spPr>
          <a:xfrm>
            <a:off x="324000" y="16482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261" name="Google Shape;261;p26"/>
          <p:cNvSpPr txBox="1"/>
          <p:nvPr>
            <p:ph idx="8" type="subTitle"/>
          </p:nvPr>
        </p:nvSpPr>
        <p:spPr>
          <a:xfrm>
            <a:off x="2699325" y="16482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262" name="Google Shape;262;p26"/>
          <p:cNvSpPr txBox="1"/>
          <p:nvPr>
            <p:ph idx="9" type="subTitle"/>
          </p:nvPr>
        </p:nvSpPr>
        <p:spPr>
          <a:xfrm>
            <a:off x="324000" y="33246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263" name="Google Shape;263;p26"/>
          <p:cNvSpPr txBox="1"/>
          <p:nvPr>
            <p:ph idx="13" type="subTitle"/>
          </p:nvPr>
        </p:nvSpPr>
        <p:spPr>
          <a:xfrm>
            <a:off x="2699325" y="33246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p2, 2)">
  <p:cSld name="CUSTOM_3_1_1_1_1">
    <p:spTree>
      <p:nvGrpSpPr>
        <p:cNvPr id="264" name="Shape 264"/>
        <p:cNvGrpSpPr/>
        <p:nvPr/>
      </p:nvGrpSpPr>
      <p:grpSpPr>
        <a:xfrm>
          <a:off x="0" y="0"/>
          <a:ext cx="0" cy="0"/>
          <a:chOff x="0" y="0"/>
          <a:chExt cx="0" cy="0"/>
        </a:xfrm>
      </p:grpSpPr>
      <p:sp>
        <p:nvSpPr>
          <p:cNvPr id="265" name="Google Shape;265;p27"/>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66" name="Google Shape;266;p27"/>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267" name="Google Shape;267;p27"/>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268" name="Google Shape;268;p27"/>
          <p:cNvSpPr txBox="1"/>
          <p:nvPr>
            <p:ph idx="1" type="subTitle"/>
          </p:nvPr>
        </p:nvSpPr>
        <p:spPr>
          <a:xfrm>
            <a:off x="324000" y="8100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269" name="Google Shape;269;p27"/>
          <p:cNvSpPr txBox="1"/>
          <p:nvPr>
            <p:ph idx="2" type="subTitle"/>
          </p:nvPr>
        </p:nvSpPr>
        <p:spPr>
          <a:xfrm>
            <a:off x="2699325" y="8100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270" name="Google Shape;270;p27"/>
          <p:cNvSpPr txBox="1"/>
          <p:nvPr>
            <p:ph idx="3" type="subTitle"/>
          </p:nvPr>
        </p:nvSpPr>
        <p:spPr>
          <a:xfrm>
            <a:off x="324000" y="25626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271" name="Google Shape;271;p27"/>
          <p:cNvSpPr txBox="1"/>
          <p:nvPr>
            <p:ph idx="4" type="subTitle"/>
          </p:nvPr>
        </p:nvSpPr>
        <p:spPr>
          <a:xfrm>
            <a:off x="2699325" y="25626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3 Lesson outline (2)">
  <p:cSld name="CUSTOM_3">
    <p:spTree>
      <p:nvGrpSpPr>
        <p:cNvPr id="272" name="Shape 272"/>
        <p:cNvGrpSpPr/>
        <p:nvPr/>
      </p:nvGrpSpPr>
      <p:grpSpPr>
        <a:xfrm>
          <a:off x="0" y="0"/>
          <a:ext cx="0" cy="0"/>
          <a:chOff x="0" y="0"/>
          <a:chExt cx="0" cy="0"/>
        </a:xfrm>
      </p:grpSpPr>
      <p:sp>
        <p:nvSpPr>
          <p:cNvPr id="273" name="Google Shape;273;p28"/>
          <p:cNvSpPr/>
          <p:nvPr/>
        </p:nvSpPr>
        <p:spPr>
          <a:xfrm>
            <a:off x="0" y="0"/>
            <a:ext cx="9144300" cy="48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74" name="Google Shape;274;p28"/>
          <p:cNvPicPr preferRelativeResize="0"/>
          <p:nvPr/>
        </p:nvPicPr>
        <p:blipFill rotWithShape="1">
          <a:blip r:embed="rId2">
            <a:alphaModFix/>
          </a:blip>
          <a:srcRect b="3669" l="0" r="0" t="3678"/>
          <a:stretch/>
        </p:blipFill>
        <p:spPr>
          <a:xfrm>
            <a:off x="863550" y="2926472"/>
            <a:ext cx="7439126" cy="572078"/>
          </a:xfrm>
          <a:prstGeom prst="rect">
            <a:avLst/>
          </a:prstGeom>
          <a:noFill/>
          <a:ln>
            <a:noFill/>
          </a:ln>
        </p:spPr>
      </p:pic>
      <p:pic>
        <p:nvPicPr>
          <p:cNvPr id="275" name="Google Shape;275;p28"/>
          <p:cNvPicPr preferRelativeResize="0"/>
          <p:nvPr/>
        </p:nvPicPr>
        <p:blipFill rotWithShape="1">
          <a:blip r:embed="rId3">
            <a:alphaModFix/>
          </a:blip>
          <a:srcRect b="3669" l="0" r="0" t="3678"/>
          <a:stretch/>
        </p:blipFill>
        <p:spPr>
          <a:xfrm>
            <a:off x="863550" y="1989425"/>
            <a:ext cx="7439126" cy="572078"/>
          </a:xfrm>
          <a:prstGeom prst="rect">
            <a:avLst/>
          </a:prstGeom>
          <a:noFill/>
          <a:ln>
            <a:noFill/>
          </a:ln>
        </p:spPr>
      </p:pic>
      <p:pic>
        <p:nvPicPr>
          <p:cNvPr id="276" name="Google Shape;276;p28"/>
          <p:cNvPicPr preferRelativeResize="0"/>
          <p:nvPr/>
        </p:nvPicPr>
        <p:blipFill rotWithShape="1">
          <a:blip r:embed="rId4">
            <a:alphaModFix/>
          </a:blip>
          <a:srcRect b="0" l="74623" r="0" t="0"/>
          <a:stretch/>
        </p:blipFill>
        <p:spPr>
          <a:xfrm>
            <a:off x="863550" y="1954586"/>
            <a:ext cx="145900" cy="645874"/>
          </a:xfrm>
          <a:prstGeom prst="rect">
            <a:avLst/>
          </a:prstGeom>
          <a:noFill/>
          <a:ln>
            <a:noFill/>
          </a:ln>
        </p:spPr>
      </p:pic>
      <p:cxnSp>
        <p:nvCxnSpPr>
          <p:cNvPr id="277" name="Google Shape;277;p28"/>
          <p:cNvCxnSpPr>
            <a:endCxn id="278" idx="2"/>
          </p:cNvCxnSpPr>
          <p:nvPr/>
        </p:nvCxnSpPr>
        <p:spPr>
          <a:xfrm flipH="1">
            <a:off x="645063" y="2017282"/>
            <a:ext cx="2700" cy="1480500"/>
          </a:xfrm>
          <a:prstGeom prst="straightConnector1">
            <a:avLst/>
          </a:prstGeom>
          <a:noFill/>
          <a:ln cap="flat" cmpd="sng" w="38100">
            <a:solidFill>
              <a:srgbClr val="282828"/>
            </a:solidFill>
            <a:prstDash val="solid"/>
            <a:round/>
            <a:headEnd len="med" w="med" type="none"/>
            <a:tailEnd len="med" w="med" type="none"/>
          </a:ln>
        </p:spPr>
      </p:cxnSp>
      <p:pic>
        <p:nvPicPr>
          <p:cNvPr id="279" name="Google Shape;279;p28"/>
          <p:cNvPicPr preferRelativeResize="0"/>
          <p:nvPr/>
        </p:nvPicPr>
        <p:blipFill>
          <a:blip r:embed="rId5">
            <a:alphaModFix/>
          </a:blip>
          <a:stretch>
            <a:fillRect/>
          </a:stretch>
        </p:blipFill>
        <p:spPr>
          <a:xfrm>
            <a:off x="363482" y="1993619"/>
            <a:ext cx="563185" cy="572092"/>
          </a:xfrm>
          <a:prstGeom prst="rect">
            <a:avLst/>
          </a:prstGeom>
          <a:noFill/>
          <a:ln>
            <a:noFill/>
          </a:ln>
        </p:spPr>
      </p:pic>
      <p:sp>
        <p:nvSpPr>
          <p:cNvPr id="280" name="Google Shape;280;p28"/>
          <p:cNvSpPr txBox="1"/>
          <p:nvPr>
            <p:ph type="title"/>
          </p:nvPr>
        </p:nvSpPr>
        <p:spPr>
          <a:xfrm>
            <a:off x="1225225" y="2090813"/>
            <a:ext cx="68523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281" name="Google Shape;281;p28"/>
          <p:cNvSpPr txBox="1"/>
          <p:nvPr>
            <p:ph idx="2" type="title"/>
          </p:nvPr>
        </p:nvSpPr>
        <p:spPr>
          <a:xfrm>
            <a:off x="1225225" y="3027088"/>
            <a:ext cx="68523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278" name="Google Shape;278;p28"/>
          <p:cNvPicPr preferRelativeResize="0"/>
          <p:nvPr/>
        </p:nvPicPr>
        <p:blipFill>
          <a:blip r:embed="rId6">
            <a:alphaModFix/>
          </a:blip>
          <a:stretch>
            <a:fillRect/>
          </a:stretch>
        </p:blipFill>
        <p:spPr>
          <a:xfrm>
            <a:off x="363340" y="2925705"/>
            <a:ext cx="563446" cy="572077"/>
          </a:xfrm>
          <a:prstGeom prst="rect">
            <a:avLst/>
          </a:prstGeom>
          <a:noFill/>
          <a:ln>
            <a:noFill/>
          </a:ln>
        </p:spPr>
      </p:pic>
      <p:pic>
        <p:nvPicPr>
          <p:cNvPr id="282" name="Google Shape;282;p28"/>
          <p:cNvPicPr preferRelativeResize="0"/>
          <p:nvPr/>
        </p:nvPicPr>
        <p:blipFill rotWithShape="1">
          <a:blip r:embed="rId7">
            <a:alphaModFix/>
          </a:blip>
          <a:srcRect b="1709" l="0" r="0" t="1699"/>
          <a:stretch/>
        </p:blipFill>
        <p:spPr>
          <a:xfrm>
            <a:off x="-12" y="481650"/>
            <a:ext cx="9151202" cy="116709"/>
          </a:xfrm>
          <a:prstGeom prst="rect">
            <a:avLst/>
          </a:prstGeom>
          <a:noFill/>
          <a:ln>
            <a:noFill/>
          </a:ln>
        </p:spPr>
      </p:pic>
      <p:sp>
        <p:nvSpPr>
          <p:cNvPr id="283" name="Google Shape;283;p28"/>
          <p:cNvSpPr txBox="1"/>
          <p:nvPr/>
        </p:nvSpPr>
        <p:spPr>
          <a:xfrm>
            <a:off x="324000" y="112500"/>
            <a:ext cx="23049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Lesson outline</a:t>
            </a:r>
            <a:endParaRPr b="1" sz="2000">
              <a:solidFill>
                <a:schemeClr val="dk1"/>
              </a:solidFill>
              <a:latin typeface="Lexend"/>
              <a:ea typeface="Lexend"/>
              <a:cs typeface="Lexend"/>
              <a:sym typeface="Lexend"/>
            </a:endParaRPr>
          </a:p>
        </p:txBody>
      </p:sp>
      <p:sp>
        <p:nvSpPr>
          <p:cNvPr id="284" name="Google Shape;284;p28"/>
          <p:cNvSpPr txBox="1"/>
          <p:nvPr>
            <p:ph idx="3" type="title"/>
          </p:nvPr>
        </p:nvSpPr>
        <p:spPr>
          <a:xfrm>
            <a:off x="324000" y="657600"/>
            <a:ext cx="5741400" cy="615600"/>
          </a:xfrm>
          <a:prstGeom prst="rect">
            <a:avLst/>
          </a:prstGeom>
        </p:spPr>
        <p:txBody>
          <a:bodyPr anchorCtr="0" anchor="t" bIns="0" lIns="0" spcFirstLastPara="1" rIns="0" wrap="square" tIns="0">
            <a:noAutofit/>
          </a:bodyPr>
          <a:lstStyle>
            <a:lvl1pPr lvl="0" rtl="0">
              <a:spcBef>
                <a:spcPts val="0"/>
              </a:spcBef>
              <a:spcAft>
                <a:spcPts val="0"/>
              </a:spcAft>
              <a:buSzPts val="1800"/>
              <a:buFont typeface="Lexend"/>
              <a:buNone/>
              <a:defRPr b="0" sz="1800">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3 Lesson outline (3)">
  <p:cSld name="CUSTOM_3_2">
    <p:spTree>
      <p:nvGrpSpPr>
        <p:cNvPr id="285" name="Shape 285"/>
        <p:cNvGrpSpPr/>
        <p:nvPr/>
      </p:nvGrpSpPr>
      <p:grpSpPr>
        <a:xfrm>
          <a:off x="0" y="0"/>
          <a:ext cx="0" cy="0"/>
          <a:chOff x="0" y="0"/>
          <a:chExt cx="0" cy="0"/>
        </a:xfrm>
      </p:grpSpPr>
      <p:pic>
        <p:nvPicPr>
          <p:cNvPr id="286" name="Google Shape;286;p29"/>
          <p:cNvPicPr preferRelativeResize="0"/>
          <p:nvPr/>
        </p:nvPicPr>
        <p:blipFill rotWithShape="1">
          <a:blip r:embed="rId2">
            <a:alphaModFix/>
          </a:blip>
          <a:srcRect b="4438" l="0" r="0" t="4429"/>
          <a:stretch/>
        </p:blipFill>
        <p:spPr>
          <a:xfrm>
            <a:off x="863550" y="3642223"/>
            <a:ext cx="7439125" cy="563227"/>
          </a:xfrm>
          <a:prstGeom prst="rect">
            <a:avLst/>
          </a:prstGeom>
          <a:noFill/>
          <a:ln>
            <a:noFill/>
          </a:ln>
        </p:spPr>
      </p:pic>
      <p:pic>
        <p:nvPicPr>
          <p:cNvPr id="287" name="Google Shape;287;p29"/>
          <p:cNvPicPr preferRelativeResize="0"/>
          <p:nvPr/>
        </p:nvPicPr>
        <p:blipFill rotWithShape="1">
          <a:blip r:embed="rId3">
            <a:alphaModFix/>
          </a:blip>
          <a:srcRect b="0" l="74623" r="0" t="0"/>
          <a:stretch/>
        </p:blipFill>
        <p:spPr>
          <a:xfrm>
            <a:off x="863550" y="3600900"/>
            <a:ext cx="145900" cy="645874"/>
          </a:xfrm>
          <a:prstGeom prst="rect">
            <a:avLst/>
          </a:prstGeom>
          <a:noFill/>
          <a:ln>
            <a:noFill/>
          </a:ln>
        </p:spPr>
      </p:pic>
      <p:pic>
        <p:nvPicPr>
          <p:cNvPr id="288" name="Google Shape;288;p29"/>
          <p:cNvPicPr preferRelativeResize="0"/>
          <p:nvPr/>
        </p:nvPicPr>
        <p:blipFill rotWithShape="1">
          <a:blip r:embed="rId4">
            <a:alphaModFix/>
          </a:blip>
          <a:srcRect b="3669" l="0" r="0" t="3678"/>
          <a:stretch/>
        </p:blipFill>
        <p:spPr>
          <a:xfrm>
            <a:off x="863550" y="2704186"/>
            <a:ext cx="7439126" cy="572074"/>
          </a:xfrm>
          <a:prstGeom prst="rect">
            <a:avLst/>
          </a:prstGeom>
          <a:noFill/>
          <a:ln>
            <a:noFill/>
          </a:ln>
        </p:spPr>
      </p:pic>
      <p:pic>
        <p:nvPicPr>
          <p:cNvPr id="289" name="Google Shape;289;p29"/>
          <p:cNvPicPr preferRelativeResize="0"/>
          <p:nvPr/>
        </p:nvPicPr>
        <p:blipFill rotWithShape="1">
          <a:blip r:embed="rId3">
            <a:alphaModFix/>
          </a:blip>
          <a:srcRect b="0" l="74623" r="0" t="0"/>
          <a:stretch/>
        </p:blipFill>
        <p:spPr>
          <a:xfrm>
            <a:off x="863550" y="2677988"/>
            <a:ext cx="145900" cy="645874"/>
          </a:xfrm>
          <a:prstGeom prst="rect">
            <a:avLst/>
          </a:prstGeom>
          <a:noFill/>
          <a:ln>
            <a:noFill/>
          </a:ln>
        </p:spPr>
      </p:pic>
      <p:pic>
        <p:nvPicPr>
          <p:cNvPr id="290" name="Google Shape;290;p29"/>
          <p:cNvPicPr preferRelativeResize="0"/>
          <p:nvPr/>
        </p:nvPicPr>
        <p:blipFill rotWithShape="1">
          <a:blip r:embed="rId5">
            <a:alphaModFix/>
          </a:blip>
          <a:srcRect b="3669" l="0" r="0" t="3678"/>
          <a:stretch/>
        </p:blipFill>
        <p:spPr>
          <a:xfrm>
            <a:off x="863550" y="1678325"/>
            <a:ext cx="7439126" cy="572074"/>
          </a:xfrm>
          <a:prstGeom prst="rect">
            <a:avLst/>
          </a:prstGeom>
          <a:noFill/>
          <a:ln>
            <a:noFill/>
          </a:ln>
        </p:spPr>
      </p:pic>
      <p:pic>
        <p:nvPicPr>
          <p:cNvPr id="291" name="Google Shape;291;p29"/>
          <p:cNvPicPr preferRelativeResize="0"/>
          <p:nvPr/>
        </p:nvPicPr>
        <p:blipFill rotWithShape="1">
          <a:blip r:embed="rId3">
            <a:alphaModFix/>
          </a:blip>
          <a:srcRect b="0" l="74623" r="0" t="0"/>
          <a:stretch/>
        </p:blipFill>
        <p:spPr>
          <a:xfrm>
            <a:off x="863550" y="1643475"/>
            <a:ext cx="145900" cy="645874"/>
          </a:xfrm>
          <a:prstGeom prst="rect">
            <a:avLst/>
          </a:prstGeom>
          <a:noFill/>
          <a:ln>
            <a:noFill/>
          </a:ln>
        </p:spPr>
      </p:pic>
      <p:cxnSp>
        <p:nvCxnSpPr>
          <p:cNvPr id="292" name="Google Shape;292;p29"/>
          <p:cNvCxnSpPr>
            <a:endCxn id="293" idx="2"/>
          </p:cNvCxnSpPr>
          <p:nvPr/>
        </p:nvCxnSpPr>
        <p:spPr>
          <a:xfrm>
            <a:off x="647802" y="1841898"/>
            <a:ext cx="0" cy="2366400"/>
          </a:xfrm>
          <a:prstGeom prst="straightConnector1">
            <a:avLst/>
          </a:prstGeom>
          <a:noFill/>
          <a:ln cap="flat" cmpd="sng" w="38100">
            <a:solidFill>
              <a:srgbClr val="282828"/>
            </a:solidFill>
            <a:prstDash val="solid"/>
            <a:round/>
            <a:headEnd len="med" w="med" type="none"/>
            <a:tailEnd len="med" w="med" type="none"/>
          </a:ln>
        </p:spPr>
      </p:cxnSp>
      <p:pic>
        <p:nvPicPr>
          <p:cNvPr id="293" name="Google Shape;293;p29"/>
          <p:cNvPicPr preferRelativeResize="0"/>
          <p:nvPr/>
        </p:nvPicPr>
        <p:blipFill>
          <a:blip r:embed="rId6">
            <a:alphaModFix/>
          </a:blip>
          <a:stretch>
            <a:fillRect/>
          </a:stretch>
        </p:blipFill>
        <p:spPr>
          <a:xfrm>
            <a:off x="366079" y="3636220"/>
            <a:ext cx="563446" cy="572077"/>
          </a:xfrm>
          <a:prstGeom prst="rect">
            <a:avLst/>
          </a:prstGeom>
          <a:noFill/>
          <a:ln>
            <a:noFill/>
          </a:ln>
        </p:spPr>
      </p:pic>
      <p:pic>
        <p:nvPicPr>
          <p:cNvPr id="294" name="Google Shape;294;p29"/>
          <p:cNvPicPr preferRelativeResize="0"/>
          <p:nvPr/>
        </p:nvPicPr>
        <p:blipFill>
          <a:blip r:embed="rId7">
            <a:alphaModFix/>
          </a:blip>
          <a:stretch>
            <a:fillRect/>
          </a:stretch>
        </p:blipFill>
        <p:spPr>
          <a:xfrm>
            <a:off x="363482" y="1682508"/>
            <a:ext cx="563185" cy="572092"/>
          </a:xfrm>
          <a:prstGeom prst="rect">
            <a:avLst/>
          </a:prstGeom>
          <a:noFill/>
          <a:ln>
            <a:noFill/>
          </a:ln>
        </p:spPr>
      </p:pic>
      <p:sp>
        <p:nvSpPr>
          <p:cNvPr id="295" name="Google Shape;295;p29"/>
          <p:cNvSpPr txBox="1"/>
          <p:nvPr>
            <p:ph type="title"/>
          </p:nvPr>
        </p:nvSpPr>
        <p:spPr>
          <a:xfrm>
            <a:off x="1225200" y="1779713"/>
            <a:ext cx="68508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296" name="Google Shape;296;p29"/>
          <p:cNvSpPr txBox="1"/>
          <p:nvPr>
            <p:ph idx="2" type="title"/>
          </p:nvPr>
        </p:nvSpPr>
        <p:spPr>
          <a:xfrm>
            <a:off x="1225200" y="2804800"/>
            <a:ext cx="68508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297" name="Google Shape;297;p29"/>
          <p:cNvSpPr txBox="1"/>
          <p:nvPr>
            <p:ph idx="3" type="title"/>
          </p:nvPr>
        </p:nvSpPr>
        <p:spPr>
          <a:xfrm>
            <a:off x="1225200" y="3739189"/>
            <a:ext cx="68508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298" name="Google Shape;298;p29"/>
          <p:cNvPicPr preferRelativeResize="0"/>
          <p:nvPr/>
        </p:nvPicPr>
        <p:blipFill>
          <a:blip r:embed="rId8">
            <a:alphaModFix/>
          </a:blip>
          <a:stretch>
            <a:fillRect/>
          </a:stretch>
        </p:blipFill>
        <p:spPr>
          <a:xfrm>
            <a:off x="363340" y="2703416"/>
            <a:ext cx="563446" cy="572077"/>
          </a:xfrm>
          <a:prstGeom prst="rect">
            <a:avLst/>
          </a:prstGeom>
          <a:noFill/>
          <a:ln>
            <a:noFill/>
          </a:ln>
        </p:spPr>
      </p:pic>
      <p:sp>
        <p:nvSpPr>
          <p:cNvPr id="299" name="Google Shape;299;p29"/>
          <p:cNvSpPr/>
          <p:nvPr/>
        </p:nvSpPr>
        <p:spPr>
          <a:xfrm>
            <a:off x="0" y="0"/>
            <a:ext cx="9144300" cy="48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00" name="Google Shape;300;p29"/>
          <p:cNvPicPr preferRelativeResize="0"/>
          <p:nvPr/>
        </p:nvPicPr>
        <p:blipFill rotWithShape="1">
          <a:blip r:embed="rId9">
            <a:alphaModFix/>
          </a:blip>
          <a:srcRect b="1709" l="0" r="0" t="1699"/>
          <a:stretch/>
        </p:blipFill>
        <p:spPr>
          <a:xfrm>
            <a:off x="-12" y="481650"/>
            <a:ext cx="9151202" cy="116709"/>
          </a:xfrm>
          <a:prstGeom prst="rect">
            <a:avLst/>
          </a:prstGeom>
          <a:noFill/>
          <a:ln>
            <a:noFill/>
          </a:ln>
        </p:spPr>
      </p:pic>
      <p:sp>
        <p:nvSpPr>
          <p:cNvPr id="301" name="Google Shape;301;p29"/>
          <p:cNvSpPr txBox="1"/>
          <p:nvPr/>
        </p:nvSpPr>
        <p:spPr>
          <a:xfrm>
            <a:off x="324000" y="112500"/>
            <a:ext cx="23049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Lesson outline</a:t>
            </a:r>
            <a:endParaRPr b="1" sz="2000">
              <a:solidFill>
                <a:schemeClr val="dk1"/>
              </a:solidFill>
              <a:latin typeface="Lexend"/>
              <a:ea typeface="Lexend"/>
              <a:cs typeface="Lexend"/>
              <a:sym typeface="Lexend"/>
            </a:endParaRPr>
          </a:p>
        </p:txBody>
      </p:sp>
      <p:sp>
        <p:nvSpPr>
          <p:cNvPr id="302" name="Google Shape;302;p29"/>
          <p:cNvSpPr txBox="1"/>
          <p:nvPr>
            <p:ph idx="4" type="title"/>
          </p:nvPr>
        </p:nvSpPr>
        <p:spPr>
          <a:xfrm>
            <a:off x="324000" y="657600"/>
            <a:ext cx="5741400" cy="615600"/>
          </a:xfrm>
          <a:prstGeom prst="rect">
            <a:avLst/>
          </a:prstGeom>
        </p:spPr>
        <p:txBody>
          <a:bodyPr anchorCtr="0" anchor="t" bIns="0" lIns="0" spcFirstLastPara="1" rIns="0" wrap="square" tIns="0">
            <a:noAutofit/>
          </a:bodyPr>
          <a:lstStyle>
            <a:lvl1pPr lvl="0" rtl="0">
              <a:spcBef>
                <a:spcPts val="0"/>
              </a:spcBef>
              <a:spcAft>
                <a:spcPts val="0"/>
              </a:spcAft>
              <a:buSzPts val="1800"/>
              <a:buFont typeface="Lexend"/>
              <a:buNone/>
              <a:defRPr b="0" sz="1800">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3 Lesson outline (4)">
  <p:cSld name="CUSTOM_4">
    <p:spTree>
      <p:nvGrpSpPr>
        <p:cNvPr id="303" name="Shape 303"/>
        <p:cNvGrpSpPr/>
        <p:nvPr/>
      </p:nvGrpSpPr>
      <p:grpSpPr>
        <a:xfrm>
          <a:off x="0" y="0"/>
          <a:ext cx="0" cy="0"/>
          <a:chOff x="0" y="0"/>
          <a:chExt cx="0" cy="0"/>
        </a:xfrm>
      </p:grpSpPr>
      <p:pic>
        <p:nvPicPr>
          <p:cNvPr id="304" name="Google Shape;304;p30"/>
          <p:cNvPicPr preferRelativeResize="0"/>
          <p:nvPr/>
        </p:nvPicPr>
        <p:blipFill rotWithShape="1">
          <a:blip r:embed="rId2">
            <a:alphaModFix/>
          </a:blip>
          <a:srcRect b="4438" l="0" r="0" t="4429"/>
          <a:stretch/>
        </p:blipFill>
        <p:spPr>
          <a:xfrm>
            <a:off x="863550" y="3146932"/>
            <a:ext cx="7439125" cy="563230"/>
          </a:xfrm>
          <a:prstGeom prst="rect">
            <a:avLst/>
          </a:prstGeom>
          <a:noFill/>
          <a:ln>
            <a:noFill/>
          </a:ln>
        </p:spPr>
      </p:pic>
      <p:pic>
        <p:nvPicPr>
          <p:cNvPr id="305" name="Google Shape;305;p30"/>
          <p:cNvPicPr preferRelativeResize="0"/>
          <p:nvPr/>
        </p:nvPicPr>
        <p:blipFill rotWithShape="1">
          <a:blip r:embed="rId3">
            <a:alphaModFix/>
          </a:blip>
          <a:srcRect b="0" l="74623" r="0" t="0"/>
          <a:stretch/>
        </p:blipFill>
        <p:spPr>
          <a:xfrm>
            <a:off x="863550" y="3105610"/>
            <a:ext cx="145900" cy="645874"/>
          </a:xfrm>
          <a:prstGeom prst="rect">
            <a:avLst/>
          </a:prstGeom>
          <a:noFill/>
          <a:ln>
            <a:noFill/>
          </a:ln>
        </p:spPr>
      </p:pic>
      <p:pic>
        <p:nvPicPr>
          <p:cNvPr id="306" name="Google Shape;306;p30"/>
          <p:cNvPicPr preferRelativeResize="0"/>
          <p:nvPr/>
        </p:nvPicPr>
        <p:blipFill rotWithShape="1">
          <a:blip r:embed="rId4">
            <a:alphaModFix/>
          </a:blip>
          <a:srcRect b="4396" l="0" r="0" t="4387"/>
          <a:stretch/>
        </p:blipFill>
        <p:spPr>
          <a:xfrm>
            <a:off x="863550" y="3971358"/>
            <a:ext cx="7439126" cy="563217"/>
          </a:xfrm>
          <a:prstGeom prst="rect">
            <a:avLst/>
          </a:prstGeom>
          <a:noFill/>
          <a:ln>
            <a:noFill/>
          </a:ln>
        </p:spPr>
      </p:pic>
      <p:pic>
        <p:nvPicPr>
          <p:cNvPr id="307" name="Google Shape;307;p30"/>
          <p:cNvPicPr preferRelativeResize="0"/>
          <p:nvPr/>
        </p:nvPicPr>
        <p:blipFill rotWithShape="1">
          <a:blip r:embed="rId3">
            <a:alphaModFix/>
          </a:blip>
          <a:srcRect b="0" l="74623" r="0" t="0"/>
          <a:stretch/>
        </p:blipFill>
        <p:spPr>
          <a:xfrm>
            <a:off x="863550" y="3939648"/>
            <a:ext cx="145900" cy="645874"/>
          </a:xfrm>
          <a:prstGeom prst="rect">
            <a:avLst/>
          </a:prstGeom>
          <a:noFill/>
          <a:ln>
            <a:noFill/>
          </a:ln>
        </p:spPr>
      </p:pic>
      <p:pic>
        <p:nvPicPr>
          <p:cNvPr id="308" name="Google Shape;308;p30"/>
          <p:cNvPicPr preferRelativeResize="0"/>
          <p:nvPr/>
        </p:nvPicPr>
        <p:blipFill rotWithShape="1">
          <a:blip r:embed="rId5">
            <a:alphaModFix/>
          </a:blip>
          <a:srcRect b="3669" l="0" r="0" t="3678"/>
          <a:stretch/>
        </p:blipFill>
        <p:spPr>
          <a:xfrm>
            <a:off x="863550" y="2292191"/>
            <a:ext cx="7439126" cy="572077"/>
          </a:xfrm>
          <a:prstGeom prst="rect">
            <a:avLst/>
          </a:prstGeom>
          <a:noFill/>
          <a:ln>
            <a:noFill/>
          </a:ln>
        </p:spPr>
      </p:pic>
      <p:pic>
        <p:nvPicPr>
          <p:cNvPr id="309" name="Google Shape;309;p30"/>
          <p:cNvPicPr preferRelativeResize="0"/>
          <p:nvPr/>
        </p:nvPicPr>
        <p:blipFill rotWithShape="1">
          <a:blip r:embed="rId3">
            <a:alphaModFix/>
          </a:blip>
          <a:srcRect b="0" l="74623" r="0" t="0"/>
          <a:stretch/>
        </p:blipFill>
        <p:spPr>
          <a:xfrm>
            <a:off x="863550" y="2265998"/>
            <a:ext cx="145900" cy="645874"/>
          </a:xfrm>
          <a:prstGeom prst="rect">
            <a:avLst/>
          </a:prstGeom>
          <a:noFill/>
          <a:ln>
            <a:noFill/>
          </a:ln>
        </p:spPr>
      </p:pic>
      <p:pic>
        <p:nvPicPr>
          <p:cNvPr id="310" name="Google Shape;310;p30"/>
          <p:cNvPicPr preferRelativeResize="0"/>
          <p:nvPr/>
        </p:nvPicPr>
        <p:blipFill rotWithShape="1">
          <a:blip r:embed="rId6">
            <a:alphaModFix/>
          </a:blip>
          <a:srcRect b="3669" l="0" r="0" t="3678"/>
          <a:stretch/>
        </p:blipFill>
        <p:spPr>
          <a:xfrm>
            <a:off x="863550" y="1457950"/>
            <a:ext cx="7439126" cy="572077"/>
          </a:xfrm>
          <a:prstGeom prst="rect">
            <a:avLst/>
          </a:prstGeom>
          <a:noFill/>
          <a:ln>
            <a:noFill/>
          </a:ln>
        </p:spPr>
      </p:pic>
      <p:pic>
        <p:nvPicPr>
          <p:cNvPr id="311" name="Google Shape;311;p30"/>
          <p:cNvPicPr preferRelativeResize="0"/>
          <p:nvPr/>
        </p:nvPicPr>
        <p:blipFill rotWithShape="1">
          <a:blip r:embed="rId3">
            <a:alphaModFix/>
          </a:blip>
          <a:srcRect b="0" l="74623" r="0" t="0"/>
          <a:stretch/>
        </p:blipFill>
        <p:spPr>
          <a:xfrm>
            <a:off x="863550" y="1423110"/>
            <a:ext cx="145900" cy="645874"/>
          </a:xfrm>
          <a:prstGeom prst="rect">
            <a:avLst/>
          </a:prstGeom>
          <a:noFill/>
          <a:ln>
            <a:noFill/>
          </a:ln>
        </p:spPr>
      </p:pic>
      <p:cxnSp>
        <p:nvCxnSpPr>
          <p:cNvPr id="312" name="Google Shape;312;p30"/>
          <p:cNvCxnSpPr/>
          <p:nvPr/>
        </p:nvCxnSpPr>
        <p:spPr>
          <a:xfrm>
            <a:off x="647802" y="1725234"/>
            <a:ext cx="600" cy="2679900"/>
          </a:xfrm>
          <a:prstGeom prst="straightConnector1">
            <a:avLst/>
          </a:prstGeom>
          <a:noFill/>
          <a:ln cap="flat" cmpd="sng" w="38100">
            <a:solidFill>
              <a:srgbClr val="282828"/>
            </a:solidFill>
            <a:prstDash val="solid"/>
            <a:round/>
            <a:headEnd len="med" w="med" type="none"/>
            <a:tailEnd len="med" w="med" type="none"/>
          </a:ln>
        </p:spPr>
      </p:cxnSp>
      <p:pic>
        <p:nvPicPr>
          <p:cNvPr id="313" name="Google Shape;313;p30"/>
          <p:cNvPicPr preferRelativeResize="0"/>
          <p:nvPr/>
        </p:nvPicPr>
        <p:blipFill>
          <a:blip r:embed="rId7">
            <a:alphaModFix/>
          </a:blip>
          <a:stretch>
            <a:fillRect/>
          </a:stretch>
        </p:blipFill>
        <p:spPr>
          <a:xfrm>
            <a:off x="366079" y="3134650"/>
            <a:ext cx="563446" cy="572077"/>
          </a:xfrm>
          <a:prstGeom prst="rect">
            <a:avLst/>
          </a:prstGeom>
          <a:noFill/>
          <a:ln>
            <a:noFill/>
          </a:ln>
        </p:spPr>
      </p:pic>
      <p:pic>
        <p:nvPicPr>
          <p:cNvPr id="314" name="Google Shape;314;p30"/>
          <p:cNvPicPr preferRelativeResize="0"/>
          <p:nvPr/>
        </p:nvPicPr>
        <p:blipFill>
          <a:blip r:embed="rId8">
            <a:alphaModFix/>
          </a:blip>
          <a:stretch>
            <a:fillRect/>
          </a:stretch>
        </p:blipFill>
        <p:spPr>
          <a:xfrm>
            <a:off x="363357" y="1462166"/>
            <a:ext cx="563185" cy="572092"/>
          </a:xfrm>
          <a:prstGeom prst="rect">
            <a:avLst/>
          </a:prstGeom>
          <a:noFill/>
          <a:ln>
            <a:noFill/>
          </a:ln>
        </p:spPr>
      </p:pic>
      <p:pic>
        <p:nvPicPr>
          <p:cNvPr id="315" name="Google Shape;315;p30"/>
          <p:cNvPicPr preferRelativeResize="0"/>
          <p:nvPr/>
        </p:nvPicPr>
        <p:blipFill>
          <a:blip r:embed="rId9">
            <a:alphaModFix/>
          </a:blip>
          <a:stretch>
            <a:fillRect/>
          </a:stretch>
        </p:blipFill>
        <p:spPr>
          <a:xfrm>
            <a:off x="363340" y="2287588"/>
            <a:ext cx="563446" cy="572077"/>
          </a:xfrm>
          <a:prstGeom prst="rect">
            <a:avLst/>
          </a:prstGeom>
          <a:noFill/>
          <a:ln>
            <a:noFill/>
          </a:ln>
        </p:spPr>
      </p:pic>
      <p:sp>
        <p:nvSpPr>
          <p:cNvPr id="316" name="Google Shape;316;p30"/>
          <p:cNvSpPr txBox="1"/>
          <p:nvPr>
            <p:ph type="title"/>
          </p:nvPr>
        </p:nvSpPr>
        <p:spPr>
          <a:xfrm>
            <a:off x="1224600" y="1466663"/>
            <a:ext cx="6850800" cy="5631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317" name="Google Shape;317;p30"/>
          <p:cNvSpPr txBox="1"/>
          <p:nvPr>
            <p:ph idx="2" type="title"/>
          </p:nvPr>
        </p:nvSpPr>
        <p:spPr>
          <a:xfrm>
            <a:off x="1224600" y="2285700"/>
            <a:ext cx="6850800" cy="5721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318" name="Google Shape;318;p30"/>
          <p:cNvSpPr txBox="1"/>
          <p:nvPr>
            <p:ph idx="3" type="title"/>
          </p:nvPr>
        </p:nvSpPr>
        <p:spPr>
          <a:xfrm>
            <a:off x="1224600" y="3160338"/>
            <a:ext cx="6850800" cy="5364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319" name="Google Shape;319;p30"/>
          <p:cNvSpPr txBox="1"/>
          <p:nvPr>
            <p:ph idx="4" type="title"/>
          </p:nvPr>
        </p:nvSpPr>
        <p:spPr>
          <a:xfrm>
            <a:off x="1224600" y="3971414"/>
            <a:ext cx="6850800" cy="5631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320" name="Google Shape;320;p30"/>
          <p:cNvPicPr preferRelativeResize="0"/>
          <p:nvPr/>
        </p:nvPicPr>
        <p:blipFill>
          <a:blip r:embed="rId10">
            <a:alphaModFix/>
          </a:blip>
          <a:stretch>
            <a:fillRect/>
          </a:stretch>
        </p:blipFill>
        <p:spPr>
          <a:xfrm>
            <a:off x="363341" y="3969363"/>
            <a:ext cx="563446" cy="572077"/>
          </a:xfrm>
          <a:prstGeom prst="rect">
            <a:avLst/>
          </a:prstGeom>
          <a:noFill/>
          <a:ln>
            <a:noFill/>
          </a:ln>
        </p:spPr>
      </p:pic>
      <p:sp>
        <p:nvSpPr>
          <p:cNvPr id="321" name="Google Shape;321;p30"/>
          <p:cNvSpPr/>
          <p:nvPr/>
        </p:nvSpPr>
        <p:spPr>
          <a:xfrm>
            <a:off x="0" y="0"/>
            <a:ext cx="9144300" cy="48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22" name="Google Shape;322;p30"/>
          <p:cNvPicPr preferRelativeResize="0"/>
          <p:nvPr/>
        </p:nvPicPr>
        <p:blipFill rotWithShape="1">
          <a:blip r:embed="rId11">
            <a:alphaModFix/>
          </a:blip>
          <a:srcRect b="1709" l="0" r="0" t="1699"/>
          <a:stretch/>
        </p:blipFill>
        <p:spPr>
          <a:xfrm>
            <a:off x="-12" y="481650"/>
            <a:ext cx="9151202" cy="116709"/>
          </a:xfrm>
          <a:prstGeom prst="rect">
            <a:avLst/>
          </a:prstGeom>
          <a:noFill/>
          <a:ln>
            <a:noFill/>
          </a:ln>
        </p:spPr>
      </p:pic>
      <p:sp>
        <p:nvSpPr>
          <p:cNvPr id="323" name="Google Shape;323;p30"/>
          <p:cNvSpPr txBox="1"/>
          <p:nvPr/>
        </p:nvSpPr>
        <p:spPr>
          <a:xfrm>
            <a:off x="324000" y="112500"/>
            <a:ext cx="23049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Lesson outline</a:t>
            </a:r>
            <a:endParaRPr b="1" sz="2000">
              <a:solidFill>
                <a:schemeClr val="dk1"/>
              </a:solidFill>
              <a:latin typeface="Lexend"/>
              <a:ea typeface="Lexend"/>
              <a:cs typeface="Lexend"/>
              <a:sym typeface="Lexend"/>
            </a:endParaRPr>
          </a:p>
        </p:txBody>
      </p:sp>
      <p:sp>
        <p:nvSpPr>
          <p:cNvPr id="324" name="Google Shape;324;p30"/>
          <p:cNvSpPr txBox="1"/>
          <p:nvPr>
            <p:ph idx="5" type="title"/>
          </p:nvPr>
        </p:nvSpPr>
        <p:spPr>
          <a:xfrm>
            <a:off x="324000" y="657600"/>
            <a:ext cx="5741400" cy="615600"/>
          </a:xfrm>
          <a:prstGeom prst="rect">
            <a:avLst/>
          </a:prstGeom>
        </p:spPr>
        <p:txBody>
          <a:bodyPr anchorCtr="0" anchor="t" bIns="0" lIns="0" spcFirstLastPara="1" rIns="0" wrap="square" tIns="0">
            <a:noAutofit/>
          </a:bodyPr>
          <a:lstStyle>
            <a:lvl1pPr lvl="0" rtl="0">
              <a:spcBef>
                <a:spcPts val="0"/>
              </a:spcBef>
              <a:spcAft>
                <a:spcPts val="0"/>
              </a:spcAft>
              <a:buSzPts val="1800"/>
              <a:buFont typeface="Lexend"/>
              <a:buNone/>
              <a:defRPr b="0" sz="1800">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0 Explanation blank - purple ">
  <p:cSld name="TITLE_AND_TWO_COLUMNS_1_1_6_2_1_4">
    <p:spTree>
      <p:nvGrpSpPr>
        <p:cNvPr id="325" name="Shape 325"/>
        <p:cNvGrpSpPr/>
        <p:nvPr/>
      </p:nvGrpSpPr>
      <p:grpSpPr>
        <a:xfrm>
          <a:off x="0" y="0"/>
          <a:ext cx="0" cy="0"/>
          <a:chOff x="0" y="0"/>
          <a:chExt cx="0" cy="0"/>
        </a:xfrm>
      </p:grpSpPr>
      <p:pic>
        <p:nvPicPr>
          <p:cNvPr id="326" name="Google Shape;326;p31"/>
          <p:cNvPicPr preferRelativeResize="0"/>
          <p:nvPr/>
        </p:nvPicPr>
        <p:blipFill>
          <a:blip r:embed="rId2">
            <a:alphaModFix/>
          </a:blip>
          <a:stretch>
            <a:fillRect/>
          </a:stretch>
        </p:blipFill>
        <p:spPr>
          <a:xfrm>
            <a:off x="0" y="532525"/>
            <a:ext cx="9151202" cy="116700"/>
          </a:xfrm>
          <a:prstGeom prst="rect">
            <a:avLst/>
          </a:prstGeom>
          <a:noFill/>
          <a:ln>
            <a:noFill/>
          </a:ln>
        </p:spPr>
      </p:pic>
      <p:sp>
        <p:nvSpPr>
          <p:cNvPr id="327" name="Google Shape;327;p31"/>
          <p:cNvSpPr/>
          <p:nvPr/>
        </p:nvSpPr>
        <p:spPr>
          <a:xfrm>
            <a:off x="-1" y="-2"/>
            <a:ext cx="91476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31"/>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329" name="Google Shape;329;p31"/>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330" name="Google Shape;330;p31"/>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
        <p:nvSpPr>
          <p:cNvPr id="331" name="Google Shape;331;p31"/>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3EEFB"/>
                </a:solidFill>
                <a:latin typeface="Lexend"/>
                <a:ea typeface="Lexend"/>
                <a:cs typeface="Lexend"/>
                <a:sym typeface="Lexend"/>
              </a:rPr>
              <a:t>Explanation</a:t>
            </a:r>
            <a:endParaRPr b="1" sz="900">
              <a:solidFill>
                <a:srgbClr val="F3EEFB"/>
              </a:solidFill>
              <a:latin typeface="Lexend"/>
              <a:ea typeface="Lexend"/>
              <a:cs typeface="Lexend"/>
              <a:sym typeface="Lexen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0 Explanation blank - jade">
  <p:cSld name="TITLE_AND_TWO_COLUMNS_1_1_6_2_1_2">
    <p:spTree>
      <p:nvGrpSpPr>
        <p:cNvPr id="332" name="Shape 332"/>
        <p:cNvGrpSpPr/>
        <p:nvPr/>
      </p:nvGrpSpPr>
      <p:grpSpPr>
        <a:xfrm>
          <a:off x="0" y="0"/>
          <a:ext cx="0" cy="0"/>
          <a:chOff x="0" y="0"/>
          <a:chExt cx="0" cy="0"/>
        </a:xfrm>
      </p:grpSpPr>
      <p:pic>
        <p:nvPicPr>
          <p:cNvPr id="333" name="Google Shape;333;p32"/>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34" name="Google Shape;334;p32"/>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32"/>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336" name="Google Shape;336;p32"/>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Explanation</a:t>
            </a:r>
            <a:endParaRPr b="1" sz="900">
              <a:solidFill>
                <a:srgbClr val="E6F2F2"/>
              </a:solidFill>
              <a:latin typeface="Lexend"/>
              <a:ea typeface="Lexend"/>
              <a:cs typeface="Lexend"/>
              <a:sym typeface="Lexend"/>
            </a:endParaRPr>
          </a:p>
        </p:txBody>
      </p:sp>
      <p:sp>
        <p:nvSpPr>
          <p:cNvPr id="337" name="Google Shape;337;p32"/>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338" name="Google Shape;338;p32"/>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0 Explanation blank - blue ">
  <p:cSld name="TITLE_AND_TWO_COLUMNS_1_1_6_2_2">
    <p:spTree>
      <p:nvGrpSpPr>
        <p:cNvPr id="339" name="Shape 339"/>
        <p:cNvGrpSpPr/>
        <p:nvPr/>
      </p:nvGrpSpPr>
      <p:grpSpPr>
        <a:xfrm>
          <a:off x="0" y="0"/>
          <a:ext cx="0" cy="0"/>
          <a:chOff x="0" y="0"/>
          <a:chExt cx="0" cy="0"/>
        </a:xfrm>
      </p:grpSpPr>
      <p:pic>
        <p:nvPicPr>
          <p:cNvPr id="340" name="Google Shape;340;p3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41" name="Google Shape;341;p33"/>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33"/>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343" name="Google Shape;343;p33"/>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Explanation</a:t>
            </a:r>
            <a:endParaRPr b="1" sz="900">
              <a:solidFill>
                <a:srgbClr val="EBEDFE"/>
              </a:solidFill>
              <a:latin typeface="Lexend"/>
              <a:ea typeface="Lexend"/>
              <a:cs typeface="Lexend"/>
              <a:sym typeface="Lexend"/>
            </a:endParaRPr>
          </a:p>
        </p:txBody>
      </p:sp>
      <p:sp>
        <p:nvSpPr>
          <p:cNvPr id="344" name="Google Shape;344;p33"/>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345" name="Google Shape;345;p33"/>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0 Explanation blank - pink ">
  <p:cSld name="TITLE_AND_TWO_COLUMNS_1_1_6_2_1_1">
    <p:spTree>
      <p:nvGrpSpPr>
        <p:cNvPr id="346" name="Shape 346"/>
        <p:cNvGrpSpPr/>
        <p:nvPr/>
      </p:nvGrpSpPr>
      <p:grpSpPr>
        <a:xfrm>
          <a:off x="0" y="0"/>
          <a:ext cx="0" cy="0"/>
          <a:chOff x="0" y="0"/>
          <a:chExt cx="0" cy="0"/>
        </a:xfrm>
      </p:grpSpPr>
      <p:pic>
        <p:nvPicPr>
          <p:cNvPr id="347" name="Google Shape;347;p34"/>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48" name="Google Shape;348;p34"/>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34"/>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350" name="Google Shape;350;p34"/>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Explanation</a:t>
            </a:r>
            <a:endParaRPr b="1" sz="900">
              <a:solidFill>
                <a:srgbClr val="FAEAF6"/>
              </a:solidFill>
              <a:latin typeface="Lexend"/>
              <a:ea typeface="Lexend"/>
              <a:cs typeface="Lexend"/>
              <a:sym typeface="Lexend"/>
            </a:endParaRPr>
          </a:p>
        </p:txBody>
      </p:sp>
      <p:sp>
        <p:nvSpPr>
          <p:cNvPr id="351" name="Google Shape;351;p34"/>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352" name="Google Shape;352;p34"/>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1 I do We do - purple">
  <p:cSld name="TITLE_AND_TWO_COLUMNS_1_1_9_2_2">
    <p:bg>
      <p:bgPr>
        <a:solidFill>
          <a:srgbClr val="F3EEFB"/>
        </a:solidFill>
      </p:bgPr>
    </p:bg>
    <p:spTree>
      <p:nvGrpSpPr>
        <p:cNvPr id="353" name="Shape 353"/>
        <p:cNvGrpSpPr/>
        <p:nvPr/>
      </p:nvGrpSpPr>
      <p:grpSpPr>
        <a:xfrm>
          <a:off x="0" y="0"/>
          <a:ext cx="0" cy="0"/>
          <a:chOff x="0" y="0"/>
          <a:chExt cx="0" cy="0"/>
        </a:xfrm>
      </p:grpSpPr>
      <p:sp>
        <p:nvSpPr>
          <p:cNvPr id="354" name="Google Shape;354;p35"/>
          <p:cNvSpPr/>
          <p:nvPr/>
        </p:nvSpPr>
        <p:spPr>
          <a:xfrm>
            <a:off x="0" y="18750"/>
            <a:ext cx="45723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55" name="Google Shape;355;p35"/>
          <p:cNvPicPr preferRelativeResize="0"/>
          <p:nvPr/>
        </p:nvPicPr>
        <p:blipFill>
          <a:blip r:embed="rId2">
            <a:alphaModFix/>
          </a:blip>
          <a:stretch>
            <a:fillRect/>
          </a:stretch>
        </p:blipFill>
        <p:spPr>
          <a:xfrm>
            <a:off x="0" y="532525"/>
            <a:ext cx="9151202" cy="116700"/>
          </a:xfrm>
          <a:prstGeom prst="rect">
            <a:avLst/>
          </a:prstGeom>
          <a:noFill/>
          <a:ln>
            <a:noFill/>
          </a:ln>
        </p:spPr>
      </p:pic>
      <p:sp>
        <p:nvSpPr>
          <p:cNvPr id="356" name="Google Shape;356;p35"/>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35"/>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58" name="Google Shape;358;p35"/>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59" name="Google Shape;359;p35"/>
          <p:cNvSpPr txBox="1"/>
          <p:nvPr>
            <p:ph type="title"/>
          </p:nvPr>
        </p:nvSpPr>
        <p:spPr>
          <a:xfrm>
            <a:off x="324000" y="0"/>
            <a:ext cx="74505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360" name="Google Shape;360;p35"/>
          <p:cNvGrpSpPr/>
          <p:nvPr/>
        </p:nvGrpSpPr>
        <p:grpSpPr>
          <a:xfrm>
            <a:off x="7834231" y="1285"/>
            <a:ext cx="828900" cy="576065"/>
            <a:chOff x="7801496" y="1285"/>
            <a:chExt cx="828900" cy="576065"/>
          </a:xfrm>
        </p:grpSpPr>
        <p:pic>
          <p:nvPicPr>
            <p:cNvPr id="361" name="Google Shape;361;p35"/>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362" name="Google Shape;362;p35"/>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Explanation</a:t>
              </a:r>
              <a:endParaRPr b="1" sz="900">
                <a:solidFill>
                  <a:srgbClr val="EBEDFE"/>
                </a:solidFill>
                <a:latin typeface="Lexend"/>
                <a:ea typeface="Lexend"/>
                <a:cs typeface="Lexend"/>
                <a:sym typeface="Lexend"/>
              </a:endParaRPr>
            </a:p>
          </p:txBody>
        </p:sp>
      </p:grpSp>
      <p:grpSp>
        <p:nvGrpSpPr>
          <p:cNvPr id="363" name="Google Shape;363;p35"/>
          <p:cNvGrpSpPr/>
          <p:nvPr/>
        </p:nvGrpSpPr>
        <p:grpSpPr>
          <a:xfrm>
            <a:off x="8635663" y="1285"/>
            <a:ext cx="499700" cy="576065"/>
            <a:chOff x="8635663" y="1285"/>
            <a:chExt cx="499700" cy="576065"/>
          </a:xfrm>
        </p:grpSpPr>
        <p:pic>
          <p:nvPicPr>
            <p:cNvPr id="364" name="Google Shape;364;p35"/>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365" name="Google Shape;365;p35"/>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gr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1 I do We do - jade">
  <p:cSld name="TITLE_AND_TWO_COLUMNS_1_1_9_2_2_1_1">
    <p:bg>
      <p:bgPr>
        <a:solidFill>
          <a:srgbClr val="E6F2F2"/>
        </a:solidFill>
      </p:bgPr>
    </p:bg>
    <p:spTree>
      <p:nvGrpSpPr>
        <p:cNvPr id="366" name="Shape 366"/>
        <p:cNvGrpSpPr/>
        <p:nvPr/>
      </p:nvGrpSpPr>
      <p:grpSpPr>
        <a:xfrm>
          <a:off x="0" y="0"/>
          <a:ext cx="0" cy="0"/>
          <a:chOff x="0" y="0"/>
          <a:chExt cx="0" cy="0"/>
        </a:xfrm>
      </p:grpSpPr>
      <p:sp>
        <p:nvSpPr>
          <p:cNvPr id="367" name="Google Shape;367;p36"/>
          <p:cNvSpPr/>
          <p:nvPr/>
        </p:nvSpPr>
        <p:spPr>
          <a:xfrm>
            <a:off x="0" y="18750"/>
            <a:ext cx="45723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68" name="Google Shape;368;p36"/>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69" name="Google Shape;369;p36"/>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p36"/>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71" name="Google Shape;371;p36"/>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72" name="Google Shape;372;p36"/>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373" name="Google Shape;373;p36"/>
          <p:cNvGrpSpPr/>
          <p:nvPr/>
        </p:nvGrpSpPr>
        <p:grpSpPr>
          <a:xfrm>
            <a:off x="7834231" y="1285"/>
            <a:ext cx="828900" cy="576065"/>
            <a:chOff x="7801496" y="1285"/>
            <a:chExt cx="828900" cy="576065"/>
          </a:xfrm>
        </p:grpSpPr>
        <p:pic>
          <p:nvPicPr>
            <p:cNvPr id="374" name="Google Shape;374;p36"/>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375" name="Google Shape;375;p36"/>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Explanation</a:t>
              </a:r>
              <a:endParaRPr b="1" sz="900">
                <a:solidFill>
                  <a:srgbClr val="E6F2F2"/>
                </a:solidFill>
                <a:latin typeface="Lexend"/>
                <a:ea typeface="Lexend"/>
                <a:cs typeface="Lexend"/>
                <a:sym typeface="Lexend"/>
              </a:endParaRPr>
            </a:p>
          </p:txBody>
        </p:sp>
      </p:grpSp>
      <p:grpSp>
        <p:nvGrpSpPr>
          <p:cNvPr id="376" name="Google Shape;376;p36"/>
          <p:cNvGrpSpPr/>
          <p:nvPr/>
        </p:nvGrpSpPr>
        <p:grpSpPr>
          <a:xfrm>
            <a:off x="8635663" y="1285"/>
            <a:ext cx="499700" cy="576065"/>
            <a:chOff x="8635663" y="1285"/>
            <a:chExt cx="499700" cy="576065"/>
          </a:xfrm>
        </p:grpSpPr>
        <p:pic>
          <p:nvPicPr>
            <p:cNvPr id="377" name="Google Shape;377;p36"/>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378" name="Google Shape;378;p36"/>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gr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1 I do We do - blue">
  <p:cSld name="TITLE_AND_TWO_COLUMNS_1_1_9_2_3">
    <p:bg>
      <p:bgPr>
        <a:solidFill>
          <a:srgbClr val="EBEDFE"/>
        </a:solidFill>
      </p:bgPr>
    </p:bg>
    <p:spTree>
      <p:nvGrpSpPr>
        <p:cNvPr id="379" name="Shape 379"/>
        <p:cNvGrpSpPr/>
        <p:nvPr/>
      </p:nvGrpSpPr>
      <p:grpSpPr>
        <a:xfrm>
          <a:off x="0" y="0"/>
          <a:ext cx="0" cy="0"/>
          <a:chOff x="0" y="0"/>
          <a:chExt cx="0" cy="0"/>
        </a:xfrm>
      </p:grpSpPr>
      <p:sp>
        <p:nvSpPr>
          <p:cNvPr id="380" name="Google Shape;380;p37"/>
          <p:cNvSpPr/>
          <p:nvPr/>
        </p:nvSpPr>
        <p:spPr>
          <a:xfrm>
            <a:off x="0" y="18750"/>
            <a:ext cx="4572300" cy="5124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81" name="Google Shape;381;p37"/>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82" name="Google Shape;382;p37"/>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37"/>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84" name="Google Shape;384;p37"/>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85" name="Google Shape;385;p37"/>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386" name="Google Shape;386;p37"/>
          <p:cNvGrpSpPr/>
          <p:nvPr/>
        </p:nvGrpSpPr>
        <p:grpSpPr>
          <a:xfrm>
            <a:off x="7834231" y="1285"/>
            <a:ext cx="828900" cy="576065"/>
            <a:chOff x="7801496" y="1285"/>
            <a:chExt cx="828900" cy="576065"/>
          </a:xfrm>
        </p:grpSpPr>
        <p:pic>
          <p:nvPicPr>
            <p:cNvPr id="387" name="Google Shape;387;p37"/>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388" name="Google Shape;388;p37"/>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Explanation</a:t>
              </a:r>
              <a:endParaRPr b="1" sz="900">
                <a:solidFill>
                  <a:srgbClr val="E6F2F2"/>
                </a:solidFill>
                <a:latin typeface="Lexend"/>
                <a:ea typeface="Lexend"/>
                <a:cs typeface="Lexend"/>
                <a:sym typeface="Lexend"/>
              </a:endParaRPr>
            </a:p>
          </p:txBody>
        </p:sp>
      </p:grpSp>
      <p:grpSp>
        <p:nvGrpSpPr>
          <p:cNvPr id="389" name="Google Shape;389;p37"/>
          <p:cNvGrpSpPr/>
          <p:nvPr/>
        </p:nvGrpSpPr>
        <p:grpSpPr>
          <a:xfrm>
            <a:off x="8635663" y="1285"/>
            <a:ext cx="499700" cy="576065"/>
            <a:chOff x="8635663" y="1285"/>
            <a:chExt cx="499700" cy="576065"/>
          </a:xfrm>
        </p:grpSpPr>
        <p:pic>
          <p:nvPicPr>
            <p:cNvPr id="390" name="Google Shape;390;p37"/>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391" name="Google Shape;391;p37"/>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gr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1 I do We do - pink">
  <p:cSld name="TITLE_AND_TWO_COLUMNS_1_1_9_2_2_1_1_1">
    <p:bg>
      <p:bgPr>
        <a:solidFill>
          <a:srgbClr val="FAEAF6"/>
        </a:solidFill>
      </p:bgPr>
    </p:bg>
    <p:spTree>
      <p:nvGrpSpPr>
        <p:cNvPr id="392" name="Shape 392"/>
        <p:cNvGrpSpPr/>
        <p:nvPr/>
      </p:nvGrpSpPr>
      <p:grpSpPr>
        <a:xfrm>
          <a:off x="0" y="0"/>
          <a:ext cx="0" cy="0"/>
          <a:chOff x="0" y="0"/>
          <a:chExt cx="0" cy="0"/>
        </a:xfrm>
      </p:grpSpPr>
      <p:sp>
        <p:nvSpPr>
          <p:cNvPr id="393" name="Google Shape;393;p38"/>
          <p:cNvSpPr/>
          <p:nvPr/>
        </p:nvSpPr>
        <p:spPr>
          <a:xfrm>
            <a:off x="0" y="18750"/>
            <a:ext cx="45723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94" name="Google Shape;394;p38"/>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95" name="Google Shape;395;p38"/>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p38"/>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97" name="Google Shape;397;p38"/>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98" name="Google Shape;398;p38"/>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399" name="Google Shape;399;p38"/>
          <p:cNvGrpSpPr/>
          <p:nvPr/>
        </p:nvGrpSpPr>
        <p:grpSpPr>
          <a:xfrm>
            <a:off x="7834231" y="1285"/>
            <a:ext cx="828900" cy="576065"/>
            <a:chOff x="7801496" y="1285"/>
            <a:chExt cx="828900" cy="576065"/>
          </a:xfrm>
        </p:grpSpPr>
        <p:pic>
          <p:nvPicPr>
            <p:cNvPr id="400" name="Google Shape;400;p38"/>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401" name="Google Shape;401;p38"/>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Explanation</a:t>
              </a:r>
              <a:endParaRPr b="1" sz="900">
                <a:solidFill>
                  <a:srgbClr val="FAEAF6"/>
                </a:solidFill>
                <a:latin typeface="Lexend"/>
                <a:ea typeface="Lexend"/>
                <a:cs typeface="Lexend"/>
                <a:sym typeface="Lexend"/>
              </a:endParaRPr>
            </a:p>
          </p:txBody>
        </p:sp>
      </p:grpSp>
      <p:grpSp>
        <p:nvGrpSpPr>
          <p:cNvPr id="402" name="Google Shape;402;p38"/>
          <p:cNvGrpSpPr/>
          <p:nvPr/>
        </p:nvGrpSpPr>
        <p:grpSpPr>
          <a:xfrm>
            <a:off x="8635663" y="1285"/>
            <a:ext cx="499700" cy="576065"/>
            <a:chOff x="8635663" y="1285"/>
            <a:chExt cx="499700" cy="576065"/>
          </a:xfrm>
        </p:grpSpPr>
        <p:pic>
          <p:nvPicPr>
            <p:cNvPr id="403" name="Google Shape;403;p38"/>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404" name="Google Shape;404;p38"/>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gr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2 CfU true/false/why - purple">
  <p:cSld name="TITLE_AND_TWO_COLUMNS_1_1_9_1_3_1">
    <p:bg>
      <p:bgPr>
        <a:solidFill>
          <a:srgbClr val="F3EEFB"/>
        </a:solidFill>
      </p:bgPr>
    </p:bg>
    <p:spTree>
      <p:nvGrpSpPr>
        <p:cNvPr id="405" name="Shape 405"/>
        <p:cNvGrpSpPr/>
        <p:nvPr/>
      </p:nvGrpSpPr>
      <p:grpSpPr>
        <a:xfrm>
          <a:off x="0" y="0"/>
          <a:ext cx="0" cy="0"/>
          <a:chOff x="0" y="0"/>
          <a:chExt cx="0" cy="0"/>
        </a:xfrm>
      </p:grpSpPr>
      <p:pic>
        <p:nvPicPr>
          <p:cNvPr id="406" name="Google Shape;406;p39"/>
          <p:cNvPicPr preferRelativeResize="0"/>
          <p:nvPr/>
        </p:nvPicPr>
        <p:blipFill>
          <a:blip r:embed="rId2">
            <a:alphaModFix/>
          </a:blip>
          <a:stretch>
            <a:fillRect/>
          </a:stretch>
        </p:blipFill>
        <p:spPr>
          <a:xfrm>
            <a:off x="2429763" y="2085316"/>
            <a:ext cx="457425" cy="457425"/>
          </a:xfrm>
          <a:prstGeom prst="rect">
            <a:avLst/>
          </a:prstGeom>
          <a:noFill/>
          <a:ln>
            <a:noFill/>
          </a:ln>
        </p:spPr>
      </p:pic>
      <p:pic>
        <p:nvPicPr>
          <p:cNvPr id="407" name="Google Shape;407;p39"/>
          <p:cNvPicPr preferRelativeResize="0"/>
          <p:nvPr/>
        </p:nvPicPr>
        <p:blipFill>
          <a:blip r:embed="rId2">
            <a:alphaModFix/>
          </a:blip>
          <a:stretch>
            <a:fillRect/>
          </a:stretch>
        </p:blipFill>
        <p:spPr>
          <a:xfrm>
            <a:off x="4823988" y="2085316"/>
            <a:ext cx="457425" cy="457425"/>
          </a:xfrm>
          <a:prstGeom prst="rect">
            <a:avLst/>
          </a:prstGeom>
          <a:noFill/>
          <a:ln>
            <a:noFill/>
          </a:ln>
        </p:spPr>
      </p:pic>
      <p:pic>
        <p:nvPicPr>
          <p:cNvPr id="408" name="Google Shape;408;p39"/>
          <p:cNvPicPr preferRelativeResize="0"/>
          <p:nvPr/>
        </p:nvPicPr>
        <p:blipFill>
          <a:blip r:embed="rId3">
            <a:alphaModFix/>
          </a:blip>
          <a:stretch>
            <a:fillRect/>
          </a:stretch>
        </p:blipFill>
        <p:spPr>
          <a:xfrm>
            <a:off x="0" y="532525"/>
            <a:ext cx="9151202" cy="116709"/>
          </a:xfrm>
          <a:prstGeom prst="rect">
            <a:avLst/>
          </a:prstGeom>
          <a:noFill/>
          <a:ln>
            <a:noFill/>
          </a:ln>
        </p:spPr>
      </p:pic>
      <p:sp>
        <p:nvSpPr>
          <p:cNvPr id="409" name="Google Shape;409;p39"/>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39"/>
          <p:cNvSpPr txBox="1"/>
          <p:nvPr/>
        </p:nvSpPr>
        <p:spPr>
          <a:xfrm>
            <a:off x="3025325" y="21446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411" name="Google Shape;411;p39"/>
          <p:cNvSpPr txBox="1"/>
          <p:nvPr/>
        </p:nvSpPr>
        <p:spPr>
          <a:xfrm>
            <a:off x="5431100" y="21219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412" name="Google Shape;412;p39"/>
          <p:cNvSpPr txBox="1"/>
          <p:nvPr>
            <p:ph idx="1" type="subTitle"/>
          </p:nvPr>
        </p:nvSpPr>
        <p:spPr>
          <a:xfrm>
            <a:off x="324000" y="3577125"/>
            <a:ext cx="81093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Kalam"/>
              <a:buNone/>
              <a:defRPr sz="2200">
                <a:latin typeface="Kalam"/>
                <a:ea typeface="Kalam"/>
                <a:cs typeface="Kalam"/>
                <a:sym typeface="Kalam"/>
              </a:defRPr>
            </a:lvl1pPr>
            <a:lvl2pPr lvl="1" rtl="0">
              <a:spcBef>
                <a:spcPts val="1000"/>
              </a:spcBef>
              <a:spcAft>
                <a:spcPts val="0"/>
              </a:spcAft>
              <a:buSzPts val="2100"/>
              <a:buFont typeface="Kalam"/>
              <a:buNone/>
              <a:defRPr>
                <a:latin typeface="Kalam"/>
                <a:ea typeface="Kalam"/>
                <a:cs typeface="Kalam"/>
                <a:sym typeface="Kalam"/>
              </a:defRPr>
            </a:lvl2pPr>
            <a:lvl3pPr lvl="2" rtl="0">
              <a:spcBef>
                <a:spcPts val="1000"/>
              </a:spcBef>
              <a:spcAft>
                <a:spcPts val="0"/>
              </a:spcAft>
              <a:buSzPts val="2000"/>
              <a:buFont typeface="Kalam"/>
              <a:buNone/>
              <a:defRPr>
                <a:latin typeface="Kalam"/>
                <a:ea typeface="Kalam"/>
                <a:cs typeface="Kalam"/>
                <a:sym typeface="Kalam"/>
              </a:defRPr>
            </a:lvl3pPr>
            <a:lvl4pPr lvl="3" rtl="0">
              <a:spcBef>
                <a:spcPts val="800"/>
              </a:spcBef>
              <a:spcAft>
                <a:spcPts val="0"/>
              </a:spcAft>
              <a:buSzPts val="1900"/>
              <a:buFont typeface="Kalam"/>
              <a:buNone/>
              <a:defRPr>
                <a:latin typeface="Kalam"/>
                <a:ea typeface="Kalam"/>
                <a:cs typeface="Kalam"/>
                <a:sym typeface="Kalam"/>
              </a:defRPr>
            </a:lvl4pPr>
            <a:lvl5pPr lvl="4" rtl="0">
              <a:spcBef>
                <a:spcPts val="800"/>
              </a:spcBef>
              <a:spcAft>
                <a:spcPts val="0"/>
              </a:spcAft>
              <a:buSzPts val="1800"/>
              <a:buFont typeface="Kalam"/>
              <a:buNone/>
              <a:defRPr>
                <a:latin typeface="Kalam"/>
                <a:ea typeface="Kalam"/>
                <a:cs typeface="Kalam"/>
                <a:sym typeface="Kalam"/>
              </a:defRPr>
            </a:lvl5pPr>
            <a:lvl6pPr lvl="5" rtl="0">
              <a:spcBef>
                <a:spcPts val="600"/>
              </a:spcBef>
              <a:spcAft>
                <a:spcPts val="0"/>
              </a:spcAft>
              <a:buSzPts val="1800"/>
              <a:buFont typeface="Kalam"/>
              <a:buNone/>
              <a:defRPr>
                <a:latin typeface="Kalam"/>
                <a:ea typeface="Kalam"/>
                <a:cs typeface="Kalam"/>
                <a:sym typeface="Kalam"/>
              </a:defRPr>
            </a:lvl6pPr>
            <a:lvl7pPr lvl="6" rtl="0">
              <a:spcBef>
                <a:spcPts val="600"/>
              </a:spcBef>
              <a:spcAft>
                <a:spcPts val="0"/>
              </a:spcAft>
              <a:buSzPts val="1800"/>
              <a:buFont typeface="Kalam"/>
              <a:buNone/>
              <a:defRPr>
                <a:latin typeface="Kalam"/>
                <a:ea typeface="Kalam"/>
                <a:cs typeface="Kalam"/>
                <a:sym typeface="Kalam"/>
              </a:defRPr>
            </a:lvl7pPr>
            <a:lvl8pPr lvl="7" rtl="0">
              <a:spcBef>
                <a:spcPts val="400"/>
              </a:spcBef>
              <a:spcAft>
                <a:spcPts val="0"/>
              </a:spcAft>
              <a:buSzPts val="1800"/>
              <a:buFont typeface="Kalam"/>
              <a:buNone/>
              <a:defRPr>
                <a:latin typeface="Kalam"/>
                <a:ea typeface="Kalam"/>
                <a:cs typeface="Kalam"/>
                <a:sym typeface="Kalam"/>
              </a:defRPr>
            </a:lvl8pPr>
            <a:lvl9pPr lvl="8" rtl="0">
              <a:spcBef>
                <a:spcPts val="400"/>
              </a:spcBef>
              <a:spcAft>
                <a:spcPts val="200"/>
              </a:spcAft>
              <a:buSzPts val="1800"/>
              <a:buNone/>
              <a:defRPr/>
            </a:lvl9pPr>
          </a:lstStyle>
          <a:p/>
        </p:txBody>
      </p:sp>
      <p:sp>
        <p:nvSpPr>
          <p:cNvPr id="413" name="Google Shape;413;p39"/>
          <p:cNvSpPr txBox="1"/>
          <p:nvPr>
            <p:ph idx="2"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14" name="Google Shape;414;p39"/>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sp>
        <p:nvSpPr>
          <p:cNvPr id="415" name="Google Shape;415;p39"/>
          <p:cNvSpPr txBox="1"/>
          <p:nvPr/>
        </p:nvSpPr>
        <p:spPr>
          <a:xfrm>
            <a:off x="2454488" y="21754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416" name="Google Shape;416;p39"/>
          <p:cNvSpPr txBox="1"/>
          <p:nvPr/>
        </p:nvSpPr>
        <p:spPr>
          <a:xfrm>
            <a:off x="4848713" y="21754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pic>
        <p:nvPicPr>
          <p:cNvPr id="417" name="Google Shape;417;p39"/>
          <p:cNvPicPr preferRelativeResize="0"/>
          <p:nvPr/>
        </p:nvPicPr>
        <p:blipFill rotWithShape="1">
          <a:blip r:embed="rId4">
            <a:alphaModFix/>
          </a:blip>
          <a:srcRect b="0" l="0" r="0" t="0"/>
          <a:stretch/>
        </p:blipFill>
        <p:spPr>
          <a:xfrm>
            <a:off x="8528585" y="-11474"/>
            <a:ext cx="499700" cy="499700"/>
          </a:xfrm>
          <a:prstGeom prst="rect">
            <a:avLst/>
          </a:prstGeom>
          <a:noFill/>
          <a:ln>
            <a:noFill/>
          </a:ln>
        </p:spPr>
      </p:pic>
      <p:sp>
        <p:nvSpPr>
          <p:cNvPr id="418" name="Google Shape;418;p39"/>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3EEFB"/>
                </a:solidFill>
                <a:latin typeface="Lexend"/>
                <a:ea typeface="Lexend"/>
                <a:cs typeface="Lexend"/>
                <a:sym typeface="Lexend"/>
              </a:rPr>
              <a:t>Check</a:t>
            </a:r>
            <a:endParaRPr b="1" sz="900">
              <a:solidFill>
                <a:srgbClr val="F3EEFB"/>
              </a:solidFill>
              <a:latin typeface="Lexend"/>
              <a:ea typeface="Lexend"/>
              <a:cs typeface="Lexend"/>
              <a:sym typeface="Lexend"/>
            </a:endParaRPr>
          </a:p>
        </p:txBody>
      </p:sp>
      <p:sp>
        <p:nvSpPr>
          <p:cNvPr id="419" name="Google Shape;419;p39"/>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2 CfU true/false/why - jade">
  <p:cSld name="TITLE_AND_TWO_COLUMNS_1_1_9_1_3_1_1_1">
    <p:bg>
      <p:bgPr>
        <a:solidFill>
          <a:srgbClr val="E6F2F2"/>
        </a:solidFill>
      </p:bgPr>
    </p:bg>
    <p:spTree>
      <p:nvGrpSpPr>
        <p:cNvPr id="420" name="Shape 420"/>
        <p:cNvGrpSpPr/>
        <p:nvPr/>
      </p:nvGrpSpPr>
      <p:grpSpPr>
        <a:xfrm>
          <a:off x="0" y="0"/>
          <a:ext cx="0" cy="0"/>
          <a:chOff x="0" y="0"/>
          <a:chExt cx="0" cy="0"/>
        </a:xfrm>
      </p:grpSpPr>
      <p:pic>
        <p:nvPicPr>
          <p:cNvPr id="421" name="Google Shape;421;p40"/>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422" name="Google Shape;422;p40"/>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23" name="Google Shape;423;p40"/>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24" name="Google Shape;424;p40"/>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425" name="Google Shape;425;p40"/>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26" name="Google Shape;426;p40"/>
          <p:cNvPicPr preferRelativeResize="0"/>
          <p:nvPr/>
        </p:nvPicPr>
        <p:blipFill>
          <a:blip r:embed="rId4">
            <a:alphaModFix/>
          </a:blip>
          <a:stretch>
            <a:fillRect/>
          </a:stretch>
        </p:blipFill>
        <p:spPr>
          <a:xfrm>
            <a:off x="2429763" y="2085316"/>
            <a:ext cx="457425" cy="457425"/>
          </a:xfrm>
          <a:prstGeom prst="rect">
            <a:avLst/>
          </a:prstGeom>
          <a:noFill/>
          <a:ln>
            <a:noFill/>
          </a:ln>
        </p:spPr>
      </p:pic>
      <p:pic>
        <p:nvPicPr>
          <p:cNvPr id="427" name="Google Shape;427;p40"/>
          <p:cNvPicPr preferRelativeResize="0"/>
          <p:nvPr/>
        </p:nvPicPr>
        <p:blipFill>
          <a:blip r:embed="rId4">
            <a:alphaModFix/>
          </a:blip>
          <a:stretch>
            <a:fillRect/>
          </a:stretch>
        </p:blipFill>
        <p:spPr>
          <a:xfrm>
            <a:off x="4823988" y="2085316"/>
            <a:ext cx="457425" cy="457425"/>
          </a:xfrm>
          <a:prstGeom prst="rect">
            <a:avLst/>
          </a:prstGeom>
          <a:noFill/>
          <a:ln>
            <a:noFill/>
          </a:ln>
        </p:spPr>
      </p:pic>
      <p:sp>
        <p:nvSpPr>
          <p:cNvPr id="428" name="Google Shape;428;p40"/>
          <p:cNvSpPr txBox="1"/>
          <p:nvPr/>
        </p:nvSpPr>
        <p:spPr>
          <a:xfrm>
            <a:off x="3025325" y="21446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429" name="Google Shape;429;p40"/>
          <p:cNvSpPr txBox="1"/>
          <p:nvPr/>
        </p:nvSpPr>
        <p:spPr>
          <a:xfrm>
            <a:off x="5431100" y="21219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430" name="Google Shape;430;p40"/>
          <p:cNvSpPr txBox="1"/>
          <p:nvPr>
            <p:ph idx="1" type="subTitle"/>
          </p:nvPr>
        </p:nvSpPr>
        <p:spPr>
          <a:xfrm>
            <a:off x="324000" y="3577125"/>
            <a:ext cx="81093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Kalam"/>
              <a:buNone/>
              <a:defRPr sz="2200">
                <a:latin typeface="Kalam"/>
                <a:ea typeface="Kalam"/>
                <a:cs typeface="Kalam"/>
                <a:sym typeface="Kalam"/>
              </a:defRPr>
            </a:lvl1pPr>
            <a:lvl2pPr lvl="1" rtl="0">
              <a:spcBef>
                <a:spcPts val="1000"/>
              </a:spcBef>
              <a:spcAft>
                <a:spcPts val="0"/>
              </a:spcAft>
              <a:buSzPts val="2100"/>
              <a:buFont typeface="Kalam"/>
              <a:buNone/>
              <a:defRPr>
                <a:latin typeface="Kalam"/>
                <a:ea typeface="Kalam"/>
                <a:cs typeface="Kalam"/>
                <a:sym typeface="Kalam"/>
              </a:defRPr>
            </a:lvl2pPr>
            <a:lvl3pPr lvl="2" rtl="0">
              <a:spcBef>
                <a:spcPts val="1000"/>
              </a:spcBef>
              <a:spcAft>
                <a:spcPts val="0"/>
              </a:spcAft>
              <a:buSzPts val="2000"/>
              <a:buFont typeface="Kalam"/>
              <a:buNone/>
              <a:defRPr>
                <a:latin typeface="Kalam"/>
                <a:ea typeface="Kalam"/>
                <a:cs typeface="Kalam"/>
                <a:sym typeface="Kalam"/>
              </a:defRPr>
            </a:lvl3pPr>
            <a:lvl4pPr lvl="3" rtl="0">
              <a:spcBef>
                <a:spcPts val="800"/>
              </a:spcBef>
              <a:spcAft>
                <a:spcPts val="0"/>
              </a:spcAft>
              <a:buSzPts val="1900"/>
              <a:buFont typeface="Kalam"/>
              <a:buNone/>
              <a:defRPr>
                <a:latin typeface="Kalam"/>
                <a:ea typeface="Kalam"/>
                <a:cs typeface="Kalam"/>
                <a:sym typeface="Kalam"/>
              </a:defRPr>
            </a:lvl4pPr>
            <a:lvl5pPr lvl="4" rtl="0">
              <a:spcBef>
                <a:spcPts val="800"/>
              </a:spcBef>
              <a:spcAft>
                <a:spcPts val="0"/>
              </a:spcAft>
              <a:buSzPts val="1800"/>
              <a:buFont typeface="Kalam"/>
              <a:buNone/>
              <a:defRPr>
                <a:latin typeface="Kalam"/>
                <a:ea typeface="Kalam"/>
                <a:cs typeface="Kalam"/>
                <a:sym typeface="Kalam"/>
              </a:defRPr>
            </a:lvl5pPr>
            <a:lvl6pPr lvl="5" rtl="0">
              <a:spcBef>
                <a:spcPts val="600"/>
              </a:spcBef>
              <a:spcAft>
                <a:spcPts val="0"/>
              </a:spcAft>
              <a:buSzPts val="1800"/>
              <a:buFont typeface="Kalam"/>
              <a:buNone/>
              <a:defRPr>
                <a:latin typeface="Kalam"/>
                <a:ea typeface="Kalam"/>
                <a:cs typeface="Kalam"/>
                <a:sym typeface="Kalam"/>
              </a:defRPr>
            </a:lvl6pPr>
            <a:lvl7pPr lvl="6" rtl="0">
              <a:spcBef>
                <a:spcPts val="600"/>
              </a:spcBef>
              <a:spcAft>
                <a:spcPts val="0"/>
              </a:spcAft>
              <a:buSzPts val="1800"/>
              <a:buFont typeface="Kalam"/>
              <a:buNone/>
              <a:defRPr>
                <a:latin typeface="Kalam"/>
                <a:ea typeface="Kalam"/>
                <a:cs typeface="Kalam"/>
                <a:sym typeface="Kalam"/>
              </a:defRPr>
            </a:lvl7pPr>
            <a:lvl8pPr lvl="7" rtl="0">
              <a:spcBef>
                <a:spcPts val="400"/>
              </a:spcBef>
              <a:spcAft>
                <a:spcPts val="0"/>
              </a:spcAft>
              <a:buSzPts val="1800"/>
              <a:buFont typeface="Kalam"/>
              <a:buNone/>
              <a:defRPr>
                <a:latin typeface="Kalam"/>
                <a:ea typeface="Kalam"/>
                <a:cs typeface="Kalam"/>
                <a:sym typeface="Kalam"/>
              </a:defRPr>
            </a:lvl8pPr>
            <a:lvl9pPr lvl="8" rtl="0">
              <a:spcBef>
                <a:spcPts val="400"/>
              </a:spcBef>
              <a:spcAft>
                <a:spcPts val="200"/>
              </a:spcAft>
              <a:buSzPts val="1800"/>
              <a:buNone/>
              <a:defRPr/>
            </a:lvl9pPr>
          </a:lstStyle>
          <a:p/>
        </p:txBody>
      </p:sp>
      <p:sp>
        <p:nvSpPr>
          <p:cNvPr id="431" name="Google Shape;431;p40"/>
          <p:cNvSpPr txBox="1"/>
          <p:nvPr>
            <p:ph idx="2"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32" name="Google Shape;432;p40"/>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sp>
        <p:nvSpPr>
          <p:cNvPr id="433" name="Google Shape;433;p40"/>
          <p:cNvSpPr txBox="1"/>
          <p:nvPr/>
        </p:nvSpPr>
        <p:spPr>
          <a:xfrm>
            <a:off x="2454488" y="21754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434" name="Google Shape;434;p40"/>
          <p:cNvSpPr txBox="1"/>
          <p:nvPr/>
        </p:nvSpPr>
        <p:spPr>
          <a:xfrm>
            <a:off x="4848713" y="21754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2 CfU true/false/why - blue">
  <p:cSld name="TITLE_AND_TWO_COLUMNS_1_1_9_1_3_2">
    <p:bg>
      <p:bgPr>
        <a:solidFill>
          <a:srgbClr val="EBEDFE"/>
        </a:solidFill>
      </p:bgPr>
    </p:bg>
    <p:spTree>
      <p:nvGrpSpPr>
        <p:cNvPr id="435" name="Shape 435"/>
        <p:cNvGrpSpPr/>
        <p:nvPr/>
      </p:nvGrpSpPr>
      <p:grpSpPr>
        <a:xfrm>
          <a:off x="0" y="0"/>
          <a:ext cx="0" cy="0"/>
          <a:chOff x="0" y="0"/>
          <a:chExt cx="0" cy="0"/>
        </a:xfrm>
      </p:grpSpPr>
      <p:pic>
        <p:nvPicPr>
          <p:cNvPr id="436" name="Google Shape;436;p41"/>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437" name="Google Shape;437;p41"/>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38" name="Google Shape;438;p41"/>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39" name="Google Shape;439;p41"/>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440" name="Google Shape;440;p41"/>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41" name="Google Shape;441;p41"/>
          <p:cNvPicPr preferRelativeResize="0"/>
          <p:nvPr/>
        </p:nvPicPr>
        <p:blipFill>
          <a:blip r:embed="rId4">
            <a:alphaModFix/>
          </a:blip>
          <a:stretch>
            <a:fillRect/>
          </a:stretch>
        </p:blipFill>
        <p:spPr>
          <a:xfrm>
            <a:off x="2429763" y="2085316"/>
            <a:ext cx="457425" cy="457425"/>
          </a:xfrm>
          <a:prstGeom prst="rect">
            <a:avLst/>
          </a:prstGeom>
          <a:noFill/>
          <a:ln>
            <a:noFill/>
          </a:ln>
        </p:spPr>
      </p:pic>
      <p:pic>
        <p:nvPicPr>
          <p:cNvPr id="442" name="Google Shape;442;p41"/>
          <p:cNvPicPr preferRelativeResize="0"/>
          <p:nvPr/>
        </p:nvPicPr>
        <p:blipFill>
          <a:blip r:embed="rId4">
            <a:alphaModFix/>
          </a:blip>
          <a:stretch>
            <a:fillRect/>
          </a:stretch>
        </p:blipFill>
        <p:spPr>
          <a:xfrm>
            <a:off x="4823988" y="2085316"/>
            <a:ext cx="457425" cy="457425"/>
          </a:xfrm>
          <a:prstGeom prst="rect">
            <a:avLst/>
          </a:prstGeom>
          <a:noFill/>
          <a:ln>
            <a:noFill/>
          </a:ln>
        </p:spPr>
      </p:pic>
      <p:sp>
        <p:nvSpPr>
          <p:cNvPr id="443" name="Google Shape;443;p41"/>
          <p:cNvSpPr txBox="1"/>
          <p:nvPr/>
        </p:nvSpPr>
        <p:spPr>
          <a:xfrm>
            <a:off x="3025325" y="21446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444" name="Google Shape;444;p41"/>
          <p:cNvSpPr txBox="1"/>
          <p:nvPr/>
        </p:nvSpPr>
        <p:spPr>
          <a:xfrm>
            <a:off x="5431100" y="21219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445" name="Google Shape;445;p41"/>
          <p:cNvSpPr txBox="1"/>
          <p:nvPr>
            <p:ph idx="1" type="subTitle"/>
          </p:nvPr>
        </p:nvSpPr>
        <p:spPr>
          <a:xfrm>
            <a:off x="324000" y="3577125"/>
            <a:ext cx="81093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Kalam"/>
              <a:buNone/>
              <a:defRPr sz="2200">
                <a:latin typeface="Kalam"/>
                <a:ea typeface="Kalam"/>
                <a:cs typeface="Kalam"/>
                <a:sym typeface="Kalam"/>
              </a:defRPr>
            </a:lvl1pPr>
            <a:lvl2pPr lvl="1" rtl="0">
              <a:spcBef>
                <a:spcPts val="1000"/>
              </a:spcBef>
              <a:spcAft>
                <a:spcPts val="0"/>
              </a:spcAft>
              <a:buSzPts val="2100"/>
              <a:buFont typeface="Kalam"/>
              <a:buNone/>
              <a:defRPr>
                <a:latin typeface="Kalam"/>
                <a:ea typeface="Kalam"/>
                <a:cs typeface="Kalam"/>
                <a:sym typeface="Kalam"/>
              </a:defRPr>
            </a:lvl2pPr>
            <a:lvl3pPr lvl="2" rtl="0">
              <a:spcBef>
                <a:spcPts val="1000"/>
              </a:spcBef>
              <a:spcAft>
                <a:spcPts val="0"/>
              </a:spcAft>
              <a:buSzPts val="2000"/>
              <a:buFont typeface="Kalam"/>
              <a:buNone/>
              <a:defRPr>
                <a:latin typeface="Kalam"/>
                <a:ea typeface="Kalam"/>
                <a:cs typeface="Kalam"/>
                <a:sym typeface="Kalam"/>
              </a:defRPr>
            </a:lvl3pPr>
            <a:lvl4pPr lvl="3" rtl="0">
              <a:spcBef>
                <a:spcPts val="800"/>
              </a:spcBef>
              <a:spcAft>
                <a:spcPts val="0"/>
              </a:spcAft>
              <a:buSzPts val="1900"/>
              <a:buFont typeface="Kalam"/>
              <a:buNone/>
              <a:defRPr>
                <a:latin typeface="Kalam"/>
                <a:ea typeface="Kalam"/>
                <a:cs typeface="Kalam"/>
                <a:sym typeface="Kalam"/>
              </a:defRPr>
            </a:lvl4pPr>
            <a:lvl5pPr lvl="4" rtl="0">
              <a:spcBef>
                <a:spcPts val="800"/>
              </a:spcBef>
              <a:spcAft>
                <a:spcPts val="0"/>
              </a:spcAft>
              <a:buSzPts val="1800"/>
              <a:buFont typeface="Kalam"/>
              <a:buNone/>
              <a:defRPr>
                <a:latin typeface="Kalam"/>
                <a:ea typeface="Kalam"/>
                <a:cs typeface="Kalam"/>
                <a:sym typeface="Kalam"/>
              </a:defRPr>
            </a:lvl5pPr>
            <a:lvl6pPr lvl="5" rtl="0">
              <a:spcBef>
                <a:spcPts val="600"/>
              </a:spcBef>
              <a:spcAft>
                <a:spcPts val="0"/>
              </a:spcAft>
              <a:buSzPts val="1800"/>
              <a:buFont typeface="Kalam"/>
              <a:buNone/>
              <a:defRPr>
                <a:latin typeface="Kalam"/>
                <a:ea typeface="Kalam"/>
                <a:cs typeface="Kalam"/>
                <a:sym typeface="Kalam"/>
              </a:defRPr>
            </a:lvl6pPr>
            <a:lvl7pPr lvl="6" rtl="0">
              <a:spcBef>
                <a:spcPts val="600"/>
              </a:spcBef>
              <a:spcAft>
                <a:spcPts val="0"/>
              </a:spcAft>
              <a:buSzPts val="1800"/>
              <a:buFont typeface="Kalam"/>
              <a:buNone/>
              <a:defRPr>
                <a:latin typeface="Kalam"/>
                <a:ea typeface="Kalam"/>
                <a:cs typeface="Kalam"/>
                <a:sym typeface="Kalam"/>
              </a:defRPr>
            </a:lvl7pPr>
            <a:lvl8pPr lvl="7" rtl="0">
              <a:spcBef>
                <a:spcPts val="400"/>
              </a:spcBef>
              <a:spcAft>
                <a:spcPts val="0"/>
              </a:spcAft>
              <a:buSzPts val="1800"/>
              <a:buFont typeface="Kalam"/>
              <a:buNone/>
              <a:defRPr>
                <a:latin typeface="Kalam"/>
                <a:ea typeface="Kalam"/>
                <a:cs typeface="Kalam"/>
                <a:sym typeface="Kalam"/>
              </a:defRPr>
            </a:lvl8pPr>
            <a:lvl9pPr lvl="8" rtl="0">
              <a:spcBef>
                <a:spcPts val="400"/>
              </a:spcBef>
              <a:spcAft>
                <a:spcPts val="200"/>
              </a:spcAft>
              <a:buSzPts val="1800"/>
              <a:buNone/>
              <a:defRPr/>
            </a:lvl9pPr>
          </a:lstStyle>
          <a:p/>
        </p:txBody>
      </p:sp>
      <p:sp>
        <p:nvSpPr>
          <p:cNvPr id="446" name="Google Shape;446;p41"/>
          <p:cNvSpPr txBox="1"/>
          <p:nvPr>
            <p:ph idx="2"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47" name="Google Shape;447;p41"/>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sp>
        <p:nvSpPr>
          <p:cNvPr id="448" name="Google Shape;448;p41"/>
          <p:cNvSpPr txBox="1"/>
          <p:nvPr/>
        </p:nvSpPr>
        <p:spPr>
          <a:xfrm>
            <a:off x="2454488" y="21754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449" name="Google Shape;449;p41"/>
          <p:cNvSpPr txBox="1"/>
          <p:nvPr/>
        </p:nvSpPr>
        <p:spPr>
          <a:xfrm>
            <a:off x="4848713" y="21754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2 CfU true/false/why - pink">
  <p:cSld name="TITLE_AND_TWO_COLUMNS_1_1_9_1_3_1_1_1_1">
    <p:bg>
      <p:bgPr>
        <a:solidFill>
          <a:srgbClr val="FAEAF6"/>
        </a:solidFill>
      </p:bgPr>
    </p:bg>
    <p:spTree>
      <p:nvGrpSpPr>
        <p:cNvPr id="450" name="Shape 450"/>
        <p:cNvGrpSpPr/>
        <p:nvPr/>
      </p:nvGrpSpPr>
      <p:grpSpPr>
        <a:xfrm>
          <a:off x="0" y="0"/>
          <a:ext cx="0" cy="0"/>
          <a:chOff x="0" y="0"/>
          <a:chExt cx="0" cy="0"/>
        </a:xfrm>
      </p:grpSpPr>
      <p:pic>
        <p:nvPicPr>
          <p:cNvPr id="451" name="Google Shape;451;p42"/>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452" name="Google Shape;452;p42"/>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53" name="Google Shape;453;p42"/>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54" name="Google Shape;454;p42"/>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455" name="Google Shape;455;p42"/>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56" name="Google Shape;456;p42"/>
          <p:cNvPicPr preferRelativeResize="0"/>
          <p:nvPr/>
        </p:nvPicPr>
        <p:blipFill>
          <a:blip r:embed="rId4">
            <a:alphaModFix/>
          </a:blip>
          <a:stretch>
            <a:fillRect/>
          </a:stretch>
        </p:blipFill>
        <p:spPr>
          <a:xfrm>
            <a:off x="2429763" y="2085316"/>
            <a:ext cx="457425" cy="457425"/>
          </a:xfrm>
          <a:prstGeom prst="rect">
            <a:avLst/>
          </a:prstGeom>
          <a:noFill/>
          <a:ln>
            <a:noFill/>
          </a:ln>
        </p:spPr>
      </p:pic>
      <p:pic>
        <p:nvPicPr>
          <p:cNvPr id="457" name="Google Shape;457;p42"/>
          <p:cNvPicPr preferRelativeResize="0"/>
          <p:nvPr/>
        </p:nvPicPr>
        <p:blipFill>
          <a:blip r:embed="rId4">
            <a:alphaModFix/>
          </a:blip>
          <a:stretch>
            <a:fillRect/>
          </a:stretch>
        </p:blipFill>
        <p:spPr>
          <a:xfrm>
            <a:off x="4823988" y="2085316"/>
            <a:ext cx="457425" cy="457425"/>
          </a:xfrm>
          <a:prstGeom prst="rect">
            <a:avLst/>
          </a:prstGeom>
          <a:noFill/>
          <a:ln>
            <a:noFill/>
          </a:ln>
        </p:spPr>
      </p:pic>
      <p:sp>
        <p:nvSpPr>
          <p:cNvPr id="458" name="Google Shape;458;p42"/>
          <p:cNvSpPr txBox="1"/>
          <p:nvPr/>
        </p:nvSpPr>
        <p:spPr>
          <a:xfrm>
            <a:off x="3025325" y="21446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459" name="Google Shape;459;p42"/>
          <p:cNvSpPr txBox="1"/>
          <p:nvPr/>
        </p:nvSpPr>
        <p:spPr>
          <a:xfrm>
            <a:off x="5431100" y="21219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460" name="Google Shape;460;p42"/>
          <p:cNvSpPr txBox="1"/>
          <p:nvPr>
            <p:ph idx="1" type="subTitle"/>
          </p:nvPr>
        </p:nvSpPr>
        <p:spPr>
          <a:xfrm>
            <a:off x="324000" y="3577125"/>
            <a:ext cx="81093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Kalam"/>
              <a:buNone/>
              <a:defRPr sz="2200">
                <a:latin typeface="Kalam"/>
                <a:ea typeface="Kalam"/>
                <a:cs typeface="Kalam"/>
                <a:sym typeface="Kalam"/>
              </a:defRPr>
            </a:lvl1pPr>
            <a:lvl2pPr lvl="1" rtl="0">
              <a:spcBef>
                <a:spcPts val="1000"/>
              </a:spcBef>
              <a:spcAft>
                <a:spcPts val="0"/>
              </a:spcAft>
              <a:buSzPts val="2100"/>
              <a:buFont typeface="Kalam"/>
              <a:buNone/>
              <a:defRPr>
                <a:latin typeface="Kalam"/>
                <a:ea typeface="Kalam"/>
                <a:cs typeface="Kalam"/>
                <a:sym typeface="Kalam"/>
              </a:defRPr>
            </a:lvl2pPr>
            <a:lvl3pPr lvl="2" rtl="0">
              <a:spcBef>
                <a:spcPts val="1000"/>
              </a:spcBef>
              <a:spcAft>
                <a:spcPts val="0"/>
              </a:spcAft>
              <a:buSzPts val="2000"/>
              <a:buFont typeface="Kalam"/>
              <a:buNone/>
              <a:defRPr>
                <a:latin typeface="Kalam"/>
                <a:ea typeface="Kalam"/>
                <a:cs typeface="Kalam"/>
                <a:sym typeface="Kalam"/>
              </a:defRPr>
            </a:lvl3pPr>
            <a:lvl4pPr lvl="3" rtl="0">
              <a:spcBef>
                <a:spcPts val="800"/>
              </a:spcBef>
              <a:spcAft>
                <a:spcPts val="0"/>
              </a:spcAft>
              <a:buSzPts val="1900"/>
              <a:buFont typeface="Kalam"/>
              <a:buNone/>
              <a:defRPr>
                <a:latin typeface="Kalam"/>
                <a:ea typeface="Kalam"/>
                <a:cs typeface="Kalam"/>
                <a:sym typeface="Kalam"/>
              </a:defRPr>
            </a:lvl4pPr>
            <a:lvl5pPr lvl="4" rtl="0">
              <a:spcBef>
                <a:spcPts val="800"/>
              </a:spcBef>
              <a:spcAft>
                <a:spcPts val="0"/>
              </a:spcAft>
              <a:buSzPts val="1800"/>
              <a:buFont typeface="Kalam"/>
              <a:buNone/>
              <a:defRPr>
                <a:latin typeface="Kalam"/>
                <a:ea typeface="Kalam"/>
                <a:cs typeface="Kalam"/>
                <a:sym typeface="Kalam"/>
              </a:defRPr>
            </a:lvl5pPr>
            <a:lvl6pPr lvl="5" rtl="0">
              <a:spcBef>
                <a:spcPts val="600"/>
              </a:spcBef>
              <a:spcAft>
                <a:spcPts val="0"/>
              </a:spcAft>
              <a:buSzPts val="1800"/>
              <a:buFont typeface="Kalam"/>
              <a:buNone/>
              <a:defRPr>
                <a:latin typeface="Kalam"/>
                <a:ea typeface="Kalam"/>
                <a:cs typeface="Kalam"/>
                <a:sym typeface="Kalam"/>
              </a:defRPr>
            </a:lvl6pPr>
            <a:lvl7pPr lvl="6" rtl="0">
              <a:spcBef>
                <a:spcPts val="600"/>
              </a:spcBef>
              <a:spcAft>
                <a:spcPts val="0"/>
              </a:spcAft>
              <a:buSzPts val="1800"/>
              <a:buFont typeface="Kalam"/>
              <a:buNone/>
              <a:defRPr>
                <a:latin typeface="Kalam"/>
                <a:ea typeface="Kalam"/>
                <a:cs typeface="Kalam"/>
                <a:sym typeface="Kalam"/>
              </a:defRPr>
            </a:lvl7pPr>
            <a:lvl8pPr lvl="7" rtl="0">
              <a:spcBef>
                <a:spcPts val="400"/>
              </a:spcBef>
              <a:spcAft>
                <a:spcPts val="0"/>
              </a:spcAft>
              <a:buSzPts val="1800"/>
              <a:buFont typeface="Kalam"/>
              <a:buNone/>
              <a:defRPr>
                <a:latin typeface="Kalam"/>
                <a:ea typeface="Kalam"/>
                <a:cs typeface="Kalam"/>
                <a:sym typeface="Kalam"/>
              </a:defRPr>
            </a:lvl8pPr>
            <a:lvl9pPr lvl="8" rtl="0">
              <a:spcBef>
                <a:spcPts val="400"/>
              </a:spcBef>
              <a:spcAft>
                <a:spcPts val="200"/>
              </a:spcAft>
              <a:buSzPts val="1800"/>
              <a:buNone/>
              <a:defRPr/>
            </a:lvl9pPr>
          </a:lstStyle>
          <a:p/>
        </p:txBody>
      </p:sp>
      <p:sp>
        <p:nvSpPr>
          <p:cNvPr id="461" name="Google Shape;461;p42"/>
          <p:cNvSpPr txBox="1"/>
          <p:nvPr>
            <p:ph idx="2"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62" name="Google Shape;462;p42"/>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sp>
        <p:nvSpPr>
          <p:cNvPr id="463" name="Google Shape;463;p42"/>
          <p:cNvSpPr txBox="1"/>
          <p:nvPr/>
        </p:nvSpPr>
        <p:spPr>
          <a:xfrm>
            <a:off x="2454488" y="21754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464" name="Google Shape;464;p42"/>
          <p:cNvSpPr txBox="1"/>
          <p:nvPr/>
        </p:nvSpPr>
        <p:spPr>
          <a:xfrm>
            <a:off x="4848713" y="21754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3 CfU 3 options - purple">
  <p:cSld name="TITLE_AND_TWO_COLUMNS_1_1_7_1">
    <p:bg>
      <p:bgPr>
        <a:solidFill>
          <a:srgbClr val="F3EEFB"/>
        </a:solidFill>
      </p:bgPr>
    </p:bg>
    <p:spTree>
      <p:nvGrpSpPr>
        <p:cNvPr id="465" name="Shape 465"/>
        <p:cNvGrpSpPr/>
        <p:nvPr/>
      </p:nvGrpSpPr>
      <p:grpSpPr>
        <a:xfrm>
          <a:off x="0" y="0"/>
          <a:ext cx="0" cy="0"/>
          <a:chOff x="0" y="0"/>
          <a:chExt cx="0" cy="0"/>
        </a:xfrm>
      </p:grpSpPr>
      <p:pic>
        <p:nvPicPr>
          <p:cNvPr id="466" name="Google Shape;466;p43"/>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467" name="Google Shape;467;p43"/>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 name="Google Shape;468;p43"/>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69" name="Google Shape;469;p43"/>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70" name="Google Shape;470;p43"/>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471" name="Google Shape;471;p43"/>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72" name="Google Shape;472;p43"/>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73" name="Google Shape;473;p43"/>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74" name="Google Shape;474;p43"/>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75" name="Google Shape;475;p43"/>
          <p:cNvGrpSpPr/>
          <p:nvPr/>
        </p:nvGrpSpPr>
        <p:grpSpPr>
          <a:xfrm>
            <a:off x="323653" y="1804438"/>
            <a:ext cx="457200" cy="457200"/>
            <a:chOff x="1020916" y="1442088"/>
            <a:chExt cx="457200" cy="457200"/>
          </a:xfrm>
        </p:grpSpPr>
        <p:pic>
          <p:nvPicPr>
            <p:cNvPr id="476" name="Google Shape;476;p4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77" name="Google Shape;477;p4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78" name="Google Shape;478;p43"/>
          <p:cNvGrpSpPr/>
          <p:nvPr/>
        </p:nvGrpSpPr>
        <p:grpSpPr>
          <a:xfrm>
            <a:off x="323653" y="2766575"/>
            <a:ext cx="457200" cy="457200"/>
            <a:chOff x="1020916" y="1442088"/>
            <a:chExt cx="457200" cy="457200"/>
          </a:xfrm>
        </p:grpSpPr>
        <p:pic>
          <p:nvPicPr>
            <p:cNvPr id="479" name="Google Shape;479;p4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80" name="Google Shape;480;p4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81" name="Google Shape;481;p43"/>
          <p:cNvGrpSpPr/>
          <p:nvPr/>
        </p:nvGrpSpPr>
        <p:grpSpPr>
          <a:xfrm>
            <a:off x="323641" y="3729038"/>
            <a:ext cx="457200" cy="457200"/>
            <a:chOff x="1020916" y="1442088"/>
            <a:chExt cx="457200" cy="457200"/>
          </a:xfrm>
        </p:grpSpPr>
        <p:pic>
          <p:nvPicPr>
            <p:cNvPr id="482" name="Google Shape;482;p4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83" name="Google Shape;483;p4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3 CfU 3 options - jade">
  <p:cSld name="TITLE_AND_TWO_COLUMNS_1_1_7_1_1_1">
    <p:bg>
      <p:bgPr>
        <a:solidFill>
          <a:srgbClr val="E6F2F2"/>
        </a:solidFill>
      </p:bgPr>
    </p:bg>
    <p:spTree>
      <p:nvGrpSpPr>
        <p:cNvPr id="484" name="Shape 484"/>
        <p:cNvGrpSpPr/>
        <p:nvPr/>
      </p:nvGrpSpPr>
      <p:grpSpPr>
        <a:xfrm>
          <a:off x="0" y="0"/>
          <a:ext cx="0" cy="0"/>
          <a:chOff x="0" y="0"/>
          <a:chExt cx="0" cy="0"/>
        </a:xfrm>
      </p:grpSpPr>
      <p:pic>
        <p:nvPicPr>
          <p:cNvPr id="485" name="Google Shape;485;p44"/>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486" name="Google Shape;486;p44"/>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 name="Google Shape;487;p44"/>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88" name="Google Shape;488;p44"/>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89" name="Google Shape;489;p44"/>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490" name="Google Shape;490;p44"/>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91" name="Google Shape;491;p44"/>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92" name="Google Shape;492;p44"/>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93" name="Google Shape;493;p44"/>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94" name="Google Shape;494;p44"/>
          <p:cNvGrpSpPr/>
          <p:nvPr/>
        </p:nvGrpSpPr>
        <p:grpSpPr>
          <a:xfrm>
            <a:off x="323653" y="1804438"/>
            <a:ext cx="457200" cy="457200"/>
            <a:chOff x="1020916" y="1442088"/>
            <a:chExt cx="457200" cy="457200"/>
          </a:xfrm>
        </p:grpSpPr>
        <p:pic>
          <p:nvPicPr>
            <p:cNvPr id="495" name="Google Shape;495;p4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96" name="Google Shape;496;p4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97" name="Google Shape;497;p44"/>
          <p:cNvGrpSpPr/>
          <p:nvPr/>
        </p:nvGrpSpPr>
        <p:grpSpPr>
          <a:xfrm>
            <a:off x="323653" y="2766575"/>
            <a:ext cx="457200" cy="457200"/>
            <a:chOff x="1020916" y="1442088"/>
            <a:chExt cx="457200" cy="457200"/>
          </a:xfrm>
        </p:grpSpPr>
        <p:pic>
          <p:nvPicPr>
            <p:cNvPr id="498" name="Google Shape;498;p4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99" name="Google Shape;499;p4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00" name="Google Shape;500;p44"/>
          <p:cNvGrpSpPr/>
          <p:nvPr/>
        </p:nvGrpSpPr>
        <p:grpSpPr>
          <a:xfrm>
            <a:off x="323641" y="3729038"/>
            <a:ext cx="457200" cy="457200"/>
            <a:chOff x="1020916" y="1442088"/>
            <a:chExt cx="457200" cy="457200"/>
          </a:xfrm>
        </p:grpSpPr>
        <p:pic>
          <p:nvPicPr>
            <p:cNvPr id="501" name="Google Shape;501;p4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02" name="Google Shape;502;p4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3 CfU 3 options - blue">
  <p:cSld name="TITLE_AND_TWO_COLUMNS_1_1_7_2">
    <p:bg>
      <p:bgPr>
        <a:solidFill>
          <a:srgbClr val="EBEDFE"/>
        </a:solidFill>
      </p:bgPr>
    </p:bg>
    <p:spTree>
      <p:nvGrpSpPr>
        <p:cNvPr id="503" name="Shape 503"/>
        <p:cNvGrpSpPr/>
        <p:nvPr/>
      </p:nvGrpSpPr>
      <p:grpSpPr>
        <a:xfrm>
          <a:off x="0" y="0"/>
          <a:ext cx="0" cy="0"/>
          <a:chOff x="0" y="0"/>
          <a:chExt cx="0" cy="0"/>
        </a:xfrm>
      </p:grpSpPr>
      <p:pic>
        <p:nvPicPr>
          <p:cNvPr id="504" name="Google Shape;504;p4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05" name="Google Shape;505;p45"/>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 name="Google Shape;506;p45"/>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07" name="Google Shape;507;p45"/>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08" name="Google Shape;508;p45"/>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509" name="Google Shape;509;p45"/>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10" name="Google Shape;510;p45"/>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11" name="Google Shape;511;p45"/>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12" name="Google Shape;512;p45"/>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513" name="Google Shape;513;p45"/>
          <p:cNvGrpSpPr/>
          <p:nvPr/>
        </p:nvGrpSpPr>
        <p:grpSpPr>
          <a:xfrm>
            <a:off x="323653" y="1804438"/>
            <a:ext cx="457200" cy="457200"/>
            <a:chOff x="1020916" y="1442088"/>
            <a:chExt cx="457200" cy="457200"/>
          </a:xfrm>
        </p:grpSpPr>
        <p:pic>
          <p:nvPicPr>
            <p:cNvPr id="514" name="Google Shape;514;p4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15" name="Google Shape;515;p4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16" name="Google Shape;516;p45"/>
          <p:cNvGrpSpPr/>
          <p:nvPr/>
        </p:nvGrpSpPr>
        <p:grpSpPr>
          <a:xfrm>
            <a:off x="323653" y="2766575"/>
            <a:ext cx="457200" cy="457200"/>
            <a:chOff x="1020916" y="1442088"/>
            <a:chExt cx="457200" cy="457200"/>
          </a:xfrm>
        </p:grpSpPr>
        <p:pic>
          <p:nvPicPr>
            <p:cNvPr id="517" name="Google Shape;517;p4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18" name="Google Shape;518;p4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19" name="Google Shape;519;p45"/>
          <p:cNvGrpSpPr/>
          <p:nvPr/>
        </p:nvGrpSpPr>
        <p:grpSpPr>
          <a:xfrm>
            <a:off x="323641" y="3729038"/>
            <a:ext cx="457200" cy="457200"/>
            <a:chOff x="1020916" y="1442088"/>
            <a:chExt cx="457200" cy="457200"/>
          </a:xfrm>
        </p:grpSpPr>
        <p:pic>
          <p:nvPicPr>
            <p:cNvPr id="520" name="Google Shape;520;p4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21" name="Google Shape;521;p4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3 CfU 3 options - pink">
  <p:cSld name="TITLE_AND_TWO_COLUMNS_1_1_7_1_1_1_1">
    <p:bg>
      <p:bgPr>
        <a:solidFill>
          <a:srgbClr val="FAEAF6"/>
        </a:solidFill>
      </p:bgPr>
    </p:bg>
    <p:spTree>
      <p:nvGrpSpPr>
        <p:cNvPr id="522" name="Shape 522"/>
        <p:cNvGrpSpPr/>
        <p:nvPr/>
      </p:nvGrpSpPr>
      <p:grpSpPr>
        <a:xfrm>
          <a:off x="0" y="0"/>
          <a:ext cx="0" cy="0"/>
          <a:chOff x="0" y="0"/>
          <a:chExt cx="0" cy="0"/>
        </a:xfrm>
      </p:grpSpPr>
      <p:pic>
        <p:nvPicPr>
          <p:cNvPr id="523" name="Google Shape;523;p46"/>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24" name="Google Shape;524;p46"/>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 name="Google Shape;525;p46"/>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26" name="Google Shape;526;p46"/>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27" name="Google Shape;527;p46"/>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528" name="Google Shape;528;p46"/>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29" name="Google Shape;529;p46"/>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30" name="Google Shape;530;p46"/>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31" name="Google Shape;531;p46"/>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532" name="Google Shape;532;p46"/>
          <p:cNvGrpSpPr/>
          <p:nvPr/>
        </p:nvGrpSpPr>
        <p:grpSpPr>
          <a:xfrm>
            <a:off x="323653" y="1804438"/>
            <a:ext cx="457200" cy="457200"/>
            <a:chOff x="1020916" y="1442088"/>
            <a:chExt cx="457200" cy="457200"/>
          </a:xfrm>
        </p:grpSpPr>
        <p:pic>
          <p:nvPicPr>
            <p:cNvPr id="533" name="Google Shape;533;p4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34" name="Google Shape;534;p4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35" name="Google Shape;535;p46"/>
          <p:cNvGrpSpPr/>
          <p:nvPr/>
        </p:nvGrpSpPr>
        <p:grpSpPr>
          <a:xfrm>
            <a:off x="323653" y="2766575"/>
            <a:ext cx="457200" cy="457200"/>
            <a:chOff x="1020916" y="1442088"/>
            <a:chExt cx="457200" cy="457200"/>
          </a:xfrm>
        </p:grpSpPr>
        <p:pic>
          <p:nvPicPr>
            <p:cNvPr id="536" name="Google Shape;536;p4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37" name="Google Shape;537;p4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38" name="Google Shape;538;p46"/>
          <p:cNvGrpSpPr/>
          <p:nvPr/>
        </p:nvGrpSpPr>
        <p:grpSpPr>
          <a:xfrm>
            <a:off x="323641" y="3729038"/>
            <a:ext cx="457200" cy="457200"/>
            <a:chOff x="1020916" y="1442088"/>
            <a:chExt cx="457200" cy="457200"/>
          </a:xfrm>
        </p:grpSpPr>
        <p:pic>
          <p:nvPicPr>
            <p:cNvPr id="539" name="Google Shape;539;p4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40" name="Google Shape;540;p4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4 CfU 4 options - purple">
  <p:cSld name="TITLE_AND_TWO_COLUMNS_1_1_8_1">
    <p:bg>
      <p:bgPr>
        <a:solidFill>
          <a:srgbClr val="F3EEFB"/>
        </a:solidFill>
      </p:bgPr>
    </p:bg>
    <p:spTree>
      <p:nvGrpSpPr>
        <p:cNvPr id="541" name="Shape 541"/>
        <p:cNvGrpSpPr/>
        <p:nvPr/>
      </p:nvGrpSpPr>
      <p:grpSpPr>
        <a:xfrm>
          <a:off x="0" y="0"/>
          <a:ext cx="0" cy="0"/>
          <a:chOff x="0" y="0"/>
          <a:chExt cx="0" cy="0"/>
        </a:xfrm>
      </p:grpSpPr>
      <p:pic>
        <p:nvPicPr>
          <p:cNvPr id="542" name="Google Shape;542;p47"/>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543" name="Google Shape;543;p47"/>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 name="Google Shape;544;p47"/>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45" name="Google Shape;545;p47"/>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46" name="Google Shape;546;p47"/>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547" name="Google Shape;547;p47"/>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48" name="Google Shape;548;p47"/>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49" name="Google Shape;549;p47"/>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50" name="Google Shape;550;p47"/>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51" name="Google Shape;551;p47"/>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552" name="Google Shape;552;p47"/>
          <p:cNvGrpSpPr/>
          <p:nvPr/>
        </p:nvGrpSpPr>
        <p:grpSpPr>
          <a:xfrm>
            <a:off x="323653" y="1652038"/>
            <a:ext cx="457200" cy="457200"/>
            <a:chOff x="1020916" y="1442088"/>
            <a:chExt cx="457200" cy="457200"/>
          </a:xfrm>
        </p:grpSpPr>
        <p:pic>
          <p:nvPicPr>
            <p:cNvPr id="553" name="Google Shape;553;p4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54" name="Google Shape;554;p4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55" name="Google Shape;555;p47"/>
          <p:cNvGrpSpPr/>
          <p:nvPr/>
        </p:nvGrpSpPr>
        <p:grpSpPr>
          <a:xfrm>
            <a:off x="323653" y="2461775"/>
            <a:ext cx="457200" cy="457200"/>
            <a:chOff x="1020916" y="1442088"/>
            <a:chExt cx="457200" cy="457200"/>
          </a:xfrm>
        </p:grpSpPr>
        <p:pic>
          <p:nvPicPr>
            <p:cNvPr id="556" name="Google Shape;556;p4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57" name="Google Shape;557;p4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58" name="Google Shape;558;p47"/>
          <p:cNvGrpSpPr/>
          <p:nvPr/>
        </p:nvGrpSpPr>
        <p:grpSpPr>
          <a:xfrm>
            <a:off x="323641" y="3271838"/>
            <a:ext cx="457200" cy="457200"/>
            <a:chOff x="1020916" y="1442088"/>
            <a:chExt cx="457200" cy="457200"/>
          </a:xfrm>
        </p:grpSpPr>
        <p:pic>
          <p:nvPicPr>
            <p:cNvPr id="559" name="Google Shape;559;p4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60" name="Google Shape;560;p4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561" name="Google Shape;561;p47"/>
          <p:cNvGrpSpPr/>
          <p:nvPr/>
        </p:nvGrpSpPr>
        <p:grpSpPr>
          <a:xfrm>
            <a:off x="323641" y="4081763"/>
            <a:ext cx="457200" cy="457200"/>
            <a:chOff x="1020916" y="1442088"/>
            <a:chExt cx="457200" cy="457200"/>
          </a:xfrm>
        </p:grpSpPr>
        <p:pic>
          <p:nvPicPr>
            <p:cNvPr id="562" name="Google Shape;562;p4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63" name="Google Shape;563;p4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4 CfU 4 options - jade">
  <p:cSld name="TITLE_AND_TWO_COLUMNS_1_1_8_1_1_1">
    <p:bg>
      <p:bgPr>
        <a:solidFill>
          <a:srgbClr val="E6F2F2"/>
        </a:solidFill>
      </p:bgPr>
    </p:bg>
    <p:spTree>
      <p:nvGrpSpPr>
        <p:cNvPr id="564" name="Shape 564"/>
        <p:cNvGrpSpPr/>
        <p:nvPr/>
      </p:nvGrpSpPr>
      <p:grpSpPr>
        <a:xfrm>
          <a:off x="0" y="0"/>
          <a:ext cx="0" cy="0"/>
          <a:chOff x="0" y="0"/>
          <a:chExt cx="0" cy="0"/>
        </a:xfrm>
      </p:grpSpPr>
      <p:pic>
        <p:nvPicPr>
          <p:cNvPr id="565" name="Google Shape;565;p48"/>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66" name="Google Shape;566;p48"/>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 name="Google Shape;567;p48"/>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68" name="Google Shape;568;p48"/>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69" name="Google Shape;569;p48"/>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570" name="Google Shape;570;p48"/>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71" name="Google Shape;571;p48"/>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72" name="Google Shape;572;p48"/>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73" name="Google Shape;573;p48"/>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74" name="Google Shape;574;p48"/>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575" name="Google Shape;575;p48"/>
          <p:cNvGrpSpPr/>
          <p:nvPr/>
        </p:nvGrpSpPr>
        <p:grpSpPr>
          <a:xfrm>
            <a:off x="323653" y="1652038"/>
            <a:ext cx="457200" cy="457200"/>
            <a:chOff x="1020916" y="1442088"/>
            <a:chExt cx="457200" cy="457200"/>
          </a:xfrm>
        </p:grpSpPr>
        <p:pic>
          <p:nvPicPr>
            <p:cNvPr id="576" name="Google Shape;576;p4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77" name="Google Shape;577;p4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78" name="Google Shape;578;p48"/>
          <p:cNvGrpSpPr/>
          <p:nvPr/>
        </p:nvGrpSpPr>
        <p:grpSpPr>
          <a:xfrm>
            <a:off x="323653" y="2461775"/>
            <a:ext cx="457200" cy="457200"/>
            <a:chOff x="1020916" y="1442088"/>
            <a:chExt cx="457200" cy="457200"/>
          </a:xfrm>
        </p:grpSpPr>
        <p:pic>
          <p:nvPicPr>
            <p:cNvPr id="579" name="Google Shape;579;p4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80" name="Google Shape;580;p4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81" name="Google Shape;581;p48"/>
          <p:cNvGrpSpPr/>
          <p:nvPr/>
        </p:nvGrpSpPr>
        <p:grpSpPr>
          <a:xfrm>
            <a:off x="323641" y="3271838"/>
            <a:ext cx="457200" cy="457200"/>
            <a:chOff x="1020916" y="1442088"/>
            <a:chExt cx="457200" cy="457200"/>
          </a:xfrm>
        </p:grpSpPr>
        <p:pic>
          <p:nvPicPr>
            <p:cNvPr id="582" name="Google Shape;582;p4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83" name="Google Shape;583;p4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584" name="Google Shape;584;p48"/>
          <p:cNvGrpSpPr/>
          <p:nvPr/>
        </p:nvGrpSpPr>
        <p:grpSpPr>
          <a:xfrm>
            <a:off x="323641" y="4081763"/>
            <a:ext cx="457200" cy="457200"/>
            <a:chOff x="1020916" y="1442088"/>
            <a:chExt cx="457200" cy="457200"/>
          </a:xfrm>
        </p:grpSpPr>
        <p:pic>
          <p:nvPicPr>
            <p:cNvPr id="585" name="Google Shape;585;p4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86" name="Google Shape;586;p4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4 CfU 4 options - blue">
  <p:cSld name="TITLE_AND_TWO_COLUMNS_1_1_8_2">
    <p:bg>
      <p:bgPr>
        <a:solidFill>
          <a:srgbClr val="EBEDFE"/>
        </a:solidFill>
      </p:bgPr>
    </p:bg>
    <p:spTree>
      <p:nvGrpSpPr>
        <p:cNvPr id="587" name="Shape 587"/>
        <p:cNvGrpSpPr/>
        <p:nvPr/>
      </p:nvGrpSpPr>
      <p:grpSpPr>
        <a:xfrm>
          <a:off x="0" y="0"/>
          <a:ext cx="0" cy="0"/>
          <a:chOff x="0" y="0"/>
          <a:chExt cx="0" cy="0"/>
        </a:xfrm>
      </p:grpSpPr>
      <p:pic>
        <p:nvPicPr>
          <p:cNvPr id="588" name="Google Shape;588;p49"/>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89" name="Google Shape;589;p49"/>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 name="Google Shape;590;p49"/>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91" name="Google Shape;591;p49"/>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92" name="Google Shape;592;p49"/>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593" name="Google Shape;593;p49"/>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94" name="Google Shape;594;p49"/>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95" name="Google Shape;595;p49"/>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96" name="Google Shape;596;p49"/>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97" name="Google Shape;597;p49"/>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598" name="Google Shape;598;p49"/>
          <p:cNvGrpSpPr/>
          <p:nvPr/>
        </p:nvGrpSpPr>
        <p:grpSpPr>
          <a:xfrm>
            <a:off x="323653" y="1652038"/>
            <a:ext cx="457200" cy="457200"/>
            <a:chOff x="1020916" y="1442088"/>
            <a:chExt cx="457200" cy="457200"/>
          </a:xfrm>
        </p:grpSpPr>
        <p:pic>
          <p:nvPicPr>
            <p:cNvPr id="599" name="Google Shape;599;p4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00" name="Google Shape;600;p4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601" name="Google Shape;601;p49"/>
          <p:cNvGrpSpPr/>
          <p:nvPr/>
        </p:nvGrpSpPr>
        <p:grpSpPr>
          <a:xfrm>
            <a:off x="323653" y="2461775"/>
            <a:ext cx="457200" cy="457200"/>
            <a:chOff x="1020916" y="1442088"/>
            <a:chExt cx="457200" cy="457200"/>
          </a:xfrm>
        </p:grpSpPr>
        <p:pic>
          <p:nvPicPr>
            <p:cNvPr id="602" name="Google Shape;602;p4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03" name="Google Shape;603;p4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604" name="Google Shape;604;p49"/>
          <p:cNvGrpSpPr/>
          <p:nvPr/>
        </p:nvGrpSpPr>
        <p:grpSpPr>
          <a:xfrm>
            <a:off x="323641" y="3271838"/>
            <a:ext cx="457200" cy="457200"/>
            <a:chOff x="1020916" y="1442088"/>
            <a:chExt cx="457200" cy="457200"/>
          </a:xfrm>
        </p:grpSpPr>
        <p:pic>
          <p:nvPicPr>
            <p:cNvPr id="605" name="Google Shape;605;p4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06" name="Google Shape;606;p4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607" name="Google Shape;607;p49"/>
          <p:cNvGrpSpPr/>
          <p:nvPr/>
        </p:nvGrpSpPr>
        <p:grpSpPr>
          <a:xfrm>
            <a:off x="323641" y="4081763"/>
            <a:ext cx="457200" cy="457200"/>
            <a:chOff x="1020916" y="1442088"/>
            <a:chExt cx="457200" cy="457200"/>
          </a:xfrm>
        </p:grpSpPr>
        <p:pic>
          <p:nvPicPr>
            <p:cNvPr id="608" name="Google Shape;608;p4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09" name="Google Shape;609;p4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4 CfU 4 options - pink">
  <p:cSld name="TITLE_AND_TWO_COLUMNS_1_1_8_1_1_1_1">
    <p:bg>
      <p:bgPr>
        <a:solidFill>
          <a:srgbClr val="FAEAF6"/>
        </a:solidFill>
      </p:bgPr>
    </p:bg>
    <p:spTree>
      <p:nvGrpSpPr>
        <p:cNvPr id="610" name="Shape 610"/>
        <p:cNvGrpSpPr/>
        <p:nvPr/>
      </p:nvGrpSpPr>
      <p:grpSpPr>
        <a:xfrm>
          <a:off x="0" y="0"/>
          <a:ext cx="0" cy="0"/>
          <a:chOff x="0" y="0"/>
          <a:chExt cx="0" cy="0"/>
        </a:xfrm>
      </p:grpSpPr>
      <p:pic>
        <p:nvPicPr>
          <p:cNvPr id="611" name="Google Shape;611;p50"/>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12" name="Google Shape;612;p50"/>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3" name="Google Shape;613;p50"/>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614" name="Google Shape;614;p50"/>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15" name="Google Shape;615;p50"/>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616" name="Google Shape;616;p50"/>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17" name="Google Shape;617;p50"/>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618" name="Google Shape;618;p50"/>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619" name="Google Shape;619;p50"/>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620" name="Google Shape;620;p50"/>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621" name="Google Shape;621;p50"/>
          <p:cNvGrpSpPr/>
          <p:nvPr/>
        </p:nvGrpSpPr>
        <p:grpSpPr>
          <a:xfrm>
            <a:off x="323653" y="1652038"/>
            <a:ext cx="457200" cy="457200"/>
            <a:chOff x="1020916" y="1442088"/>
            <a:chExt cx="457200" cy="457200"/>
          </a:xfrm>
        </p:grpSpPr>
        <p:pic>
          <p:nvPicPr>
            <p:cNvPr id="622" name="Google Shape;622;p5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23" name="Google Shape;623;p5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624" name="Google Shape;624;p50"/>
          <p:cNvGrpSpPr/>
          <p:nvPr/>
        </p:nvGrpSpPr>
        <p:grpSpPr>
          <a:xfrm>
            <a:off x="323653" y="2461775"/>
            <a:ext cx="457200" cy="457200"/>
            <a:chOff x="1020916" y="1442088"/>
            <a:chExt cx="457200" cy="457200"/>
          </a:xfrm>
        </p:grpSpPr>
        <p:pic>
          <p:nvPicPr>
            <p:cNvPr id="625" name="Google Shape;625;p5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26" name="Google Shape;626;p5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627" name="Google Shape;627;p50"/>
          <p:cNvGrpSpPr/>
          <p:nvPr/>
        </p:nvGrpSpPr>
        <p:grpSpPr>
          <a:xfrm>
            <a:off x="323641" y="3271838"/>
            <a:ext cx="457200" cy="457200"/>
            <a:chOff x="1020916" y="1442088"/>
            <a:chExt cx="457200" cy="457200"/>
          </a:xfrm>
        </p:grpSpPr>
        <p:pic>
          <p:nvPicPr>
            <p:cNvPr id="628" name="Google Shape;628;p5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29" name="Google Shape;629;p5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630" name="Google Shape;630;p50"/>
          <p:cNvGrpSpPr/>
          <p:nvPr/>
        </p:nvGrpSpPr>
        <p:grpSpPr>
          <a:xfrm>
            <a:off x="323641" y="4081763"/>
            <a:ext cx="457200" cy="457200"/>
            <a:chOff x="1020916" y="1442088"/>
            <a:chExt cx="457200" cy="457200"/>
          </a:xfrm>
        </p:grpSpPr>
        <p:pic>
          <p:nvPicPr>
            <p:cNvPr id="631" name="Google Shape;631;p5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32" name="Google Shape;632;p5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5 CfU 3 image options - purple">
  <p:cSld name="TITLE_AND_TWO_COLUMNS_1_1_7_1_1_2">
    <p:bg>
      <p:bgPr>
        <a:solidFill>
          <a:srgbClr val="F3EEFB"/>
        </a:solidFill>
      </p:bgPr>
    </p:bg>
    <p:spTree>
      <p:nvGrpSpPr>
        <p:cNvPr id="633" name="Shape 633"/>
        <p:cNvGrpSpPr/>
        <p:nvPr/>
      </p:nvGrpSpPr>
      <p:grpSpPr>
        <a:xfrm>
          <a:off x="0" y="0"/>
          <a:ext cx="0" cy="0"/>
          <a:chOff x="0" y="0"/>
          <a:chExt cx="0" cy="0"/>
        </a:xfrm>
      </p:grpSpPr>
      <p:pic>
        <p:nvPicPr>
          <p:cNvPr id="634" name="Google Shape;634;p51"/>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635" name="Google Shape;635;p51"/>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 name="Google Shape;636;p51"/>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637" name="Google Shape;637;p51"/>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38" name="Google Shape;638;p51"/>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639" name="Google Shape;639;p51"/>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40" name="Google Shape;640;p51"/>
          <p:cNvSpPr/>
          <p:nvPr>
            <p:ph idx="3" type="pic"/>
          </p:nvPr>
        </p:nvSpPr>
        <p:spPr>
          <a:xfrm>
            <a:off x="324000" y="1893950"/>
            <a:ext cx="2555400" cy="1939500"/>
          </a:xfrm>
          <a:prstGeom prst="rect">
            <a:avLst/>
          </a:prstGeom>
          <a:noFill/>
          <a:ln>
            <a:noFill/>
          </a:ln>
        </p:spPr>
      </p:sp>
      <p:sp>
        <p:nvSpPr>
          <p:cNvPr id="641" name="Google Shape;641;p51"/>
          <p:cNvSpPr/>
          <p:nvPr>
            <p:ph idx="4" type="pic"/>
          </p:nvPr>
        </p:nvSpPr>
        <p:spPr>
          <a:xfrm>
            <a:off x="6256800" y="1893950"/>
            <a:ext cx="2555400" cy="1939500"/>
          </a:xfrm>
          <a:prstGeom prst="rect">
            <a:avLst/>
          </a:prstGeom>
          <a:noFill/>
          <a:ln>
            <a:noFill/>
          </a:ln>
        </p:spPr>
      </p:sp>
      <p:sp>
        <p:nvSpPr>
          <p:cNvPr id="642" name="Google Shape;642;p51"/>
          <p:cNvSpPr/>
          <p:nvPr>
            <p:ph idx="5" type="pic"/>
          </p:nvPr>
        </p:nvSpPr>
        <p:spPr>
          <a:xfrm>
            <a:off x="3294300" y="1893950"/>
            <a:ext cx="2555400" cy="1939500"/>
          </a:xfrm>
          <a:prstGeom prst="rect">
            <a:avLst/>
          </a:prstGeom>
          <a:noFill/>
          <a:ln>
            <a:noFill/>
          </a:ln>
        </p:spPr>
      </p:sp>
      <p:grpSp>
        <p:nvGrpSpPr>
          <p:cNvPr id="643" name="Google Shape;643;p51"/>
          <p:cNvGrpSpPr/>
          <p:nvPr/>
        </p:nvGrpSpPr>
        <p:grpSpPr>
          <a:xfrm>
            <a:off x="1381028" y="4148538"/>
            <a:ext cx="457200" cy="457200"/>
            <a:chOff x="1020916" y="1442088"/>
            <a:chExt cx="457200" cy="457200"/>
          </a:xfrm>
        </p:grpSpPr>
        <p:pic>
          <p:nvPicPr>
            <p:cNvPr id="644" name="Google Shape;644;p5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45" name="Google Shape;645;p5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646" name="Google Shape;646;p51"/>
          <p:cNvGrpSpPr/>
          <p:nvPr/>
        </p:nvGrpSpPr>
        <p:grpSpPr>
          <a:xfrm>
            <a:off x="4331066" y="4148550"/>
            <a:ext cx="457200" cy="457200"/>
            <a:chOff x="1020916" y="1442088"/>
            <a:chExt cx="457200" cy="457200"/>
          </a:xfrm>
        </p:grpSpPr>
        <p:pic>
          <p:nvPicPr>
            <p:cNvPr id="647" name="Google Shape;647;p5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48" name="Google Shape;648;p5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649" name="Google Shape;649;p51"/>
          <p:cNvGrpSpPr/>
          <p:nvPr/>
        </p:nvGrpSpPr>
        <p:grpSpPr>
          <a:xfrm>
            <a:off x="7305791" y="4148538"/>
            <a:ext cx="457200" cy="457200"/>
            <a:chOff x="1020916" y="1442088"/>
            <a:chExt cx="457200" cy="457200"/>
          </a:xfrm>
        </p:grpSpPr>
        <p:pic>
          <p:nvPicPr>
            <p:cNvPr id="650" name="Google Shape;650;p5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51" name="Google Shape;651;p5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5 CfU 3 image options - jade">
  <p:cSld name="TITLE_AND_TWO_COLUMNS_1_1_7_1_1_1_2">
    <p:bg>
      <p:bgPr>
        <a:solidFill>
          <a:srgbClr val="E6F2F2"/>
        </a:solidFill>
      </p:bgPr>
    </p:bg>
    <p:spTree>
      <p:nvGrpSpPr>
        <p:cNvPr id="652" name="Shape 652"/>
        <p:cNvGrpSpPr/>
        <p:nvPr/>
      </p:nvGrpSpPr>
      <p:grpSpPr>
        <a:xfrm>
          <a:off x="0" y="0"/>
          <a:ext cx="0" cy="0"/>
          <a:chOff x="0" y="0"/>
          <a:chExt cx="0" cy="0"/>
        </a:xfrm>
      </p:grpSpPr>
      <p:pic>
        <p:nvPicPr>
          <p:cNvPr id="653" name="Google Shape;653;p52"/>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54" name="Google Shape;654;p52"/>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 name="Google Shape;655;p52"/>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656" name="Google Shape;656;p52"/>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57" name="Google Shape;657;p52"/>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658" name="Google Shape;658;p52"/>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59" name="Google Shape;659;p52"/>
          <p:cNvSpPr/>
          <p:nvPr>
            <p:ph idx="3" type="pic"/>
          </p:nvPr>
        </p:nvSpPr>
        <p:spPr>
          <a:xfrm>
            <a:off x="324000" y="1893950"/>
            <a:ext cx="2555400" cy="1939500"/>
          </a:xfrm>
          <a:prstGeom prst="rect">
            <a:avLst/>
          </a:prstGeom>
          <a:noFill/>
          <a:ln>
            <a:noFill/>
          </a:ln>
        </p:spPr>
      </p:sp>
      <p:sp>
        <p:nvSpPr>
          <p:cNvPr id="660" name="Google Shape;660;p52"/>
          <p:cNvSpPr/>
          <p:nvPr>
            <p:ph idx="4" type="pic"/>
          </p:nvPr>
        </p:nvSpPr>
        <p:spPr>
          <a:xfrm>
            <a:off x="6256800" y="1893950"/>
            <a:ext cx="2555400" cy="1939500"/>
          </a:xfrm>
          <a:prstGeom prst="rect">
            <a:avLst/>
          </a:prstGeom>
          <a:noFill/>
          <a:ln>
            <a:noFill/>
          </a:ln>
        </p:spPr>
      </p:sp>
      <p:sp>
        <p:nvSpPr>
          <p:cNvPr id="661" name="Google Shape;661;p52"/>
          <p:cNvSpPr/>
          <p:nvPr>
            <p:ph idx="5" type="pic"/>
          </p:nvPr>
        </p:nvSpPr>
        <p:spPr>
          <a:xfrm>
            <a:off x="3294300" y="1893950"/>
            <a:ext cx="2555400" cy="1939500"/>
          </a:xfrm>
          <a:prstGeom prst="rect">
            <a:avLst/>
          </a:prstGeom>
          <a:noFill/>
          <a:ln>
            <a:noFill/>
          </a:ln>
        </p:spPr>
      </p:sp>
      <p:grpSp>
        <p:nvGrpSpPr>
          <p:cNvPr id="662" name="Google Shape;662;p52"/>
          <p:cNvGrpSpPr/>
          <p:nvPr/>
        </p:nvGrpSpPr>
        <p:grpSpPr>
          <a:xfrm>
            <a:off x="1381028" y="4148538"/>
            <a:ext cx="457200" cy="457200"/>
            <a:chOff x="1020916" y="1442088"/>
            <a:chExt cx="457200" cy="457200"/>
          </a:xfrm>
        </p:grpSpPr>
        <p:pic>
          <p:nvPicPr>
            <p:cNvPr id="663" name="Google Shape;663;p5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64" name="Google Shape;664;p5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665" name="Google Shape;665;p52"/>
          <p:cNvGrpSpPr/>
          <p:nvPr/>
        </p:nvGrpSpPr>
        <p:grpSpPr>
          <a:xfrm>
            <a:off x="4331066" y="4148550"/>
            <a:ext cx="457200" cy="457200"/>
            <a:chOff x="1020916" y="1442088"/>
            <a:chExt cx="457200" cy="457200"/>
          </a:xfrm>
        </p:grpSpPr>
        <p:pic>
          <p:nvPicPr>
            <p:cNvPr id="666" name="Google Shape;666;p5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67" name="Google Shape;667;p5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668" name="Google Shape;668;p52"/>
          <p:cNvGrpSpPr/>
          <p:nvPr/>
        </p:nvGrpSpPr>
        <p:grpSpPr>
          <a:xfrm>
            <a:off x="7305791" y="4148538"/>
            <a:ext cx="457200" cy="457200"/>
            <a:chOff x="1020916" y="1442088"/>
            <a:chExt cx="457200" cy="457200"/>
          </a:xfrm>
        </p:grpSpPr>
        <p:pic>
          <p:nvPicPr>
            <p:cNvPr id="669" name="Google Shape;669;p5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70" name="Google Shape;670;p5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5 CfU 3  image options - blue ">
  <p:cSld name="TITLE_AND_TWO_COLUMNS_1_1_7_2_1">
    <p:bg>
      <p:bgPr>
        <a:solidFill>
          <a:srgbClr val="EBEDFE"/>
        </a:solidFill>
      </p:bgPr>
    </p:bg>
    <p:spTree>
      <p:nvGrpSpPr>
        <p:cNvPr id="671" name="Shape 671"/>
        <p:cNvGrpSpPr/>
        <p:nvPr/>
      </p:nvGrpSpPr>
      <p:grpSpPr>
        <a:xfrm>
          <a:off x="0" y="0"/>
          <a:ext cx="0" cy="0"/>
          <a:chOff x="0" y="0"/>
          <a:chExt cx="0" cy="0"/>
        </a:xfrm>
      </p:grpSpPr>
      <p:pic>
        <p:nvPicPr>
          <p:cNvPr id="672" name="Google Shape;672;p5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73" name="Google Shape;673;p53"/>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4" name="Google Shape;674;p53"/>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675" name="Google Shape;675;p53"/>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76" name="Google Shape;676;p53"/>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677" name="Google Shape;677;p53"/>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78" name="Google Shape;678;p53"/>
          <p:cNvSpPr/>
          <p:nvPr>
            <p:ph idx="3" type="pic"/>
          </p:nvPr>
        </p:nvSpPr>
        <p:spPr>
          <a:xfrm>
            <a:off x="324000" y="1893950"/>
            <a:ext cx="2555400" cy="1939500"/>
          </a:xfrm>
          <a:prstGeom prst="rect">
            <a:avLst/>
          </a:prstGeom>
          <a:noFill/>
          <a:ln>
            <a:noFill/>
          </a:ln>
        </p:spPr>
      </p:sp>
      <p:sp>
        <p:nvSpPr>
          <p:cNvPr id="679" name="Google Shape;679;p53"/>
          <p:cNvSpPr/>
          <p:nvPr>
            <p:ph idx="4" type="pic"/>
          </p:nvPr>
        </p:nvSpPr>
        <p:spPr>
          <a:xfrm>
            <a:off x="6256800" y="1893950"/>
            <a:ext cx="2555400" cy="1939500"/>
          </a:xfrm>
          <a:prstGeom prst="rect">
            <a:avLst/>
          </a:prstGeom>
          <a:noFill/>
          <a:ln>
            <a:noFill/>
          </a:ln>
        </p:spPr>
      </p:sp>
      <p:sp>
        <p:nvSpPr>
          <p:cNvPr id="680" name="Google Shape;680;p53"/>
          <p:cNvSpPr/>
          <p:nvPr>
            <p:ph idx="5" type="pic"/>
          </p:nvPr>
        </p:nvSpPr>
        <p:spPr>
          <a:xfrm>
            <a:off x="3294300" y="1893950"/>
            <a:ext cx="2555400" cy="1939500"/>
          </a:xfrm>
          <a:prstGeom prst="rect">
            <a:avLst/>
          </a:prstGeom>
          <a:noFill/>
          <a:ln>
            <a:noFill/>
          </a:ln>
        </p:spPr>
      </p:sp>
      <p:grpSp>
        <p:nvGrpSpPr>
          <p:cNvPr id="681" name="Google Shape;681;p53"/>
          <p:cNvGrpSpPr/>
          <p:nvPr/>
        </p:nvGrpSpPr>
        <p:grpSpPr>
          <a:xfrm>
            <a:off x="1381028" y="4148538"/>
            <a:ext cx="457200" cy="457200"/>
            <a:chOff x="1020916" y="1442088"/>
            <a:chExt cx="457200" cy="457200"/>
          </a:xfrm>
        </p:grpSpPr>
        <p:pic>
          <p:nvPicPr>
            <p:cNvPr id="682" name="Google Shape;682;p5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83" name="Google Shape;683;p5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684" name="Google Shape;684;p53"/>
          <p:cNvGrpSpPr/>
          <p:nvPr/>
        </p:nvGrpSpPr>
        <p:grpSpPr>
          <a:xfrm>
            <a:off x="4331066" y="4148550"/>
            <a:ext cx="457200" cy="457200"/>
            <a:chOff x="1020916" y="1442088"/>
            <a:chExt cx="457200" cy="457200"/>
          </a:xfrm>
        </p:grpSpPr>
        <p:pic>
          <p:nvPicPr>
            <p:cNvPr id="685" name="Google Shape;685;p5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86" name="Google Shape;686;p5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687" name="Google Shape;687;p53"/>
          <p:cNvGrpSpPr/>
          <p:nvPr/>
        </p:nvGrpSpPr>
        <p:grpSpPr>
          <a:xfrm>
            <a:off x="7305791" y="4148538"/>
            <a:ext cx="457200" cy="457200"/>
            <a:chOff x="1020916" y="1442088"/>
            <a:chExt cx="457200" cy="457200"/>
          </a:xfrm>
        </p:grpSpPr>
        <p:pic>
          <p:nvPicPr>
            <p:cNvPr id="688" name="Google Shape;688;p5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89" name="Google Shape;689;p5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5 CfU 3 image options - pink">
  <p:cSld name="TITLE_AND_TWO_COLUMNS_1_1_7_1_1_1_1_1">
    <p:bg>
      <p:bgPr>
        <a:solidFill>
          <a:srgbClr val="FAEAF6"/>
        </a:solidFill>
      </p:bgPr>
    </p:bg>
    <p:spTree>
      <p:nvGrpSpPr>
        <p:cNvPr id="690" name="Shape 690"/>
        <p:cNvGrpSpPr/>
        <p:nvPr/>
      </p:nvGrpSpPr>
      <p:grpSpPr>
        <a:xfrm>
          <a:off x="0" y="0"/>
          <a:ext cx="0" cy="0"/>
          <a:chOff x="0" y="0"/>
          <a:chExt cx="0" cy="0"/>
        </a:xfrm>
      </p:grpSpPr>
      <p:pic>
        <p:nvPicPr>
          <p:cNvPr id="691" name="Google Shape;691;p54"/>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92" name="Google Shape;692;p54"/>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3" name="Google Shape;693;p54"/>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694" name="Google Shape;694;p54"/>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95" name="Google Shape;695;p54"/>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696" name="Google Shape;696;p54"/>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97" name="Google Shape;697;p54"/>
          <p:cNvSpPr/>
          <p:nvPr>
            <p:ph idx="3" type="pic"/>
          </p:nvPr>
        </p:nvSpPr>
        <p:spPr>
          <a:xfrm>
            <a:off x="324000" y="1893950"/>
            <a:ext cx="2555400" cy="1939500"/>
          </a:xfrm>
          <a:prstGeom prst="rect">
            <a:avLst/>
          </a:prstGeom>
          <a:noFill/>
          <a:ln>
            <a:noFill/>
          </a:ln>
        </p:spPr>
      </p:sp>
      <p:sp>
        <p:nvSpPr>
          <p:cNvPr id="698" name="Google Shape;698;p54"/>
          <p:cNvSpPr/>
          <p:nvPr>
            <p:ph idx="4" type="pic"/>
          </p:nvPr>
        </p:nvSpPr>
        <p:spPr>
          <a:xfrm>
            <a:off x="6256800" y="1893950"/>
            <a:ext cx="2555400" cy="1939500"/>
          </a:xfrm>
          <a:prstGeom prst="rect">
            <a:avLst/>
          </a:prstGeom>
          <a:noFill/>
          <a:ln>
            <a:noFill/>
          </a:ln>
        </p:spPr>
      </p:sp>
      <p:sp>
        <p:nvSpPr>
          <p:cNvPr id="699" name="Google Shape;699;p54"/>
          <p:cNvSpPr/>
          <p:nvPr>
            <p:ph idx="5" type="pic"/>
          </p:nvPr>
        </p:nvSpPr>
        <p:spPr>
          <a:xfrm>
            <a:off x="3294300" y="1893950"/>
            <a:ext cx="2555400" cy="1939500"/>
          </a:xfrm>
          <a:prstGeom prst="rect">
            <a:avLst/>
          </a:prstGeom>
          <a:noFill/>
          <a:ln>
            <a:noFill/>
          </a:ln>
        </p:spPr>
      </p:sp>
      <p:grpSp>
        <p:nvGrpSpPr>
          <p:cNvPr id="700" name="Google Shape;700;p54"/>
          <p:cNvGrpSpPr/>
          <p:nvPr/>
        </p:nvGrpSpPr>
        <p:grpSpPr>
          <a:xfrm>
            <a:off x="1381028" y="4148538"/>
            <a:ext cx="457200" cy="457200"/>
            <a:chOff x="1020916" y="1442088"/>
            <a:chExt cx="457200" cy="457200"/>
          </a:xfrm>
        </p:grpSpPr>
        <p:pic>
          <p:nvPicPr>
            <p:cNvPr id="701" name="Google Shape;701;p5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702" name="Google Shape;702;p5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703" name="Google Shape;703;p54"/>
          <p:cNvGrpSpPr/>
          <p:nvPr/>
        </p:nvGrpSpPr>
        <p:grpSpPr>
          <a:xfrm>
            <a:off x="4331066" y="4148550"/>
            <a:ext cx="457200" cy="457200"/>
            <a:chOff x="1020916" y="1442088"/>
            <a:chExt cx="457200" cy="457200"/>
          </a:xfrm>
        </p:grpSpPr>
        <p:pic>
          <p:nvPicPr>
            <p:cNvPr id="704" name="Google Shape;704;p5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705" name="Google Shape;705;p5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706" name="Google Shape;706;p54"/>
          <p:cNvGrpSpPr/>
          <p:nvPr/>
        </p:nvGrpSpPr>
        <p:grpSpPr>
          <a:xfrm>
            <a:off x="7305791" y="4148538"/>
            <a:ext cx="457200" cy="457200"/>
            <a:chOff x="1020916" y="1442088"/>
            <a:chExt cx="457200" cy="457200"/>
          </a:xfrm>
        </p:grpSpPr>
        <p:pic>
          <p:nvPicPr>
            <p:cNvPr id="707" name="Google Shape;707;p5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708" name="Google Shape;708;p5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6 CfU blank - purple ">
  <p:cSld name="TITLE_AND_TWO_COLUMNS_1_1_6_2">
    <p:bg>
      <p:bgPr>
        <a:solidFill>
          <a:srgbClr val="F3EEFB"/>
        </a:solidFill>
      </p:bgPr>
    </p:bg>
    <p:spTree>
      <p:nvGrpSpPr>
        <p:cNvPr id="709" name="Shape 709"/>
        <p:cNvGrpSpPr/>
        <p:nvPr/>
      </p:nvGrpSpPr>
      <p:grpSpPr>
        <a:xfrm>
          <a:off x="0" y="0"/>
          <a:ext cx="0" cy="0"/>
          <a:chOff x="0" y="0"/>
          <a:chExt cx="0" cy="0"/>
        </a:xfrm>
      </p:grpSpPr>
      <p:pic>
        <p:nvPicPr>
          <p:cNvPr id="710" name="Google Shape;710;p55"/>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711" name="Google Shape;711;p55"/>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2" name="Google Shape;712;p55"/>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713" name="Google Shape;713;p55"/>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714" name="Google Shape;714;p55"/>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715" name="Google Shape;715;p55"/>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6 CfU blank - jade ">
  <p:cSld name="TITLE_AND_TWO_COLUMNS_1_1_6_2_3_1">
    <p:bg>
      <p:bgPr>
        <a:solidFill>
          <a:srgbClr val="E6F2F2"/>
        </a:solidFill>
      </p:bgPr>
    </p:bg>
    <p:spTree>
      <p:nvGrpSpPr>
        <p:cNvPr id="716" name="Shape 716"/>
        <p:cNvGrpSpPr/>
        <p:nvPr/>
      </p:nvGrpSpPr>
      <p:grpSpPr>
        <a:xfrm>
          <a:off x="0" y="0"/>
          <a:ext cx="0" cy="0"/>
          <a:chOff x="0" y="0"/>
          <a:chExt cx="0" cy="0"/>
        </a:xfrm>
      </p:grpSpPr>
      <p:pic>
        <p:nvPicPr>
          <p:cNvPr id="717" name="Google Shape;717;p56"/>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718" name="Google Shape;718;p56"/>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9" name="Google Shape;719;p56"/>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720" name="Google Shape;720;p56"/>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721" name="Google Shape;721;p56"/>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722" name="Google Shape;722;p56"/>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6 CfU blank - blue ">
  <p:cSld name="TITLE_AND_TWO_COLUMNS_1_1_6_3">
    <p:bg>
      <p:bgPr>
        <a:solidFill>
          <a:srgbClr val="EBEDFE"/>
        </a:solidFill>
      </p:bgPr>
    </p:bg>
    <p:spTree>
      <p:nvGrpSpPr>
        <p:cNvPr id="723" name="Shape 723"/>
        <p:cNvGrpSpPr/>
        <p:nvPr/>
      </p:nvGrpSpPr>
      <p:grpSpPr>
        <a:xfrm>
          <a:off x="0" y="0"/>
          <a:ext cx="0" cy="0"/>
          <a:chOff x="0" y="0"/>
          <a:chExt cx="0" cy="0"/>
        </a:xfrm>
      </p:grpSpPr>
      <p:pic>
        <p:nvPicPr>
          <p:cNvPr id="724" name="Google Shape;724;p57"/>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725" name="Google Shape;725;p57"/>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6" name="Google Shape;726;p57"/>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727" name="Google Shape;727;p57"/>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728" name="Google Shape;728;p57"/>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729" name="Google Shape;729;p57"/>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6 CfU blank - pink ">
  <p:cSld name="TITLE_AND_TWO_COLUMNS_1_1_6_2_3_1_1">
    <p:bg>
      <p:bgPr>
        <a:solidFill>
          <a:srgbClr val="FAEAF6"/>
        </a:solidFill>
      </p:bgPr>
    </p:bg>
    <p:spTree>
      <p:nvGrpSpPr>
        <p:cNvPr id="730" name="Shape 730"/>
        <p:cNvGrpSpPr/>
        <p:nvPr/>
      </p:nvGrpSpPr>
      <p:grpSpPr>
        <a:xfrm>
          <a:off x="0" y="0"/>
          <a:ext cx="0" cy="0"/>
          <a:chOff x="0" y="0"/>
          <a:chExt cx="0" cy="0"/>
        </a:xfrm>
      </p:grpSpPr>
      <p:pic>
        <p:nvPicPr>
          <p:cNvPr id="731" name="Google Shape;731;p58"/>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732" name="Google Shape;732;p58"/>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3" name="Google Shape;733;p58"/>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734" name="Google Shape;734;p58"/>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735" name="Google Shape;735;p58"/>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736" name="Google Shape;736;p58"/>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7 Practice - purple ">
  <p:cSld name="TITLE_AND_TWO_COLUMNS_1_1_5_1_3_1_1">
    <p:spTree>
      <p:nvGrpSpPr>
        <p:cNvPr id="737" name="Shape 737"/>
        <p:cNvGrpSpPr/>
        <p:nvPr/>
      </p:nvGrpSpPr>
      <p:grpSpPr>
        <a:xfrm>
          <a:off x="0" y="0"/>
          <a:ext cx="0" cy="0"/>
          <a:chOff x="0" y="0"/>
          <a:chExt cx="0" cy="0"/>
        </a:xfrm>
      </p:grpSpPr>
      <p:pic>
        <p:nvPicPr>
          <p:cNvPr id="738" name="Google Shape;738;p59"/>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739" name="Google Shape;739;p59"/>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0" name="Google Shape;740;p59"/>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741" name="Google Shape;741;p59"/>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
        <p:nvSpPr>
          <p:cNvPr id="742" name="Google Shape;742;p59"/>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Practice</a:t>
            </a:r>
            <a:endParaRPr b="1" sz="900">
              <a:solidFill>
                <a:srgbClr val="EBEDFE"/>
              </a:solidFill>
              <a:latin typeface="Lexend"/>
              <a:ea typeface="Lexend"/>
              <a:cs typeface="Lexend"/>
              <a:sym typeface="Lexend"/>
            </a:endParaRPr>
          </a:p>
        </p:txBody>
      </p:sp>
      <p:sp>
        <p:nvSpPr>
          <p:cNvPr id="743" name="Google Shape;743;p59"/>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744" name="Google Shape;744;p59"/>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A</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7 Practice - jade">
  <p:cSld name="TITLE_AND_TWO_COLUMNS_1_1_5_1_3_1_1_1_1">
    <p:spTree>
      <p:nvGrpSpPr>
        <p:cNvPr id="745" name="Shape 745"/>
        <p:cNvGrpSpPr/>
        <p:nvPr/>
      </p:nvGrpSpPr>
      <p:grpSpPr>
        <a:xfrm>
          <a:off x="0" y="0"/>
          <a:ext cx="0" cy="0"/>
          <a:chOff x="0" y="0"/>
          <a:chExt cx="0" cy="0"/>
        </a:xfrm>
      </p:grpSpPr>
      <p:pic>
        <p:nvPicPr>
          <p:cNvPr id="746" name="Google Shape;746;p60"/>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747" name="Google Shape;747;p60"/>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8" name="Google Shape;748;p60"/>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49" name="Google Shape;749;p60"/>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Practice</a:t>
            </a:r>
            <a:endParaRPr b="1" sz="900">
              <a:solidFill>
                <a:srgbClr val="E6F2F2"/>
              </a:solidFill>
              <a:latin typeface="Lexend"/>
              <a:ea typeface="Lexend"/>
              <a:cs typeface="Lexend"/>
              <a:sym typeface="Lexend"/>
            </a:endParaRPr>
          </a:p>
        </p:txBody>
      </p:sp>
      <p:pic>
        <p:nvPicPr>
          <p:cNvPr id="750" name="Google Shape;750;p60"/>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
        <p:nvSpPr>
          <p:cNvPr id="751" name="Google Shape;751;p60"/>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752" name="Google Shape;752;p60"/>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B</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7 Practice - blue ">
  <p:cSld name="TITLE_AND_TWO_COLUMNS_1_1_5_1_3_1_2">
    <p:spTree>
      <p:nvGrpSpPr>
        <p:cNvPr id="753" name="Shape 753"/>
        <p:cNvGrpSpPr/>
        <p:nvPr/>
      </p:nvGrpSpPr>
      <p:grpSpPr>
        <a:xfrm>
          <a:off x="0" y="0"/>
          <a:ext cx="0" cy="0"/>
          <a:chOff x="0" y="0"/>
          <a:chExt cx="0" cy="0"/>
        </a:xfrm>
      </p:grpSpPr>
      <p:pic>
        <p:nvPicPr>
          <p:cNvPr id="754" name="Google Shape;754;p61"/>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755" name="Google Shape;755;p61"/>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6" name="Google Shape;756;p61"/>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57" name="Google Shape;757;p61"/>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Practice</a:t>
            </a:r>
            <a:endParaRPr b="1" sz="900">
              <a:solidFill>
                <a:srgbClr val="EBEDFE"/>
              </a:solidFill>
              <a:latin typeface="Lexend"/>
              <a:ea typeface="Lexend"/>
              <a:cs typeface="Lexend"/>
              <a:sym typeface="Lexend"/>
            </a:endParaRPr>
          </a:p>
        </p:txBody>
      </p:sp>
      <p:pic>
        <p:nvPicPr>
          <p:cNvPr id="758" name="Google Shape;758;p61"/>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
        <p:nvSpPr>
          <p:cNvPr id="759" name="Google Shape;759;p61"/>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760" name="Google Shape;760;p61"/>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C</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7 Practice - pink">
  <p:cSld name="TITLE_AND_TWO_COLUMNS_1_1_5_1_3_1_1_1_1_1">
    <p:spTree>
      <p:nvGrpSpPr>
        <p:cNvPr id="761" name="Shape 761"/>
        <p:cNvGrpSpPr/>
        <p:nvPr/>
      </p:nvGrpSpPr>
      <p:grpSpPr>
        <a:xfrm>
          <a:off x="0" y="0"/>
          <a:ext cx="0" cy="0"/>
          <a:chOff x="0" y="0"/>
          <a:chExt cx="0" cy="0"/>
        </a:xfrm>
      </p:grpSpPr>
      <p:pic>
        <p:nvPicPr>
          <p:cNvPr id="762" name="Google Shape;762;p62"/>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763" name="Google Shape;763;p62"/>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4" name="Google Shape;764;p62"/>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65" name="Google Shape;765;p62"/>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Practice</a:t>
            </a:r>
            <a:endParaRPr b="1" sz="900">
              <a:solidFill>
                <a:srgbClr val="FAEAF6"/>
              </a:solidFill>
              <a:latin typeface="Lexend"/>
              <a:ea typeface="Lexend"/>
              <a:cs typeface="Lexend"/>
              <a:sym typeface="Lexend"/>
            </a:endParaRPr>
          </a:p>
        </p:txBody>
      </p:sp>
      <p:pic>
        <p:nvPicPr>
          <p:cNvPr id="766" name="Google Shape;766;p62"/>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
        <p:nvSpPr>
          <p:cNvPr id="767" name="Google Shape;767;p62"/>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768" name="Google Shape;768;p62"/>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D</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8 Feedback - purple">
  <p:cSld name="TITLE_AND_TWO_COLUMNS_1_1_5_1_3_1_1_1">
    <p:bg>
      <p:bgPr>
        <a:solidFill>
          <a:srgbClr val="F3EEFB"/>
        </a:solidFill>
      </p:bgPr>
    </p:bg>
    <p:spTree>
      <p:nvGrpSpPr>
        <p:cNvPr id="769" name="Shape 769"/>
        <p:cNvGrpSpPr/>
        <p:nvPr/>
      </p:nvGrpSpPr>
      <p:grpSpPr>
        <a:xfrm>
          <a:off x="0" y="0"/>
          <a:ext cx="0" cy="0"/>
          <a:chOff x="0" y="0"/>
          <a:chExt cx="0" cy="0"/>
        </a:xfrm>
      </p:grpSpPr>
      <p:pic>
        <p:nvPicPr>
          <p:cNvPr id="770" name="Google Shape;770;p63"/>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771" name="Google Shape;771;p63"/>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2" name="Google Shape;772;p63"/>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773" name="Google Shape;773;p63"/>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774" name="Google Shape;774;p63"/>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3EEFB"/>
                </a:solidFill>
                <a:latin typeface="Lexend"/>
                <a:ea typeface="Lexend"/>
                <a:cs typeface="Lexend"/>
                <a:sym typeface="Lexend"/>
              </a:rPr>
              <a:t>Feedback</a:t>
            </a:r>
            <a:endParaRPr b="1" sz="900">
              <a:solidFill>
                <a:srgbClr val="F3EEFB"/>
              </a:solidFill>
              <a:latin typeface="Lexend"/>
              <a:ea typeface="Lexend"/>
              <a:cs typeface="Lexend"/>
              <a:sym typeface="Lexend"/>
            </a:endParaRPr>
          </a:p>
        </p:txBody>
      </p:sp>
      <p:sp>
        <p:nvSpPr>
          <p:cNvPr id="775" name="Google Shape;775;p63"/>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776" name="Google Shape;776;p63"/>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A</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8 Feedback - jade">
  <p:cSld name="TITLE_AND_TWO_COLUMNS_1_1_5_1_3_1_1_1_1_2">
    <p:bg>
      <p:bgPr>
        <a:solidFill>
          <a:srgbClr val="E6F2F2"/>
        </a:solidFill>
      </p:bgPr>
    </p:bg>
    <p:spTree>
      <p:nvGrpSpPr>
        <p:cNvPr id="777" name="Shape 777"/>
        <p:cNvGrpSpPr/>
        <p:nvPr/>
      </p:nvGrpSpPr>
      <p:grpSpPr>
        <a:xfrm>
          <a:off x="0" y="0"/>
          <a:ext cx="0" cy="0"/>
          <a:chOff x="0" y="0"/>
          <a:chExt cx="0" cy="0"/>
        </a:xfrm>
      </p:grpSpPr>
      <p:pic>
        <p:nvPicPr>
          <p:cNvPr id="778" name="Google Shape;778;p64"/>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779" name="Google Shape;779;p64"/>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0" name="Google Shape;780;p64"/>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81" name="Google Shape;781;p64"/>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Feedback</a:t>
            </a:r>
            <a:endParaRPr b="1" sz="900">
              <a:solidFill>
                <a:srgbClr val="E6F2F2"/>
              </a:solidFill>
              <a:latin typeface="Lexend"/>
              <a:ea typeface="Lexend"/>
              <a:cs typeface="Lexend"/>
              <a:sym typeface="Lexend"/>
            </a:endParaRPr>
          </a:p>
        </p:txBody>
      </p:sp>
      <p:pic>
        <p:nvPicPr>
          <p:cNvPr id="782" name="Google Shape;782;p64"/>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783" name="Google Shape;783;p64"/>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784" name="Google Shape;784;p64"/>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B</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8 Feedback - blue">
  <p:cSld name="TITLE_AND_TWO_COLUMNS_1_1_5_1_3_1_2_1">
    <p:bg>
      <p:bgPr>
        <a:solidFill>
          <a:srgbClr val="EBEDFE"/>
        </a:solidFill>
      </p:bgPr>
    </p:bg>
    <p:spTree>
      <p:nvGrpSpPr>
        <p:cNvPr id="785" name="Shape 785"/>
        <p:cNvGrpSpPr/>
        <p:nvPr/>
      </p:nvGrpSpPr>
      <p:grpSpPr>
        <a:xfrm>
          <a:off x="0" y="0"/>
          <a:ext cx="0" cy="0"/>
          <a:chOff x="0" y="0"/>
          <a:chExt cx="0" cy="0"/>
        </a:xfrm>
      </p:grpSpPr>
      <p:pic>
        <p:nvPicPr>
          <p:cNvPr id="786" name="Google Shape;786;p6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787" name="Google Shape;787;p65"/>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8" name="Google Shape;788;p65"/>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89" name="Google Shape;789;p65"/>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Feedback</a:t>
            </a:r>
            <a:endParaRPr b="1" sz="900">
              <a:solidFill>
                <a:srgbClr val="E6F2F2"/>
              </a:solidFill>
              <a:latin typeface="Lexend"/>
              <a:ea typeface="Lexend"/>
              <a:cs typeface="Lexend"/>
              <a:sym typeface="Lexend"/>
            </a:endParaRPr>
          </a:p>
        </p:txBody>
      </p:sp>
      <p:pic>
        <p:nvPicPr>
          <p:cNvPr id="790" name="Google Shape;790;p65"/>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791" name="Google Shape;791;p65"/>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792" name="Google Shape;792;p65"/>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C</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8 Feedback - pink">
  <p:cSld name="TITLE_AND_TWO_COLUMNS_1_1_5_1_3_1_1_1_1_1_1">
    <p:bg>
      <p:bgPr>
        <a:solidFill>
          <a:srgbClr val="FAEAF6"/>
        </a:solidFill>
      </p:bgPr>
    </p:bg>
    <p:spTree>
      <p:nvGrpSpPr>
        <p:cNvPr id="793" name="Shape 793"/>
        <p:cNvGrpSpPr/>
        <p:nvPr/>
      </p:nvGrpSpPr>
      <p:grpSpPr>
        <a:xfrm>
          <a:off x="0" y="0"/>
          <a:ext cx="0" cy="0"/>
          <a:chOff x="0" y="0"/>
          <a:chExt cx="0" cy="0"/>
        </a:xfrm>
      </p:grpSpPr>
      <p:grpSp>
        <p:nvGrpSpPr>
          <p:cNvPr id="794" name="Google Shape;794;p66"/>
          <p:cNvGrpSpPr/>
          <p:nvPr/>
        </p:nvGrpSpPr>
        <p:grpSpPr>
          <a:xfrm>
            <a:off x="0" y="1"/>
            <a:ext cx="9151202" cy="649234"/>
            <a:chOff x="0" y="1"/>
            <a:chExt cx="9151202" cy="649234"/>
          </a:xfrm>
        </p:grpSpPr>
        <p:pic>
          <p:nvPicPr>
            <p:cNvPr id="795" name="Google Shape;795;p66"/>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796" name="Google Shape;796;p66"/>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97" name="Google Shape;797;p66"/>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98" name="Google Shape;798;p66"/>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Feedback</a:t>
            </a:r>
            <a:endParaRPr b="1" sz="900">
              <a:solidFill>
                <a:srgbClr val="FAEAF6"/>
              </a:solidFill>
              <a:latin typeface="Lexend"/>
              <a:ea typeface="Lexend"/>
              <a:cs typeface="Lexend"/>
              <a:sym typeface="Lexend"/>
            </a:endParaRPr>
          </a:p>
        </p:txBody>
      </p:sp>
      <p:pic>
        <p:nvPicPr>
          <p:cNvPr id="799" name="Google Shape;799;p66"/>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800" name="Google Shape;800;p66"/>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chemeClr val="lt1"/>
                </a:solidFill>
                <a:latin typeface="Lexend"/>
                <a:ea typeface="Lexend"/>
                <a:cs typeface="Lexend"/>
                <a:sym typeface="Lexend"/>
              </a:rPr>
              <a:t>Task D</a:t>
            </a:r>
            <a:endParaRPr b="1" sz="2000">
              <a:solidFill>
                <a:schemeClr val="lt1"/>
              </a:solidFill>
              <a:latin typeface="Lexend"/>
              <a:ea typeface="Lexend"/>
              <a:cs typeface="Lexend"/>
              <a:sym typeface="Lexend"/>
            </a:endParaRPr>
          </a:p>
        </p:txBody>
      </p:sp>
      <p:sp>
        <p:nvSpPr>
          <p:cNvPr id="801" name="Google Shape;801;p66"/>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6 Summary 1">
  <p:cSld name="TITLE_AND_TWO_COLUMNS_1_1_5_1_2_1_1">
    <p:spTree>
      <p:nvGrpSpPr>
        <p:cNvPr id="802" name="Shape 802"/>
        <p:cNvGrpSpPr/>
        <p:nvPr/>
      </p:nvGrpSpPr>
      <p:grpSpPr>
        <a:xfrm>
          <a:off x="0" y="0"/>
          <a:ext cx="0" cy="0"/>
          <a:chOff x="0" y="0"/>
          <a:chExt cx="0" cy="0"/>
        </a:xfrm>
      </p:grpSpPr>
      <p:sp>
        <p:nvSpPr>
          <p:cNvPr id="803" name="Google Shape;803;p67"/>
          <p:cNvSpPr/>
          <p:nvPr/>
        </p:nvSpPr>
        <p:spPr>
          <a:xfrm>
            <a:off x="0" y="0"/>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804" name="Google Shape;804;p67"/>
          <p:cNvPicPr preferRelativeResize="0"/>
          <p:nvPr/>
        </p:nvPicPr>
        <p:blipFill rotWithShape="1">
          <a:blip r:embed="rId2">
            <a:alphaModFix/>
          </a:blip>
          <a:srcRect b="1709" l="0" r="0" t="1699"/>
          <a:stretch/>
        </p:blipFill>
        <p:spPr>
          <a:xfrm>
            <a:off x="0" y="535825"/>
            <a:ext cx="9151202" cy="116709"/>
          </a:xfrm>
          <a:prstGeom prst="rect">
            <a:avLst/>
          </a:prstGeom>
          <a:noFill/>
          <a:ln>
            <a:noFill/>
          </a:ln>
        </p:spPr>
      </p:pic>
      <p:sp>
        <p:nvSpPr>
          <p:cNvPr id="805" name="Google Shape;805;p67"/>
          <p:cNvSpPr txBox="1"/>
          <p:nvPr>
            <p:ph idx="1" type="body"/>
          </p:nvPr>
        </p:nvSpPr>
        <p:spPr>
          <a:xfrm>
            <a:off x="324000" y="1080000"/>
            <a:ext cx="8113800" cy="37404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806" name="Google Shape;806;p67"/>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Summary</a:t>
            </a:r>
            <a:endParaRPr b="1" sz="2000">
              <a:solidFill>
                <a:schemeClr val="dk1"/>
              </a:solidFill>
              <a:latin typeface="Lexend"/>
              <a:ea typeface="Lexend"/>
              <a:cs typeface="Lexend"/>
              <a:sym typeface="Lexend"/>
            </a:endParaRPr>
          </a:p>
        </p:txBody>
      </p:sp>
      <p:sp>
        <p:nvSpPr>
          <p:cNvPr id="807" name="Google Shape;807;p67"/>
          <p:cNvSpPr txBox="1"/>
          <p:nvPr>
            <p:ph type="title"/>
          </p:nvPr>
        </p:nvSpPr>
        <p:spPr>
          <a:xfrm>
            <a:off x="1684800" y="43825"/>
            <a:ext cx="57414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SzPts val="2000"/>
              <a:buFont typeface="Lexend"/>
              <a:buNone/>
              <a:defRPr b="0" sz="2000">
                <a:latin typeface="Lexend"/>
                <a:ea typeface="Lexend"/>
                <a:cs typeface="Lexend"/>
                <a:sym typeface="Lexend"/>
              </a:defRPr>
            </a:lvl1pPr>
            <a:lvl2pPr lvl="1" rtl="0">
              <a:lnSpc>
                <a:spcPct val="100000"/>
              </a:lnSpc>
              <a:spcBef>
                <a:spcPts val="0"/>
              </a:spcBef>
              <a:spcAft>
                <a:spcPts val="0"/>
              </a:spcAft>
              <a:buSzPts val="2000"/>
              <a:buNone/>
              <a:defRPr sz="2000"/>
            </a:lvl2pPr>
            <a:lvl3pPr lvl="2" rtl="0">
              <a:lnSpc>
                <a:spcPct val="100000"/>
              </a:lnSpc>
              <a:spcBef>
                <a:spcPts val="0"/>
              </a:spcBef>
              <a:spcAft>
                <a:spcPts val="0"/>
              </a:spcAft>
              <a:buSzPts val="2000"/>
              <a:buNone/>
              <a:defRPr sz="2000"/>
            </a:lvl3pPr>
            <a:lvl4pPr lvl="3" rtl="0">
              <a:lnSpc>
                <a:spcPct val="100000"/>
              </a:lnSpc>
              <a:spcBef>
                <a:spcPts val="0"/>
              </a:spcBef>
              <a:spcAft>
                <a:spcPts val="0"/>
              </a:spcAft>
              <a:buSzPts val="2000"/>
              <a:buNone/>
              <a:defRPr sz="2000"/>
            </a:lvl4pPr>
            <a:lvl5pPr lvl="4" rtl="0">
              <a:lnSpc>
                <a:spcPct val="100000"/>
              </a:lnSpc>
              <a:spcBef>
                <a:spcPts val="0"/>
              </a:spcBef>
              <a:spcAft>
                <a:spcPts val="0"/>
              </a:spcAft>
              <a:buSzPts val="2000"/>
              <a:buNone/>
              <a:defRPr sz="2000"/>
            </a:lvl5pPr>
            <a:lvl6pPr lvl="5" rtl="0">
              <a:lnSpc>
                <a:spcPct val="100000"/>
              </a:lnSpc>
              <a:spcBef>
                <a:spcPts val="0"/>
              </a:spcBef>
              <a:spcAft>
                <a:spcPts val="0"/>
              </a:spcAft>
              <a:buSzPts val="2000"/>
              <a:buNone/>
              <a:defRPr sz="2000"/>
            </a:lvl6pPr>
            <a:lvl7pPr lvl="6" rtl="0">
              <a:lnSpc>
                <a:spcPct val="100000"/>
              </a:lnSpc>
              <a:spcBef>
                <a:spcPts val="0"/>
              </a:spcBef>
              <a:spcAft>
                <a:spcPts val="0"/>
              </a:spcAft>
              <a:buSzPts val="2000"/>
              <a:buNone/>
              <a:defRPr sz="2000"/>
            </a:lvl7pPr>
            <a:lvl8pPr lvl="7" rtl="0">
              <a:lnSpc>
                <a:spcPct val="100000"/>
              </a:lnSpc>
              <a:spcBef>
                <a:spcPts val="0"/>
              </a:spcBef>
              <a:spcAft>
                <a:spcPts val="0"/>
              </a:spcAft>
              <a:buSzPts val="2000"/>
              <a:buNone/>
              <a:defRPr sz="2000"/>
            </a:lvl8pPr>
            <a:lvl9pPr lvl="8" rtl="0">
              <a:lnSpc>
                <a:spcPct val="100000"/>
              </a:lnSpc>
              <a:spcBef>
                <a:spcPts val="0"/>
              </a:spcBef>
              <a:spcAft>
                <a:spcPts val="0"/>
              </a:spcAft>
              <a:buSzPts val="2000"/>
              <a:buNone/>
              <a:defRPr sz="2000"/>
            </a:lvl9pPr>
          </a:lstStyle>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6 Summary 2">
  <p:cSld name="TITLE_AND_TWO_COLUMNS_1_1_5_1_2">
    <p:spTree>
      <p:nvGrpSpPr>
        <p:cNvPr id="808" name="Shape 808"/>
        <p:cNvGrpSpPr/>
        <p:nvPr/>
      </p:nvGrpSpPr>
      <p:grpSpPr>
        <a:xfrm>
          <a:off x="0" y="0"/>
          <a:ext cx="0" cy="0"/>
          <a:chOff x="0" y="0"/>
          <a:chExt cx="0" cy="0"/>
        </a:xfrm>
      </p:grpSpPr>
      <p:sp>
        <p:nvSpPr>
          <p:cNvPr id="809" name="Google Shape;809;p68"/>
          <p:cNvSpPr/>
          <p:nvPr/>
        </p:nvSpPr>
        <p:spPr>
          <a:xfrm>
            <a:off x="0" y="0"/>
            <a:ext cx="9144300" cy="773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810" name="Google Shape;810;p68"/>
          <p:cNvPicPr preferRelativeResize="0"/>
          <p:nvPr/>
        </p:nvPicPr>
        <p:blipFill rotWithShape="1">
          <a:blip r:embed="rId2">
            <a:alphaModFix/>
          </a:blip>
          <a:srcRect b="1709" l="0" r="0" t="1699"/>
          <a:stretch/>
        </p:blipFill>
        <p:spPr>
          <a:xfrm>
            <a:off x="0" y="769550"/>
            <a:ext cx="9151202" cy="116709"/>
          </a:xfrm>
          <a:prstGeom prst="rect">
            <a:avLst/>
          </a:prstGeom>
          <a:noFill/>
          <a:ln>
            <a:noFill/>
          </a:ln>
        </p:spPr>
      </p:pic>
      <p:sp>
        <p:nvSpPr>
          <p:cNvPr id="811" name="Google Shape;811;p68"/>
          <p:cNvSpPr txBox="1"/>
          <p:nvPr>
            <p:ph idx="1" type="body"/>
          </p:nvPr>
        </p:nvSpPr>
        <p:spPr>
          <a:xfrm>
            <a:off x="324000" y="1080000"/>
            <a:ext cx="8113800" cy="37404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812" name="Google Shape;812;p68"/>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Summary</a:t>
            </a:r>
            <a:endParaRPr b="1" sz="2000">
              <a:solidFill>
                <a:schemeClr val="dk1"/>
              </a:solidFill>
              <a:latin typeface="Lexend"/>
              <a:ea typeface="Lexend"/>
              <a:cs typeface="Lexend"/>
              <a:sym typeface="Lexend"/>
            </a:endParaRPr>
          </a:p>
        </p:txBody>
      </p:sp>
      <p:sp>
        <p:nvSpPr>
          <p:cNvPr id="813" name="Google Shape;813;p68"/>
          <p:cNvSpPr txBox="1"/>
          <p:nvPr>
            <p:ph type="title"/>
          </p:nvPr>
        </p:nvSpPr>
        <p:spPr>
          <a:xfrm>
            <a:off x="1684800" y="43825"/>
            <a:ext cx="57414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SzPts val="2000"/>
              <a:buFont typeface="Lexend"/>
              <a:buNone/>
              <a:defRPr b="0" sz="2000">
                <a:latin typeface="Lexend"/>
                <a:ea typeface="Lexend"/>
                <a:cs typeface="Lexend"/>
                <a:sym typeface="Lexend"/>
              </a:defRPr>
            </a:lvl1pPr>
            <a:lvl2pPr lvl="1" rtl="0">
              <a:lnSpc>
                <a:spcPct val="100000"/>
              </a:lnSpc>
              <a:spcBef>
                <a:spcPts val="0"/>
              </a:spcBef>
              <a:spcAft>
                <a:spcPts val="0"/>
              </a:spcAft>
              <a:buSzPts val="2000"/>
              <a:buNone/>
              <a:defRPr sz="2000"/>
            </a:lvl2pPr>
            <a:lvl3pPr lvl="2" rtl="0">
              <a:lnSpc>
                <a:spcPct val="100000"/>
              </a:lnSpc>
              <a:spcBef>
                <a:spcPts val="0"/>
              </a:spcBef>
              <a:spcAft>
                <a:spcPts val="0"/>
              </a:spcAft>
              <a:buSzPts val="2000"/>
              <a:buNone/>
              <a:defRPr sz="2000"/>
            </a:lvl3pPr>
            <a:lvl4pPr lvl="3" rtl="0">
              <a:lnSpc>
                <a:spcPct val="100000"/>
              </a:lnSpc>
              <a:spcBef>
                <a:spcPts val="0"/>
              </a:spcBef>
              <a:spcAft>
                <a:spcPts val="0"/>
              </a:spcAft>
              <a:buSzPts val="2000"/>
              <a:buNone/>
              <a:defRPr sz="2000"/>
            </a:lvl4pPr>
            <a:lvl5pPr lvl="4" rtl="0">
              <a:lnSpc>
                <a:spcPct val="100000"/>
              </a:lnSpc>
              <a:spcBef>
                <a:spcPts val="0"/>
              </a:spcBef>
              <a:spcAft>
                <a:spcPts val="0"/>
              </a:spcAft>
              <a:buSzPts val="2000"/>
              <a:buNone/>
              <a:defRPr sz="2000"/>
            </a:lvl5pPr>
            <a:lvl6pPr lvl="5" rtl="0">
              <a:lnSpc>
                <a:spcPct val="100000"/>
              </a:lnSpc>
              <a:spcBef>
                <a:spcPts val="0"/>
              </a:spcBef>
              <a:spcAft>
                <a:spcPts val="0"/>
              </a:spcAft>
              <a:buSzPts val="2000"/>
              <a:buNone/>
              <a:defRPr sz="2000"/>
            </a:lvl6pPr>
            <a:lvl7pPr lvl="6" rtl="0">
              <a:lnSpc>
                <a:spcPct val="100000"/>
              </a:lnSpc>
              <a:spcBef>
                <a:spcPts val="0"/>
              </a:spcBef>
              <a:spcAft>
                <a:spcPts val="0"/>
              </a:spcAft>
              <a:buSzPts val="2000"/>
              <a:buNone/>
              <a:defRPr sz="2000"/>
            </a:lvl7pPr>
            <a:lvl8pPr lvl="7" rtl="0">
              <a:lnSpc>
                <a:spcPct val="100000"/>
              </a:lnSpc>
              <a:spcBef>
                <a:spcPts val="0"/>
              </a:spcBef>
              <a:spcAft>
                <a:spcPts val="0"/>
              </a:spcAft>
              <a:buSzPts val="2000"/>
              <a:buNone/>
              <a:defRPr sz="2000"/>
            </a:lvl8pPr>
            <a:lvl9pPr lvl="8" rtl="0">
              <a:lnSpc>
                <a:spcPct val="100000"/>
              </a:lnSpc>
              <a:spcBef>
                <a:spcPts val="0"/>
              </a:spcBef>
              <a:spcAft>
                <a:spcPts val="0"/>
              </a:spcAft>
              <a:buSzPts val="2000"/>
              <a:buNone/>
              <a:defRPr sz="2000"/>
            </a:lvl9pPr>
          </a:lstStyle>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3 Projectable quiz" showMasterSp="0">
  <p:cSld name="Title Slide 3_1">
    <p:bg>
      <p:bgPr>
        <a:solidFill>
          <a:schemeClr val="lt1"/>
        </a:solidFill>
      </p:bgPr>
    </p:bg>
    <p:spTree>
      <p:nvGrpSpPr>
        <p:cNvPr id="814" name="Shape 814"/>
        <p:cNvGrpSpPr/>
        <p:nvPr/>
      </p:nvGrpSpPr>
      <p:grpSpPr>
        <a:xfrm>
          <a:off x="0" y="0"/>
          <a:ext cx="0" cy="0"/>
          <a:chOff x="0" y="0"/>
          <a:chExt cx="0" cy="0"/>
        </a:xfrm>
      </p:grpSpPr>
      <p:pic>
        <p:nvPicPr>
          <p:cNvPr id="815" name="Google Shape;815;p69"/>
          <p:cNvPicPr preferRelativeResize="0"/>
          <p:nvPr/>
        </p:nvPicPr>
        <p:blipFill>
          <a:blip r:embed="rId2">
            <a:alphaModFix/>
          </a:blip>
          <a:stretch>
            <a:fillRect/>
          </a:stretch>
        </p:blipFill>
        <p:spPr>
          <a:xfrm>
            <a:off x="8524129" y="4430050"/>
            <a:ext cx="234000" cy="318241"/>
          </a:xfrm>
          <a:prstGeom prst="rect">
            <a:avLst/>
          </a:prstGeom>
          <a:noFill/>
          <a:ln>
            <a:noFill/>
          </a:ln>
        </p:spPr>
      </p:pic>
      <p:sp>
        <p:nvSpPr>
          <p:cNvPr id="816" name="Google Shape;816;p69"/>
          <p:cNvSpPr txBox="1"/>
          <p:nvPr/>
        </p:nvSpPr>
        <p:spPr>
          <a:xfrm>
            <a:off x="1977450" y="3132468"/>
            <a:ext cx="5189100" cy="431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1600">
                <a:solidFill>
                  <a:schemeClr val="dk1"/>
                </a:solidFill>
                <a:latin typeface="Lexend"/>
                <a:ea typeface="Lexend"/>
                <a:cs typeface="Lexend"/>
                <a:sym typeface="Lexend"/>
              </a:rPr>
              <a:t>Click to open the interactive quiz</a:t>
            </a:r>
            <a:endParaRPr sz="1600">
              <a:solidFill>
                <a:schemeClr val="dk1"/>
              </a:solidFill>
              <a:latin typeface="Lexend"/>
              <a:ea typeface="Lexend"/>
              <a:cs typeface="Lexend"/>
              <a:sym typeface="Lexend"/>
            </a:endParaRPr>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4 Items to copy-paste">
  <p:cSld name="CUSTOM_104_1_2_1_1">
    <p:spTree>
      <p:nvGrpSpPr>
        <p:cNvPr id="817" name="Shape 817"/>
        <p:cNvGrpSpPr/>
        <p:nvPr/>
      </p:nvGrpSpPr>
      <p:grpSpPr>
        <a:xfrm>
          <a:off x="0" y="0"/>
          <a:ext cx="0" cy="0"/>
          <a:chOff x="0" y="0"/>
          <a:chExt cx="0" cy="0"/>
        </a:xfrm>
      </p:grpSpPr>
      <p:sp>
        <p:nvSpPr>
          <p:cNvPr id="818" name="Google Shape;818;p70"/>
          <p:cNvSpPr/>
          <p:nvPr/>
        </p:nvSpPr>
        <p:spPr>
          <a:xfrm>
            <a:off x="3217188" y="4171902"/>
            <a:ext cx="5214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Tick</a:t>
            </a:r>
            <a:endParaRPr i="0" sz="1600" u="none" cap="none" strike="noStrike">
              <a:solidFill>
                <a:schemeClr val="dk1"/>
              </a:solidFill>
              <a:latin typeface="Lexend"/>
              <a:ea typeface="Lexend"/>
              <a:cs typeface="Lexend"/>
              <a:sym typeface="Lexend"/>
            </a:endParaRPr>
          </a:p>
        </p:txBody>
      </p:sp>
      <p:sp>
        <p:nvSpPr>
          <p:cNvPr id="819" name="Google Shape;819;p70"/>
          <p:cNvSpPr/>
          <p:nvPr/>
        </p:nvSpPr>
        <p:spPr>
          <a:xfrm>
            <a:off x="483925" y="193075"/>
            <a:ext cx="6671700" cy="3747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chemeClr val="dk1"/>
                </a:solidFill>
                <a:latin typeface="Lexend"/>
                <a:ea typeface="Lexend"/>
                <a:cs typeface="Lexend"/>
                <a:sym typeface="Lexend"/>
              </a:rPr>
              <a:t>Items to copy and paste</a:t>
            </a:r>
            <a:endParaRPr b="0" i="0" sz="2000" u="none" cap="none" strike="noStrike">
              <a:solidFill>
                <a:schemeClr val="dk1"/>
              </a:solidFill>
              <a:latin typeface="Calibri"/>
              <a:ea typeface="Calibri"/>
              <a:cs typeface="Calibri"/>
              <a:sym typeface="Calibri"/>
            </a:endParaRPr>
          </a:p>
        </p:txBody>
      </p:sp>
      <p:sp>
        <p:nvSpPr>
          <p:cNvPr id="820" name="Google Shape;820;p70"/>
          <p:cNvSpPr/>
          <p:nvPr/>
        </p:nvSpPr>
        <p:spPr>
          <a:xfrm>
            <a:off x="7459200" y="352650"/>
            <a:ext cx="1684800" cy="3747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i="0" lang="en-GB" sz="1600" u="none" cap="none" strike="noStrike">
                <a:solidFill>
                  <a:schemeClr val="dk1"/>
                </a:solidFill>
                <a:latin typeface="Lexend"/>
                <a:ea typeface="Lexend"/>
                <a:cs typeface="Lexend"/>
                <a:sym typeface="Lexend"/>
              </a:rPr>
              <a:t>Video frame</a:t>
            </a:r>
            <a:endParaRPr i="0" sz="1600" u="none" cap="none" strike="noStrike">
              <a:solidFill>
                <a:schemeClr val="dk1"/>
              </a:solidFill>
              <a:latin typeface="Lexend"/>
              <a:ea typeface="Lexend"/>
              <a:cs typeface="Lexend"/>
              <a:sym typeface="Lexend"/>
            </a:endParaRPr>
          </a:p>
        </p:txBody>
      </p:sp>
      <p:sp>
        <p:nvSpPr>
          <p:cNvPr id="821" name="Google Shape;821;p70"/>
          <p:cNvSpPr/>
          <p:nvPr/>
        </p:nvSpPr>
        <p:spPr>
          <a:xfrm>
            <a:off x="628788" y="4171893"/>
            <a:ext cx="1579200" cy="2634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GB" sz="1600">
                <a:solidFill>
                  <a:schemeClr val="dk1"/>
                </a:solidFill>
                <a:latin typeface="Lexend"/>
                <a:ea typeface="Lexend"/>
                <a:cs typeface="Lexend"/>
                <a:sym typeface="Lexend"/>
              </a:rPr>
              <a:t>Agenda dot</a:t>
            </a:r>
            <a:endParaRPr sz="1600">
              <a:solidFill>
                <a:schemeClr val="dk1"/>
              </a:solidFill>
              <a:latin typeface="Lexend"/>
              <a:ea typeface="Lexend"/>
              <a:cs typeface="Lexend"/>
              <a:sym typeface="Lexend"/>
            </a:endParaRPr>
          </a:p>
        </p:txBody>
      </p:sp>
      <p:sp>
        <p:nvSpPr>
          <p:cNvPr id="822" name="Google Shape;822;p70"/>
          <p:cNvSpPr/>
          <p:nvPr/>
        </p:nvSpPr>
        <p:spPr>
          <a:xfrm>
            <a:off x="5891525" y="2313000"/>
            <a:ext cx="1796400" cy="3807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CfU option letters</a:t>
            </a:r>
            <a:endParaRPr i="0" sz="1600" u="none" cap="none" strike="noStrike">
              <a:solidFill>
                <a:schemeClr val="dk1"/>
              </a:solidFill>
              <a:latin typeface="Lexend"/>
              <a:ea typeface="Lexend"/>
              <a:cs typeface="Lexend"/>
              <a:sym typeface="Lexend"/>
            </a:endParaRPr>
          </a:p>
        </p:txBody>
      </p:sp>
      <p:sp>
        <p:nvSpPr>
          <p:cNvPr id="823" name="Google Shape;823;p70"/>
          <p:cNvSpPr/>
          <p:nvPr/>
        </p:nvSpPr>
        <p:spPr>
          <a:xfrm>
            <a:off x="933601" y="2371650"/>
            <a:ext cx="11799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Play audio</a:t>
            </a:r>
            <a:endParaRPr i="0" sz="1600" u="none" cap="none" strike="noStrike">
              <a:solidFill>
                <a:schemeClr val="dk1"/>
              </a:solidFill>
              <a:latin typeface="Lexend"/>
              <a:ea typeface="Lexend"/>
              <a:cs typeface="Lexend"/>
              <a:sym typeface="Lexend"/>
            </a:endParaRPr>
          </a:p>
        </p:txBody>
      </p:sp>
      <p:sp>
        <p:nvSpPr>
          <p:cNvPr id="824" name="Google Shape;824;p70"/>
          <p:cNvSpPr/>
          <p:nvPr/>
        </p:nvSpPr>
        <p:spPr>
          <a:xfrm>
            <a:off x="3444210" y="2377200"/>
            <a:ext cx="1116600" cy="2523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Play video</a:t>
            </a:r>
            <a:endParaRPr i="0" sz="1600" u="none" cap="none" strike="noStrike">
              <a:solidFill>
                <a:schemeClr val="dk1"/>
              </a:solidFill>
              <a:latin typeface="Lexend"/>
              <a:ea typeface="Lexend"/>
              <a:cs typeface="Lexend"/>
              <a:sym typeface="Lexend"/>
            </a:endParaRPr>
          </a:p>
        </p:txBody>
      </p:sp>
      <p:sp>
        <p:nvSpPr>
          <p:cNvPr id="825" name="Google Shape;825;p70"/>
          <p:cNvSpPr/>
          <p:nvPr/>
        </p:nvSpPr>
        <p:spPr>
          <a:xfrm>
            <a:off x="4747799" y="4171900"/>
            <a:ext cx="6942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Cross</a:t>
            </a:r>
            <a:endParaRPr i="0" sz="1600" u="none" cap="none" strike="noStrike">
              <a:solidFill>
                <a:schemeClr val="dk1"/>
              </a:solidFill>
              <a:latin typeface="Lexend"/>
              <a:ea typeface="Lexend"/>
              <a:cs typeface="Lexend"/>
              <a:sym typeface="Lexend"/>
            </a:endParaRPr>
          </a:p>
        </p:txBody>
      </p:sp>
      <p:sp>
        <p:nvSpPr>
          <p:cNvPr id="826" name="Google Shape;826;p70"/>
          <p:cNvSpPr/>
          <p:nvPr/>
        </p:nvSpPr>
        <p:spPr>
          <a:xfrm>
            <a:off x="6451200" y="4171900"/>
            <a:ext cx="14217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Reading icon</a:t>
            </a:r>
            <a:endParaRPr i="0" sz="1600" u="none" cap="none" strike="noStrike">
              <a:solidFill>
                <a:schemeClr val="dk1"/>
              </a:solidFill>
              <a:latin typeface="Lexend"/>
              <a:ea typeface="Lexend"/>
              <a:cs typeface="Lexend"/>
              <a:sym typeface="Lexend"/>
            </a:endParaRPr>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5 OGL">
  <p:cSld name="CUSTOM_5_1">
    <p:bg>
      <p:bgPr>
        <a:solidFill>
          <a:srgbClr val="BEF2BD"/>
        </a:solidFill>
      </p:bgPr>
    </p:bg>
    <p:spTree>
      <p:nvGrpSpPr>
        <p:cNvPr id="827" name="Shape 827"/>
        <p:cNvGrpSpPr/>
        <p:nvPr/>
      </p:nvGrpSpPr>
      <p:grpSpPr>
        <a:xfrm>
          <a:off x="0" y="0"/>
          <a:ext cx="0" cy="0"/>
          <a:chOff x="0" y="0"/>
          <a:chExt cx="0" cy="0"/>
        </a:xfrm>
      </p:grpSpPr>
      <p:pic>
        <p:nvPicPr>
          <p:cNvPr id="828" name="Google Shape;828;p71"/>
          <p:cNvPicPr preferRelativeResize="0"/>
          <p:nvPr/>
        </p:nvPicPr>
        <p:blipFill>
          <a:blip r:embed="rId2">
            <a:alphaModFix/>
          </a:blip>
          <a:stretch>
            <a:fillRect/>
          </a:stretch>
        </p:blipFill>
        <p:spPr>
          <a:xfrm>
            <a:off x="347200" y="1111870"/>
            <a:ext cx="7945600" cy="2919776"/>
          </a:xfrm>
          <a:prstGeom prst="rect">
            <a:avLst/>
          </a:prstGeom>
          <a:noFill/>
          <a:ln>
            <a:noFill/>
          </a:ln>
        </p:spPr>
      </p:pic>
      <p:sp>
        <p:nvSpPr>
          <p:cNvPr id="829" name="Google Shape;829;p71"/>
          <p:cNvSpPr txBox="1"/>
          <p:nvPr>
            <p:ph idx="1" type="subTitle"/>
          </p:nvPr>
        </p:nvSpPr>
        <p:spPr>
          <a:xfrm>
            <a:off x="661775" y="1190413"/>
            <a:ext cx="7351200" cy="2762700"/>
          </a:xfrm>
          <a:prstGeom prst="rect">
            <a:avLst/>
          </a:prstGeom>
        </p:spPr>
        <p:txBody>
          <a:bodyPr anchorCtr="0" anchor="ctr" bIns="0" lIns="0" spcFirstLastPara="1" rIns="0" wrap="square" tIns="0">
            <a:noAutofit/>
          </a:bodyPr>
          <a:lstStyle>
            <a:lvl1pPr lvl="0" rtl="0">
              <a:lnSpc>
                <a:spcPct val="115000"/>
              </a:lnSpc>
              <a:spcBef>
                <a:spcPts val="0"/>
              </a:spcBef>
              <a:spcAft>
                <a:spcPts val="0"/>
              </a:spcAft>
              <a:buSzPts val="1800"/>
              <a:buNone/>
              <a:defRPr sz="1800"/>
            </a:lvl1pPr>
            <a:lvl2pPr lvl="1" rtl="0">
              <a:spcBef>
                <a:spcPts val="1000"/>
              </a:spcBef>
              <a:spcAft>
                <a:spcPts val="0"/>
              </a:spcAft>
              <a:buSzPts val="1800"/>
              <a:buNone/>
              <a:defRPr sz="1800"/>
            </a:lvl2pPr>
            <a:lvl3pPr lvl="2" rtl="0">
              <a:spcBef>
                <a:spcPts val="1000"/>
              </a:spcBef>
              <a:spcAft>
                <a:spcPts val="0"/>
              </a:spcAft>
              <a:buSzPts val="1800"/>
              <a:buNone/>
              <a:defRPr sz="1800"/>
            </a:lvl3pPr>
            <a:lvl4pPr lvl="3" rtl="0">
              <a:spcBef>
                <a:spcPts val="800"/>
              </a:spcBef>
              <a:spcAft>
                <a:spcPts val="0"/>
              </a:spcAft>
              <a:buSzPts val="1800"/>
              <a:buNone/>
              <a:defRPr sz="1800"/>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6 Blank">
  <p:cSld name="CUSTOM_6">
    <p:spTree>
      <p:nvGrpSpPr>
        <p:cNvPr id="830" name="Shape 830"/>
        <p:cNvGrpSpPr/>
        <p:nvPr/>
      </p:nvGrpSpPr>
      <p:grpSpPr>
        <a:xfrm>
          <a:off x="0" y="0"/>
          <a:ext cx="0" cy="0"/>
          <a:chOff x="0" y="0"/>
          <a:chExt cx="0" cy="0"/>
        </a:xfrm>
      </p:grpSpPr>
      <p:sp>
        <p:nvSpPr>
          <p:cNvPr id="831" name="Google Shape;831;p72"/>
          <p:cNvSpPr txBox="1"/>
          <p:nvPr>
            <p:ph type="title"/>
          </p:nvPr>
        </p:nvSpPr>
        <p:spPr>
          <a:xfrm>
            <a:off x="459000" y="73800"/>
            <a:ext cx="6600600" cy="814500"/>
          </a:xfrm>
          <a:prstGeom prst="rect">
            <a:avLst/>
          </a:prstGeom>
        </p:spPr>
        <p:txBody>
          <a:bodyPr anchorCtr="0" anchor="t" bIns="0" lIns="0" spcFirstLastPara="1" rIns="0" wrap="square" tIns="0">
            <a:noAutofit/>
          </a:bodyPr>
          <a:lstStyle>
            <a:lvl1pPr lvl="0">
              <a:spcBef>
                <a:spcPts val="0"/>
              </a:spcBef>
              <a:spcAft>
                <a:spcPts val="0"/>
              </a:spcAft>
              <a:buSzPts val="22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39.xml"/><Relationship Id="rId42" Type="http://schemas.openxmlformats.org/officeDocument/2006/relationships/slideLayout" Target="../slideLayouts/slideLayout41.xml"/><Relationship Id="rId41" Type="http://schemas.openxmlformats.org/officeDocument/2006/relationships/slideLayout" Target="../slideLayouts/slideLayout40.xml"/><Relationship Id="rId44" Type="http://schemas.openxmlformats.org/officeDocument/2006/relationships/slideLayout" Target="../slideLayouts/slideLayout43.xml"/><Relationship Id="rId43" Type="http://schemas.openxmlformats.org/officeDocument/2006/relationships/slideLayout" Target="../slideLayouts/slideLayout42.xml"/><Relationship Id="rId46" Type="http://schemas.openxmlformats.org/officeDocument/2006/relationships/slideLayout" Target="../slideLayouts/slideLayout45.xml"/><Relationship Id="rId45" Type="http://schemas.openxmlformats.org/officeDocument/2006/relationships/slideLayout" Target="../slideLayouts/slideLayout44.xml"/><Relationship Id="rId1" Type="http://schemas.openxmlformats.org/officeDocument/2006/relationships/image" Target="../media/image7.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48" Type="http://schemas.openxmlformats.org/officeDocument/2006/relationships/slideLayout" Target="../slideLayouts/slideLayout47.xml"/><Relationship Id="rId47" Type="http://schemas.openxmlformats.org/officeDocument/2006/relationships/slideLayout" Target="../slideLayouts/slideLayout46.xml"/><Relationship Id="rId49" Type="http://schemas.openxmlformats.org/officeDocument/2006/relationships/slideLayout" Target="../slideLayouts/slideLayout4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73" Type="http://schemas.openxmlformats.org/officeDocument/2006/relationships/theme" Target="../theme/theme2.xml"/><Relationship Id="rId72" Type="http://schemas.openxmlformats.org/officeDocument/2006/relationships/slideLayout" Target="../slideLayouts/slideLayout71.xml"/><Relationship Id="rId31" Type="http://schemas.openxmlformats.org/officeDocument/2006/relationships/slideLayout" Target="../slideLayouts/slideLayout30.xml"/><Relationship Id="rId30" Type="http://schemas.openxmlformats.org/officeDocument/2006/relationships/slideLayout" Target="../slideLayouts/slideLayout29.xml"/><Relationship Id="rId33" Type="http://schemas.openxmlformats.org/officeDocument/2006/relationships/slideLayout" Target="../slideLayouts/slideLayout32.xml"/><Relationship Id="rId32" Type="http://schemas.openxmlformats.org/officeDocument/2006/relationships/slideLayout" Target="../slideLayouts/slideLayout31.xml"/><Relationship Id="rId35" Type="http://schemas.openxmlformats.org/officeDocument/2006/relationships/slideLayout" Target="../slideLayouts/slideLayout34.xml"/><Relationship Id="rId34" Type="http://schemas.openxmlformats.org/officeDocument/2006/relationships/slideLayout" Target="../slideLayouts/slideLayout33.xml"/><Relationship Id="rId71" Type="http://schemas.openxmlformats.org/officeDocument/2006/relationships/slideLayout" Target="../slideLayouts/slideLayout70.xml"/><Relationship Id="rId70" Type="http://schemas.openxmlformats.org/officeDocument/2006/relationships/slideLayout" Target="../slideLayouts/slideLayout69.xml"/><Relationship Id="rId37" Type="http://schemas.openxmlformats.org/officeDocument/2006/relationships/slideLayout" Target="../slideLayouts/slideLayout36.xml"/><Relationship Id="rId36" Type="http://schemas.openxmlformats.org/officeDocument/2006/relationships/slideLayout" Target="../slideLayouts/slideLayout35.xml"/><Relationship Id="rId39" Type="http://schemas.openxmlformats.org/officeDocument/2006/relationships/slideLayout" Target="../slideLayouts/slideLayout38.xml"/><Relationship Id="rId38" Type="http://schemas.openxmlformats.org/officeDocument/2006/relationships/slideLayout" Target="../slideLayouts/slideLayout37.xml"/><Relationship Id="rId62" Type="http://schemas.openxmlformats.org/officeDocument/2006/relationships/slideLayout" Target="../slideLayouts/slideLayout61.xml"/><Relationship Id="rId61" Type="http://schemas.openxmlformats.org/officeDocument/2006/relationships/slideLayout" Target="../slideLayouts/slideLayout60.xml"/><Relationship Id="rId20" Type="http://schemas.openxmlformats.org/officeDocument/2006/relationships/slideLayout" Target="../slideLayouts/slideLayout19.xml"/><Relationship Id="rId64" Type="http://schemas.openxmlformats.org/officeDocument/2006/relationships/slideLayout" Target="../slideLayouts/slideLayout63.xml"/><Relationship Id="rId63" Type="http://schemas.openxmlformats.org/officeDocument/2006/relationships/slideLayout" Target="../slideLayouts/slideLayout62.xml"/><Relationship Id="rId22" Type="http://schemas.openxmlformats.org/officeDocument/2006/relationships/slideLayout" Target="../slideLayouts/slideLayout21.xml"/><Relationship Id="rId66" Type="http://schemas.openxmlformats.org/officeDocument/2006/relationships/slideLayout" Target="../slideLayouts/slideLayout65.xml"/><Relationship Id="rId21" Type="http://schemas.openxmlformats.org/officeDocument/2006/relationships/slideLayout" Target="../slideLayouts/slideLayout20.xml"/><Relationship Id="rId65" Type="http://schemas.openxmlformats.org/officeDocument/2006/relationships/slideLayout" Target="../slideLayouts/slideLayout64.xml"/><Relationship Id="rId24" Type="http://schemas.openxmlformats.org/officeDocument/2006/relationships/slideLayout" Target="../slideLayouts/slideLayout23.xml"/><Relationship Id="rId68" Type="http://schemas.openxmlformats.org/officeDocument/2006/relationships/slideLayout" Target="../slideLayouts/slideLayout67.xml"/><Relationship Id="rId23" Type="http://schemas.openxmlformats.org/officeDocument/2006/relationships/slideLayout" Target="../slideLayouts/slideLayout22.xml"/><Relationship Id="rId67" Type="http://schemas.openxmlformats.org/officeDocument/2006/relationships/slideLayout" Target="../slideLayouts/slideLayout66.xml"/><Relationship Id="rId60" Type="http://schemas.openxmlformats.org/officeDocument/2006/relationships/slideLayout" Target="../slideLayouts/slideLayout59.xml"/><Relationship Id="rId26" Type="http://schemas.openxmlformats.org/officeDocument/2006/relationships/slideLayout" Target="../slideLayouts/slideLayout25.xml"/><Relationship Id="rId25" Type="http://schemas.openxmlformats.org/officeDocument/2006/relationships/slideLayout" Target="../slideLayouts/slideLayout24.xml"/><Relationship Id="rId69" Type="http://schemas.openxmlformats.org/officeDocument/2006/relationships/slideLayout" Target="../slideLayouts/slideLayout68.xml"/><Relationship Id="rId28" Type="http://schemas.openxmlformats.org/officeDocument/2006/relationships/slideLayout" Target="../slideLayouts/slideLayout27.xml"/><Relationship Id="rId27" Type="http://schemas.openxmlformats.org/officeDocument/2006/relationships/slideLayout" Target="../slideLayouts/slideLayout26.xml"/><Relationship Id="rId29" Type="http://schemas.openxmlformats.org/officeDocument/2006/relationships/slideLayout" Target="../slideLayouts/slideLayout28.xml"/><Relationship Id="rId51" Type="http://schemas.openxmlformats.org/officeDocument/2006/relationships/slideLayout" Target="../slideLayouts/slideLayout50.xml"/><Relationship Id="rId50" Type="http://schemas.openxmlformats.org/officeDocument/2006/relationships/slideLayout" Target="../slideLayouts/slideLayout49.xml"/><Relationship Id="rId53" Type="http://schemas.openxmlformats.org/officeDocument/2006/relationships/slideLayout" Target="../slideLayouts/slideLayout52.xml"/><Relationship Id="rId52" Type="http://schemas.openxmlformats.org/officeDocument/2006/relationships/slideLayout" Target="../slideLayouts/slideLayout51.xml"/><Relationship Id="rId11" Type="http://schemas.openxmlformats.org/officeDocument/2006/relationships/slideLayout" Target="../slideLayouts/slideLayout10.xml"/><Relationship Id="rId55" Type="http://schemas.openxmlformats.org/officeDocument/2006/relationships/slideLayout" Target="../slideLayouts/slideLayout54.xml"/><Relationship Id="rId10" Type="http://schemas.openxmlformats.org/officeDocument/2006/relationships/slideLayout" Target="../slideLayouts/slideLayout9.xml"/><Relationship Id="rId54" Type="http://schemas.openxmlformats.org/officeDocument/2006/relationships/slideLayout" Target="../slideLayouts/slideLayout53.xml"/><Relationship Id="rId13" Type="http://schemas.openxmlformats.org/officeDocument/2006/relationships/slideLayout" Target="../slideLayouts/slideLayout12.xml"/><Relationship Id="rId57" Type="http://schemas.openxmlformats.org/officeDocument/2006/relationships/slideLayout" Target="../slideLayouts/slideLayout56.xml"/><Relationship Id="rId12" Type="http://schemas.openxmlformats.org/officeDocument/2006/relationships/slideLayout" Target="../slideLayouts/slideLayout11.xml"/><Relationship Id="rId56" Type="http://schemas.openxmlformats.org/officeDocument/2006/relationships/slideLayout" Target="../slideLayouts/slideLayout55.xml"/><Relationship Id="rId15" Type="http://schemas.openxmlformats.org/officeDocument/2006/relationships/slideLayout" Target="../slideLayouts/slideLayout14.xml"/><Relationship Id="rId59" Type="http://schemas.openxmlformats.org/officeDocument/2006/relationships/slideLayout" Target="../slideLayouts/slideLayout58.xml"/><Relationship Id="rId14" Type="http://schemas.openxmlformats.org/officeDocument/2006/relationships/slideLayout" Target="../slideLayouts/slideLayout13.xml"/><Relationship Id="rId58" Type="http://schemas.openxmlformats.org/officeDocument/2006/relationships/slideLayout" Target="../slideLayouts/slideLayout57.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19" Type="http://schemas.openxmlformats.org/officeDocument/2006/relationships/slideLayout" Target="../slideLayouts/slideLayout18.xml"/><Relationship Id="rId18"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9000" y="73800"/>
            <a:ext cx="6600600" cy="814500"/>
          </a:xfrm>
          <a:prstGeom prst="rect">
            <a:avLst/>
          </a:prstGeom>
          <a:noFill/>
          <a:ln>
            <a:noFill/>
          </a:ln>
        </p:spPr>
        <p:txBody>
          <a:bodyPr anchorCtr="0" anchor="t" bIns="0" lIns="0" spcFirstLastPara="1" rIns="0" wrap="square" tIns="0">
            <a:noAutofit/>
          </a:bodyPr>
          <a:lstStyle>
            <a:lvl1pPr lvl="0" rtl="0">
              <a:lnSpc>
                <a:spcPct val="115000"/>
              </a:lnSpc>
              <a:spcBef>
                <a:spcPts val="0"/>
              </a:spcBef>
              <a:spcAft>
                <a:spcPts val="0"/>
              </a:spcAft>
              <a:buClr>
                <a:schemeClr val="dk1"/>
              </a:buClr>
              <a:buSzPts val="2200"/>
              <a:buFont typeface="Lexend"/>
              <a:buNone/>
              <a:defRPr b="1" sz="2200">
                <a:solidFill>
                  <a:schemeClr val="dk1"/>
                </a:solidFill>
                <a:latin typeface="Lexend"/>
                <a:ea typeface="Lexend"/>
                <a:cs typeface="Lexend"/>
                <a:sym typeface="Lexend"/>
              </a:defRPr>
            </a:lvl1pPr>
            <a:lvl2pPr lvl="1"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2pPr>
            <a:lvl3pPr lvl="2"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3pPr>
            <a:lvl4pPr lvl="3"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4pPr>
            <a:lvl5pPr lvl="4"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5pPr>
            <a:lvl6pPr lvl="5"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6pPr>
            <a:lvl7pPr lvl="6"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7pPr>
            <a:lvl8pPr lvl="7"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8pPr>
            <a:lvl9pPr lvl="8"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9pPr>
          </a:lstStyle>
          <a:p/>
        </p:txBody>
      </p:sp>
      <p:sp>
        <p:nvSpPr>
          <p:cNvPr id="7" name="Google Shape;7;p1"/>
          <p:cNvSpPr txBox="1"/>
          <p:nvPr>
            <p:ph idx="1" type="body"/>
          </p:nvPr>
        </p:nvSpPr>
        <p:spPr>
          <a:xfrm>
            <a:off x="459000" y="523400"/>
            <a:ext cx="8226000" cy="3159900"/>
          </a:xfrm>
          <a:prstGeom prst="rect">
            <a:avLst/>
          </a:prstGeom>
          <a:noFill/>
          <a:ln>
            <a:noFill/>
          </a:ln>
        </p:spPr>
        <p:txBody>
          <a:bodyPr anchorCtr="0" anchor="t" bIns="0" lIns="0" spcFirstLastPara="1" rIns="0" wrap="square" tIns="0">
            <a:noAutofit/>
          </a:bodyPr>
          <a:lstStyle>
            <a:lvl1pPr indent="-368300" lvl="0" marL="457200" rtl="0">
              <a:lnSpc>
                <a:spcPct val="130000"/>
              </a:lnSpc>
              <a:spcBef>
                <a:spcPts val="0"/>
              </a:spcBef>
              <a:spcAft>
                <a:spcPts val="0"/>
              </a:spcAft>
              <a:buClr>
                <a:schemeClr val="dk1"/>
              </a:buClr>
              <a:buSzPts val="2200"/>
              <a:buFont typeface="Lexend"/>
              <a:buChar char="●"/>
              <a:defRPr sz="2200">
                <a:solidFill>
                  <a:schemeClr val="dk1"/>
                </a:solidFill>
                <a:latin typeface="Lexend"/>
                <a:ea typeface="Lexend"/>
                <a:cs typeface="Lexend"/>
                <a:sym typeface="Lexend"/>
              </a:defRPr>
            </a:lvl1pPr>
            <a:lvl2pPr indent="-361950" lvl="1" marL="914400" rtl="0">
              <a:lnSpc>
                <a:spcPct val="130000"/>
              </a:lnSpc>
              <a:spcBef>
                <a:spcPts val="1000"/>
              </a:spcBef>
              <a:spcAft>
                <a:spcPts val="0"/>
              </a:spcAft>
              <a:buClr>
                <a:schemeClr val="dk1"/>
              </a:buClr>
              <a:buSzPts val="2100"/>
              <a:buFont typeface="Lexend"/>
              <a:buChar char="–"/>
              <a:defRPr sz="2100">
                <a:solidFill>
                  <a:schemeClr val="dk1"/>
                </a:solidFill>
                <a:latin typeface="Lexend"/>
                <a:ea typeface="Lexend"/>
                <a:cs typeface="Lexend"/>
                <a:sym typeface="Lexend"/>
              </a:defRPr>
            </a:lvl2pPr>
            <a:lvl3pPr indent="-355600" lvl="2" marL="1371600" rtl="0">
              <a:lnSpc>
                <a:spcPct val="130000"/>
              </a:lnSpc>
              <a:spcBef>
                <a:spcPts val="1000"/>
              </a:spcBef>
              <a:spcAft>
                <a:spcPts val="0"/>
              </a:spcAft>
              <a:buClr>
                <a:schemeClr val="dk1"/>
              </a:buClr>
              <a:buSzPts val="2000"/>
              <a:buFont typeface="Lexend"/>
              <a:buChar char="–"/>
              <a:defRPr sz="2000">
                <a:solidFill>
                  <a:schemeClr val="dk1"/>
                </a:solidFill>
                <a:latin typeface="Lexend"/>
                <a:ea typeface="Lexend"/>
                <a:cs typeface="Lexend"/>
                <a:sym typeface="Lexend"/>
              </a:defRPr>
            </a:lvl3pPr>
            <a:lvl4pPr indent="-349250" lvl="3" marL="1828800" rtl="0">
              <a:lnSpc>
                <a:spcPct val="130000"/>
              </a:lnSpc>
              <a:spcBef>
                <a:spcPts val="800"/>
              </a:spcBef>
              <a:spcAft>
                <a:spcPts val="0"/>
              </a:spcAft>
              <a:buClr>
                <a:schemeClr val="dk1"/>
              </a:buClr>
              <a:buSzPts val="1900"/>
              <a:buFont typeface="Lexend"/>
              <a:buChar char="–"/>
              <a:defRPr sz="1900">
                <a:solidFill>
                  <a:schemeClr val="dk1"/>
                </a:solidFill>
                <a:latin typeface="Lexend"/>
                <a:ea typeface="Lexend"/>
                <a:cs typeface="Lexend"/>
                <a:sym typeface="Lexend"/>
              </a:defRPr>
            </a:lvl4pPr>
            <a:lvl5pPr indent="-342900" lvl="4" marL="2286000" rtl="0">
              <a:lnSpc>
                <a:spcPct val="130000"/>
              </a:lnSpc>
              <a:spcBef>
                <a:spcPts val="800"/>
              </a:spcBef>
              <a:spcAft>
                <a:spcPts val="0"/>
              </a:spcAft>
              <a:buClr>
                <a:schemeClr val="dk1"/>
              </a:buClr>
              <a:buSzPts val="1800"/>
              <a:buFont typeface="Lexend"/>
              <a:buChar char="–"/>
              <a:defRPr sz="1800">
                <a:solidFill>
                  <a:schemeClr val="dk1"/>
                </a:solidFill>
                <a:latin typeface="Lexend"/>
                <a:ea typeface="Lexend"/>
                <a:cs typeface="Lexend"/>
                <a:sym typeface="Lexend"/>
              </a:defRPr>
            </a:lvl5pPr>
            <a:lvl6pPr indent="-342900" lvl="5" marL="2743200" rtl="0">
              <a:lnSpc>
                <a:spcPct val="130000"/>
              </a:lnSpc>
              <a:spcBef>
                <a:spcPts val="600"/>
              </a:spcBef>
              <a:spcAft>
                <a:spcPts val="0"/>
              </a:spcAft>
              <a:buClr>
                <a:schemeClr val="dk1"/>
              </a:buClr>
              <a:buSzPts val="1800"/>
              <a:buFont typeface="Lexend"/>
              <a:buChar char="–"/>
              <a:defRPr sz="1800">
                <a:solidFill>
                  <a:schemeClr val="dk1"/>
                </a:solidFill>
                <a:latin typeface="Lexend"/>
                <a:ea typeface="Lexend"/>
                <a:cs typeface="Lexend"/>
                <a:sym typeface="Lexend"/>
              </a:defRPr>
            </a:lvl6pPr>
            <a:lvl7pPr indent="-342900" lvl="6" marL="3200400" rtl="0">
              <a:lnSpc>
                <a:spcPct val="130000"/>
              </a:lnSpc>
              <a:spcBef>
                <a:spcPts val="600"/>
              </a:spcBef>
              <a:spcAft>
                <a:spcPts val="0"/>
              </a:spcAft>
              <a:buClr>
                <a:schemeClr val="dk1"/>
              </a:buClr>
              <a:buSzPts val="1800"/>
              <a:buFont typeface="Lexend"/>
              <a:buChar char="–"/>
              <a:defRPr sz="1800">
                <a:solidFill>
                  <a:schemeClr val="dk1"/>
                </a:solidFill>
                <a:latin typeface="Lexend"/>
                <a:ea typeface="Lexend"/>
                <a:cs typeface="Lexend"/>
                <a:sym typeface="Lexend"/>
              </a:defRPr>
            </a:lvl7pPr>
            <a:lvl8pPr indent="-342900" lvl="7" marL="3657600" rtl="0">
              <a:lnSpc>
                <a:spcPct val="130000"/>
              </a:lnSpc>
              <a:spcBef>
                <a:spcPts val="400"/>
              </a:spcBef>
              <a:spcAft>
                <a:spcPts val="0"/>
              </a:spcAft>
              <a:buClr>
                <a:schemeClr val="dk1"/>
              </a:buClr>
              <a:buSzPts val="1800"/>
              <a:buFont typeface="Lexend"/>
              <a:buChar char="–"/>
              <a:defRPr sz="1800">
                <a:solidFill>
                  <a:schemeClr val="dk1"/>
                </a:solidFill>
                <a:latin typeface="Lexend"/>
                <a:ea typeface="Lexend"/>
                <a:cs typeface="Lexend"/>
                <a:sym typeface="Lexend"/>
              </a:defRPr>
            </a:lvl8pPr>
            <a:lvl9pPr indent="-342900" lvl="8" marL="4114800" rtl="0">
              <a:lnSpc>
                <a:spcPct val="130000"/>
              </a:lnSpc>
              <a:spcBef>
                <a:spcPts val="400"/>
              </a:spcBef>
              <a:spcAft>
                <a:spcPts val="200"/>
              </a:spcAft>
              <a:buClr>
                <a:schemeClr val="dk1"/>
              </a:buClr>
              <a:buSzPts val="1800"/>
              <a:buFont typeface="Kalam"/>
              <a:buChar char="–"/>
              <a:defRPr sz="1800">
                <a:solidFill>
                  <a:schemeClr val="dk1"/>
                </a:solidFill>
                <a:latin typeface="Kalam"/>
                <a:ea typeface="Kalam"/>
                <a:cs typeface="Kalam"/>
                <a:sym typeface="Kalam"/>
              </a:defRPr>
            </a:lvl9pPr>
          </a:lstStyle>
          <a:p/>
        </p:txBody>
      </p:sp>
      <p:pic>
        <p:nvPicPr>
          <p:cNvPr id="8" name="Google Shape;8;p1"/>
          <p:cNvPicPr preferRelativeResize="0"/>
          <p:nvPr/>
        </p:nvPicPr>
        <p:blipFill>
          <a:blip r:embed="rId1">
            <a:alphaModFix/>
          </a:blip>
          <a:stretch>
            <a:fillRect/>
          </a:stretch>
        </p:blipFill>
        <p:spPr>
          <a:xfrm>
            <a:off x="8524129" y="4430050"/>
            <a:ext cx="234000" cy="318241"/>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 id="2147483662" r:id="rId16"/>
    <p:sldLayoutId id="2147483663" r:id="rId17"/>
    <p:sldLayoutId id="2147483664" r:id="rId18"/>
    <p:sldLayoutId id="2147483665" r:id="rId19"/>
    <p:sldLayoutId id="2147483666" r:id="rId20"/>
    <p:sldLayoutId id="2147483667" r:id="rId21"/>
    <p:sldLayoutId id="2147483668" r:id="rId22"/>
    <p:sldLayoutId id="2147483669" r:id="rId23"/>
    <p:sldLayoutId id="2147483670" r:id="rId24"/>
    <p:sldLayoutId id="2147483671" r:id="rId25"/>
    <p:sldLayoutId id="2147483672" r:id="rId26"/>
    <p:sldLayoutId id="2147483673" r:id="rId27"/>
    <p:sldLayoutId id="2147483674" r:id="rId28"/>
    <p:sldLayoutId id="2147483675" r:id="rId29"/>
    <p:sldLayoutId id="2147483676" r:id="rId30"/>
    <p:sldLayoutId id="2147483677" r:id="rId31"/>
    <p:sldLayoutId id="2147483678" r:id="rId32"/>
    <p:sldLayoutId id="2147483679" r:id="rId33"/>
    <p:sldLayoutId id="2147483680" r:id="rId34"/>
    <p:sldLayoutId id="2147483681" r:id="rId35"/>
    <p:sldLayoutId id="2147483682" r:id="rId36"/>
    <p:sldLayoutId id="2147483683" r:id="rId37"/>
    <p:sldLayoutId id="2147483684" r:id="rId38"/>
    <p:sldLayoutId id="2147483685" r:id="rId39"/>
    <p:sldLayoutId id="2147483686" r:id="rId40"/>
    <p:sldLayoutId id="2147483687" r:id="rId41"/>
    <p:sldLayoutId id="2147483688" r:id="rId42"/>
    <p:sldLayoutId id="2147483689" r:id="rId43"/>
    <p:sldLayoutId id="2147483690" r:id="rId44"/>
    <p:sldLayoutId id="2147483691" r:id="rId45"/>
    <p:sldLayoutId id="2147483692" r:id="rId46"/>
    <p:sldLayoutId id="2147483693" r:id="rId47"/>
    <p:sldLayoutId id="2147483694" r:id="rId48"/>
    <p:sldLayoutId id="2147483695" r:id="rId49"/>
    <p:sldLayoutId id="2147483696" r:id="rId50"/>
    <p:sldLayoutId id="2147483697" r:id="rId51"/>
    <p:sldLayoutId id="2147483698" r:id="rId52"/>
    <p:sldLayoutId id="2147483699" r:id="rId53"/>
    <p:sldLayoutId id="2147483700" r:id="rId54"/>
    <p:sldLayoutId id="2147483701" r:id="rId55"/>
    <p:sldLayoutId id="2147483702" r:id="rId56"/>
    <p:sldLayoutId id="2147483703" r:id="rId57"/>
    <p:sldLayoutId id="2147483704" r:id="rId58"/>
    <p:sldLayoutId id="2147483705" r:id="rId59"/>
    <p:sldLayoutId id="2147483706" r:id="rId60"/>
    <p:sldLayoutId id="2147483707" r:id="rId61"/>
    <p:sldLayoutId id="2147483708" r:id="rId62"/>
    <p:sldLayoutId id="2147483709" r:id="rId63"/>
    <p:sldLayoutId id="2147483710" r:id="rId64"/>
    <p:sldLayoutId id="2147483711" r:id="rId65"/>
    <p:sldLayoutId id="2147483712" r:id="rId66"/>
    <p:sldLayoutId id="2147483713" r:id="rId67"/>
    <p:sldLayoutId id="2147483714" r:id="rId68"/>
    <p:sldLayoutId id="2147483715" r:id="rId69"/>
    <p:sldLayoutId id="2147483716" r:id="rId70"/>
    <p:sldLayoutId id="2147483717" r:id="rId71"/>
    <p:sldLayoutId id="2147483718" r:id="rId7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204">
          <p15:clr>
            <a:schemeClr val="dk2"/>
          </p15:clr>
        </p15:guide>
        <p15:guide id="2" pos="1819">
          <p15:clr>
            <a:srgbClr val="0000FF"/>
          </p15:clr>
        </p15:guide>
        <p15:guide id="3" orient="horz" pos="340">
          <p15:clr>
            <a:srgbClr val="222222"/>
          </p15:clr>
        </p15:guide>
        <p15:guide id="4" pos="2123">
          <p15:clr>
            <a:srgbClr val="0000FF"/>
          </p15:clr>
        </p15:guide>
        <p15:guide id="5" pos="2880">
          <p15:clr>
            <a:srgbClr val="EA4335"/>
          </p15:clr>
        </p15:guide>
        <p15:guide id="6" pos="3637">
          <p15:clr>
            <a:srgbClr val="0000FF"/>
          </p15:clr>
        </p15:guide>
        <p15:guide id="7" pos="3941">
          <p15:clr>
            <a:srgbClr val="0000FF"/>
          </p15:clr>
        </p15:guide>
        <p15:guide id="8" pos="5556">
          <p15:clr>
            <a:srgbClr val="222222"/>
          </p15:clr>
        </p15:guide>
        <p15:guide id="9" pos="1061">
          <p15:clr>
            <a:srgbClr val="9AA0A6"/>
          </p15:clr>
        </p15:guide>
        <p15:guide id="10" pos="4699">
          <p15:clr>
            <a:srgbClr val="9AA0A6"/>
          </p15:clr>
        </p15:guide>
        <p15:guide id="11" orient="horz" pos="680">
          <p15:clr>
            <a:srgbClr val="B7B7B7"/>
          </p15:clr>
        </p15:guide>
        <p15:guide id="12" orient="horz" pos="1020">
          <p15:clr>
            <a:srgbClr val="B7B7B7"/>
          </p15:clr>
        </p15:guide>
        <p15:guide id="13" orient="horz" pos="1361">
          <p15:clr>
            <a:srgbClr val="B7B7B7"/>
          </p15:clr>
        </p15:guide>
        <p15:guide id="14" orient="horz" pos="1701">
          <p15:clr>
            <a:srgbClr val="B7B7B7"/>
          </p15:clr>
        </p15:guide>
        <p15:guide id="15" orient="horz" pos="2041">
          <p15:clr>
            <a:srgbClr val="B7B7B7"/>
          </p15:clr>
        </p15:guide>
        <p15:guide id="16" orient="horz" pos="2381">
          <p15:clr>
            <a:srgbClr val="B7B7B7"/>
          </p15:clr>
        </p15:guide>
        <p15:guide id="17" orient="horz" pos="3036">
          <p15:clr>
            <a:srgbClr val="000000"/>
          </p15:clr>
        </p15:guide>
        <p15:guide id="18" pos="2721">
          <p15:clr>
            <a:schemeClr val="dk1"/>
          </p15:clr>
        </p15:guide>
        <p15:guide id="19" pos="3039">
          <p15:clr>
            <a:schemeClr val="dk1"/>
          </p15:clr>
        </p15:guide>
        <p15:guide id="20" orient="horz" pos="510">
          <p15:clr>
            <a:srgbClr val="B7B7B7"/>
          </p15:clr>
        </p15:guide>
        <p15:guide id="21" orient="horz" pos="1620">
          <p15:clr>
            <a:srgbClr val="EA4335"/>
          </p15:clr>
        </p15:guide>
        <p15:guide id="22" orient="horz" pos="2721">
          <p15:clr>
            <a:srgbClr val="B7B7B7"/>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xml"/><Relationship Id="rId3" Type="http://schemas.openxmlformats.org/officeDocument/2006/relationships/hyperlink" Target="https://support.thenational.academy/using-oaks-new-teaching-resources?utm_campaign=OakSlideDeck&amp;utm_medium=document&amp;utm_source=guide"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5.xml"/><Relationship Id="rId3" Type="http://schemas.openxmlformats.org/officeDocument/2006/relationships/image" Target="../media/image6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6.xml"/><Relationship Id="rId3" Type="http://schemas.openxmlformats.org/officeDocument/2006/relationships/image" Target="../media/image67.png"/><Relationship Id="rId4" Type="http://schemas.openxmlformats.org/officeDocument/2006/relationships/image" Target="../media/image73.png"/><Relationship Id="rId5" Type="http://schemas.openxmlformats.org/officeDocument/2006/relationships/image" Target="../media/image7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7.xml"/><Relationship Id="rId3" Type="http://schemas.openxmlformats.org/officeDocument/2006/relationships/image" Target="../media/image75.png"/><Relationship Id="rId4" Type="http://schemas.openxmlformats.org/officeDocument/2006/relationships/image" Target="../media/image7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4.xml"/><Relationship Id="rId2" Type="http://schemas.openxmlformats.org/officeDocument/2006/relationships/notesSlide" Target="../notesSlides/notesSlide8.xml"/><Relationship Id="rId3" Type="http://schemas.openxmlformats.org/officeDocument/2006/relationships/image" Target="../media/image62.png"/><Relationship Id="rId4" Type="http://schemas.openxmlformats.org/officeDocument/2006/relationships/image" Target="../media/image7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9.xml"/><Relationship Id="rId3" Type="http://schemas.openxmlformats.org/officeDocument/2006/relationships/image" Target="../media/image72.png"/><Relationship Id="rId4" Type="http://schemas.openxmlformats.org/officeDocument/2006/relationships/image" Target="../media/image6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10.xml"/><Relationship Id="rId3" Type="http://schemas.openxmlformats.org/officeDocument/2006/relationships/image" Target="../media/image72.png"/><Relationship Id="rId4" Type="http://schemas.openxmlformats.org/officeDocument/2006/relationships/image" Target="../media/image6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4.xml"/><Relationship Id="rId2" Type="http://schemas.openxmlformats.org/officeDocument/2006/relationships/notesSlide" Target="../notesSlides/notesSlide11.xml"/><Relationship Id="rId3" Type="http://schemas.openxmlformats.org/officeDocument/2006/relationships/image" Target="../media/image62.png"/><Relationship Id="rId4" Type="http://schemas.openxmlformats.org/officeDocument/2006/relationships/image" Target="../media/image7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4.xml"/><Relationship Id="rId2" Type="http://schemas.openxmlformats.org/officeDocument/2006/relationships/notesSlide" Target="../notesSlides/notesSlide12.xml"/><Relationship Id="rId3" Type="http://schemas.openxmlformats.org/officeDocument/2006/relationships/image" Target="../media/image62.png"/><Relationship Id="rId4" Type="http://schemas.openxmlformats.org/officeDocument/2006/relationships/image" Target="../media/image74.png"/><Relationship Id="rId5" Type="http://schemas.openxmlformats.org/officeDocument/2006/relationships/image" Target="../media/image7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4.xml"/><Relationship Id="rId2" Type="http://schemas.openxmlformats.org/officeDocument/2006/relationships/notesSlide" Target="../notesSlides/notesSlide13.xml"/><Relationship Id="rId3" Type="http://schemas.openxmlformats.org/officeDocument/2006/relationships/image" Target="../media/image62.png"/><Relationship Id="rId4" Type="http://schemas.openxmlformats.org/officeDocument/2006/relationships/image" Target="../media/image7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8.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8.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20.xml"/><Relationship Id="rId3" Type="http://schemas.openxmlformats.org/officeDocument/2006/relationships/image" Target="../media/image6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5.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5.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5.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5.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5.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9.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9.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3.xml"/><Relationship Id="rId2" Type="http://schemas.openxmlformats.org/officeDocument/2006/relationships/notesSlide" Target="../notesSlides/notesSlide33.xml"/><Relationship Id="rId3" Type="http://schemas.openxmlformats.org/officeDocument/2006/relationships/image" Target="../media/image77.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3.xml"/><Relationship Id="rId2" Type="http://schemas.openxmlformats.org/officeDocument/2006/relationships/notesSlide" Target="../notesSlides/notesSlide34.xml"/><Relationship Id="rId3" Type="http://schemas.openxmlformats.org/officeDocument/2006/relationships/image" Target="../media/image77.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3.xml"/><Relationship Id="rId2" Type="http://schemas.openxmlformats.org/officeDocument/2006/relationships/notesSlide" Target="../notesSlides/notesSlide35.xml"/><Relationship Id="rId3" Type="http://schemas.openxmlformats.org/officeDocument/2006/relationships/image" Target="../media/image77.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6.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0.xml"/><Relationship Id="rId2" Type="http://schemas.openxmlformats.org/officeDocument/2006/relationships/notesSlide" Target="../notesSlides/notesSlide38.xml"/><Relationship Id="rId3" Type="http://schemas.openxmlformats.org/officeDocument/2006/relationships/hyperlink" Target="https://www.nationalarchives.gov.uk/doc/open-government-licence/version/3/" TargetMode="External"/><Relationship Id="rId4" Type="http://schemas.openxmlformats.org/officeDocument/2006/relationships/hyperlink" Target="https://www.thenational.academy/legal/terms-and-conditions" TargetMode="External"/><Relationship Id="rId5" Type="http://schemas.openxmlformats.org/officeDocument/2006/relationships/image" Target="../media/image7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5" name="Shape 835"/>
        <p:cNvGrpSpPr/>
        <p:nvPr/>
      </p:nvGrpSpPr>
      <p:grpSpPr>
        <a:xfrm>
          <a:off x="0" y="0"/>
          <a:ext cx="0" cy="0"/>
          <a:chOff x="0" y="0"/>
          <a:chExt cx="0" cy="0"/>
        </a:xfrm>
      </p:grpSpPr>
      <p:sp>
        <p:nvSpPr>
          <p:cNvPr id="836" name="Google Shape;836;p73"/>
          <p:cNvSpPr txBox="1"/>
          <p:nvPr>
            <p:ph type="ctrTitle"/>
          </p:nvPr>
        </p:nvSpPr>
        <p:spPr>
          <a:xfrm>
            <a:off x="323850" y="810000"/>
            <a:ext cx="5502000" cy="2742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Making cities greener</a:t>
            </a:r>
            <a:endParaRPr/>
          </a:p>
        </p:txBody>
      </p:sp>
      <p:sp>
        <p:nvSpPr>
          <p:cNvPr id="837" name="Google Shape;837;p73"/>
          <p:cNvSpPr txBox="1"/>
          <p:nvPr>
            <p:ph idx="1" type="subTitle"/>
          </p:nvPr>
        </p:nvSpPr>
        <p:spPr>
          <a:xfrm>
            <a:off x="966425" y="4327975"/>
            <a:ext cx="5942400" cy="669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Maths and the environment</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841" name="Shape 841"/>
        <p:cNvGrpSpPr/>
        <p:nvPr/>
      </p:nvGrpSpPr>
      <p:grpSpPr>
        <a:xfrm>
          <a:off x="0" y="0"/>
          <a:ext cx="0" cy="0"/>
          <a:chOff x="0" y="0"/>
          <a:chExt cx="0" cy="0"/>
        </a:xfrm>
      </p:grpSpPr>
      <p:sp>
        <p:nvSpPr>
          <p:cNvPr id="842" name="Google Shape;842;p74"/>
          <p:cNvSpPr txBox="1"/>
          <p:nvPr/>
        </p:nvSpPr>
        <p:spPr>
          <a:xfrm>
            <a:off x="4917900" y="956025"/>
            <a:ext cx="3661200" cy="6465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1000"/>
              </a:spcAft>
              <a:buNone/>
            </a:pPr>
            <a:r>
              <a:rPr lang="en-GB" sz="1200" u="sng">
                <a:solidFill>
                  <a:srgbClr val="374CF1"/>
                </a:solidFill>
                <a:latin typeface="Lexend"/>
                <a:ea typeface="Lexend"/>
                <a:cs typeface="Lexend"/>
                <a:sym typeface="Lexend"/>
                <a:hlinkClick r:id="rId3">
                  <a:extLst>
                    <a:ext uri="{A12FA001-AC4F-418D-AE19-62706E023703}">
                      <ahyp:hlinkClr val="tx"/>
                    </a:ext>
                  </a:extLst>
                </a:hlinkClick>
              </a:rPr>
              <a:t>How our teaching resources are designed for the classroom</a:t>
            </a:r>
            <a:endParaRPr sz="1200">
              <a:latin typeface="Lexend"/>
              <a:ea typeface="Lexend"/>
              <a:cs typeface="Lexend"/>
              <a:sym typeface="Lexen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6" name="Shape 846"/>
        <p:cNvGrpSpPr/>
        <p:nvPr/>
      </p:nvGrpSpPr>
      <p:grpSpPr>
        <a:xfrm>
          <a:off x="0" y="0"/>
          <a:ext cx="0" cy="0"/>
          <a:chOff x="0" y="0"/>
          <a:chExt cx="0" cy="0"/>
        </a:xfrm>
      </p:grpSpPr>
      <p:sp>
        <p:nvSpPr>
          <p:cNvPr id="847" name="Google Shape;847;p75"/>
          <p:cNvSpPr txBox="1"/>
          <p:nvPr>
            <p:ph idx="1" type="subTitle"/>
          </p:nvPr>
        </p:nvSpPr>
        <p:spPr>
          <a:xfrm>
            <a:off x="585575" y="1463950"/>
            <a:ext cx="7351200" cy="2762700"/>
          </a:xfrm>
          <a:prstGeom prst="rect">
            <a:avLst/>
          </a:prstGeom>
        </p:spPr>
        <p:txBody>
          <a:bodyPr anchorCtr="0" anchor="ctr" bIns="0" lIns="0" spcFirstLastPara="1" rIns="0" wrap="square" tIns="0">
            <a:noAutofit/>
          </a:bodyPr>
          <a:lstStyle/>
          <a:p>
            <a:pPr indent="0" lvl="0" marL="0" rtl="0" algn="l">
              <a:spcBef>
                <a:spcPts val="0"/>
              </a:spcBef>
              <a:spcAft>
                <a:spcPts val="1000"/>
              </a:spcAft>
              <a:buNone/>
            </a:pPr>
            <a:r>
              <a:rPr lang="en-GB"/>
              <a:t>I can understand various approaches to improve local environments.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1" name="Shape 851"/>
        <p:cNvGrpSpPr/>
        <p:nvPr/>
      </p:nvGrpSpPr>
      <p:grpSpPr>
        <a:xfrm>
          <a:off x="0" y="0"/>
          <a:ext cx="0" cy="0"/>
          <a:chOff x="0" y="0"/>
          <a:chExt cx="0" cy="0"/>
        </a:xfrm>
      </p:grpSpPr>
      <p:sp>
        <p:nvSpPr>
          <p:cNvPr id="852" name="Google Shape;852;p76"/>
          <p:cNvSpPr txBox="1"/>
          <p:nvPr/>
        </p:nvSpPr>
        <p:spPr>
          <a:xfrm>
            <a:off x="324000" y="778110"/>
            <a:ext cx="8496000" cy="463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A forecast is a prediction of a future event occurring (based on data).</a:t>
            </a:r>
            <a:endParaRPr sz="1800">
              <a:solidFill>
                <a:schemeClr val="dk1"/>
              </a:solidFill>
              <a:latin typeface="Lexend"/>
              <a:ea typeface="Lexend"/>
              <a:cs typeface="Lexend"/>
              <a:sym typeface="Lexend"/>
            </a:endParaRPr>
          </a:p>
          <a:p>
            <a:pPr indent="0" lvl="0" marL="0" rtl="0" algn="l">
              <a:spcBef>
                <a:spcPts val="0"/>
              </a:spcBef>
              <a:spcAft>
                <a:spcPts val="0"/>
              </a:spcAft>
              <a:buNone/>
            </a:pPr>
            <a:r>
              <a:t/>
            </a:r>
            <a:endParaRPr sz="1800">
              <a:solidFill>
                <a:schemeClr val="dk1"/>
              </a:solidFill>
              <a:latin typeface="Lexend"/>
              <a:ea typeface="Lexend"/>
              <a:cs typeface="Lexend"/>
              <a:sym typeface="Lexend"/>
            </a:endParaRPr>
          </a:p>
          <a:p>
            <a:pPr indent="0" lvl="0" marL="0" rtl="0" algn="l">
              <a:spcBef>
                <a:spcPts val="0"/>
              </a:spcBef>
              <a:spcAft>
                <a:spcPts val="0"/>
              </a:spcAft>
              <a:buNone/>
            </a:pPr>
            <a:r>
              <a:rPr lang="en-GB" sz="1800">
                <a:solidFill>
                  <a:schemeClr val="dk1"/>
                </a:solidFill>
                <a:latin typeface="Lexend"/>
                <a:ea typeface="Lexend"/>
                <a:cs typeface="Lexend"/>
                <a:sym typeface="Lexend"/>
              </a:rPr>
              <a:t>Extrapolation is the process of estimating unknown values that are outside the range of existing data. </a:t>
            </a:r>
            <a:endParaRPr sz="1800">
              <a:solidFill>
                <a:schemeClr val="dk1"/>
              </a:solidFill>
              <a:latin typeface="Lexend"/>
              <a:ea typeface="Lexend"/>
              <a:cs typeface="Lexend"/>
              <a:sym typeface="Lexend"/>
            </a:endParaRPr>
          </a:p>
          <a:p>
            <a:pPr indent="0" lvl="0" marL="0" rtl="0" algn="l">
              <a:spcBef>
                <a:spcPts val="0"/>
              </a:spcBef>
              <a:spcAft>
                <a:spcPts val="0"/>
              </a:spcAft>
              <a:buNone/>
            </a:pPr>
            <a:r>
              <a:t/>
            </a:r>
            <a:endParaRPr sz="1800">
              <a:solidFill>
                <a:schemeClr val="dk1"/>
              </a:solidFill>
              <a:latin typeface="Lexend"/>
              <a:ea typeface="Lexend"/>
              <a:cs typeface="Lexend"/>
              <a:sym typeface="Lexend"/>
            </a:endParaRPr>
          </a:p>
          <a:p>
            <a:pPr indent="0" lvl="0" marL="0" rtl="0" algn="l">
              <a:spcBef>
                <a:spcPts val="0"/>
              </a:spcBef>
              <a:spcAft>
                <a:spcPts val="0"/>
              </a:spcAft>
              <a:buNone/>
            </a:pPr>
            <a:r>
              <a:rPr lang="en-GB" sz="1800">
                <a:solidFill>
                  <a:schemeClr val="dk1"/>
                </a:solidFill>
                <a:latin typeface="Lexend"/>
                <a:ea typeface="Lexend"/>
                <a:cs typeface="Lexend"/>
                <a:sym typeface="Lexend"/>
              </a:rPr>
              <a:t>Climate is the average weather pattern in an area across a long period of time.</a:t>
            </a:r>
            <a:endParaRPr sz="1800">
              <a:solidFill>
                <a:schemeClr val="dk1"/>
              </a:solidFill>
              <a:latin typeface="Lexend"/>
              <a:ea typeface="Lexend"/>
              <a:cs typeface="Lexend"/>
              <a:sym typeface="Lexend"/>
            </a:endParaRPr>
          </a:p>
          <a:p>
            <a:pPr indent="0" lvl="0" marL="0" rtl="0" algn="l">
              <a:spcBef>
                <a:spcPts val="0"/>
              </a:spcBef>
              <a:spcAft>
                <a:spcPts val="0"/>
              </a:spcAft>
              <a:buNone/>
            </a:pPr>
            <a:r>
              <a:t/>
            </a:r>
            <a:endParaRPr sz="1800">
              <a:solidFill>
                <a:schemeClr val="dk1"/>
              </a:solidFill>
              <a:latin typeface="Lexend"/>
              <a:ea typeface="Lexend"/>
              <a:cs typeface="Lexend"/>
              <a:sym typeface="Lexend"/>
            </a:endParaRPr>
          </a:p>
          <a:p>
            <a:pPr indent="0" lvl="0" marL="0" rtl="0" algn="l">
              <a:spcBef>
                <a:spcPts val="0"/>
              </a:spcBef>
              <a:spcAft>
                <a:spcPts val="0"/>
              </a:spcAft>
              <a:buNone/>
            </a:pPr>
            <a:r>
              <a:rPr b="1" lang="en-GB" sz="1800">
                <a:solidFill>
                  <a:schemeClr val="dk1"/>
                </a:solidFill>
                <a:latin typeface="Lexend"/>
                <a:ea typeface="Lexend"/>
                <a:cs typeface="Lexend"/>
                <a:sym typeface="Lexend"/>
              </a:rPr>
              <a:t>Urban</a:t>
            </a:r>
            <a:r>
              <a:rPr lang="en-GB" sz="1800">
                <a:solidFill>
                  <a:schemeClr val="dk1"/>
                </a:solidFill>
                <a:latin typeface="Lexend"/>
                <a:ea typeface="Lexend"/>
                <a:cs typeface="Lexend"/>
                <a:sym typeface="Lexend"/>
              </a:rPr>
              <a:t> is a word to describe a town or city, or certain properties of towns and cities.</a:t>
            </a:r>
            <a:endParaRPr sz="1800">
              <a:solidFill>
                <a:schemeClr val="dk1"/>
              </a:solidFill>
              <a:latin typeface="Lexend"/>
              <a:ea typeface="Lexend"/>
              <a:cs typeface="Lexend"/>
              <a:sym typeface="Lexen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6" name="Shape 856"/>
        <p:cNvGrpSpPr/>
        <p:nvPr/>
      </p:nvGrpSpPr>
      <p:grpSpPr>
        <a:xfrm>
          <a:off x="0" y="0"/>
          <a:ext cx="0" cy="0"/>
          <a:chOff x="0" y="0"/>
          <a:chExt cx="0" cy="0"/>
        </a:xfrm>
      </p:grpSpPr>
      <p:sp>
        <p:nvSpPr>
          <p:cNvPr id="857" name="Google Shape;857;p77"/>
          <p:cNvSpPr txBox="1"/>
          <p:nvPr>
            <p:ph idx="2" type="title"/>
          </p:nvPr>
        </p:nvSpPr>
        <p:spPr>
          <a:xfrm>
            <a:off x="1225225" y="3027088"/>
            <a:ext cx="68523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The maths behind urban greening</a:t>
            </a:r>
            <a:endParaRPr/>
          </a:p>
        </p:txBody>
      </p:sp>
      <p:sp>
        <p:nvSpPr>
          <p:cNvPr id="858" name="Google Shape;858;p77"/>
          <p:cNvSpPr txBox="1"/>
          <p:nvPr>
            <p:ph type="title"/>
          </p:nvPr>
        </p:nvSpPr>
        <p:spPr>
          <a:xfrm>
            <a:off x="1225225" y="2090813"/>
            <a:ext cx="68523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The importance of urban greening</a:t>
            </a:r>
            <a:endParaRPr/>
          </a:p>
        </p:txBody>
      </p:sp>
      <p:sp>
        <p:nvSpPr>
          <p:cNvPr id="859" name="Google Shape;859;p77"/>
          <p:cNvSpPr txBox="1"/>
          <p:nvPr>
            <p:ph idx="3" type="title"/>
          </p:nvPr>
        </p:nvSpPr>
        <p:spPr>
          <a:xfrm>
            <a:off x="324000" y="657600"/>
            <a:ext cx="5741400" cy="615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Making cities greener</a:t>
            </a:r>
            <a:endParaRPr/>
          </a:p>
        </p:txBody>
      </p:sp>
      <p:pic>
        <p:nvPicPr>
          <p:cNvPr id="860" name="Google Shape;860;p77"/>
          <p:cNvPicPr preferRelativeResize="0"/>
          <p:nvPr/>
        </p:nvPicPr>
        <p:blipFill>
          <a:blip r:embed="rId3">
            <a:alphaModFix/>
          </a:blip>
          <a:stretch>
            <a:fillRect/>
          </a:stretch>
        </p:blipFill>
        <p:spPr>
          <a:xfrm>
            <a:off x="408127" y="2059448"/>
            <a:ext cx="450575" cy="4467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6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4" name="Shape 864"/>
        <p:cNvGrpSpPr/>
        <p:nvPr/>
      </p:nvGrpSpPr>
      <p:grpSpPr>
        <a:xfrm>
          <a:off x="0" y="0"/>
          <a:ext cx="0" cy="0"/>
          <a:chOff x="0" y="0"/>
          <a:chExt cx="0" cy="0"/>
        </a:xfrm>
      </p:grpSpPr>
      <p:sp>
        <p:nvSpPr>
          <p:cNvPr id="865" name="Google Shape;865;p78"/>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The importance of urban greening</a:t>
            </a:r>
            <a:endParaRPr/>
          </a:p>
        </p:txBody>
      </p:sp>
      <p:grpSp>
        <p:nvGrpSpPr>
          <p:cNvPr id="866" name="Google Shape;866;p78"/>
          <p:cNvGrpSpPr/>
          <p:nvPr/>
        </p:nvGrpSpPr>
        <p:grpSpPr>
          <a:xfrm>
            <a:off x="4911670" y="974521"/>
            <a:ext cx="3908326" cy="1791480"/>
            <a:chOff x="4601220" y="3033991"/>
            <a:chExt cx="3908326" cy="1791480"/>
          </a:xfrm>
        </p:grpSpPr>
        <p:grpSp>
          <p:nvGrpSpPr>
            <p:cNvPr id="867" name="Google Shape;867;p78"/>
            <p:cNvGrpSpPr/>
            <p:nvPr/>
          </p:nvGrpSpPr>
          <p:grpSpPr>
            <a:xfrm>
              <a:off x="4601220" y="3033991"/>
              <a:ext cx="3333228" cy="1355128"/>
              <a:chOff x="4218747" y="3312572"/>
              <a:chExt cx="3333228" cy="1355128"/>
            </a:xfrm>
          </p:grpSpPr>
          <p:pic>
            <p:nvPicPr>
              <p:cNvPr id="868" name="Google Shape;868;p78"/>
              <p:cNvPicPr preferRelativeResize="0"/>
              <p:nvPr/>
            </p:nvPicPr>
            <p:blipFill rotWithShape="1">
              <a:blip r:embed="rId3">
                <a:alphaModFix/>
              </a:blip>
              <a:srcRect b="66617" l="41741" r="0" t="13016"/>
              <a:stretch/>
            </p:blipFill>
            <p:spPr>
              <a:xfrm flipH="1">
                <a:off x="4223028" y="3312572"/>
                <a:ext cx="3324774" cy="553300"/>
              </a:xfrm>
              <a:prstGeom prst="rect">
                <a:avLst/>
              </a:prstGeom>
              <a:noFill/>
              <a:ln>
                <a:noFill/>
              </a:ln>
            </p:spPr>
          </p:pic>
          <p:pic>
            <p:nvPicPr>
              <p:cNvPr id="869" name="Google Shape;869;p78"/>
              <p:cNvPicPr preferRelativeResize="0"/>
              <p:nvPr/>
            </p:nvPicPr>
            <p:blipFill rotWithShape="1">
              <a:blip r:embed="rId3">
                <a:alphaModFix/>
              </a:blip>
              <a:srcRect b="4762" l="41741" r="0" t="62189"/>
              <a:stretch/>
            </p:blipFill>
            <p:spPr>
              <a:xfrm flipH="1">
                <a:off x="4218747" y="3767599"/>
                <a:ext cx="3333228" cy="900100"/>
              </a:xfrm>
              <a:prstGeom prst="rect">
                <a:avLst/>
              </a:prstGeom>
              <a:noFill/>
              <a:ln>
                <a:noFill/>
              </a:ln>
            </p:spPr>
          </p:pic>
        </p:grpSp>
        <p:grpSp>
          <p:nvGrpSpPr>
            <p:cNvPr id="870" name="Google Shape;870;p78"/>
            <p:cNvGrpSpPr/>
            <p:nvPr/>
          </p:nvGrpSpPr>
          <p:grpSpPr>
            <a:xfrm>
              <a:off x="7627246" y="3872031"/>
              <a:ext cx="882300" cy="953440"/>
              <a:chOff x="3745825" y="4553421"/>
              <a:chExt cx="882300" cy="953440"/>
            </a:xfrm>
          </p:grpSpPr>
          <p:pic>
            <p:nvPicPr>
              <p:cNvPr id="871" name="Google Shape;871;p78"/>
              <p:cNvPicPr preferRelativeResize="0"/>
              <p:nvPr/>
            </p:nvPicPr>
            <p:blipFill>
              <a:blip r:embed="rId4">
                <a:alphaModFix/>
              </a:blip>
              <a:stretch>
                <a:fillRect/>
              </a:stretch>
            </p:blipFill>
            <p:spPr>
              <a:xfrm>
                <a:off x="3940144" y="4553421"/>
                <a:ext cx="493661" cy="636575"/>
              </a:xfrm>
              <a:prstGeom prst="rect">
                <a:avLst/>
              </a:prstGeom>
              <a:noFill/>
              <a:ln>
                <a:noFill/>
              </a:ln>
            </p:spPr>
          </p:pic>
          <p:sp>
            <p:nvSpPr>
              <p:cNvPr id="872" name="Google Shape;872;p78"/>
              <p:cNvSpPr txBox="1"/>
              <p:nvPr/>
            </p:nvSpPr>
            <p:spPr>
              <a:xfrm>
                <a:off x="3745825" y="5229660"/>
                <a:ext cx="882300"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1000"/>
                  </a:spcAft>
                  <a:buNone/>
                </a:pPr>
                <a:r>
                  <a:rPr lang="en-GB" sz="1800">
                    <a:solidFill>
                      <a:srgbClr val="000000"/>
                    </a:solidFill>
                    <a:latin typeface="Lexend"/>
                    <a:ea typeface="Lexend"/>
                    <a:cs typeface="Lexend"/>
                    <a:sym typeface="Lexend"/>
                  </a:rPr>
                  <a:t>Andeep</a:t>
                </a:r>
                <a:endParaRPr sz="1800">
                  <a:latin typeface="Lexend"/>
                  <a:ea typeface="Lexend"/>
                  <a:cs typeface="Lexend"/>
                  <a:sym typeface="Lexend"/>
                </a:endParaRPr>
              </a:p>
            </p:txBody>
          </p:sp>
        </p:grpSp>
        <p:sp>
          <p:nvSpPr>
            <p:cNvPr id="873" name="Google Shape;873;p78"/>
            <p:cNvSpPr txBox="1"/>
            <p:nvPr/>
          </p:nvSpPr>
          <p:spPr>
            <a:xfrm>
              <a:off x="4659492" y="3170779"/>
              <a:ext cx="3112800" cy="463800"/>
            </a:xfrm>
            <a:prstGeom prst="rect">
              <a:avLst/>
            </a:prstGeom>
            <a:noFill/>
            <a:ln>
              <a:noFill/>
            </a:ln>
          </p:spPr>
          <p:txBody>
            <a:bodyPr anchorCtr="0" anchor="t" bIns="0" lIns="0" spcFirstLastPara="1" rIns="0" wrap="square" tIns="0">
              <a:noAutofit/>
            </a:bodyPr>
            <a:lstStyle/>
            <a:p>
              <a:pPr indent="0" lvl="0" marL="0" rtl="0" algn="l">
                <a:spcBef>
                  <a:spcPts val="0"/>
                </a:spcBef>
                <a:spcAft>
                  <a:spcPts val="1000"/>
                </a:spcAft>
                <a:buNone/>
              </a:pPr>
              <a:r>
                <a:rPr lang="en-GB" sz="1700">
                  <a:latin typeface="Lexend"/>
                  <a:ea typeface="Lexend"/>
                  <a:cs typeface="Lexend"/>
                  <a:sym typeface="Lexend"/>
                </a:rPr>
                <a:t>Okay… But what does making somewhere “greener” actually mean?</a:t>
              </a:r>
              <a:endParaRPr sz="1700">
                <a:latin typeface="Lexend"/>
                <a:ea typeface="Lexend"/>
                <a:cs typeface="Lexend"/>
                <a:sym typeface="Lexend"/>
              </a:endParaRPr>
            </a:p>
          </p:txBody>
        </p:sp>
      </p:grpSp>
      <p:pic>
        <p:nvPicPr>
          <p:cNvPr id="874" name="Google Shape;874;p78"/>
          <p:cNvPicPr preferRelativeResize="0"/>
          <p:nvPr/>
        </p:nvPicPr>
        <p:blipFill>
          <a:blip r:embed="rId5">
            <a:alphaModFix/>
          </a:blip>
          <a:stretch>
            <a:fillRect/>
          </a:stretch>
        </p:blipFill>
        <p:spPr>
          <a:xfrm>
            <a:off x="669453" y="2005650"/>
            <a:ext cx="490594" cy="613500"/>
          </a:xfrm>
          <a:prstGeom prst="rect">
            <a:avLst/>
          </a:prstGeom>
          <a:noFill/>
          <a:ln>
            <a:noFill/>
          </a:ln>
        </p:spPr>
      </p:pic>
      <p:sp>
        <p:nvSpPr>
          <p:cNvPr id="875" name="Google Shape;875;p78"/>
          <p:cNvSpPr txBox="1"/>
          <p:nvPr/>
        </p:nvSpPr>
        <p:spPr>
          <a:xfrm>
            <a:off x="473596" y="2619146"/>
            <a:ext cx="882300"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1000"/>
              </a:spcAft>
              <a:buNone/>
            </a:pPr>
            <a:r>
              <a:rPr lang="en-GB" sz="1800">
                <a:latin typeface="Lexend"/>
                <a:ea typeface="Lexend"/>
                <a:cs typeface="Lexend"/>
                <a:sym typeface="Lexend"/>
              </a:rPr>
              <a:t>Jun</a:t>
            </a:r>
            <a:endParaRPr sz="1800">
              <a:latin typeface="Lexend"/>
              <a:ea typeface="Lexend"/>
              <a:cs typeface="Lexend"/>
              <a:sym typeface="Lexend"/>
            </a:endParaRPr>
          </a:p>
        </p:txBody>
      </p:sp>
      <p:grpSp>
        <p:nvGrpSpPr>
          <p:cNvPr id="876" name="Google Shape;876;p78"/>
          <p:cNvGrpSpPr/>
          <p:nvPr/>
        </p:nvGrpSpPr>
        <p:grpSpPr>
          <a:xfrm flipH="1">
            <a:off x="794345" y="876266"/>
            <a:ext cx="3333228" cy="1355128"/>
            <a:chOff x="4601220" y="3033991"/>
            <a:chExt cx="3333228" cy="1355128"/>
          </a:xfrm>
        </p:grpSpPr>
        <p:grpSp>
          <p:nvGrpSpPr>
            <p:cNvPr id="877" name="Google Shape;877;p78"/>
            <p:cNvGrpSpPr/>
            <p:nvPr/>
          </p:nvGrpSpPr>
          <p:grpSpPr>
            <a:xfrm>
              <a:off x="4601220" y="3033991"/>
              <a:ext cx="3333228" cy="1355128"/>
              <a:chOff x="4218747" y="3312572"/>
              <a:chExt cx="3333228" cy="1355128"/>
            </a:xfrm>
          </p:grpSpPr>
          <p:pic>
            <p:nvPicPr>
              <p:cNvPr id="878" name="Google Shape;878;p78"/>
              <p:cNvPicPr preferRelativeResize="0"/>
              <p:nvPr/>
            </p:nvPicPr>
            <p:blipFill rotWithShape="1">
              <a:blip r:embed="rId3">
                <a:alphaModFix/>
              </a:blip>
              <a:srcRect b="66617" l="41741" r="0" t="13016"/>
              <a:stretch/>
            </p:blipFill>
            <p:spPr>
              <a:xfrm flipH="1">
                <a:off x="4223028" y="3312572"/>
                <a:ext cx="3324774" cy="553300"/>
              </a:xfrm>
              <a:prstGeom prst="rect">
                <a:avLst/>
              </a:prstGeom>
              <a:noFill/>
              <a:ln>
                <a:noFill/>
              </a:ln>
            </p:spPr>
          </p:pic>
          <p:pic>
            <p:nvPicPr>
              <p:cNvPr id="879" name="Google Shape;879;p78"/>
              <p:cNvPicPr preferRelativeResize="0"/>
              <p:nvPr/>
            </p:nvPicPr>
            <p:blipFill rotWithShape="1">
              <a:blip r:embed="rId3">
                <a:alphaModFix/>
              </a:blip>
              <a:srcRect b="4762" l="41741" r="0" t="62189"/>
              <a:stretch/>
            </p:blipFill>
            <p:spPr>
              <a:xfrm flipH="1">
                <a:off x="4218747" y="3767599"/>
                <a:ext cx="3333228" cy="900100"/>
              </a:xfrm>
              <a:prstGeom prst="rect">
                <a:avLst/>
              </a:prstGeom>
              <a:noFill/>
              <a:ln>
                <a:noFill/>
              </a:ln>
            </p:spPr>
          </p:pic>
        </p:grpSp>
        <p:sp>
          <p:nvSpPr>
            <p:cNvPr id="880" name="Google Shape;880;p78"/>
            <p:cNvSpPr txBox="1"/>
            <p:nvPr/>
          </p:nvSpPr>
          <p:spPr>
            <a:xfrm>
              <a:off x="4659493" y="3170775"/>
              <a:ext cx="3078600" cy="463800"/>
            </a:xfrm>
            <a:prstGeom prst="rect">
              <a:avLst/>
            </a:prstGeom>
            <a:noFill/>
            <a:ln>
              <a:noFill/>
            </a:ln>
          </p:spPr>
          <p:txBody>
            <a:bodyPr anchorCtr="0" anchor="t" bIns="0" lIns="0" spcFirstLastPara="1" rIns="0" wrap="square" tIns="0">
              <a:noAutofit/>
            </a:bodyPr>
            <a:lstStyle/>
            <a:p>
              <a:pPr indent="0" lvl="0" marL="0" rtl="0" algn="l">
                <a:spcBef>
                  <a:spcPts val="0"/>
                </a:spcBef>
                <a:spcAft>
                  <a:spcPts val="1000"/>
                </a:spcAft>
                <a:buNone/>
              </a:pPr>
              <a:r>
                <a:rPr lang="en-GB" sz="1700">
                  <a:latin typeface="Lexend"/>
                  <a:ea typeface="Lexend"/>
                  <a:cs typeface="Lexend"/>
                  <a:sym typeface="Lexend"/>
                </a:rPr>
                <a:t>Apparently, making towns and cities greener is really important!</a:t>
              </a:r>
              <a:endParaRPr sz="1700">
                <a:latin typeface="Lexend"/>
                <a:ea typeface="Lexend"/>
                <a:cs typeface="Lexend"/>
                <a:sym typeface="Lexend"/>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6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4" name="Shape 884"/>
        <p:cNvGrpSpPr/>
        <p:nvPr/>
      </p:nvGrpSpPr>
      <p:grpSpPr>
        <a:xfrm>
          <a:off x="0" y="0"/>
          <a:ext cx="0" cy="0"/>
          <a:chOff x="0" y="0"/>
          <a:chExt cx="0" cy="0"/>
        </a:xfrm>
      </p:grpSpPr>
      <p:sp>
        <p:nvSpPr>
          <p:cNvPr id="885" name="Google Shape;885;p79"/>
          <p:cNvSpPr txBox="1"/>
          <p:nvPr/>
        </p:nvSpPr>
        <p:spPr>
          <a:xfrm>
            <a:off x="324000" y="1560600"/>
            <a:ext cx="3418800" cy="554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Typically, an </a:t>
            </a:r>
            <a:r>
              <a:rPr b="1" lang="en-GB" sz="1800">
                <a:latin typeface="Lexend"/>
                <a:ea typeface="Lexend"/>
                <a:cs typeface="Lexend"/>
                <a:sym typeface="Lexend"/>
              </a:rPr>
              <a:t>urban</a:t>
            </a:r>
            <a:r>
              <a:rPr lang="en-GB" sz="1800">
                <a:latin typeface="Lexend"/>
                <a:ea typeface="Lexend"/>
                <a:cs typeface="Lexend"/>
                <a:sym typeface="Lexend"/>
              </a:rPr>
              <a:t> environment has:</a:t>
            </a:r>
            <a:endParaRPr sz="1800">
              <a:latin typeface="Lexend"/>
              <a:ea typeface="Lexend"/>
              <a:cs typeface="Lexend"/>
              <a:sym typeface="Lexend"/>
            </a:endParaRPr>
          </a:p>
        </p:txBody>
      </p:sp>
      <p:sp>
        <p:nvSpPr>
          <p:cNvPr id="886" name="Google Shape;886;p79"/>
          <p:cNvSpPr txBox="1"/>
          <p:nvPr/>
        </p:nvSpPr>
        <p:spPr>
          <a:xfrm>
            <a:off x="324000" y="3865875"/>
            <a:ext cx="8496000" cy="831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solidFill>
                  <a:schemeClr val="accent4"/>
                </a:solidFill>
                <a:latin typeface="Lexend"/>
                <a:ea typeface="Lexend"/>
                <a:cs typeface="Lexend"/>
                <a:sym typeface="Lexend"/>
              </a:rPr>
              <a:t>Urban</a:t>
            </a:r>
            <a:r>
              <a:rPr lang="en-GB" sz="1800">
                <a:solidFill>
                  <a:schemeClr val="accent4"/>
                </a:solidFill>
                <a:latin typeface="Lexend"/>
                <a:ea typeface="Lexend"/>
                <a:cs typeface="Lexend"/>
                <a:sym typeface="Lexend"/>
              </a:rPr>
              <a:t> greening</a:t>
            </a:r>
            <a:r>
              <a:rPr lang="en-GB" sz="1800">
                <a:latin typeface="Lexend"/>
                <a:ea typeface="Lexend"/>
                <a:cs typeface="Lexend"/>
                <a:sym typeface="Lexend"/>
              </a:rPr>
              <a:t> aims to incorporate more green space (such as parks and trees) into an urban environment, and promote sustainability for its   citizens, its infrastructure, and its transportation.</a:t>
            </a:r>
            <a:endParaRPr sz="1800">
              <a:latin typeface="Lexend"/>
              <a:ea typeface="Lexend"/>
              <a:cs typeface="Lexend"/>
              <a:sym typeface="Lexend"/>
            </a:endParaRPr>
          </a:p>
        </p:txBody>
      </p:sp>
      <p:sp>
        <p:nvSpPr>
          <p:cNvPr id="887" name="Google Shape;887;p79"/>
          <p:cNvSpPr txBox="1"/>
          <p:nvPr/>
        </p:nvSpPr>
        <p:spPr>
          <a:xfrm>
            <a:off x="324000" y="810000"/>
            <a:ext cx="8496000" cy="554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There are many elements to making towns and cities “green” (also called </a:t>
            </a:r>
            <a:r>
              <a:rPr b="1" lang="en-GB" sz="1800">
                <a:latin typeface="Lexend"/>
                <a:ea typeface="Lexend"/>
                <a:cs typeface="Lexend"/>
                <a:sym typeface="Lexend"/>
              </a:rPr>
              <a:t>urban</a:t>
            </a:r>
            <a:r>
              <a:rPr lang="en-GB" sz="1800">
                <a:latin typeface="Lexend"/>
                <a:ea typeface="Lexend"/>
                <a:cs typeface="Lexend"/>
                <a:sym typeface="Lexend"/>
              </a:rPr>
              <a:t> greening).</a:t>
            </a:r>
            <a:endParaRPr sz="1800">
              <a:solidFill>
                <a:srgbClr val="000000"/>
              </a:solidFill>
              <a:latin typeface="Lexend"/>
              <a:ea typeface="Lexend"/>
              <a:cs typeface="Lexend"/>
              <a:sym typeface="Lexend"/>
            </a:endParaRPr>
          </a:p>
        </p:txBody>
      </p:sp>
      <p:sp>
        <p:nvSpPr>
          <p:cNvPr id="888" name="Google Shape;888;p79"/>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The importance of urban greening</a:t>
            </a:r>
            <a:endParaRPr/>
          </a:p>
        </p:txBody>
      </p:sp>
      <p:sp>
        <p:nvSpPr>
          <p:cNvPr id="889" name="Google Shape;889;p79"/>
          <p:cNvSpPr txBox="1"/>
          <p:nvPr/>
        </p:nvSpPr>
        <p:spPr>
          <a:xfrm>
            <a:off x="324000" y="2104874"/>
            <a:ext cx="3418800" cy="1385400"/>
          </a:xfrm>
          <a:prstGeom prst="rect">
            <a:avLst/>
          </a:prstGeom>
          <a:noFill/>
          <a:ln>
            <a:noFill/>
          </a:ln>
        </p:spPr>
        <p:txBody>
          <a:bodyPr anchorCtr="0" anchor="t" bIns="0" lIns="0" spcFirstLastPara="1" rIns="0" wrap="square" tIns="0">
            <a:spAutoFit/>
          </a:bodyPr>
          <a:lstStyle/>
          <a:p>
            <a:pPr indent="-342900" lvl="0" marL="457200" rtl="0" algn="l">
              <a:spcBef>
                <a:spcPts val="0"/>
              </a:spcBef>
              <a:spcAft>
                <a:spcPts val="0"/>
              </a:spcAft>
              <a:buSzPts val="1800"/>
              <a:buFont typeface="Lexend"/>
              <a:buChar char="●"/>
            </a:pPr>
            <a:r>
              <a:rPr lang="en-GB" sz="1800">
                <a:latin typeface="Lexend"/>
                <a:ea typeface="Lexend"/>
                <a:cs typeface="Lexend"/>
                <a:sym typeface="Lexend"/>
              </a:rPr>
              <a:t>high density of</a:t>
            </a:r>
            <a:r>
              <a:rPr lang="en-GB" sz="1800">
                <a:latin typeface="Lexend"/>
                <a:ea typeface="Lexend"/>
                <a:cs typeface="Lexend"/>
                <a:sym typeface="Lexend"/>
              </a:rPr>
              <a:t> buildings</a:t>
            </a:r>
            <a:endParaRPr sz="1800">
              <a:latin typeface="Lexend"/>
              <a:ea typeface="Lexend"/>
              <a:cs typeface="Lexend"/>
              <a:sym typeface="Lexend"/>
            </a:endParaRPr>
          </a:p>
          <a:p>
            <a:pPr indent="-342900" lvl="0" marL="457200" rtl="0" algn="l">
              <a:spcBef>
                <a:spcPts val="0"/>
              </a:spcBef>
              <a:spcAft>
                <a:spcPts val="0"/>
              </a:spcAft>
              <a:buSzPts val="1800"/>
              <a:buFont typeface="Lexend"/>
              <a:buChar char="●"/>
            </a:pPr>
            <a:r>
              <a:rPr lang="en-GB" sz="1800">
                <a:latin typeface="Lexend"/>
                <a:ea typeface="Lexend"/>
                <a:cs typeface="Lexend"/>
                <a:sym typeface="Lexend"/>
              </a:rPr>
              <a:t>many roads (and the traffic that goes with it)</a:t>
            </a:r>
            <a:endParaRPr sz="1800">
              <a:latin typeface="Lexend"/>
              <a:ea typeface="Lexend"/>
              <a:cs typeface="Lexend"/>
              <a:sym typeface="Lexend"/>
            </a:endParaRPr>
          </a:p>
          <a:p>
            <a:pPr indent="-342900" lvl="0" marL="457200" rtl="0" algn="l">
              <a:spcBef>
                <a:spcPts val="0"/>
              </a:spcBef>
              <a:spcAft>
                <a:spcPts val="0"/>
              </a:spcAft>
              <a:buSzPts val="1800"/>
              <a:buFont typeface="Lexend"/>
              <a:buChar char="●"/>
            </a:pPr>
            <a:r>
              <a:rPr lang="en-GB" sz="1800">
                <a:latin typeface="Lexend"/>
                <a:ea typeface="Lexend"/>
                <a:cs typeface="Lexend"/>
                <a:sym typeface="Lexend"/>
              </a:rPr>
              <a:t>carbon emissions from vehicles and factories</a:t>
            </a:r>
            <a:endParaRPr sz="1800">
              <a:latin typeface="Lexend"/>
              <a:ea typeface="Lexend"/>
              <a:cs typeface="Lexend"/>
              <a:sym typeface="Lexend"/>
            </a:endParaRPr>
          </a:p>
        </p:txBody>
      </p:sp>
      <p:cxnSp>
        <p:nvCxnSpPr>
          <p:cNvPr id="890" name="Google Shape;890;p79"/>
          <p:cNvCxnSpPr/>
          <p:nvPr/>
        </p:nvCxnSpPr>
        <p:spPr>
          <a:xfrm>
            <a:off x="6040054" y="2614988"/>
            <a:ext cx="638700" cy="0"/>
          </a:xfrm>
          <a:prstGeom prst="straightConnector1">
            <a:avLst/>
          </a:prstGeom>
          <a:noFill/>
          <a:ln cap="flat" cmpd="sng" w="28575">
            <a:solidFill>
              <a:schemeClr val="dk1"/>
            </a:solidFill>
            <a:prstDash val="solid"/>
            <a:round/>
            <a:headEnd len="med" w="med" type="none"/>
            <a:tailEnd len="med" w="med" type="triangle"/>
          </a:ln>
        </p:spPr>
      </p:cxnSp>
      <p:pic>
        <p:nvPicPr>
          <p:cNvPr id="891" name="Google Shape;891;p79"/>
          <p:cNvPicPr preferRelativeResize="0"/>
          <p:nvPr/>
        </p:nvPicPr>
        <p:blipFill rotWithShape="1">
          <a:blip r:embed="rId3">
            <a:alphaModFix/>
          </a:blip>
          <a:srcRect b="38654" l="0" r="0" t="0"/>
          <a:stretch/>
        </p:blipFill>
        <p:spPr>
          <a:xfrm>
            <a:off x="3751401" y="1364097"/>
            <a:ext cx="2203950" cy="2028027"/>
          </a:xfrm>
          <a:prstGeom prst="rect">
            <a:avLst/>
          </a:prstGeom>
          <a:noFill/>
          <a:ln cap="flat" cmpd="sng" w="28575">
            <a:solidFill>
              <a:schemeClr val="dk1"/>
            </a:solidFill>
            <a:prstDash val="solid"/>
            <a:round/>
            <a:headEnd len="sm" w="sm" type="none"/>
            <a:tailEnd len="sm" w="sm" type="none"/>
          </a:ln>
        </p:spPr>
      </p:pic>
      <p:pic>
        <p:nvPicPr>
          <p:cNvPr id="892" name="Google Shape;892;p79"/>
          <p:cNvPicPr preferRelativeResize="0"/>
          <p:nvPr/>
        </p:nvPicPr>
        <p:blipFill rotWithShape="1">
          <a:blip r:embed="rId4">
            <a:alphaModFix/>
          </a:blip>
          <a:srcRect b="32226" l="0" r="0" t="0"/>
          <a:stretch/>
        </p:blipFill>
        <p:spPr>
          <a:xfrm>
            <a:off x="6754950" y="1364100"/>
            <a:ext cx="2091400" cy="2028027"/>
          </a:xfrm>
          <a:prstGeom prst="rect">
            <a:avLst/>
          </a:prstGeom>
          <a:noFill/>
          <a:ln cap="flat" cmpd="sng" w="28575">
            <a:solidFill>
              <a:schemeClr val="dk1"/>
            </a:solidFill>
            <a:prstDash val="solid"/>
            <a:round/>
            <a:headEnd len="sm" w="sm" type="none"/>
            <a:tailEnd len="sm" w="sm" type="none"/>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8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9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8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8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89">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8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9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9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6" name="Shape 896"/>
        <p:cNvGrpSpPr/>
        <p:nvPr/>
      </p:nvGrpSpPr>
      <p:grpSpPr>
        <a:xfrm>
          <a:off x="0" y="0"/>
          <a:ext cx="0" cy="0"/>
          <a:chOff x="0" y="0"/>
          <a:chExt cx="0" cy="0"/>
        </a:xfrm>
      </p:grpSpPr>
      <p:sp>
        <p:nvSpPr>
          <p:cNvPr id="897" name="Google Shape;897;p80"/>
          <p:cNvSpPr txBox="1"/>
          <p:nvPr/>
        </p:nvSpPr>
        <p:spPr>
          <a:xfrm>
            <a:off x="324000" y="810000"/>
            <a:ext cx="84960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Which of these are </a:t>
            </a:r>
            <a:r>
              <a:rPr b="1" lang="en-GB" sz="1800">
                <a:latin typeface="Lexend"/>
                <a:ea typeface="Lexend"/>
                <a:cs typeface="Lexend"/>
                <a:sym typeface="Lexend"/>
              </a:rPr>
              <a:t>urban</a:t>
            </a:r>
            <a:r>
              <a:rPr lang="en-GB" sz="1800">
                <a:latin typeface="Lexend"/>
                <a:ea typeface="Lexend"/>
                <a:cs typeface="Lexend"/>
                <a:sym typeface="Lexend"/>
              </a:rPr>
              <a:t> greening strategies?</a:t>
            </a:r>
            <a:endParaRPr sz="1800">
              <a:solidFill>
                <a:srgbClr val="000000"/>
              </a:solidFill>
              <a:latin typeface="Lexend"/>
              <a:ea typeface="Lexend"/>
              <a:cs typeface="Lexend"/>
              <a:sym typeface="Lexend"/>
            </a:endParaRPr>
          </a:p>
        </p:txBody>
      </p:sp>
      <p:sp>
        <p:nvSpPr>
          <p:cNvPr id="898" name="Google Shape;898;p80"/>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The importance of urban greening</a:t>
            </a:r>
            <a:endParaRPr/>
          </a:p>
        </p:txBody>
      </p:sp>
      <p:sp>
        <p:nvSpPr>
          <p:cNvPr id="899" name="Google Shape;899;p80"/>
          <p:cNvSpPr txBox="1"/>
          <p:nvPr/>
        </p:nvSpPr>
        <p:spPr>
          <a:xfrm>
            <a:off x="1103825" y="1859302"/>
            <a:ext cx="75636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Adding more buildings to the countryside (which is green)</a:t>
            </a:r>
            <a:endParaRPr sz="1800">
              <a:latin typeface="Lexend"/>
              <a:ea typeface="Lexend"/>
              <a:cs typeface="Lexend"/>
              <a:sym typeface="Lexend"/>
            </a:endParaRPr>
          </a:p>
        </p:txBody>
      </p:sp>
      <p:grpSp>
        <p:nvGrpSpPr>
          <p:cNvPr id="900" name="Google Shape;900;p80"/>
          <p:cNvGrpSpPr/>
          <p:nvPr/>
        </p:nvGrpSpPr>
        <p:grpSpPr>
          <a:xfrm>
            <a:off x="734901" y="1359821"/>
            <a:ext cx="305364" cy="305364"/>
            <a:chOff x="1020916" y="1442088"/>
            <a:chExt cx="457200" cy="457200"/>
          </a:xfrm>
        </p:grpSpPr>
        <p:pic>
          <p:nvPicPr>
            <p:cNvPr id="901" name="Google Shape;901;p80"/>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902" name="Google Shape;902;p8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sp>
        <p:nvSpPr>
          <p:cNvPr id="903" name="Google Shape;903;p80"/>
          <p:cNvSpPr txBox="1"/>
          <p:nvPr/>
        </p:nvSpPr>
        <p:spPr>
          <a:xfrm>
            <a:off x="1103825" y="1373902"/>
            <a:ext cx="7563600" cy="277200"/>
          </a:xfrm>
          <a:prstGeom prst="rect">
            <a:avLst/>
          </a:prstGeom>
          <a:noFill/>
          <a:ln>
            <a:noFill/>
          </a:ln>
        </p:spPr>
        <p:txBody>
          <a:bodyPr anchorCtr="0" anchor="ctr"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Adding parks to cities</a:t>
            </a:r>
            <a:endParaRPr sz="1800">
              <a:latin typeface="Lexend"/>
              <a:ea typeface="Lexend"/>
              <a:cs typeface="Lexend"/>
              <a:sym typeface="Lexend"/>
            </a:endParaRPr>
          </a:p>
        </p:txBody>
      </p:sp>
      <p:grpSp>
        <p:nvGrpSpPr>
          <p:cNvPr id="904" name="Google Shape;904;p80"/>
          <p:cNvGrpSpPr/>
          <p:nvPr/>
        </p:nvGrpSpPr>
        <p:grpSpPr>
          <a:xfrm>
            <a:off x="734901" y="1845221"/>
            <a:ext cx="305364" cy="305364"/>
            <a:chOff x="1020916" y="1442088"/>
            <a:chExt cx="457200" cy="457200"/>
          </a:xfrm>
        </p:grpSpPr>
        <p:pic>
          <p:nvPicPr>
            <p:cNvPr id="905" name="Google Shape;905;p80"/>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906" name="Google Shape;906;p8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pic>
        <p:nvPicPr>
          <p:cNvPr id="907" name="Google Shape;907;p80"/>
          <p:cNvPicPr preferRelativeResize="0"/>
          <p:nvPr/>
        </p:nvPicPr>
        <p:blipFill>
          <a:blip r:embed="rId4">
            <a:alphaModFix/>
          </a:blip>
          <a:stretch>
            <a:fillRect/>
          </a:stretch>
        </p:blipFill>
        <p:spPr>
          <a:xfrm>
            <a:off x="352662" y="1333301"/>
            <a:ext cx="338700" cy="358436"/>
          </a:xfrm>
          <a:prstGeom prst="rect">
            <a:avLst/>
          </a:prstGeom>
          <a:noFill/>
          <a:ln>
            <a:noFill/>
          </a:ln>
        </p:spPr>
      </p:pic>
      <p:sp>
        <p:nvSpPr>
          <p:cNvPr id="908" name="Google Shape;908;p80"/>
          <p:cNvSpPr txBox="1"/>
          <p:nvPr/>
        </p:nvSpPr>
        <p:spPr>
          <a:xfrm>
            <a:off x="1103825" y="2344702"/>
            <a:ext cx="75636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Adding trees to streets in the city</a:t>
            </a:r>
            <a:endParaRPr sz="1800">
              <a:latin typeface="Lexend"/>
              <a:ea typeface="Lexend"/>
              <a:cs typeface="Lexend"/>
              <a:sym typeface="Lexend"/>
            </a:endParaRPr>
          </a:p>
        </p:txBody>
      </p:sp>
      <p:grpSp>
        <p:nvGrpSpPr>
          <p:cNvPr id="909" name="Google Shape;909;p80"/>
          <p:cNvGrpSpPr/>
          <p:nvPr/>
        </p:nvGrpSpPr>
        <p:grpSpPr>
          <a:xfrm>
            <a:off x="734901" y="2330621"/>
            <a:ext cx="305364" cy="305364"/>
            <a:chOff x="1020916" y="1442088"/>
            <a:chExt cx="457200" cy="457200"/>
          </a:xfrm>
        </p:grpSpPr>
        <p:pic>
          <p:nvPicPr>
            <p:cNvPr id="910" name="Google Shape;910;p80"/>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911" name="Google Shape;911;p8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
        <p:nvSpPr>
          <p:cNvPr id="912" name="Google Shape;912;p80"/>
          <p:cNvSpPr txBox="1"/>
          <p:nvPr/>
        </p:nvSpPr>
        <p:spPr>
          <a:xfrm>
            <a:off x="1103825" y="2830102"/>
            <a:ext cx="75636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Promoting sustainable and public transport options in a city</a:t>
            </a:r>
            <a:endParaRPr sz="1800">
              <a:latin typeface="Lexend"/>
              <a:ea typeface="Lexend"/>
              <a:cs typeface="Lexend"/>
              <a:sym typeface="Lexend"/>
            </a:endParaRPr>
          </a:p>
        </p:txBody>
      </p:sp>
      <p:pic>
        <p:nvPicPr>
          <p:cNvPr id="913" name="Google Shape;913;p80"/>
          <p:cNvPicPr preferRelativeResize="0"/>
          <p:nvPr/>
        </p:nvPicPr>
        <p:blipFill>
          <a:blip r:embed="rId4">
            <a:alphaModFix/>
          </a:blip>
          <a:stretch>
            <a:fillRect/>
          </a:stretch>
        </p:blipFill>
        <p:spPr>
          <a:xfrm>
            <a:off x="352662" y="2304101"/>
            <a:ext cx="338700" cy="358436"/>
          </a:xfrm>
          <a:prstGeom prst="rect">
            <a:avLst/>
          </a:prstGeom>
          <a:noFill/>
          <a:ln>
            <a:noFill/>
          </a:ln>
        </p:spPr>
      </p:pic>
      <p:grpSp>
        <p:nvGrpSpPr>
          <p:cNvPr id="914" name="Google Shape;914;p80"/>
          <p:cNvGrpSpPr/>
          <p:nvPr/>
        </p:nvGrpSpPr>
        <p:grpSpPr>
          <a:xfrm>
            <a:off x="734901" y="2816021"/>
            <a:ext cx="305364" cy="305364"/>
            <a:chOff x="1020916" y="1442088"/>
            <a:chExt cx="457200" cy="457200"/>
          </a:xfrm>
        </p:grpSpPr>
        <p:pic>
          <p:nvPicPr>
            <p:cNvPr id="915" name="Google Shape;915;p80"/>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916" name="Google Shape;916;p8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pic>
        <p:nvPicPr>
          <p:cNvPr id="917" name="Google Shape;917;p80"/>
          <p:cNvPicPr preferRelativeResize="0"/>
          <p:nvPr/>
        </p:nvPicPr>
        <p:blipFill>
          <a:blip r:embed="rId4">
            <a:alphaModFix/>
          </a:blip>
          <a:stretch>
            <a:fillRect/>
          </a:stretch>
        </p:blipFill>
        <p:spPr>
          <a:xfrm>
            <a:off x="352662" y="2789489"/>
            <a:ext cx="338700" cy="358436"/>
          </a:xfrm>
          <a:prstGeom prst="rect">
            <a:avLst/>
          </a:prstGeom>
          <a:noFill/>
          <a:ln>
            <a:noFill/>
          </a:ln>
        </p:spPr>
      </p:pic>
      <p:sp>
        <p:nvSpPr>
          <p:cNvPr id="918" name="Google Shape;918;p80"/>
          <p:cNvSpPr txBox="1"/>
          <p:nvPr/>
        </p:nvSpPr>
        <p:spPr>
          <a:xfrm>
            <a:off x="1103825" y="3315502"/>
            <a:ext cx="75636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Painting more buildings in the city green</a:t>
            </a:r>
            <a:endParaRPr sz="1800">
              <a:latin typeface="Lexend"/>
              <a:ea typeface="Lexend"/>
              <a:cs typeface="Lexend"/>
              <a:sym typeface="Lexend"/>
            </a:endParaRPr>
          </a:p>
        </p:txBody>
      </p:sp>
      <p:grpSp>
        <p:nvGrpSpPr>
          <p:cNvPr id="919" name="Google Shape;919;p80"/>
          <p:cNvGrpSpPr/>
          <p:nvPr/>
        </p:nvGrpSpPr>
        <p:grpSpPr>
          <a:xfrm>
            <a:off x="734901" y="3301421"/>
            <a:ext cx="305364" cy="305364"/>
            <a:chOff x="1020916" y="1442088"/>
            <a:chExt cx="457200" cy="457200"/>
          </a:xfrm>
        </p:grpSpPr>
        <p:pic>
          <p:nvPicPr>
            <p:cNvPr id="920" name="Google Shape;920;p80"/>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921" name="Google Shape;921;p8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e</a:t>
              </a:r>
              <a:endParaRPr b="1" sz="1800">
                <a:solidFill>
                  <a:srgbClr val="FFFFFF"/>
                </a:solidFill>
                <a:latin typeface="Lexend"/>
                <a:ea typeface="Lexend"/>
                <a:cs typeface="Lexend"/>
                <a:sym typeface="Lexend"/>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0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1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1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5" name="Shape 925"/>
        <p:cNvGrpSpPr/>
        <p:nvPr/>
      </p:nvGrpSpPr>
      <p:grpSpPr>
        <a:xfrm>
          <a:off x="0" y="0"/>
          <a:ext cx="0" cy="0"/>
          <a:chOff x="0" y="0"/>
          <a:chExt cx="0" cy="0"/>
        </a:xfrm>
      </p:grpSpPr>
      <p:sp>
        <p:nvSpPr>
          <p:cNvPr id="926" name="Google Shape;926;p81"/>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The importance of urban greening</a:t>
            </a:r>
            <a:endParaRPr/>
          </a:p>
        </p:txBody>
      </p:sp>
      <p:pic>
        <p:nvPicPr>
          <p:cNvPr id="927" name="Google Shape;927;p81"/>
          <p:cNvPicPr preferRelativeResize="0"/>
          <p:nvPr/>
        </p:nvPicPr>
        <p:blipFill>
          <a:blip r:embed="rId3">
            <a:alphaModFix/>
          </a:blip>
          <a:stretch>
            <a:fillRect/>
          </a:stretch>
        </p:blipFill>
        <p:spPr>
          <a:xfrm>
            <a:off x="353778" y="1515827"/>
            <a:ext cx="490594" cy="613500"/>
          </a:xfrm>
          <a:prstGeom prst="rect">
            <a:avLst/>
          </a:prstGeom>
          <a:noFill/>
          <a:ln>
            <a:noFill/>
          </a:ln>
        </p:spPr>
      </p:pic>
      <p:sp>
        <p:nvSpPr>
          <p:cNvPr id="928" name="Google Shape;928;p81"/>
          <p:cNvSpPr txBox="1"/>
          <p:nvPr/>
        </p:nvSpPr>
        <p:spPr>
          <a:xfrm>
            <a:off x="4824000" y="810000"/>
            <a:ext cx="3996000" cy="831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Urban</a:t>
            </a:r>
            <a:r>
              <a:rPr lang="en-GB" sz="1800">
                <a:latin typeface="Lexend"/>
                <a:ea typeface="Lexend"/>
                <a:cs typeface="Lexend"/>
                <a:sym typeface="Lexend"/>
              </a:rPr>
              <a:t> greening has many benefits to both the environment and the population of that town or city.</a:t>
            </a:r>
            <a:endParaRPr sz="1800">
              <a:solidFill>
                <a:srgbClr val="000000"/>
              </a:solidFill>
              <a:latin typeface="Lexend"/>
              <a:ea typeface="Lexend"/>
              <a:cs typeface="Lexend"/>
              <a:sym typeface="Lexend"/>
            </a:endParaRPr>
          </a:p>
        </p:txBody>
      </p:sp>
      <p:sp>
        <p:nvSpPr>
          <p:cNvPr id="929" name="Google Shape;929;p81"/>
          <p:cNvSpPr txBox="1"/>
          <p:nvPr/>
        </p:nvSpPr>
        <p:spPr>
          <a:xfrm>
            <a:off x="539575" y="3016610"/>
            <a:ext cx="7975500" cy="1385400"/>
          </a:xfrm>
          <a:prstGeom prst="rect">
            <a:avLst/>
          </a:prstGeom>
          <a:noFill/>
          <a:ln>
            <a:noFill/>
          </a:ln>
        </p:spPr>
        <p:txBody>
          <a:bodyPr anchorCtr="0" anchor="t" bIns="0" lIns="0" spcFirstLastPara="1" rIns="0" wrap="square" tIns="0">
            <a:spAutoFit/>
          </a:bodyPr>
          <a:lstStyle/>
          <a:p>
            <a:pPr indent="-342900" lvl="0" marL="457200" rtl="0" algn="l">
              <a:spcBef>
                <a:spcPts val="0"/>
              </a:spcBef>
              <a:spcAft>
                <a:spcPts val="0"/>
              </a:spcAft>
              <a:buSzPts val="1800"/>
              <a:buFont typeface="Lexend"/>
              <a:buChar char="●"/>
            </a:pPr>
            <a:r>
              <a:rPr lang="en-GB" sz="1800">
                <a:latin typeface="Lexend"/>
                <a:ea typeface="Lexend"/>
                <a:cs typeface="Lexend"/>
                <a:sym typeface="Lexend"/>
              </a:rPr>
              <a:t>an increase in the diversity of wildlife in the city</a:t>
            </a:r>
            <a:endParaRPr sz="1800">
              <a:latin typeface="Lexend"/>
              <a:ea typeface="Lexend"/>
              <a:cs typeface="Lexend"/>
              <a:sym typeface="Lexend"/>
            </a:endParaRPr>
          </a:p>
          <a:p>
            <a:pPr indent="-342900" lvl="0" marL="457200" rtl="0" algn="l">
              <a:spcBef>
                <a:spcPts val="0"/>
              </a:spcBef>
              <a:spcAft>
                <a:spcPts val="0"/>
              </a:spcAft>
              <a:buSzPts val="1800"/>
              <a:buFont typeface="Lexend"/>
              <a:buChar char="●"/>
            </a:pPr>
            <a:r>
              <a:rPr lang="en-GB" sz="1800">
                <a:latin typeface="Lexend"/>
                <a:ea typeface="Lexend"/>
                <a:cs typeface="Lexend"/>
                <a:sym typeface="Lexend"/>
              </a:rPr>
              <a:t>improving air quality in the city</a:t>
            </a:r>
            <a:endParaRPr sz="1800">
              <a:latin typeface="Lexend"/>
              <a:ea typeface="Lexend"/>
              <a:cs typeface="Lexend"/>
              <a:sym typeface="Lexend"/>
            </a:endParaRPr>
          </a:p>
          <a:p>
            <a:pPr indent="-342900" lvl="0" marL="457200" rtl="0" algn="l">
              <a:spcBef>
                <a:spcPts val="0"/>
              </a:spcBef>
              <a:spcAft>
                <a:spcPts val="0"/>
              </a:spcAft>
              <a:buSzPts val="1800"/>
              <a:buFont typeface="Lexend"/>
              <a:buChar char="●"/>
            </a:pPr>
            <a:r>
              <a:rPr lang="en-GB" sz="1800">
                <a:latin typeface="Lexend"/>
                <a:ea typeface="Lexend"/>
                <a:cs typeface="Lexend"/>
                <a:sym typeface="Lexend"/>
              </a:rPr>
              <a:t>offsetting carbon emissions (due to the oxygen released by plants and trees)</a:t>
            </a:r>
            <a:endParaRPr sz="1800">
              <a:latin typeface="Lexend"/>
              <a:ea typeface="Lexend"/>
              <a:cs typeface="Lexend"/>
              <a:sym typeface="Lexend"/>
            </a:endParaRPr>
          </a:p>
          <a:p>
            <a:pPr indent="-342900" lvl="0" marL="457200" rtl="0" algn="l">
              <a:spcBef>
                <a:spcPts val="0"/>
              </a:spcBef>
              <a:spcAft>
                <a:spcPts val="0"/>
              </a:spcAft>
              <a:buSzPts val="1800"/>
              <a:buFont typeface="Lexend"/>
              <a:buChar char="●"/>
            </a:pPr>
            <a:r>
              <a:rPr lang="en-GB" sz="1800">
                <a:latin typeface="Lexend"/>
                <a:ea typeface="Lexend"/>
                <a:cs typeface="Lexend"/>
                <a:sym typeface="Lexend"/>
              </a:rPr>
              <a:t>improving well-being</a:t>
            </a:r>
            <a:endParaRPr sz="1800">
              <a:latin typeface="Lexend"/>
              <a:ea typeface="Lexend"/>
              <a:cs typeface="Lexend"/>
              <a:sym typeface="Lexend"/>
            </a:endParaRPr>
          </a:p>
        </p:txBody>
      </p:sp>
      <p:sp>
        <p:nvSpPr>
          <p:cNvPr id="930" name="Google Shape;930;p81"/>
          <p:cNvSpPr txBox="1"/>
          <p:nvPr/>
        </p:nvSpPr>
        <p:spPr>
          <a:xfrm>
            <a:off x="324000" y="2658000"/>
            <a:ext cx="84960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Increasing the amount of green spaces may result in…</a:t>
            </a:r>
            <a:endParaRPr sz="1800">
              <a:solidFill>
                <a:srgbClr val="000000"/>
              </a:solidFill>
              <a:latin typeface="Lexend"/>
              <a:ea typeface="Lexend"/>
              <a:cs typeface="Lexend"/>
              <a:sym typeface="Lexend"/>
            </a:endParaRPr>
          </a:p>
        </p:txBody>
      </p:sp>
      <p:sp>
        <p:nvSpPr>
          <p:cNvPr id="931" name="Google Shape;931;p81"/>
          <p:cNvSpPr txBox="1"/>
          <p:nvPr/>
        </p:nvSpPr>
        <p:spPr>
          <a:xfrm>
            <a:off x="157921" y="2129323"/>
            <a:ext cx="882300"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1000"/>
              </a:spcAft>
              <a:buNone/>
            </a:pPr>
            <a:r>
              <a:rPr lang="en-GB" sz="1800">
                <a:latin typeface="Lexend"/>
                <a:ea typeface="Lexend"/>
                <a:cs typeface="Lexend"/>
                <a:sym typeface="Lexend"/>
              </a:rPr>
              <a:t>Jun</a:t>
            </a:r>
            <a:endParaRPr sz="1800">
              <a:latin typeface="Lexend"/>
              <a:ea typeface="Lexend"/>
              <a:cs typeface="Lexend"/>
              <a:sym typeface="Lexend"/>
            </a:endParaRPr>
          </a:p>
        </p:txBody>
      </p:sp>
      <p:grpSp>
        <p:nvGrpSpPr>
          <p:cNvPr id="932" name="Google Shape;932;p81"/>
          <p:cNvGrpSpPr/>
          <p:nvPr/>
        </p:nvGrpSpPr>
        <p:grpSpPr>
          <a:xfrm flipH="1">
            <a:off x="479190" y="582431"/>
            <a:ext cx="4266198" cy="1355128"/>
            <a:chOff x="4601220" y="3033991"/>
            <a:chExt cx="3333228" cy="1355128"/>
          </a:xfrm>
        </p:grpSpPr>
        <p:grpSp>
          <p:nvGrpSpPr>
            <p:cNvPr id="933" name="Google Shape;933;p81"/>
            <p:cNvGrpSpPr/>
            <p:nvPr/>
          </p:nvGrpSpPr>
          <p:grpSpPr>
            <a:xfrm>
              <a:off x="4601220" y="3033991"/>
              <a:ext cx="3333228" cy="1355128"/>
              <a:chOff x="4218747" y="3312572"/>
              <a:chExt cx="3333228" cy="1355128"/>
            </a:xfrm>
          </p:grpSpPr>
          <p:pic>
            <p:nvPicPr>
              <p:cNvPr id="934" name="Google Shape;934;p81"/>
              <p:cNvPicPr preferRelativeResize="0"/>
              <p:nvPr/>
            </p:nvPicPr>
            <p:blipFill rotWithShape="1">
              <a:blip r:embed="rId4">
                <a:alphaModFix/>
              </a:blip>
              <a:srcRect b="66617" l="41741" r="0" t="13016"/>
              <a:stretch/>
            </p:blipFill>
            <p:spPr>
              <a:xfrm flipH="1">
                <a:off x="4223028" y="3312572"/>
                <a:ext cx="3324774" cy="553300"/>
              </a:xfrm>
              <a:prstGeom prst="rect">
                <a:avLst/>
              </a:prstGeom>
              <a:noFill/>
              <a:ln>
                <a:noFill/>
              </a:ln>
            </p:spPr>
          </p:pic>
          <p:pic>
            <p:nvPicPr>
              <p:cNvPr id="935" name="Google Shape;935;p81"/>
              <p:cNvPicPr preferRelativeResize="0"/>
              <p:nvPr/>
            </p:nvPicPr>
            <p:blipFill rotWithShape="1">
              <a:blip r:embed="rId4">
                <a:alphaModFix/>
              </a:blip>
              <a:srcRect b="4762" l="41741" r="0" t="62189"/>
              <a:stretch/>
            </p:blipFill>
            <p:spPr>
              <a:xfrm flipH="1">
                <a:off x="4218747" y="3767599"/>
                <a:ext cx="3333228" cy="900100"/>
              </a:xfrm>
              <a:prstGeom prst="rect">
                <a:avLst/>
              </a:prstGeom>
              <a:noFill/>
              <a:ln>
                <a:noFill/>
              </a:ln>
            </p:spPr>
          </p:pic>
        </p:grpSp>
        <p:sp>
          <p:nvSpPr>
            <p:cNvPr id="936" name="Google Shape;936;p81"/>
            <p:cNvSpPr txBox="1"/>
            <p:nvPr/>
          </p:nvSpPr>
          <p:spPr>
            <a:xfrm>
              <a:off x="4641608" y="3170785"/>
              <a:ext cx="3096600" cy="463800"/>
            </a:xfrm>
            <a:prstGeom prst="rect">
              <a:avLst/>
            </a:prstGeom>
            <a:noFill/>
            <a:ln>
              <a:noFill/>
            </a:ln>
          </p:spPr>
          <p:txBody>
            <a:bodyPr anchorCtr="0" anchor="t" bIns="0" lIns="0" spcFirstLastPara="1" rIns="0" wrap="square" tIns="0">
              <a:noAutofit/>
            </a:bodyPr>
            <a:lstStyle/>
            <a:p>
              <a:pPr indent="0" lvl="0" marL="0" rtl="0" algn="l">
                <a:spcBef>
                  <a:spcPts val="0"/>
                </a:spcBef>
                <a:spcAft>
                  <a:spcPts val="1000"/>
                </a:spcAft>
                <a:buNone/>
              </a:pPr>
              <a:r>
                <a:rPr lang="en-GB" sz="1700">
                  <a:latin typeface="Lexend"/>
                  <a:ea typeface="Lexend"/>
                  <a:cs typeface="Lexend"/>
                  <a:sym typeface="Lexend"/>
                </a:rPr>
                <a:t>So, </a:t>
              </a:r>
              <a:r>
                <a:rPr b="1" lang="en-GB" sz="1700">
                  <a:latin typeface="Lexend"/>
                  <a:ea typeface="Lexend"/>
                  <a:cs typeface="Lexend"/>
                  <a:sym typeface="Lexend"/>
                </a:rPr>
                <a:t>urban</a:t>
              </a:r>
              <a:r>
                <a:rPr lang="en-GB" sz="1700">
                  <a:latin typeface="Lexend"/>
                  <a:ea typeface="Lexend"/>
                  <a:cs typeface="Lexend"/>
                  <a:sym typeface="Lexend"/>
                </a:rPr>
                <a:t> greening is about making a city more </a:t>
              </a:r>
              <a:r>
                <a:rPr lang="en-GB" sz="1700">
                  <a:solidFill>
                    <a:schemeClr val="accent4"/>
                  </a:solidFill>
                  <a:latin typeface="Lexend"/>
                  <a:ea typeface="Lexend"/>
                  <a:cs typeface="Lexend"/>
                  <a:sym typeface="Lexend"/>
                </a:rPr>
                <a:t>natural</a:t>
              </a:r>
              <a:r>
                <a:rPr lang="en-GB" sz="1700">
                  <a:latin typeface="Lexend"/>
                  <a:ea typeface="Lexend"/>
                  <a:cs typeface="Lexend"/>
                  <a:sym typeface="Lexend"/>
                </a:rPr>
                <a:t> and </a:t>
              </a:r>
              <a:r>
                <a:rPr lang="en-GB" sz="1700">
                  <a:solidFill>
                    <a:schemeClr val="accent4"/>
                  </a:solidFill>
                  <a:latin typeface="Lexend"/>
                  <a:ea typeface="Lexend"/>
                  <a:cs typeface="Lexend"/>
                  <a:sym typeface="Lexend"/>
                </a:rPr>
                <a:t>sustainable</a:t>
              </a:r>
              <a:r>
                <a:rPr lang="en-GB" sz="1700">
                  <a:latin typeface="Lexend"/>
                  <a:ea typeface="Lexend"/>
                  <a:cs typeface="Lexend"/>
                  <a:sym typeface="Lexend"/>
                </a:rPr>
                <a:t>. Why is that important?</a:t>
              </a:r>
              <a:endParaRPr sz="1700">
                <a:latin typeface="Lexend"/>
                <a:ea typeface="Lexend"/>
                <a:cs typeface="Lexend"/>
                <a:sym typeface="Lexend"/>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2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3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2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2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29">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29">
                                            <p:txEl>
                                              <p:pRg end="3" st="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0" name="Shape 940"/>
        <p:cNvGrpSpPr/>
        <p:nvPr/>
      </p:nvGrpSpPr>
      <p:grpSpPr>
        <a:xfrm>
          <a:off x="0" y="0"/>
          <a:ext cx="0" cy="0"/>
          <a:chOff x="0" y="0"/>
          <a:chExt cx="0" cy="0"/>
        </a:xfrm>
      </p:grpSpPr>
      <p:sp>
        <p:nvSpPr>
          <p:cNvPr id="941" name="Google Shape;941;p82"/>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The importance of urban greening</a:t>
            </a:r>
            <a:endParaRPr/>
          </a:p>
        </p:txBody>
      </p:sp>
      <p:pic>
        <p:nvPicPr>
          <p:cNvPr id="942" name="Google Shape;942;p82"/>
          <p:cNvPicPr preferRelativeResize="0"/>
          <p:nvPr/>
        </p:nvPicPr>
        <p:blipFill>
          <a:blip r:embed="rId3">
            <a:alphaModFix/>
          </a:blip>
          <a:stretch>
            <a:fillRect/>
          </a:stretch>
        </p:blipFill>
        <p:spPr>
          <a:xfrm>
            <a:off x="353778" y="1515827"/>
            <a:ext cx="490594" cy="613500"/>
          </a:xfrm>
          <a:prstGeom prst="rect">
            <a:avLst/>
          </a:prstGeom>
          <a:noFill/>
          <a:ln>
            <a:noFill/>
          </a:ln>
        </p:spPr>
      </p:pic>
      <p:sp>
        <p:nvSpPr>
          <p:cNvPr id="943" name="Google Shape;943;p82"/>
          <p:cNvSpPr txBox="1"/>
          <p:nvPr/>
        </p:nvSpPr>
        <p:spPr>
          <a:xfrm>
            <a:off x="4824000" y="810000"/>
            <a:ext cx="3996000" cy="831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Urban</a:t>
            </a:r>
            <a:r>
              <a:rPr lang="en-GB" sz="1800">
                <a:latin typeface="Lexend"/>
                <a:ea typeface="Lexend"/>
                <a:cs typeface="Lexend"/>
                <a:sym typeface="Lexend"/>
              </a:rPr>
              <a:t> greening has many benefits to both the environment and the population of that town or city.</a:t>
            </a:r>
            <a:endParaRPr sz="1800">
              <a:solidFill>
                <a:srgbClr val="000000"/>
              </a:solidFill>
              <a:latin typeface="Lexend"/>
              <a:ea typeface="Lexend"/>
              <a:cs typeface="Lexend"/>
              <a:sym typeface="Lexend"/>
            </a:endParaRPr>
          </a:p>
        </p:txBody>
      </p:sp>
      <p:sp>
        <p:nvSpPr>
          <p:cNvPr id="944" name="Google Shape;944;p82"/>
          <p:cNvSpPr txBox="1"/>
          <p:nvPr/>
        </p:nvSpPr>
        <p:spPr>
          <a:xfrm>
            <a:off x="157921" y="2129323"/>
            <a:ext cx="882300"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1000"/>
              </a:spcAft>
              <a:buNone/>
            </a:pPr>
            <a:r>
              <a:rPr lang="en-GB" sz="1800">
                <a:latin typeface="Lexend"/>
                <a:ea typeface="Lexend"/>
                <a:cs typeface="Lexend"/>
                <a:sym typeface="Lexend"/>
              </a:rPr>
              <a:t>Jun</a:t>
            </a:r>
            <a:endParaRPr sz="1800">
              <a:latin typeface="Lexend"/>
              <a:ea typeface="Lexend"/>
              <a:cs typeface="Lexend"/>
              <a:sym typeface="Lexend"/>
            </a:endParaRPr>
          </a:p>
        </p:txBody>
      </p:sp>
      <p:sp>
        <p:nvSpPr>
          <p:cNvPr id="945" name="Google Shape;945;p82"/>
          <p:cNvSpPr txBox="1"/>
          <p:nvPr/>
        </p:nvSpPr>
        <p:spPr>
          <a:xfrm>
            <a:off x="539575" y="3016610"/>
            <a:ext cx="7975500" cy="1385400"/>
          </a:xfrm>
          <a:prstGeom prst="rect">
            <a:avLst/>
          </a:prstGeom>
          <a:noFill/>
          <a:ln>
            <a:noFill/>
          </a:ln>
        </p:spPr>
        <p:txBody>
          <a:bodyPr anchorCtr="0" anchor="t" bIns="0" lIns="0" spcFirstLastPara="1" rIns="0" wrap="square" tIns="0">
            <a:spAutoFit/>
          </a:bodyPr>
          <a:lstStyle/>
          <a:p>
            <a:pPr indent="-342900" lvl="0" marL="457200" rtl="0" algn="l">
              <a:spcBef>
                <a:spcPts val="0"/>
              </a:spcBef>
              <a:spcAft>
                <a:spcPts val="0"/>
              </a:spcAft>
              <a:buSzPts val="1800"/>
              <a:buFont typeface="Lexend"/>
              <a:buChar char="●"/>
            </a:pPr>
            <a:r>
              <a:rPr lang="en-GB" sz="1800">
                <a:latin typeface="Lexend"/>
                <a:ea typeface="Lexend"/>
                <a:cs typeface="Lexend"/>
                <a:sym typeface="Lexend"/>
              </a:rPr>
              <a:t>improving air quality in the city</a:t>
            </a:r>
            <a:endParaRPr sz="1800">
              <a:latin typeface="Lexend"/>
              <a:ea typeface="Lexend"/>
              <a:cs typeface="Lexend"/>
              <a:sym typeface="Lexend"/>
            </a:endParaRPr>
          </a:p>
          <a:p>
            <a:pPr indent="-342900" lvl="0" marL="457200" rtl="0" algn="l">
              <a:spcBef>
                <a:spcPts val="0"/>
              </a:spcBef>
              <a:spcAft>
                <a:spcPts val="0"/>
              </a:spcAft>
              <a:buSzPts val="1800"/>
              <a:buFont typeface="Lexend"/>
              <a:buChar char="●"/>
            </a:pPr>
            <a:r>
              <a:rPr lang="en-GB" sz="1800">
                <a:latin typeface="Lexend"/>
                <a:ea typeface="Lexend"/>
                <a:cs typeface="Lexend"/>
                <a:sym typeface="Lexend"/>
              </a:rPr>
              <a:t>reducing carbon emissions (both due to fewer vehicles being used in the city)</a:t>
            </a:r>
            <a:endParaRPr sz="1800">
              <a:latin typeface="Lexend"/>
              <a:ea typeface="Lexend"/>
              <a:cs typeface="Lexend"/>
              <a:sym typeface="Lexend"/>
            </a:endParaRPr>
          </a:p>
          <a:p>
            <a:pPr indent="-342900" lvl="0" marL="457200" rtl="0" algn="l">
              <a:spcBef>
                <a:spcPts val="0"/>
              </a:spcBef>
              <a:spcAft>
                <a:spcPts val="0"/>
              </a:spcAft>
              <a:buSzPts val="1800"/>
              <a:buFont typeface="Lexend"/>
              <a:buChar char="●"/>
            </a:pPr>
            <a:r>
              <a:rPr lang="en-GB" sz="1800">
                <a:latin typeface="Lexend"/>
                <a:ea typeface="Lexend"/>
                <a:cs typeface="Lexend"/>
                <a:sym typeface="Lexend"/>
              </a:rPr>
              <a:t>reducing noise pollution</a:t>
            </a:r>
            <a:endParaRPr sz="1800">
              <a:latin typeface="Lexend"/>
              <a:ea typeface="Lexend"/>
              <a:cs typeface="Lexend"/>
              <a:sym typeface="Lexend"/>
            </a:endParaRPr>
          </a:p>
          <a:p>
            <a:pPr indent="-342900" lvl="0" marL="457200" rtl="0" algn="l">
              <a:spcBef>
                <a:spcPts val="0"/>
              </a:spcBef>
              <a:spcAft>
                <a:spcPts val="0"/>
              </a:spcAft>
              <a:buSzPts val="1800"/>
              <a:buFont typeface="Lexend"/>
              <a:buChar char="●"/>
            </a:pPr>
            <a:r>
              <a:rPr lang="en-GB" sz="1800">
                <a:latin typeface="Lexend"/>
                <a:ea typeface="Lexend"/>
                <a:cs typeface="Lexend"/>
                <a:sym typeface="Lexend"/>
              </a:rPr>
              <a:t>reducing wastage of resources</a:t>
            </a:r>
            <a:endParaRPr sz="1800">
              <a:latin typeface="Lexend"/>
              <a:ea typeface="Lexend"/>
              <a:cs typeface="Lexend"/>
              <a:sym typeface="Lexend"/>
            </a:endParaRPr>
          </a:p>
        </p:txBody>
      </p:sp>
      <p:sp>
        <p:nvSpPr>
          <p:cNvPr id="946" name="Google Shape;946;p82"/>
          <p:cNvSpPr txBox="1"/>
          <p:nvPr/>
        </p:nvSpPr>
        <p:spPr>
          <a:xfrm>
            <a:off x="324000" y="2658000"/>
            <a:ext cx="84960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Promoting sustainability may result in…</a:t>
            </a:r>
            <a:endParaRPr sz="1800">
              <a:solidFill>
                <a:srgbClr val="000000"/>
              </a:solidFill>
              <a:latin typeface="Lexend"/>
              <a:ea typeface="Lexend"/>
              <a:cs typeface="Lexend"/>
              <a:sym typeface="Lexend"/>
            </a:endParaRPr>
          </a:p>
        </p:txBody>
      </p:sp>
      <p:grpSp>
        <p:nvGrpSpPr>
          <p:cNvPr id="947" name="Google Shape;947;p82"/>
          <p:cNvGrpSpPr/>
          <p:nvPr/>
        </p:nvGrpSpPr>
        <p:grpSpPr>
          <a:xfrm flipH="1">
            <a:off x="478965" y="582431"/>
            <a:ext cx="4093203" cy="1355128"/>
            <a:chOff x="4601220" y="3033991"/>
            <a:chExt cx="3333228" cy="1355128"/>
          </a:xfrm>
        </p:grpSpPr>
        <p:grpSp>
          <p:nvGrpSpPr>
            <p:cNvPr id="948" name="Google Shape;948;p82"/>
            <p:cNvGrpSpPr/>
            <p:nvPr/>
          </p:nvGrpSpPr>
          <p:grpSpPr>
            <a:xfrm>
              <a:off x="4601220" y="3033991"/>
              <a:ext cx="3333228" cy="1355128"/>
              <a:chOff x="4218747" y="3312572"/>
              <a:chExt cx="3333228" cy="1355128"/>
            </a:xfrm>
          </p:grpSpPr>
          <p:pic>
            <p:nvPicPr>
              <p:cNvPr id="949" name="Google Shape;949;p82"/>
              <p:cNvPicPr preferRelativeResize="0"/>
              <p:nvPr/>
            </p:nvPicPr>
            <p:blipFill rotWithShape="1">
              <a:blip r:embed="rId4">
                <a:alphaModFix/>
              </a:blip>
              <a:srcRect b="66617" l="41741" r="0" t="13016"/>
              <a:stretch/>
            </p:blipFill>
            <p:spPr>
              <a:xfrm flipH="1">
                <a:off x="4223028" y="3312572"/>
                <a:ext cx="3324774" cy="553300"/>
              </a:xfrm>
              <a:prstGeom prst="rect">
                <a:avLst/>
              </a:prstGeom>
              <a:noFill/>
              <a:ln>
                <a:noFill/>
              </a:ln>
            </p:spPr>
          </p:pic>
          <p:pic>
            <p:nvPicPr>
              <p:cNvPr id="950" name="Google Shape;950;p82"/>
              <p:cNvPicPr preferRelativeResize="0"/>
              <p:nvPr/>
            </p:nvPicPr>
            <p:blipFill rotWithShape="1">
              <a:blip r:embed="rId4">
                <a:alphaModFix/>
              </a:blip>
              <a:srcRect b="4762" l="41741" r="0" t="62189"/>
              <a:stretch/>
            </p:blipFill>
            <p:spPr>
              <a:xfrm flipH="1">
                <a:off x="4218747" y="3767599"/>
                <a:ext cx="3333228" cy="900100"/>
              </a:xfrm>
              <a:prstGeom prst="rect">
                <a:avLst/>
              </a:prstGeom>
              <a:noFill/>
              <a:ln>
                <a:noFill/>
              </a:ln>
            </p:spPr>
          </p:pic>
        </p:grpSp>
        <p:sp>
          <p:nvSpPr>
            <p:cNvPr id="951" name="Google Shape;951;p82"/>
            <p:cNvSpPr txBox="1"/>
            <p:nvPr/>
          </p:nvSpPr>
          <p:spPr>
            <a:xfrm>
              <a:off x="4659493" y="3170775"/>
              <a:ext cx="3078600" cy="463800"/>
            </a:xfrm>
            <a:prstGeom prst="rect">
              <a:avLst/>
            </a:prstGeom>
            <a:noFill/>
            <a:ln>
              <a:noFill/>
            </a:ln>
          </p:spPr>
          <p:txBody>
            <a:bodyPr anchorCtr="0" anchor="t" bIns="0" lIns="0" spcFirstLastPara="1" rIns="0" wrap="square" tIns="0">
              <a:noAutofit/>
            </a:bodyPr>
            <a:lstStyle/>
            <a:p>
              <a:pPr indent="0" lvl="0" marL="0" rtl="0" algn="l">
                <a:spcBef>
                  <a:spcPts val="0"/>
                </a:spcBef>
                <a:spcAft>
                  <a:spcPts val="1000"/>
                </a:spcAft>
                <a:buNone/>
              </a:pPr>
              <a:r>
                <a:rPr lang="en-GB" sz="1700">
                  <a:latin typeface="Lexend"/>
                  <a:ea typeface="Lexend"/>
                  <a:cs typeface="Lexend"/>
                  <a:sym typeface="Lexend"/>
                </a:rPr>
                <a:t>So, </a:t>
              </a:r>
              <a:r>
                <a:rPr b="1" lang="en-GB" sz="1700">
                  <a:latin typeface="Lexend"/>
                  <a:ea typeface="Lexend"/>
                  <a:cs typeface="Lexend"/>
                  <a:sym typeface="Lexend"/>
                </a:rPr>
                <a:t>urban</a:t>
              </a:r>
              <a:r>
                <a:rPr lang="en-GB" sz="1700">
                  <a:latin typeface="Lexend"/>
                  <a:ea typeface="Lexend"/>
                  <a:cs typeface="Lexend"/>
                  <a:sym typeface="Lexend"/>
                </a:rPr>
                <a:t> greening is about making a city more </a:t>
              </a:r>
              <a:r>
                <a:rPr lang="en-GB" sz="1700">
                  <a:solidFill>
                    <a:schemeClr val="accent4"/>
                  </a:solidFill>
                  <a:latin typeface="Lexend"/>
                  <a:ea typeface="Lexend"/>
                  <a:cs typeface="Lexend"/>
                  <a:sym typeface="Lexend"/>
                </a:rPr>
                <a:t>natural</a:t>
              </a:r>
              <a:r>
                <a:rPr lang="en-GB" sz="1700">
                  <a:latin typeface="Lexend"/>
                  <a:ea typeface="Lexend"/>
                  <a:cs typeface="Lexend"/>
                  <a:sym typeface="Lexend"/>
                </a:rPr>
                <a:t> and </a:t>
              </a:r>
              <a:r>
                <a:rPr lang="en-GB" sz="1700">
                  <a:solidFill>
                    <a:schemeClr val="accent4"/>
                  </a:solidFill>
                  <a:latin typeface="Lexend"/>
                  <a:ea typeface="Lexend"/>
                  <a:cs typeface="Lexend"/>
                  <a:sym typeface="Lexend"/>
                </a:rPr>
                <a:t>sustainable</a:t>
              </a:r>
              <a:r>
                <a:rPr lang="en-GB" sz="1700">
                  <a:latin typeface="Lexend"/>
                  <a:ea typeface="Lexend"/>
                  <a:cs typeface="Lexend"/>
                  <a:sym typeface="Lexend"/>
                </a:rPr>
                <a:t>. Why is that important?</a:t>
              </a:r>
              <a:endParaRPr sz="1700">
                <a:latin typeface="Lexend"/>
                <a:ea typeface="Lexend"/>
                <a:cs typeface="Lexend"/>
                <a:sym typeface="Lexend"/>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4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4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4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45">
                                            <p:txEl>
                                              <p:pRg end="3" st="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5" name="Shape 955"/>
        <p:cNvGrpSpPr/>
        <p:nvPr/>
      </p:nvGrpSpPr>
      <p:grpSpPr>
        <a:xfrm>
          <a:off x="0" y="0"/>
          <a:ext cx="0" cy="0"/>
          <a:chOff x="0" y="0"/>
          <a:chExt cx="0" cy="0"/>
        </a:xfrm>
      </p:grpSpPr>
      <p:sp>
        <p:nvSpPr>
          <p:cNvPr id="956" name="Google Shape;956;p83"/>
          <p:cNvSpPr txBox="1"/>
          <p:nvPr/>
        </p:nvSpPr>
        <p:spPr>
          <a:xfrm>
            <a:off x="1103825" y="3211100"/>
            <a:ext cx="77163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Increase in people with important &amp; helpful skill sets in a small area</a:t>
            </a:r>
            <a:endParaRPr sz="1800">
              <a:latin typeface="Lexend"/>
              <a:ea typeface="Lexend"/>
              <a:cs typeface="Lexend"/>
              <a:sym typeface="Lexend"/>
            </a:endParaRPr>
          </a:p>
        </p:txBody>
      </p:sp>
      <p:sp>
        <p:nvSpPr>
          <p:cNvPr id="957" name="Google Shape;957;p83"/>
          <p:cNvSpPr txBox="1"/>
          <p:nvPr/>
        </p:nvSpPr>
        <p:spPr>
          <a:xfrm>
            <a:off x="1103825" y="3696502"/>
            <a:ext cx="75636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Increase in pressure on local facilities such as local hospitals</a:t>
            </a:r>
            <a:endParaRPr sz="1800">
              <a:latin typeface="Lexend"/>
              <a:ea typeface="Lexend"/>
              <a:cs typeface="Lexend"/>
              <a:sym typeface="Lexend"/>
            </a:endParaRPr>
          </a:p>
        </p:txBody>
      </p:sp>
      <p:sp>
        <p:nvSpPr>
          <p:cNvPr id="958" name="Google Shape;958;p83"/>
          <p:cNvSpPr txBox="1"/>
          <p:nvPr/>
        </p:nvSpPr>
        <p:spPr>
          <a:xfrm>
            <a:off x="324000" y="810000"/>
            <a:ext cx="8496000" cy="554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Over time, the population in </a:t>
            </a:r>
            <a:r>
              <a:rPr b="1" lang="en-GB" sz="1800">
                <a:latin typeface="Lexend"/>
                <a:ea typeface="Lexend"/>
                <a:cs typeface="Lexend"/>
                <a:sym typeface="Lexend"/>
              </a:rPr>
              <a:t>urban</a:t>
            </a:r>
            <a:r>
              <a:rPr lang="en-GB" sz="1800">
                <a:latin typeface="Lexend"/>
                <a:ea typeface="Lexend"/>
                <a:cs typeface="Lexend"/>
                <a:sym typeface="Lexend"/>
              </a:rPr>
              <a:t> areas has increased a lot.</a:t>
            </a:r>
            <a:endParaRPr sz="1800">
              <a:latin typeface="Lexend"/>
              <a:ea typeface="Lexend"/>
              <a:cs typeface="Lexend"/>
              <a:sym typeface="Lexend"/>
            </a:endParaRPr>
          </a:p>
          <a:p>
            <a:pPr indent="0" lvl="0" marL="0" rtl="0" algn="l">
              <a:spcBef>
                <a:spcPts val="0"/>
              </a:spcBef>
              <a:spcAft>
                <a:spcPts val="0"/>
              </a:spcAft>
              <a:buNone/>
            </a:pPr>
            <a:r>
              <a:rPr lang="en-GB" sz="1800">
                <a:latin typeface="Lexend"/>
                <a:ea typeface="Lexend"/>
                <a:cs typeface="Lexend"/>
                <a:sym typeface="Lexend"/>
              </a:rPr>
              <a:t>What possible problems might result from an increase in </a:t>
            </a:r>
            <a:r>
              <a:rPr b="1" lang="en-GB" sz="1800">
                <a:latin typeface="Lexend"/>
                <a:ea typeface="Lexend"/>
                <a:cs typeface="Lexend"/>
                <a:sym typeface="Lexend"/>
              </a:rPr>
              <a:t>urban</a:t>
            </a:r>
            <a:r>
              <a:rPr lang="en-GB" sz="1800">
                <a:latin typeface="Lexend"/>
                <a:ea typeface="Lexend"/>
                <a:cs typeface="Lexend"/>
                <a:sym typeface="Lexend"/>
              </a:rPr>
              <a:t> population?</a:t>
            </a:r>
            <a:endParaRPr sz="1800">
              <a:latin typeface="Lexend"/>
              <a:ea typeface="Lexend"/>
              <a:cs typeface="Lexend"/>
              <a:sym typeface="Lexend"/>
            </a:endParaRPr>
          </a:p>
        </p:txBody>
      </p:sp>
      <p:sp>
        <p:nvSpPr>
          <p:cNvPr id="959" name="Google Shape;959;p83"/>
          <p:cNvSpPr txBox="1"/>
          <p:nvPr/>
        </p:nvSpPr>
        <p:spPr>
          <a:xfrm>
            <a:off x="1103825" y="1754902"/>
            <a:ext cx="7563600" cy="277200"/>
          </a:xfrm>
          <a:prstGeom prst="rect">
            <a:avLst/>
          </a:prstGeom>
          <a:noFill/>
          <a:ln>
            <a:noFill/>
          </a:ln>
        </p:spPr>
        <p:txBody>
          <a:bodyPr anchorCtr="0" anchor="ctr"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More vehicles on the road, resulting in more frequent traffic</a:t>
            </a:r>
            <a:endParaRPr sz="1800">
              <a:latin typeface="Lexend"/>
              <a:ea typeface="Lexend"/>
              <a:cs typeface="Lexend"/>
              <a:sym typeface="Lexend"/>
            </a:endParaRPr>
          </a:p>
        </p:txBody>
      </p:sp>
      <p:sp>
        <p:nvSpPr>
          <p:cNvPr id="960" name="Google Shape;960;p83"/>
          <p:cNvSpPr txBox="1"/>
          <p:nvPr/>
        </p:nvSpPr>
        <p:spPr>
          <a:xfrm>
            <a:off x="1103825" y="2240302"/>
            <a:ext cx="75636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More vehicles on the road, resulting in higher carbon emissions</a:t>
            </a:r>
            <a:endParaRPr sz="1800">
              <a:solidFill>
                <a:schemeClr val="dk1"/>
              </a:solidFill>
              <a:latin typeface="Lexend"/>
              <a:ea typeface="Lexend"/>
              <a:cs typeface="Lexend"/>
              <a:sym typeface="Lexend"/>
            </a:endParaRPr>
          </a:p>
        </p:txBody>
      </p:sp>
      <p:sp>
        <p:nvSpPr>
          <p:cNvPr id="961" name="Google Shape;961;p83"/>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The importance of urban greening</a:t>
            </a:r>
            <a:endParaRPr/>
          </a:p>
        </p:txBody>
      </p:sp>
      <p:grpSp>
        <p:nvGrpSpPr>
          <p:cNvPr id="962" name="Google Shape;962;p83"/>
          <p:cNvGrpSpPr/>
          <p:nvPr/>
        </p:nvGrpSpPr>
        <p:grpSpPr>
          <a:xfrm>
            <a:off x="734901" y="1740821"/>
            <a:ext cx="305364" cy="305364"/>
            <a:chOff x="1020916" y="1442088"/>
            <a:chExt cx="457200" cy="457200"/>
          </a:xfrm>
        </p:grpSpPr>
        <p:pic>
          <p:nvPicPr>
            <p:cNvPr id="963" name="Google Shape;963;p83"/>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964" name="Google Shape;964;p8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965" name="Google Shape;965;p83"/>
          <p:cNvGrpSpPr/>
          <p:nvPr/>
        </p:nvGrpSpPr>
        <p:grpSpPr>
          <a:xfrm>
            <a:off x="734901" y="2226221"/>
            <a:ext cx="305364" cy="305364"/>
            <a:chOff x="1020916" y="1442088"/>
            <a:chExt cx="457200" cy="457200"/>
          </a:xfrm>
        </p:grpSpPr>
        <p:pic>
          <p:nvPicPr>
            <p:cNvPr id="966" name="Google Shape;966;p83"/>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967" name="Google Shape;967;p8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pic>
        <p:nvPicPr>
          <p:cNvPr id="968" name="Google Shape;968;p83"/>
          <p:cNvPicPr preferRelativeResize="0"/>
          <p:nvPr/>
        </p:nvPicPr>
        <p:blipFill>
          <a:blip r:embed="rId4">
            <a:alphaModFix/>
          </a:blip>
          <a:stretch>
            <a:fillRect/>
          </a:stretch>
        </p:blipFill>
        <p:spPr>
          <a:xfrm>
            <a:off x="352662" y="1714289"/>
            <a:ext cx="338700" cy="358436"/>
          </a:xfrm>
          <a:prstGeom prst="rect">
            <a:avLst/>
          </a:prstGeom>
          <a:noFill/>
          <a:ln>
            <a:noFill/>
          </a:ln>
        </p:spPr>
      </p:pic>
      <p:sp>
        <p:nvSpPr>
          <p:cNvPr id="969" name="Google Shape;969;p83"/>
          <p:cNvSpPr txBox="1"/>
          <p:nvPr/>
        </p:nvSpPr>
        <p:spPr>
          <a:xfrm>
            <a:off x="1103825" y="2725702"/>
            <a:ext cx="75636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More vehicles on the road, resulting in smaller cars being built</a:t>
            </a:r>
            <a:endParaRPr sz="1800">
              <a:latin typeface="Lexend"/>
              <a:ea typeface="Lexend"/>
              <a:cs typeface="Lexend"/>
              <a:sym typeface="Lexend"/>
            </a:endParaRPr>
          </a:p>
        </p:txBody>
      </p:sp>
      <p:grpSp>
        <p:nvGrpSpPr>
          <p:cNvPr id="970" name="Google Shape;970;p83"/>
          <p:cNvGrpSpPr/>
          <p:nvPr/>
        </p:nvGrpSpPr>
        <p:grpSpPr>
          <a:xfrm>
            <a:off x="734901" y="2711621"/>
            <a:ext cx="305364" cy="305364"/>
            <a:chOff x="1020916" y="1442088"/>
            <a:chExt cx="457200" cy="457200"/>
          </a:xfrm>
        </p:grpSpPr>
        <p:pic>
          <p:nvPicPr>
            <p:cNvPr id="971" name="Google Shape;971;p83"/>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972" name="Google Shape;972;p8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pic>
        <p:nvPicPr>
          <p:cNvPr id="973" name="Google Shape;973;p83"/>
          <p:cNvPicPr preferRelativeResize="0"/>
          <p:nvPr/>
        </p:nvPicPr>
        <p:blipFill>
          <a:blip r:embed="rId4">
            <a:alphaModFix/>
          </a:blip>
          <a:stretch>
            <a:fillRect/>
          </a:stretch>
        </p:blipFill>
        <p:spPr>
          <a:xfrm>
            <a:off x="352662" y="2199689"/>
            <a:ext cx="338700" cy="358436"/>
          </a:xfrm>
          <a:prstGeom prst="rect">
            <a:avLst/>
          </a:prstGeom>
          <a:noFill/>
          <a:ln>
            <a:noFill/>
          </a:ln>
        </p:spPr>
      </p:pic>
      <p:grpSp>
        <p:nvGrpSpPr>
          <p:cNvPr id="974" name="Google Shape;974;p83"/>
          <p:cNvGrpSpPr/>
          <p:nvPr/>
        </p:nvGrpSpPr>
        <p:grpSpPr>
          <a:xfrm>
            <a:off x="734901" y="3197021"/>
            <a:ext cx="305364" cy="305364"/>
            <a:chOff x="1020916" y="1442088"/>
            <a:chExt cx="457200" cy="457200"/>
          </a:xfrm>
        </p:grpSpPr>
        <p:pic>
          <p:nvPicPr>
            <p:cNvPr id="975" name="Google Shape;975;p83"/>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976" name="Google Shape;976;p8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pic>
        <p:nvPicPr>
          <p:cNvPr id="977" name="Google Shape;977;p83"/>
          <p:cNvPicPr preferRelativeResize="0"/>
          <p:nvPr/>
        </p:nvPicPr>
        <p:blipFill>
          <a:blip r:embed="rId4">
            <a:alphaModFix/>
          </a:blip>
          <a:stretch>
            <a:fillRect/>
          </a:stretch>
        </p:blipFill>
        <p:spPr>
          <a:xfrm>
            <a:off x="352662" y="4141276"/>
            <a:ext cx="338700" cy="358436"/>
          </a:xfrm>
          <a:prstGeom prst="rect">
            <a:avLst/>
          </a:prstGeom>
          <a:noFill/>
          <a:ln>
            <a:noFill/>
          </a:ln>
        </p:spPr>
      </p:pic>
      <p:grpSp>
        <p:nvGrpSpPr>
          <p:cNvPr id="978" name="Google Shape;978;p83"/>
          <p:cNvGrpSpPr/>
          <p:nvPr/>
        </p:nvGrpSpPr>
        <p:grpSpPr>
          <a:xfrm>
            <a:off x="734901" y="3682421"/>
            <a:ext cx="305364" cy="305364"/>
            <a:chOff x="1020916" y="1442088"/>
            <a:chExt cx="457200" cy="457200"/>
          </a:xfrm>
        </p:grpSpPr>
        <p:pic>
          <p:nvPicPr>
            <p:cNvPr id="979" name="Google Shape;979;p83"/>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980" name="Google Shape;980;p8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e</a:t>
              </a:r>
              <a:endParaRPr b="1" sz="1800">
                <a:solidFill>
                  <a:srgbClr val="FFFFFF"/>
                </a:solidFill>
                <a:latin typeface="Lexend"/>
                <a:ea typeface="Lexend"/>
                <a:cs typeface="Lexend"/>
                <a:sym typeface="Lexend"/>
              </a:endParaRPr>
            </a:p>
          </p:txBody>
        </p:sp>
      </p:grpSp>
      <p:pic>
        <p:nvPicPr>
          <p:cNvPr id="981" name="Google Shape;981;p83"/>
          <p:cNvPicPr preferRelativeResize="0"/>
          <p:nvPr/>
        </p:nvPicPr>
        <p:blipFill>
          <a:blip r:embed="rId4">
            <a:alphaModFix/>
          </a:blip>
          <a:stretch>
            <a:fillRect/>
          </a:stretch>
        </p:blipFill>
        <p:spPr>
          <a:xfrm>
            <a:off x="352662" y="3655876"/>
            <a:ext cx="338700" cy="358436"/>
          </a:xfrm>
          <a:prstGeom prst="rect">
            <a:avLst/>
          </a:prstGeom>
          <a:noFill/>
          <a:ln>
            <a:noFill/>
          </a:ln>
        </p:spPr>
      </p:pic>
      <p:grpSp>
        <p:nvGrpSpPr>
          <p:cNvPr id="982" name="Google Shape;982;p83"/>
          <p:cNvGrpSpPr/>
          <p:nvPr/>
        </p:nvGrpSpPr>
        <p:grpSpPr>
          <a:xfrm>
            <a:off x="734901" y="4167821"/>
            <a:ext cx="305364" cy="305364"/>
            <a:chOff x="1020916" y="1442088"/>
            <a:chExt cx="457200" cy="457200"/>
          </a:xfrm>
        </p:grpSpPr>
        <p:pic>
          <p:nvPicPr>
            <p:cNvPr id="983" name="Google Shape;983;p83"/>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984" name="Google Shape;984;p8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f</a:t>
              </a:r>
              <a:endParaRPr b="1" sz="1800">
                <a:solidFill>
                  <a:srgbClr val="FFFFFF"/>
                </a:solidFill>
                <a:latin typeface="Lexend"/>
                <a:ea typeface="Lexend"/>
                <a:cs typeface="Lexend"/>
                <a:sym typeface="Lexend"/>
              </a:endParaRPr>
            </a:p>
          </p:txBody>
        </p:sp>
      </p:grpSp>
      <p:sp>
        <p:nvSpPr>
          <p:cNvPr id="985" name="Google Shape;985;p83"/>
          <p:cNvSpPr txBox="1"/>
          <p:nvPr/>
        </p:nvSpPr>
        <p:spPr>
          <a:xfrm>
            <a:off x="1103825" y="4181902"/>
            <a:ext cx="75636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More buildings being built in a limited/restricted space</a:t>
            </a:r>
            <a:endParaRPr sz="1800">
              <a:solidFill>
                <a:schemeClr val="dk1"/>
              </a:solidFill>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6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7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7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8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9" name="Shape 989"/>
        <p:cNvGrpSpPr/>
        <p:nvPr/>
      </p:nvGrpSpPr>
      <p:grpSpPr>
        <a:xfrm>
          <a:off x="0" y="0"/>
          <a:ext cx="0" cy="0"/>
          <a:chOff x="0" y="0"/>
          <a:chExt cx="0" cy="0"/>
        </a:xfrm>
      </p:grpSpPr>
      <p:sp>
        <p:nvSpPr>
          <p:cNvPr id="990" name="Google Shape;990;p84"/>
          <p:cNvSpPr txBox="1"/>
          <p:nvPr/>
        </p:nvSpPr>
        <p:spPr>
          <a:xfrm>
            <a:off x="1103825" y="2212102"/>
            <a:ext cx="7563600" cy="277200"/>
          </a:xfrm>
          <a:prstGeom prst="rect">
            <a:avLst/>
          </a:prstGeom>
          <a:noFill/>
          <a:ln>
            <a:noFill/>
          </a:ln>
        </p:spPr>
        <p:txBody>
          <a:bodyPr anchorCtr="0" anchor="ctr"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Increases wildlife</a:t>
            </a:r>
            <a:endParaRPr sz="1800">
              <a:latin typeface="Lexend"/>
              <a:ea typeface="Lexend"/>
              <a:cs typeface="Lexend"/>
              <a:sym typeface="Lexend"/>
            </a:endParaRPr>
          </a:p>
        </p:txBody>
      </p:sp>
      <p:sp>
        <p:nvSpPr>
          <p:cNvPr id="991" name="Google Shape;991;p84"/>
          <p:cNvSpPr txBox="1"/>
          <p:nvPr/>
        </p:nvSpPr>
        <p:spPr>
          <a:xfrm>
            <a:off x="324000" y="810000"/>
            <a:ext cx="5236200" cy="831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One strategy for </a:t>
            </a:r>
            <a:r>
              <a:rPr b="1" lang="en-GB" sz="1800">
                <a:latin typeface="Lexend"/>
                <a:ea typeface="Lexend"/>
                <a:cs typeface="Lexend"/>
                <a:sym typeface="Lexend"/>
              </a:rPr>
              <a:t>urban</a:t>
            </a:r>
            <a:r>
              <a:rPr lang="en-GB" sz="1800">
                <a:latin typeface="Lexend"/>
                <a:ea typeface="Lexend"/>
                <a:cs typeface="Lexend"/>
                <a:sym typeface="Lexend"/>
              </a:rPr>
              <a:t> greening is to build more cycle lanes around the city.</a:t>
            </a:r>
            <a:endParaRPr sz="1800">
              <a:latin typeface="Lexend"/>
              <a:ea typeface="Lexend"/>
              <a:cs typeface="Lexend"/>
              <a:sym typeface="Lexend"/>
            </a:endParaRPr>
          </a:p>
          <a:p>
            <a:pPr indent="0" lvl="0" marL="0" rtl="0" algn="l">
              <a:spcBef>
                <a:spcPts val="0"/>
              </a:spcBef>
              <a:spcAft>
                <a:spcPts val="0"/>
              </a:spcAft>
              <a:buNone/>
            </a:pPr>
            <a:r>
              <a:rPr lang="en-GB" sz="1800">
                <a:latin typeface="Lexend"/>
                <a:ea typeface="Lexend"/>
                <a:cs typeface="Lexend"/>
                <a:sym typeface="Lexend"/>
              </a:rPr>
              <a:t>Which of these are benefits of cycle lanes?</a:t>
            </a:r>
            <a:endParaRPr sz="1800">
              <a:latin typeface="Lexend"/>
              <a:ea typeface="Lexend"/>
              <a:cs typeface="Lexend"/>
              <a:sym typeface="Lexend"/>
            </a:endParaRPr>
          </a:p>
        </p:txBody>
      </p:sp>
      <p:sp>
        <p:nvSpPr>
          <p:cNvPr id="992" name="Google Shape;992;p84"/>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The importance of urban greening</a:t>
            </a:r>
            <a:endParaRPr/>
          </a:p>
        </p:txBody>
      </p:sp>
      <p:sp>
        <p:nvSpPr>
          <p:cNvPr id="993" name="Google Shape;993;p84"/>
          <p:cNvSpPr txBox="1"/>
          <p:nvPr/>
        </p:nvSpPr>
        <p:spPr>
          <a:xfrm>
            <a:off x="1103825" y="2697502"/>
            <a:ext cx="75636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Reduces carbon emissions</a:t>
            </a:r>
            <a:endParaRPr sz="1800">
              <a:latin typeface="Lexend"/>
              <a:ea typeface="Lexend"/>
              <a:cs typeface="Lexend"/>
              <a:sym typeface="Lexend"/>
            </a:endParaRPr>
          </a:p>
        </p:txBody>
      </p:sp>
      <p:grpSp>
        <p:nvGrpSpPr>
          <p:cNvPr id="994" name="Google Shape;994;p84"/>
          <p:cNvGrpSpPr/>
          <p:nvPr/>
        </p:nvGrpSpPr>
        <p:grpSpPr>
          <a:xfrm>
            <a:off x="734901" y="2198021"/>
            <a:ext cx="305364" cy="305364"/>
            <a:chOff x="1020916" y="1442088"/>
            <a:chExt cx="457200" cy="457200"/>
          </a:xfrm>
        </p:grpSpPr>
        <p:pic>
          <p:nvPicPr>
            <p:cNvPr id="995" name="Google Shape;995;p84"/>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996" name="Google Shape;996;p8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997" name="Google Shape;997;p84"/>
          <p:cNvGrpSpPr/>
          <p:nvPr/>
        </p:nvGrpSpPr>
        <p:grpSpPr>
          <a:xfrm>
            <a:off x="734901" y="2683421"/>
            <a:ext cx="305364" cy="305364"/>
            <a:chOff x="1020916" y="1442088"/>
            <a:chExt cx="457200" cy="457200"/>
          </a:xfrm>
        </p:grpSpPr>
        <p:pic>
          <p:nvPicPr>
            <p:cNvPr id="998" name="Google Shape;998;p84"/>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999" name="Google Shape;999;p8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pic>
        <p:nvPicPr>
          <p:cNvPr id="1000" name="Google Shape;1000;p84"/>
          <p:cNvPicPr preferRelativeResize="0"/>
          <p:nvPr/>
        </p:nvPicPr>
        <p:blipFill>
          <a:blip r:embed="rId4">
            <a:alphaModFix/>
          </a:blip>
          <a:stretch>
            <a:fillRect/>
          </a:stretch>
        </p:blipFill>
        <p:spPr>
          <a:xfrm>
            <a:off x="352662" y="2656901"/>
            <a:ext cx="338700" cy="358436"/>
          </a:xfrm>
          <a:prstGeom prst="rect">
            <a:avLst/>
          </a:prstGeom>
          <a:noFill/>
          <a:ln>
            <a:noFill/>
          </a:ln>
        </p:spPr>
      </p:pic>
      <p:sp>
        <p:nvSpPr>
          <p:cNvPr id="1001" name="Google Shape;1001;p84"/>
          <p:cNvSpPr txBox="1"/>
          <p:nvPr/>
        </p:nvSpPr>
        <p:spPr>
          <a:xfrm>
            <a:off x="1103825" y="3182902"/>
            <a:ext cx="75636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Improves health and well-being of commuters</a:t>
            </a:r>
            <a:endParaRPr sz="1800">
              <a:latin typeface="Lexend"/>
              <a:ea typeface="Lexend"/>
              <a:cs typeface="Lexend"/>
              <a:sym typeface="Lexend"/>
            </a:endParaRPr>
          </a:p>
        </p:txBody>
      </p:sp>
      <p:grpSp>
        <p:nvGrpSpPr>
          <p:cNvPr id="1002" name="Google Shape;1002;p84"/>
          <p:cNvGrpSpPr/>
          <p:nvPr/>
        </p:nvGrpSpPr>
        <p:grpSpPr>
          <a:xfrm>
            <a:off x="734901" y="3168821"/>
            <a:ext cx="305364" cy="305364"/>
            <a:chOff x="1020916" y="1442088"/>
            <a:chExt cx="457200" cy="457200"/>
          </a:xfrm>
        </p:grpSpPr>
        <p:pic>
          <p:nvPicPr>
            <p:cNvPr id="1003" name="Google Shape;1003;p84"/>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1004" name="Google Shape;1004;p8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
        <p:nvSpPr>
          <p:cNvPr id="1005" name="Google Shape;1005;p84"/>
          <p:cNvSpPr txBox="1"/>
          <p:nvPr/>
        </p:nvSpPr>
        <p:spPr>
          <a:xfrm>
            <a:off x="1103825" y="3668302"/>
            <a:ext cx="75636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Reduces noise pollution</a:t>
            </a:r>
            <a:endParaRPr sz="1800">
              <a:latin typeface="Lexend"/>
              <a:ea typeface="Lexend"/>
              <a:cs typeface="Lexend"/>
              <a:sym typeface="Lexend"/>
            </a:endParaRPr>
          </a:p>
        </p:txBody>
      </p:sp>
      <p:pic>
        <p:nvPicPr>
          <p:cNvPr id="1006" name="Google Shape;1006;p84"/>
          <p:cNvPicPr preferRelativeResize="0"/>
          <p:nvPr/>
        </p:nvPicPr>
        <p:blipFill>
          <a:blip r:embed="rId4">
            <a:alphaModFix/>
          </a:blip>
          <a:stretch>
            <a:fillRect/>
          </a:stretch>
        </p:blipFill>
        <p:spPr>
          <a:xfrm>
            <a:off x="352662" y="3142301"/>
            <a:ext cx="338700" cy="358436"/>
          </a:xfrm>
          <a:prstGeom prst="rect">
            <a:avLst/>
          </a:prstGeom>
          <a:noFill/>
          <a:ln>
            <a:noFill/>
          </a:ln>
        </p:spPr>
      </p:pic>
      <p:grpSp>
        <p:nvGrpSpPr>
          <p:cNvPr id="1007" name="Google Shape;1007;p84"/>
          <p:cNvGrpSpPr/>
          <p:nvPr/>
        </p:nvGrpSpPr>
        <p:grpSpPr>
          <a:xfrm>
            <a:off x="734901" y="3654221"/>
            <a:ext cx="305364" cy="305364"/>
            <a:chOff x="1020916" y="1442088"/>
            <a:chExt cx="457200" cy="457200"/>
          </a:xfrm>
        </p:grpSpPr>
        <p:pic>
          <p:nvPicPr>
            <p:cNvPr id="1008" name="Google Shape;1008;p84"/>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1009" name="Google Shape;1009;p8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pic>
        <p:nvPicPr>
          <p:cNvPr id="1010" name="Google Shape;1010;p84"/>
          <p:cNvPicPr preferRelativeResize="0"/>
          <p:nvPr/>
        </p:nvPicPr>
        <p:blipFill>
          <a:blip r:embed="rId4">
            <a:alphaModFix/>
          </a:blip>
          <a:stretch>
            <a:fillRect/>
          </a:stretch>
        </p:blipFill>
        <p:spPr>
          <a:xfrm>
            <a:off x="352662" y="3627689"/>
            <a:ext cx="338700" cy="358436"/>
          </a:xfrm>
          <a:prstGeom prst="rect">
            <a:avLst/>
          </a:prstGeom>
          <a:noFill/>
          <a:ln>
            <a:noFill/>
          </a:ln>
        </p:spPr>
      </p:pic>
      <p:sp>
        <p:nvSpPr>
          <p:cNvPr id="1011" name="Google Shape;1011;p84"/>
          <p:cNvSpPr txBox="1"/>
          <p:nvPr/>
        </p:nvSpPr>
        <p:spPr>
          <a:xfrm>
            <a:off x="1103825" y="4153702"/>
            <a:ext cx="75636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Reduces the price of cars sold in cities</a:t>
            </a:r>
            <a:endParaRPr sz="1800">
              <a:latin typeface="Lexend"/>
              <a:ea typeface="Lexend"/>
              <a:cs typeface="Lexend"/>
              <a:sym typeface="Lexend"/>
            </a:endParaRPr>
          </a:p>
        </p:txBody>
      </p:sp>
      <p:grpSp>
        <p:nvGrpSpPr>
          <p:cNvPr id="1012" name="Google Shape;1012;p84"/>
          <p:cNvGrpSpPr/>
          <p:nvPr/>
        </p:nvGrpSpPr>
        <p:grpSpPr>
          <a:xfrm>
            <a:off x="734901" y="4139621"/>
            <a:ext cx="305364" cy="305364"/>
            <a:chOff x="1020916" y="1442088"/>
            <a:chExt cx="457200" cy="457200"/>
          </a:xfrm>
        </p:grpSpPr>
        <p:pic>
          <p:nvPicPr>
            <p:cNvPr id="1013" name="Google Shape;1013;p84"/>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1014" name="Google Shape;1014;p8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e</a:t>
              </a:r>
              <a:endParaRPr b="1" sz="1800">
                <a:solidFill>
                  <a:srgbClr val="FFFFFF"/>
                </a:solidFill>
                <a:latin typeface="Lexend"/>
                <a:ea typeface="Lexend"/>
                <a:cs typeface="Lexend"/>
                <a:sym typeface="Lexend"/>
              </a:endParaRPr>
            </a:p>
          </p:txBody>
        </p:sp>
      </p:grpSp>
      <p:pic>
        <p:nvPicPr>
          <p:cNvPr id="1015" name="Google Shape;1015;p84"/>
          <p:cNvPicPr preferRelativeResize="0"/>
          <p:nvPr/>
        </p:nvPicPr>
        <p:blipFill>
          <a:blip r:embed="rId5">
            <a:alphaModFix/>
          </a:blip>
          <a:stretch>
            <a:fillRect/>
          </a:stretch>
        </p:blipFill>
        <p:spPr>
          <a:xfrm>
            <a:off x="6713950" y="898525"/>
            <a:ext cx="2058401" cy="3087602"/>
          </a:xfrm>
          <a:prstGeom prst="rect">
            <a:avLst/>
          </a:prstGeom>
          <a:noFill/>
          <a:ln cap="flat" cmpd="sng" w="28575">
            <a:solidFill>
              <a:schemeClr val="dk1"/>
            </a:solidFill>
            <a:prstDash val="solid"/>
            <a:round/>
            <a:headEnd len="sm" w="sm" type="none"/>
            <a:tailEnd len="sm" w="sm" type="none"/>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0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0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1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9" name="Shape 1019"/>
        <p:cNvGrpSpPr/>
        <p:nvPr/>
      </p:nvGrpSpPr>
      <p:grpSpPr>
        <a:xfrm>
          <a:off x="0" y="0"/>
          <a:ext cx="0" cy="0"/>
          <a:chOff x="0" y="0"/>
          <a:chExt cx="0" cy="0"/>
        </a:xfrm>
      </p:grpSpPr>
      <p:sp>
        <p:nvSpPr>
          <p:cNvPr id="1020" name="Google Shape;1020;p85"/>
          <p:cNvSpPr txBox="1"/>
          <p:nvPr/>
        </p:nvSpPr>
        <p:spPr>
          <a:xfrm>
            <a:off x="1103825" y="1678702"/>
            <a:ext cx="7563600" cy="277200"/>
          </a:xfrm>
          <a:prstGeom prst="rect">
            <a:avLst/>
          </a:prstGeom>
          <a:noFill/>
          <a:ln>
            <a:noFill/>
          </a:ln>
        </p:spPr>
        <p:txBody>
          <a:bodyPr anchorCtr="0" anchor="ctr"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Solar panels on top of buildings (to reduce reliance on fossil fuels)</a:t>
            </a:r>
            <a:endParaRPr sz="1800">
              <a:latin typeface="Lexend"/>
              <a:ea typeface="Lexend"/>
              <a:cs typeface="Lexend"/>
              <a:sym typeface="Lexend"/>
            </a:endParaRPr>
          </a:p>
        </p:txBody>
      </p:sp>
      <p:sp>
        <p:nvSpPr>
          <p:cNvPr id="1021" name="Google Shape;1021;p85"/>
          <p:cNvSpPr txBox="1"/>
          <p:nvPr/>
        </p:nvSpPr>
        <p:spPr>
          <a:xfrm>
            <a:off x="324000" y="810000"/>
            <a:ext cx="8496000" cy="554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Which of these are ways an </a:t>
            </a:r>
            <a:r>
              <a:rPr b="1" lang="en-GB" sz="1800">
                <a:latin typeface="Lexend"/>
                <a:ea typeface="Lexend"/>
                <a:cs typeface="Lexend"/>
                <a:sym typeface="Lexend"/>
              </a:rPr>
              <a:t>urban</a:t>
            </a:r>
            <a:r>
              <a:rPr lang="en-GB" sz="1800">
                <a:latin typeface="Lexend"/>
                <a:ea typeface="Lexend"/>
                <a:cs typeface="Lexend"/>
                <a:sym typeface="Lexend"/>
              </a:rPr>
              <a:t> living environment can become more sustainable?</a:t>
            </a:r>
            <a:endParaRPr sz="1800">
              <a:latin typeface="Lexend"/>
              <a:ea typeface="Lexend"/>
              <a:cs typeface="Lexend"/>
              <a:sym typeface="Lexend"/>
            </a:endParaRPr>
          </a:p>
        </p:txBody>
      </p:sp>
      <p:sp>
        <p:nvSpPr>
          <p:cNvPr id="1022" name="Google Shape;1022;p85"/>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The importance of urban greening</a:t>
            </a:r>
            <a:endParaRPr/>
          </a:p>
        </p:txBody>
      </p:sp>
      <p:sp>
        <p:nvSpPr>
          <p:cNvPr id="1023" name="Google Shape;1023;p85"/>
          <p:cNvSpPr txBox="1"/>
          <p:nvPr/>
        </p:nvSpPr>
        <p:spPr>
          <a:xfrm>
            <a:off x="1103825" y="2164102"/>
            <a:ext cx="75636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Taller buildings (to increase the number of people in a building)</a:t>
            </a:r>
            <a:endParaRPr sz="1800">
              <a:latin typeface="Lexend"/>
              <a:ea typeface="Lexend"/>
              <a:cs typeface="Lexend"/>
              <a:sym typeface="Lexend"/>
            </a:endParaRPr>
          </a:p>
        </p:txBody>
      </p:sp>
      <p:grpSp>
        <p:nvGrpSpPr>
          <p:cNvPr id="1024" name="Google Shape;1024;p85"/>
          <p:cNvGrpSpPr/>
          <p:nvPr/>
        </p:nvGrpSpPr>
        <p:grpSpPr>
          <a:xfrm>
            <a:off x="734901" y="1664621"/>
            <a:ext cx="305364" cy="305364"/>
            <a:chOff x="1020916" y="1442088"/>
            <a:chExt cx="457200" cy="457200"/>
          </a:xfrm>
        </p:grpSpPr>
        <p:pic>
          <p:nvPicPr>
            <p:cNvPr id="1025" name="Google Shape;1025;p85"/>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1026" name="Google Shape;1026;p8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1027" name="Google Shape;1027;p85"/>
          <p:cNvGrpSpPr/>
          <p:nvPr/>
        </p:nvGrpSpPr>
        <p:grpSpPr>
          <a:xfrm>
            <a:off x="734901" y="2150021"/>
            <a:ext cx="305364" cy="305364"/>
            <a:chOff x="1020916" y="1442088"/>
            <a:chExt cx="457200" cy="457200"/>
          </a:xfrm>
        </p:grpSpPr>
        <p:pic>
          <p:nvPicPr>
            <p:cNvPr id="1028" name="Google Shape;1028;p85"/>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1029" name="Google Shape;1029;p8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pic>
        <p:nvPicPr>
          <p:cNvPr id="1030" name="Google Shape;1030;p85"/>
          <p:cNvPicPr preferRelativeResize="0"/>
          <p:nvPr/>
        </p:nvPicPr>
        <p:blipFill>
          <a:blip r:embed="rId4">
            <a:alphaModFix/>
          </a:blip>
          <a:stretch>
            <a:fillRect/>
          </a:stretch>
        </p:blipFill>
        <p:spPr>
          <a:xfrm>
            <a:off x="352662" y="1638089"/>
            <a:ext cx="338700" cy="358436"/>
          </a:xfrm>
          <a:prstGeom prst="rect">
            <a:avLst/>
          </a:prstGeom>
          <a:noFill/>
          <a:ln>
            <a:noFill/>
          </a:ln>
        </p:spPr>
      </p:pic>
      <p:sp>
        <p:nvSpPr>
          <p:cNvPr id="1031" name="Google Shape;1031;p85"/>
          <p:cNvSpPr txBox="1"/>
          <p:nvPr/>
        </p:nvSpPr>
        <p:spPr>
          <a:xfrm>
            <a:off x="1103825" y="2649502"/>
            <a:ext cx="75636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Insulated buildings (to reduce need for heating in the winter)</a:t>
            </a:r>
            <a:endParaRPr sz="1800">
              <a:latin typeface="Lexend"/>
              <a:ea typeface="Lexend"/>
              <a:cs typeface="Lexend"/>
              <a:sym typeface="Lexend"/>
            </a:endParaRPr>
          </a:p>
        </p:txBody>
      </p:sp>
      <p:grpSp>
        <p:nvGrpSpPr>
          <p:cNvPr id="1032" name="Google Shape;1032;p85"/>
          <p:cNvGrpSpPr/>
          <p:nvPr/>
        </p:nvGrpSpPr>
        <p:grpSpPr>
          <a:xfrm>
            <a:off x="734901" y="2635421"/>
            <a:ext cx="305364" cy="305364"/>
            <a:chOff x="1020916" y="1442088"/>
            <a:chExt cx="457200" cy="457200"/>
          </a:xfrm>
        </p:grpSpPr>
        <p:pic>
          <p:nvPicPr>
            <p:cNvPr id="1033" name="Google Shape;1033;p85"/>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1034" name="Google Shape;1034;p8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
        <p:nvSpPr>
          <p:cNvPr id="1035" name="Google Shape;1035;p85"/>
          <p:cNvSpPr txBox="1"/>
          <p:nvPr/>
        </p:nvSpPr>
        <p:spPr>
          <a:xfrm>
            <a:off x="1103825" y="3134902"/>
            <a:ext cx="7563600" cy="554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Rooftop gardens / allotments (to promote independent agriculture / growing of food)</a:t>
            </a:r>
            <a:endParaRPr sz="1800">
              <a:latin typeface="Lexend"/>
              <a:ea typeface="Lexend"/>
              <a:cs typeface="Lexend"/>
              <a:sym typeface="Lexend"/>
            </a:endParaRPr>
          </a:p>
        </p:txBody>
      </p:sp>
      <p:pic>
        <p:nvPicPr>
          <p:cNvPr id="1036" name="Google Shape;1036;p85"/>
          <p:cNvPicPr preferRelativeResize="0"/>
          <p:nvPr/>
        </p:nvPicPr>
        <p:blipFill>
          <a:blip r:embed="rId4">
            <a:alphaModFix/>
          </a:blip>
          <a:stretch>
            <a:fillRect/>
          </a:stretch>
        </p:blipFill>
        <p:spPr>
          <a:xfrm>
            <a:off x="352662" y="2608901"/>
            <a:ext cx="338700" cy="358436"/>
          </a:xfrm>
          <a:prstGeom prst="rect">
            <a:avLst/>
          </a:prstGeom>
          <a:noFill/>
          <a:ln>
            <a:noFill/>
          </a:ln>
        </p:spPr>
      </p:pic>
      <p:grpSp>
        <p:nvGrpSpPr>
          <p:cNvPr id="1037" name="Google Shape;1037;p85"/>
          <p:cNvGrpSpPr/>
          <p:nvPr/>
        </p:nvGrpSpPr>
        <p:grpSpPr>
          <a:xfrm>
            <a:off x="734901" y="3120821"/>
            <a:ext cx="305364" cy="305364"/>
            <a:chOff x="1020916" y="1442088"/>
            <a:chExt cx="457200" cy="457200"/>
          </a:xfrm>
        </p:grpSpPr>
        <p:pic>
          <p:nvPicPr>
            <p:cNvPr id="1038" name="Google Shape;1038;p85"/>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1039" name="Google Shape;1039;p8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pic>
        <p:nvPicPr>
          <p:cNvPr id="1040" name="Google Shape;1040;p85"/>
          <p:cNvPicPr preferRelativeResize="0"/>
          <p:nvPr/>
        </p:nvPicPr>
        <p:blipFill>
          <a:blip r:embed="rId4">
            <a:alphaModFix/>
          </a:blip>
          <a:stretch>
            <a:fillRect/>
          </a:stretch>
        </p:blipFill>
        <p:spPr>
          <a:xfrm>
            <a:off x="352662" y="3094289"/>
            <a:ext cx="338700" cy="358436"/>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3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3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4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4" name="Shape 1044"/>
        <p:cNvGrpSpPr/>
        <p:nvPr/>
      </p:nvGrpSpPr>
      <p:grpSpPr>
        <a:xfrm>
          <a:off x="0" y="0"/>
          <a:ext cx="0" cy="0"/>
          <a:chOff x="0" y="0"/>
          <a:chExt cx="0" cy="0"/>
        </a:xfrm>
      </p:grpSpPr>
      <p:sp>
        <p:nvSpPr>
          <p:cNvPr id="1045" name="Google Shape;1045;p86"/>
          <p:cNvSpPr txBox="1"/>
          <p:nvPr/>
        </p:nvSpPr>
        <p:spPr>
          <a:xfrm>
            <a:off x="324000" y="810000"/>
            <a:ext cx="8496000" cy="38790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1) Imagine you were the mayor of a medium-sized city, and were given the task of adding two different </a:t>
            </a:r>
            <a:r>
              <a:rPr b="1" lang="en-GB" sz="1800">
                <a:latin typeface="Lexend"/>
                <a:ea typeface="Lexend"/>
                <a:cs typeface="Lexend"/>
                <a:sym typeface="Lexend"/>
              </a:rPr>
              <a:t>urban</a:t>
            </a:r>
            <a:r>
              <a:rPr lang="en-GB" sz="1800">
                <a:latin typeface="Lexend"/>
                <a:ea typeface="Lexend"/>
                <a:cs typeface="Lexend"/>
                <a:sym typeface="Lexend"/>
              </a:rPr>
              <a:t> greening strategies of your choice to the city.</a:t>
            </a:r>
            <a:endParaRPr sz="1800">
              <a:latin typeface="Lexend"/>
              <a:ea typeface="Lexend"/>
              <a:cs typeface="Lexend"/>
              <a:sym typeface="Lexend"/>
            </a:endParaRPr>
          </a:p>
          <a:p>
            <a:pPr indent="0" lvl="0" marL="0" rtl="0" algn="l">
              <a:spcBef>
                <a:spcPts val="0"/>
              </a:spcBef>
              <a:spcAft>
                <a:spcPts val="0"/>
              </a:spcAft>
              <a:buNone/>
            </a:pPr>
            <a:r>
              <a:t/>
            </a:r>
            <a:endParaRPr sz="1800">
              <a:latin typeface="Lexend"/>
              <a:ea typeface="Lexend"/>
              <a:cs typeface="Lexend"/>
              <a:sym typeface="Lexend"/>
            </a:endParaRPr>
          </a:p>
          <a:p>
            <a:pPr indent="0" lvl="0" marL="0" rtl="0" algn="l">
              <a:spcBef>
                <a:spcPts val="0"/>
              </a:spcBef>
              <a:spcAft>
                <a:spcPts val="0"/>
              </a:spcAft>
              <a:buNone/>
            </a:pPr>
            <a:r>
              <a:rPr lang="en-GB" sz="1800">
                <a:latin typeface="Lexend"/>
                <a:ea typeface="Lexend"/>
                <a:cs typeface="Lexend"/>
                <a:sym typeface="Lexend"/>
              </a:rPr>
              <a:t>a) Which two strategies do you think would be the most cost effective to implement? Explain why.</a:t>
            </a:r>
            <a:endParaRPr sz="1800">
              <a:latin typeface="Lexend"/>
              <a:ea typeface="Lexend"/>
              <a:cs typeface="Lexend"/>
              <a:sym typeface="Lexend"/>
            </a:endParaRPr>
          </a:p>
          <a:p>
            <a:pPr indent="0" lvl="0" marL="0" rtl="0" algn="l">
              <a:spcBef>
                <a:spcPts val="0"/>
              </a:spcBef>
              <a:spcAft>
                <a:spcPts val="0"/>
              </a:spcAft>
              <a:buNone/>
            </a:pPr>
            <a:r>
              <a:t/>
            </a:r>
            <a:endParaRPr sz="1800">
              <a:latin typeface="Lexend"/>
              <a:ea typeface="Lexend"/>
              <a:cs typeface="Lexend"/>
              <a:sym typeface="Lexend"/>
            </a:endParaRPr>
          </a:p>
          <a:p>
            <a:pPr indent="0" lvl="0" marL="0" rtl="0" algn="l">
              <a:spcBef>
                <a:spcPts val="0"/>
              </a:spcBef>
              <a:spcAft>
                <a:spcPts val="0"/>
              </a:spcAft>
              <a:buNone/>
            </a:pPr>
            <a:r>
              <a:rPr lang="en-GB" sz="1800">
                <a:latin typeface="Lexend"/>
                <a:ea typeface="Lexend"/>
                <a:cs typeface="Lexend"/>
                <a:sym typeface="Lexend"/>
              </a:rPr>
              <a:t>b) Which two strategies do you think would be most effective at improving the well-being of the population of the city? Explain why.</a:t>
            </a:r>
            <a:endParaRPr sz="1800">
              <a:latin typeface="Lexend"/>
              <a:ea typeface="Lexend"/>
              <a:cs typeface="Lexend"/>
              <a:sym typeface="Lexend"/>
            </a:endParaRPr>
          </a:p>
          <a:p>
            <a:pPr indent="0" lvl="0" marL="0" rtl="0" algn="l">
              <a:spcBef>
                <a:spcPts val="0"/>
              </a:spcBef>
              <a:spcAft>
                <a:spcPts val="0"/>
              </a:spcAft>
              <a:buNone/>
            </a:pPr>
            <a:r>
              <a:t/>
            </a:r>
            <a:endParaRPr sz="1800">
              <a:latin typeface="Lexend"/>
              <a:ea typeface="Lexend"/>
              <a:cs typeface="Lexend"/>
              <a:sym typeface="Lexend"/>
            </a:endParaRPr>
          </a:p>
          <a:p>
            <a:pPr indent="0" lvl="0" marL="0" rtl="0" algn="l">
              <a:spcBef>
                <a:spcPts val="0"/>
              </a:spcBef>
              <a:spcAft>
                <a:spcPts val="0"/>
              </a:spcAft>
              <a:buNone/>
            </a:pPr>
            <a:r>
              <a:rPr lang="en-GB" sz="1800">
                <a:solidFill>
                  <a:schemeClr val="dk1"/>
                </a:solidFill>
                <a:latin typeface="Lexend"/>
                <a:ea typeface="Lexend"/>
                <a:cs typeface="Lexend"/>
                <a:sym typeface="Lexend"/>
              </a:rPr>
              <a:t>c) Which two strategies do you think would be most effective at improving the sustainability of the city? Explain why.</a:t>
            </a:r>
            <a:endParaRPr sz="1800">
              <a:solidFill>
                <a:schemeClr val="dk1"/>
              </a:solidFill>
              <a:latin typeface="Lexend"/>
              <a:ea typeface="Lexend"/>
              <a:cs typeface="Lexend"/>
              <a:sym typeface="Lexend"/>
            </a:endParaRPr>
          </a:p>
          <a:p>
            <a:pPr indent="0" lvl="0" marL="0" rtl="0" algn="l">
              <a:spcBef>
                <a:spcPts val="0"/>
              </a:spcBef>
              <a:spcAft>
                <a:spcPts val="0"/>
              </a:spcAft>
              <a:buNone/>
            </a:pPr>
            <a:r>
              <a:t/>
            </a:r>
            <a:endParaRPr sz="1800">
              <a:solidFill>
                <a:schemeClr val="dk1"/>
              </a:solidFill>
              <a:latin typeface="Lexend"/>
              <a:ea typeface="Lexend"/>
              <a:cs typeface="Lexend"/>
              <a:sym typeface="Lexend"/>
            </a:endParaRPr>
          </a:p>
          <a:p>
            <a:pPr indent="0" lvl="0" marL="0" rtl="0" algn="l">
              <a:spcBef>
                <a:spcPts val="0"/>
              </a:spcBef>
              <a:spcAft>
                <a:spcPts val="0"/>
              </a:spcAft>
              <a:buNone/>
            </a:pPr>
            <a:r>
              <a:rPr lang="en-GB" sz="1800">
                <a:solidFill>
                  <a:schemeClr val="dk1"/>
                </a:solidFill>
                <a:latin typeface="Lexend"/>
                <a:ea typeface="Lexend"/>
                <a:cs typeface="Lexend"/>
                <a:sym typeface="Lexend"/>
              </a:rPr>
              <a:t>(You can use the same strategy for more than one question.)</a:t>
            </a:r>
            <a:endParaRPr sz="1800">
              <a:solidFill>
                <a:schemeClr val="dk1"/>
              </a:solidFill>
              <a:latin typeface="Lexend"/>
              <a:ea typeface="Lexend"/>
              <a:cs typeface="Lexend"/>
              <a:sym typeface="Lexend"/>
            </a:endParaRPr>
          </a:p>
        </p:txBody>
      </p:sp>
      <p:sp>
        <p:nvSpPr>
          <p:cNvPr id="1046" name="Google Shape;1046;p86"/>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The importance of urban greening</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0" name="Shape 1050"/>
        <p:cNvGrpSpPr/>
        <p:nvPr/>
      </p:nvGrpSpPr>
      <p:grpSpPr>
        <a:xfrm>
          <a:off x="0" y="0"/>
          <a:ext cx="0" cy="0"/>
          <a:chOff x="0" y="0"/>
          <a:chExt cx="0" cy="0"/>
        </a:xfrm>
      </p:grpSpPr>
      <p:sp>
        <p:nvSpPr>
          <p:cNvPr id="1051" name="Google Shape;1051;p87"/>
          <p:cNvSpPr txBox="1"/>
          <p:nvPr/>
        </p:nvSpPr>
        <p:spPr>
          <a:xfrm>
            <a:off x="324000" y="810000"/>
            <a:ext cx="8496000" cy="831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2) Several old cities in the UK have tried to implement </a:t>
            </a:r>
            <a:r>
              <a:rPr b="1" lang="en-GB" sz="1800">
                <a:latin typeface="Lexend"/>
                <a:ea typeface="Lexend"/>
                <a:cs typeface="Lexend"/>
                <a:sym typeface="Lexend"/>
              </a:rPr>
              <a:t>urban</a:t>
            </a:r>
            <a:r>
              <a:rPr lang="en-GB" sz="1800">
                <a:latin typeface="Lexend"/>
                <a:ea typeface="Lexend"/>
                <a:cs typeface="Lexend"/>
                <a:sym typeface="Lexend"/>
              </a:rPr>
              <a:t> greening strategies, but have struggled to do so.</a:t>
            </a:r>
            <a:endParaRPr sz="1800">
              <a:latin typeface="Lexend"/>
              <a:ea typeface="Lexend"/>
              <a:cs typeface="Lexend"/>
              <a:sym typeface="Lexend"/>
            </a:endParaRPr>
          </a:p>
          <a:p>
            <a:pPr indent="0" lvl="0" marL="0" rtl="0" algn="l">
              <a:spcBef>
                <a:spcPts val="0"/>
              </a:spcBef>
              <a:spcAft>
                <a:spcPts val="0"/>
              </a:spcAft>
              <a:buNone/>
            </a:pPr>
            <a:r>
              <a:rPr lang="en-GB" sz="1800">
                <a:latin typeface="Lexend"/>
                <a:ea typeface="Lexend"/>
                <a:cs typeface="Lexend"/>
                <a:sym typeface="Lexend"/>
              </a:rPr>
              <a:t>Give one possible reason why.</a:t>
            </a:r>
            <a:endParaRPr sz="1800">
              <a:latin typeface="Lexend"/>
              <a:ea typeface="Lexend"/>
              <a:cs typeface="Lexend"/>
              <a:sym typeface="Lexend"/>
            </a:endParaRPr>
          </a:p>
        </p:txBody>
      </p:sp>
      <p:sp>
        <p:nvSpPr>
          <p:cNvPr id="1052" name="Google Shape;1052;p87"/>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The importance of urban greening</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6" name="Shape 1056"/>
        <p:cNvGrpSpPr/>
        <p:nvPr/>
      </p:nvGrpSpPr>
      <p:grpSpPr>
        <a:xfrm>
          <a:off x="0" y="0"/>
          <a:ext cx="0" cy="0"/>
          <a:chOff x="0" y="0"/>
          <a:chExt cx="0" cy="0"/>
        </a:xfrm>
      </p:grpSpPr>
      <p:sp>
        <p:nvSpPr>
          <p:cNvPr id="1057" name="Google Shape;1057;p88"/>
          <p:cNvSpPr txBox="1"/>
          <p:nvPr/>
        </p:nvSpPr>
        <p:spPr>
          <a:xfrm>
            <a:off x="860875" y="3257550"/>
            <a:ext cx="7828800" cy="153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000">
                <a:solidFill>
                  <a:schemeClr val="dk1"/>
                </a:solidFill>
                <a:latin typeface="Kalam"/>
                <a:ea typeface="Kalam"/>
                <a:cs typeface="Kalam"/>
                <a:sym typeface="Kalam"/>
              </a:rPr>
              <a:t>Cycle lanes - some roads may be made one-way only, allowing the other half of the road to be turned into cycle lanes. No new cycle lanes need to be built.</a:t>
            </a:r>
            <a:endParaRPr sz="2000">
              <a:solidFill>
                <a:schemeClr val="dk1"/>
              </a:solidFill>
              <a:latin typeface="Kalam"/>
              <a:ea typeface="Kalam"/>
              <a:cs typeface="Kalam"/>
              <a:sym typeface="Kalam"/>
            </a:endParaRPr>
          </a:p>
          <a:p>
            <a:pPr indent="0" lvl="0" marL="0" rtl="0" algn="l">
              <a:spcBef>
                <a:spcPts val="0"/>
              </a:spcBef>
              <a:spcAft>
                <a:spcPts val="0"/>
              </a:spcAft>
              <a:buNone/>
            </a:pPr>
            <a:r>
              <a:t/>
            </a:r>
            <a:endParaRPr sz="2000">
              <a:solidFill>
                <a:schemeClr val="dk1"/>
              </a:solidFill>
              <a:latin typeface="Kalam"/>
              <a:ea typeface="Kalam"/>
              <a:cs typeface="Kalam"/>
              <a:sym typeface="Kalam"/>
            </a:endParaRPr>
          </a:p>
          <a:p>
            <a:pPr indent="0" lvl="0" marL="0" rtl="0" algn="l">
              <a:spcBef>
                <a:spcPts val="0"/>
              </a:spcBef>
              <a:spcAft>
                <a:spcPts val="0"/>
              </a:spcAft>
              <a:buNone/>
            </a:pPr>
            <a:r>
              <a:rPr lang="en-GB" sz="2000">
                <a:solidFill>
                  <a:schemeClr val="dk1"/>
                </a:solidFill>
                <a:latin typeface="Kalam"/>
                <a:ea typeface="Kalam"/>
                <a:cs typeface="Kalam"/>
                <a:sym typeface="Kalam"/>
              </a:rPr>
              <a:t>Trees in streets - tree saplings can be planted along different streets.</a:t>
            </a:r>
            <a:endParaRPr sz="2000">
              <a:solidFill>
                <a:schemeClr val="dk1"/>
              </a:solidFill>
              <a:latin typeface="Kalam"/>
              <a:ea typeface="Kalam"/>
              <a:cs typeface="Kalam"/>
              <a:sym typeface="Kalam"/>
            </a:endParaRPr>
          </a:p>
        </p:txBody>
      </p:sp>
      <p:sp>
        <p:nvSpPr>
          <p:cNvPr id="1058" name="Google Shape;1058;p88"/>
          <p:cNvSpPr txBox="1"/>
          <p:nvPr/>
        </p:nvSpPr>
        <p:spPr>
          <a:xfrm>
            <a:off x="324000" y="810000"/>
            <a:ext cx="8496000" cy="1662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1) Imagine you were the mayor of a medium-sized city, and were given the task of adding two different </a:t>
            </a:r>
            <a:r>
              <a:rPr b="1" lang="en-GB" sz="1800">
                <a:latin typeface="Lexend"/>
                <a:ea typeface="Lexend"/>
                <a:cs typeface="Lexend"/>
                <a:sym typeface="Lexend"/>
              </a:rPr>
              <a:t>urban</a:t>
            </a:r>
            <a:r>
              <a:rPr lang="en-GB" sz="1800">
                <a:latin typeface="Lexend"/>
                <a:ea typeface="Lexend"/>
                <a:cs typeface="Lexend"/>
                <a:sym typeface="Lexend"/>
              </a:rPr>
              <a:t> greening strategies of your choice to the city.</a:t>
            </a:r>
            <a:endParaRPr sz="1800">
              <a:latin typeface="Lexend"/>
              <a:ea typeface="Lexend"/>
              <a:cs typeface="Lexend"/>
              <a:sym typeface="Lexend"/>
            </a:endParaRPr>
          </a:p>
          <a:p>
            <a:pPr indent="0" lvl="0" marL="0" rtl="0" algn="l">
              <a:spcBef>
                <a:spcPts val="0"/>
              </a:spcBef>
              <a:spcAft>
                <a:spcPts val="0"/>
              </a:spcAft>
              <a:buNone/>
            </a:pPr>
            <a:r>
              <a:t/>
            </a:r>
            <a:endParaRPr sz="1800">
              <a:latin typeface="Lexend"/>
              <a:ea typeface="Lexend"/>
              <a:cs typeface="Lexend"/>
              <a:sym typeface="Lexend"/>
            </a:endParaRPr>
          </a:p>
          <a:p>
            <a:pPr indent="0" lvl="0" marL="0" rtl="0" algn="l">
              <a:spcBef>
                <a:spcPts val="0"/>
              </a:spcBef>
              <a:spcAft>
                <a:spcPts val="0"/>
              </a:spcAft>
              <a:buNone/>
            </a:pPr>
            <a:r>
              <a:rPr lang="en-GB" sz="1800">
                <a:latin typeface="Lexend"/>
                <a:ea typeface="Lexend"/>
                <a:cs typeface="Lexend"/>
                <a:sym typeface="Lexend"/>
              </a:rPr>
              <a:t>a) Which two strategies do you think would be the most cost effective to implement? Explain why.</a:t>
            </a:r>
            <a:endParaRPr sz="1800">
              <a:solidFill>
                <a:schemeClr val="dk1"/>
              </a:solidFill>
              <a:latin typeface="Lexend"/>
              <a:ea typeface="Lexend"/>
              <a:cs typeface="Lexend"/>
              <a:sym typeface="Lexend"/>
            </a:endParaRPr>
          </a:p>
        </p:txBody>
      </p:sp>
      <p:sp>
        <p:nvSpPr>
          <p:cNvPr id="1059" name="Google Shape;1059;p88"/>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The importance of urban greening</a:t>
            </a:r>
            <a:endParaRPr/>
          </a:p>
        </p:txBody>
      </p:sp>
      <p:sp>
        <p:nvSpPr>
          <p:cNvPr id="1060" name="Google Shape;1060;p88"/>
          <p:cNvSpPr txBox="1"/>
          <p:nvPr/>
        </p:nvSpPr>
        <p:spPr>
          <a:xfrm>
            <a:off x="323975" y="2641950"/>
            <a:ext cx="8496000" cy="6156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000">
                <a:latin typeface="Kalam"/>
                <a:ea typeface="Kalam"/>
                <a:cs typeface="Kalam"/>
                <a:sym typeface="Kalam"/>
              </a:rPr>
              <a:t>(Any answer may be valid with the correct justification).</a:t>
            </a:r>
            <a:endParaRPr sz="2000">
              <a:latin typeface="Kalam"/>
              <a:ea typeface="Kalam"/>
              <a:cs typeface="Kalam"/>
              <a:sym typeface="Kalam"/>
            </a:endParaRPr>
          </a:p>
          <a:p>
            <a:pPr indent="0" lvl="0" marL="0" rtl="0" algn="l">
              <a:spcBef>
                <a:spcPts val="0"/>
              </a:spcBef>
              <a:spcAft>
                <a:spcPts val="0"/>
              </a:spcAft>
              <a:buNone/>
            </a:pPr>
            <a:r>
              <a:rPr lang="en-GB" sz="2000">
                <a:latin typeface="Kalam"/>
                <a:ea typeface="Kalam"/>
                <a:cs typeface="Kalam"/>
                <a:sym typeface="Kalam"/>
              </a:rPr>
              <a:t>Examples include:</a:t>
            </a:r>
            <a:endParaRPr sz="2000">
              <a:latin typeface="Kalam"/>
              <a:ea typeface="Kalam"/>
              <a:cs typeface="Kalam"/>
              <a:sym typeface="Kalam"/>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4" name="Shape 1064"/>
        <p:cNvGrpSpPr/>
        <p:nvPr/>
      </p:nvGrpSpPr>
      <p:grpSpPr>
        <a:xfrm>
          <a:off x="0" y="0"/>
          <a:ext cx="0" cy="0"/>
          <a:chOff x="0" y="0"/>
          <a:chExt cx="0" cy="0"/>
        </a:xfrm>
      </p:grpSpPr>
      <p:sp>
        <p:nvSpPr>
          <p:cNvPr id="1065" name="Google Shape;1065;p89"/>
          <p:cNvSpPr txBox="1"/>
          <p:nvPr/>
        </p:nvSpPr>
        <p:spPr>
          <a:xfrm>
            <a:off x="860875" y="2970861"/>
            <a:ext cx="7828800" cy="1847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000">
                <a:solidFill>
                  <a:schemeClr val="dk1"/>
                </a:solidFill>
                <a:latin typeface="Kalam"/>
                <a:ea typeface="Kalam"/>
                <a:cs typeface="Kalam"/>
                <a:sym typeface="Kalam"/>
              </a:rPr>
              <a:t>Green parks - people in the city will have easier-to-access green spaces to enjoy walks, a relaxing space for their lunch, etc.</a:t>
            </a:r>
            <a:endParaRPr sz="2000">
              <a:solidFill>
                <a:schemeClr val="dk1"/>
              </a:solidFill>
              <a:latin typeface="Kalam"/>
              <a:ea typeface="Kalam"/>
              <a:cs typeface="Kalam"/>
              <a:sym typeface="Kalam"/>
            </a:endParaRPr>
          </a:p>
          <a:p>
            <a:pPr indent="0" lvl="0" marL="0" rtl="0" algn="l">
              <a:spcBef>
                <a:spcPts val="0"/>
              </a:spcBef>
              <a:spcAft>
                <a:spcPts val="0"/>
              </a:spcAft>
              <a:buNone/>
            </a:pPr>
            <a:r>
              <a:t/>
            </a:r>
            <a:endParaRPr sz="2000">
              <a:solidFill>
                <a:schemeClr val="dk1"/>
              </a:solidFill>
              <a:latin typeface="Kalam"/>
              <a:ea typeface="Kalam"/>
              <a:cs typeface="Kalam"/>
              <a:sym typeface="Kalam"/>
            </a:endParaRPr>
          </a:p>
          <a:p>
            <a:pPr indent="0" lvl="0" marL="0" rtl="0" algn="l">
              <a:spcBef>
                <a:spcPts val="0"/>
              </a:spcBef>
              <a:spcAft>
                <a:spcPts val="0"/>
              </a:spcAft>
              <a:buNone/>
            </a:pPr>
            <a:r>
              <a:rPr lang="en-GB" sz="2000">
                <a:solidFill>
                  <a:schemeClr val="dk1"/>
                </a:solidFill>
                <a:latin typeface="Kalam"/>
                <a:ea typeface="Kalam"/>
                <a:cs typeface="Kalam"/>
                <a:sym typeface="Kalam"/>
              </a:rPr>
              <a:t>Improve public transport options - people may worry less about travelling to work on time on public transport. Options for travel are increased, or became more reliable.</a:t>
            </a:r>
            <a:endParaRPr sz="2000">
              <a:solidFill>
                <a:schemeClr val="dk1"/>
              </a:solidFill>
              <a:latin typeface="Kalam"/>
              <a:ea typeface="Kalam"/>
              <a:cs typeface="Kalam"/>
              <a:sym typeface="Kalam"/>
            </a:endParaRPr>
          </a:p>
        </p:txBody>
      </p:sp>
      <p:sp>
        <p:nvSpPr>
          <p:cNvPr id="1066" name="Google Shape;1066;p89"/>
          <p:cNvSpPr txBox="1"/>
          <p:nvPr/>
        </p:nvSpPr>
        <p:spPr>
          <a:xfrm>
            <a:off x="324000" y="810000"/>
            <a:ext cx="8496000" cy="1662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1) Imagine you were the mayor of a medium-sized city, and were given the task of adding two different </a:t>
            </a:r>
            <a:r>
              <a:rPr b="1" lang="en-GB" sz="1800">
                <a:latin typeface="Lexend"/>
                <a:ea typeface="Lexend"/>
                <a:cs typeface="Lexend"/>
                <a:sym typeface="Lexend"/>
              </a:rPr>
              <a:t>urban</a:t>
            </a:r>
            <a:r>
              <a:rPr lang="en-GB" sz="1800">
                <a:latin typeface="Lexend"/>
                <a:ea typeface="Lexend"/>
                <a:cs typeface="Lexend"/>
                <a:sym typeface="Lexend"/>
              </a:rPr>
              <a:t> greening strategies of your choice to the city.</a:t>
            </a:r>
            <a:endParaRPr sz="1800">
              <a:latin typeface="Lexend"/>
              <a:ea typeface="Lexend"/>
              <a:cs typeface="Lexend"/>
              <a:sym typeface="Lexend"/>
            </a:endParaRPr>
          </a:p>
          <a:p>
            <a:pPr indent="0" lvl="0" marL="0" rtl="0" algn="l">
              <a:spcBef>
                <a:spcPts val="0"/>
              </a:spcBef>
              <a:spcAft>
                <a:spcPts val="0"/>
              </a:spcAft>
              <a:buNone/>
            </a:pPr>
            <a:r>
              <a:t/>
            </a:r>
            <a:endParaRPr sz="1800">
              <a:latin typeface="Lexend"/>
              <a:ea typeface="Lexend"/>
              <a:cs typeface="Lexend"/>
              <a:sym typeface="Lexend"/>
            </a:endParaRPr>
          </a:p>
          <a:p>
            <a:pPr indent="0" lvl="0" marL="0" rtl="0" algn="l">
              <a:spcBef>
                <a:spcPts val="0"/>
              </a:spcBef>
              <a:spcAft>
                <a:spcPts val="0"/>
              </a:spcAft>
              <a:buNone/>
            </a:pPr>
            <a:r>
              <a:rPr lang="en-GB" sz="1800">
                <a:latin typeface="Lexend"/>
                <a:ea typeface="Lexend"/>
                <a:cs typeface="Lexend"/>
                <a:sym typeface="Lexend"/>
              </a:rPr>
              <a:t>b) Which two strategies do you think would be most effective at improving the well-being of the population of the city? Explain why.</a:t>
            </a:r>
            <a:endParaRPr sz="1800">
              <a:solidFill>
                <a:schemeClr val="dk1"/>
              </a:solidFill>
              <a:latin typeface="Lexend"/>
              <a:ea typeface="Lexend"/>
              <a:cs typeface="Lexend"/>
              <a:sym typeface="Lexend"/>
            </a:endParaRPr>
          </a:p>
        </p:txBody>
      </p:sp>
      <p:sp>
        <p:nvSpPr>
          <p:cNvPr id="1067" name="Google Shape;1067;p89"/>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The importance of urban greening</a:t>
            </a:r>
            <a:endParaRPr/>
          </a:p>
        </p:txBody>
      </p:sp>
      <p:sp>
        <p:nvSpPr>
          <p:cNvPr id="1068" name="Google Shape;1068;p89"/>
          <p:cNvSpPr txBox="1"/>
          <p:nvPr/>
        </p:nvSpPr>
        <p:spPr>
          <a:xfrm>
            <a:off x="323975" y="2641950"/>
            <a:ext cx="84960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000">
                <a:latin typeface="Kalam"/>
                <a:ea typeface="Kalam"/>
                <a:cs typeface="Kalam"/>
                <a:sym typeface="Kalam"/>
              </a:rPr>
              <a:t>Examples include:</a:t>
            </a:r>
            <a:endParaRPr sz="2000">
              <a:latin typeface="Kalam"/>
              <a:ea typeface="Kalam"/>
              <a:cs typeface="Kalam"/>
              <a:sym typeface="Kalam"/>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2" name="Shape 1072"/>
        <p:cNvGrpSpPr/>
        <p:nvPr/>
      </p:nvGrpSpPr>
      <p:grpSpPr>
        <a:xfrm>
          <a:off x="0" y="0"/>
          <a:ext cx="0" cy="0"/>
          <a:chOff x="0" y="0"/>
          <a:chExt cx="0" cy="0"/>
        </a:xfrm>
      </p:grpSpPr>
      <p:sp>
        <p:nvSpPr>
          <p:cNvPr id="1073" name="Google Shape;1073;p90"/>
          <p:cNvSpPr txBox="1"/>
          <p:nvPr/>
        </p:nvSpPr>
        <p:spPr>
          <a:xfrm>
            <a:off x="860875" y="2970861"/>
            <a:ext cx="7828800" cy="1847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000">
                <a:solidFill>
                  <a:schemeClr val="dk1"/>
                </a:solidFill>
                <a:latin typeface="Kalam"/>
                <a:ea typeface="Kalam"/>
                <a:cs typeface="Kalam"/>
                <a:sym typeface="Kalam"/>
              </a:rPr>
              <a:t>Improve public transport options - fewer people using cars on their own means a reduction in carbon emissions. This is especially true if the public transport uses electric vehicles.</a:t>
            </a:r>
            <a:endParaRPr sz="2000">
              <a:solidFill>
                <a:schemeClr val="dk1"/>
              </a:solidFill>
              <a:latin typeface="Kalam"/>
              <a:ea typeface="Kalam"/>
              <a:cs typeface="Kalam"/>
              <a:sym typeface="Kalam"/>
            </a:endParaRPr>
          </a:p>
          <a:p>
            <a:pPr indent="0" lvl="0" marL="0" rtl="0" algn="l">
              <a:spcBef>
                <a:spcPts val="0"/>
              </a:spcBef>
              <a:spcAft>
                <a:spcPts val="0"/>
              </a:spcAft>
              <a:buNone/>
            </a:pPr>
            <a:r>
              <a:t/>
            </a:r>
            <a:endParaRPr sz="2000">
              <a:solidFill>
                <a:schemeClr val="dk1"/>
              </a:solidFill>
              <a:latin typeface="Kalam"/>
              <a:ea typeface="Kalam"/>
              <a:cs typeface="Kalam"/>
              <a:sym typeface="Kalam"/>
            </a:endParaRPr>
          </a:p>
          <a:p>
            <a:pPr indent="0" lvl="0" marL="0" rtl="0" algn="l">
              <a:spcBef>
                <a:spcPts val="0"/>
              </a:spcBef>
              <a:spcAft>
                <a:spcPts val="0"/>
              </a:spcAft>
              <a:buNone/>
            </a:pPr>
            <a:r>
              <a:rPr lang="en-GB" sz="2000">
                <a:solidFill>
                  <a:schemeClr val="dk1"/>
                </a:solidFill>
                <a:latin typeface="Kalam"/>
                <a:ea typeface="Kalam"/>
                <a:cs typeface="Kalam"/>
                <a:sym typeface="Kalam"/>
              </a:rPr>
              <a:t>Insulated buildings - the cost and energy consumption when heating a house during the winter can be very high.</a:t>
            </a:r>
            <a:endParaRPr sz="2000">
              <a:solidFill>
                <a:schemeClr val="dk1"/>
              </a:solidFill>
              <a:latin typeface="Kalam"/>
              <a:ea typeface="Kalam"/>
              <a:cs typeface="Kalam"/>
              <a:sym typeface="Kalam"/>
            </a:endParaRPr>
          </a:p>
        </p:txBody>
      </p:sp>
      <p:sp>
        <p:nvSpPr>
          <p:cNvPr id="1074" name="Google Shape;1074;p90"/>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The importance of urban greening</a:t>
            </a:r>
            <a:endParaRPr/>
          </a:p>
        </p:txBody>
      </p:sp>
      <p:sp>
        <p:nvSpPr>
          <p:cNvPr id="1075" name="Google Shape;1075;p90"/>
          <p:cNvSpPr txBox="1"/>
          <p:nvPr/>
        </p:nvSpPr>
        <p:spPr>
          <a:xfrm>
            <a:off x="324000" y="810000"/>
            <a:ext cx="8496000" cy="1662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1) Imagine you were the mayor of a medium-sized city, and were given the task of adding two different </a:t>
            </a:r>
            <a:r>
              <a:rPr b="1" lang="en-GB" sz="1800">
                <a:latin typeface="Lexend"/>
                <a:ea typeface="Lexend"/>
                <a:cs typeface="Lexend"/>
                <a:sym typeface="Lexend"/>
              </a:rPr>
              <a:t>urban</a:t>
            </a:r>
            <a:r>
              <a:rPr lang="en-GB" sz="1800">
                <a:latin typeface="Lexend"/>
                <a:ea typeface="Lexend"/>
                <a:cs typeface="Lexend"/>
                <a:sym typeface="Lexend"/>
              </a:rPr>
              <a:t> greening strategies of your choice to the city.</a:t>
            </a:r>
            <a:endParaRPr sz="1800">
              <a:latin typeface="Lexend"/>
              <a:ea typeface="Lexend"/>
              <a:cs typeface="Lexend"/>
              <a:sym typeface="Lexend"/>
            </a:endParaRPr>
          </a:p>
          <a:p>
            <a:pPr indent="0" lvl="0" marL="0" rtl="0" algn="l">
              <a:spcBef>
                <a:spcPts val="0"/>
              </a:spcBef>
              <a:spcAft>
                <a:spcPts val="0"/>
              </a:spcAft>
              <a:buNone/>
            </a:pPr>
            <a:r>
              <a:t/>
            </a:r>
            <a:endParaRPr sz="1800">
              <a:latin typeface="Lexend"/>
              <a:ea typeface="Lexend"/>
              <a:cs typeface="Lexend"/>
              <a:sym typeface="Lexend"/>
            </a:endParaRPr>
          </a:p>
          <a:p>
            <a:pPr indent="0" lvl="0" marL="0" rtl="0" algn="l">
              <a:spcBef>
                <a:spcPts val="0"/>
              </a:spcBef>
              <a:spcAft>
                <a:spcPts val="0"/>
              </a:spcAft>
              <a:buNone/>
            </a:pPr>
            <a:r>
              <a:rPr lang="en-GB" sz="1800">
                <a:solidFill>
                  <a:schemeClr val="dk1"/>
                </a:solidFill>
                <a:latin typeface="Lexend"/>
                <a:ea typeface="Lexend"/>
                <a:cs typeface="Lexend"/>
                <a:sym typeface="Lexend"/>
              </a:rPr>
              <a:t>c) Which two strategies do you think would be most effective at improving the sustainability of the city? Explain why.</a:t>
            </a:r>
            <a:endParaRPr sz="1800">
              <a:solidFill>
                <a:schemeClr val="dk1"/>
              </a:solidFill>
              <a:latin typeface="Lexend"/>
              <a:ea typeface="Lexend"/>
              <a:cs typeface="Lexend"/>
              <a:sym typeface="Lexend"/>
            </a:endParaRPr>
          </a:p>
        </p:txBody>
      </p:sp>
      <p:sp>
        <p:nvSpPr>
          <p:cNvPr id="1076" name="Google Shape;1076;p90"/>
          <p:cNvSpPr txBox="1"/>
          <p:nvPr/>
        </p:nvSpPr>
        <p:spPr>
          <a:xfrm>
            <a:off x="323975" y="2641950"/>
            <a:ext cx="84960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000">
                <a:latin typeface="Kalam"/>
                <a:ea typeface="Kalam"/>
                <a:cs typeface="Kalam"/>
                <a:sym typeface="Kalam"/>
              </a:rPr>
              <a:t>Examples include:</a:t>
            </a:r>
            <a:endParaRPr sz="2000">
              <a:latin typeface="Kalam"/>
              <a:ea typeface="Kalam"/>
              <a:cs typeface="Kalam"/>
              <a:sym typeface="Kalam"/>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0" name="Shape 1080"/>
        <p:cNvGrpSpPr/>
        <p:nvPr/>
      </p:nvGrpSpPr>
      <p:grpSpPr>
        <a:xfrm>
          <a:off x="0" y="0"/>
          <a:ext cx="0" cy="0"/>
          <a:chOff x="0" y="0"/>
          <a:chExt cx="0" cy="0"/>
        </a:xfrm>
      </p:grpSpPr>
      <p:sp>
        <p:nvSpPr>
          <p:cNvPr id="1081" name="Google Shape;1081;p91"/>
          <p:cNvSpPr txBox="1"/>
          <p:nvPr/>
        </p:nvSpPr>
        <p:spPr>
          <a:xfrm>
            <a:off x="860875" y="1836511"/>
            <a:ext cx="7828800" cy="153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000">
                <a:solidFill>
                  <a:schemeClr val="dk1"/>
                </a:solidFill>
                <a:latin typeface="Kalam"/>
                <a:ea typeface="Kalam"/>
                <a:cs typeface="Kalam"/>
                <a:sym typeface="Kalam"/>
              </a:rPr>
              <a:t>Old cities that have grown larger over time may not have grown with </a:t>
            </a:r>
            <a:r>
              <a:rPr b="1" lang="en-GB" sz="2000">
                <a:solidFill>
                  <a:schemeClr val="dk1"/>
                </a:solidFill>
                <a:latin typeface="Kalam"/>
                <a:ea typeface="Kalam"/>
                <a:cs typeface="Kalam"/>
                <a:sym typeface="Kalam"/>
              </a:rPr>
              <a:t>urban</a:t>
            </a:r>
            <a:r>
              <a:rPr lang="en-GB" sz="2000">
                <a:solidFill>
                  <a:schemeClr val="dk1"/>
                </a:solidFill>
                <a:latin typeface="Kalam"/>
                <a:ea typeface="Kalam"/>
                <a:cs typeface="Kalam"/>
                <a:sym typeface="Kalam"/>
              </a:rPr>
              <a:t> greening in mind.</a:t>
            </a:r>
            <a:endParaRPr sz="2000">
              <a:solidFill>
                <a:schemeClr val="dk1"/>
              </a:solidFill>
              <a:latin typeface="Kalam"/>
              <a:ea typeface="Kalam"/>
              <a:cs typeface="Kalam"/>
              <a:sym typeface="Kalam"/>
            </a:endParaRPr>
          </a:p>
          <a:p>
            <a:pPr indent="0" lvl="0" marL="0" rtl="0" algn="l">
              <a:spcBef>
                <a:spcPts val="0"/>
              </a:spcBef>
              <a:spcAft>
                <a:spcPts val="0"/>
              </a:spcAft>
              <a:buNone/>
            </a:pPr>
            <a:r>
              <a:rPr lang="en-GB" sz="2000">
                <a:solidFill>
                  <a:schemeClr val="dk1"/>
                </a:solidFill>
                <a:latin typeface="Kalam"/>
                <a:ea typeface="Kalam"/>
                <a:cs typeface="Kalam"/>
                <a:sym typeface="Kalam"/>
              </a:rPr>
              <a:t>This means these cities may not have the space for urban green parks, or the roads may not be wide enough to accommodate cycle lanes, routes for large buses, trains or trams, etc.</a:t>
            </a:r>
            <a:endParaRPr sz="2000">
              <a:solidFill>
                <a:schemeClr val="dk1"/>
              </a:solidFill>
              <a:latin typeface="Kalam"/>
              <a:ea typeface="Kalam"/>
              <a:cs typeface="Kalam"/>
              <a:sym typeface="Kalam"/>
            </a:endParaRPr>
          </a:p>
        </p:txBody>
      </p:sp>
      <p:sp>
        <p:nvSpPr>
          <p:cNvPr id="1082" name="Google Shape;1082;p91"/>
          <p:cNvSpPr txBox="1"/>
          <p:nvPr/>
        </p:nvSpPr>
        <p:spPr>
          <a:xfrm>
            <a:off x="324000" y="810000"/>
            <a:ext cx="8496000" cy="831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2) Several old cities in the UK have tried to implement </a:t>
            </a:r>
            <a:r>
              <a:rPr b="1" lang="en-GB" sz="1800">
                <a:latin typeface="Lexend"/>
                <a:ea typeface="Lexend"/>
                <a:cs typeface="Lexend"/>
                <a:sym typeface="Lexend"/>
              </a:rPr>
              <a:t>urban</a:t>
            </a:r>
            <a:r>
              <a:rPr lang="en-GB" sz="1800">
                <a:latin typeface="Lexend"/>
                <a:ea typeface="Lexend"/>
                <a:cs typeface="Lexend"/>
                <a:sym typeface="Lexend"/>
              </a:rPr>
              <a:t> greening strategies, but have struggled to do so.</a:t>
            </a:r>
            <a:endParaRPr sz="1800">
              <a:latin typeface="Lexend"/>
              <a:ea typeface="Lexend"/>
              <a:cs typeface="Lexend"/>
              <a:sym typeface="Lexend"/>
            </a:endParaRPr>
          </a:p>
          <a:p>
            <a:pPr indent="0" lvl="0" marL="0" rtl="0" algn="l">
              <a:spcBef>
                <a:spcPts val="0"/>
              </a:spcBef>
              <a:spcAft>
                <a:spcPts val="0"/>
              </a:spcAft>
              <a:buNone/>
            </a:pPr>
            <a:r>
              <a:rPr lang="en-GB" sz="1800">
                <a:latin typeface="Lexend"/>
                <a:ea typeface="Lexend"/>
                <a:cs typeface="Lexend"/>
                <a:sym typeface="Lexend"/>
              </a:rPr>
              <a:t>Give one possible reason why.</a:t>
            </a:r>
            <a:endParaRPr sz="1800">
              <a:latin typeface="Lexend"/>
              <a:ea typeface="Lexend"/>
              <a:cs typeface="Lexend"/>
              <a:sym typeface="Lexend"/>
            </a:endParaRPr>
          </a:p>
        </p:txBody>
      </p:sp>
      <p:sp>
        <p:nvSpPr>
          <p:cNvPr id="1083" name="Google Shape;1083;p91"/>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The importance of urban greening</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7" name="Shape 1087"/>
        <p:cNvGrpSpPr/>
        <p:nvPr/>
      </p:nvGrpSpPr>
      <p:grpSpPr>
        <a:xfrm>
          <a:off x="0" y="0"/>
          <a:ext cx="0" cy="0"/>
          <a:chOff x="0" y="0"/>
          <a:chExt cx="0" cy="0"/>
        </a:xfrm>
      </p:grpSpPr>
      <p:sp>
        <p:nvSpPr>
          <p:cNvPr id="1088" name="Google Shape;1088;p92"/>
          <p:cNvSpPr txBox="1"/>
          <p:nvPr>
            <p:ph idx="2" type="title"/>
          </p:nvPr>
        </p:nvSpPr>
        <p:spPr>
          <a:xfrm>
            <a:off x="1225225" y="3027088"/>
            <a:ext cx="68523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The maths behind urban greening</a:t>
            </a:r>
            <a:endParaRPr/>
          </a:p>
        </p:txBody>
      </p:sp>
      <p:sp>
        <p:nvSpPr>
          <p:cNvPr id="1089" name="Google Shape;1089;p92"/>
          <p:cNvSpPr txBox="1"/>
          <p:nvPr>
            <p:ph type="title"/>
          </p:nvPr>
        </p:nvSpPr>
        <p:spPr>
          <a:xfrm>
            <a:off x="1225225" y="2090813"/>
            <a:ext cx="68523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The importance of urban greening</a:t>
            </a:r>
            <a:endParaRPr/>
          </a:p>
        </p:txBody>
      </p:sp>
      <p:sp>
        <p:nvSpPr>
          <p:cNvPr id="1090" name="Google Shape;1090;p92"/>
          <p:cNvSpPr txBox="1"/>
          <p:nvPr>
            <p:ph idx="3" type="title"/>
          </p:nvPr>
        </p:nvSpPr>
        <p:spPr>
          <a:xfrm>
            <a:off x="324000" y="657600"/>
            <a:ext cx="5741400" cy="615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Making cities greener</a:t>
            </a:r>
            <a:endParaRPr/>
          </a:p>
        </p:txBody>
      </p:sp>
      <p:pic>
        <p:nvPicPr>
          <p:cNvPr id="1091" name="Google Shape;1091;p92"/>
          <p:cNvPicPr preferRelativeResize="0"/>
          <p:nvPr/>
        </p:nvPicPr>
        <p:blipFill>
          <a:blip r:embed="rId3">
            <a:alphaModFix/>
          </a:blip>
          <a:stretch>
            <a:fillRect/>
          </a:stretch>
        </p:blipFill>
        <p:spPr>
          <a:xfrm>
            <a:off x="408127" y="2988373"/>
            <a:ext cx="450575" cy="44675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5" name="Shape 1095"/>
        <p:cNvGrpSpPr/>
        <p:nvPr/>
      </p:nvGrpSpPr>
      <p:grpSpPr>
        <a:xfrm>
          <a:off x="0" y="0"/>
          <a:ext cx="0" cy="0"/>
          <a:chOff x="0" y="0"/>
          <a:chExt cx="0" cy="0"/>
        </a:xfrm>
      </p:grpSpPr>
      <p:sp>
        <p:nvSpPr>
          <p:cNvPr id="1096" name="Google Shape;1096;p93"/>
          <p:cNvSpPr txBox="1"/>
          <p:nvPr/>
        </p:nvSpPr>
        <p:spPr>
          <a:xfrm>
            <a:off x="324000" y="810000"/>
            <a:ext cx="3996000" cy="13854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In 2020, the city of Leeds had the highest level of transport emissions of any local authority in the UK, at              1471.6 kt (kilotonnes) of CO</a:t>
            </a:r>
            <a:r>
              <a:rPr baseline="-25000" lang="en-GB" sz="1800">
                <a:solidFill>
                  <a:schemeClr val="dk1"/>
                </a:solidFill>
                <a:latin typeface="Lexend"/>
                <a:ea typeface="Lexend"/>
                <a:cs typeface="Lexend"/>
                <a:sym typeface="Lexend"/>
              </a:rPr>
              <a:t>2</a:t>
            </a:r>
            <a:r>
              <a:rPr lang="en-GB" sz="1800">
                <a:solidFill>
                  <a:schemeClr val="dk1"/>
                </a:solidFill>
                <a:latin typeface="Lexend"/>
                <a:ea typeface="Lexend"/>
                <a:cs typeface="Lexend"/>
                <a:sym typeface="Lexend"/>
              </a:rPr>
              <a:t> that year.</a:t>
            </a:r>
            <a:endParaRPr sz="1800">
              <a:latin typeface="Lexend"/>
              <a:ea typeface="Lexend"/>
              <a:cs typeface="Lexend"/>
              <a:sym typeface="Lexend"/>
            </a:endParaRPr>
          </a:p>
        </p:txBody>
      </p:sp>
      <p:sp>
        <p:nvSpPr>
          <p:cNvPr id="1097" name="Google Shape;1097;p93"/>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The maths behind urban greening</a:t>
            </a:r>
            <a:endParaRPr/>
          </a:p>
        </p:txBody>
      </p:sp>
      <p:sp>
        <p:nvSpPr>
          <p:cNvPr id="1098" name="Google Shape;1098;p93"/>
          <p:cNvSpPr txBox="1"/>
          <p:nvPr/>
        </p:nvSpPr>
        <p:spPr>
          <a:xfrm>
            <a:off x="324000" y="2383650"/>
            <a:ext cx="3996000" cy="1108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An effective </a:t>
            </a:r>
            <a:r>
              <a:rPr b="1" lang="en-GB" sz="1800">
                <a:latin typeface="Lexend"/>
                <a:ea typeface="Lexend"/>
                <a:cs typeface="Lexend"/>
                <a:sym typeface="Lexend"/>
              </a:rPr>
              <a:t>urban</a:t>
            </a:r>
            <a:r>
              <a:rPr lang="en-GB" sz="1800">
                <a:latin typeface="Lexend"/>
                <a:ea typeface="Lexend"/>
                <a:cs typeface="Lexend"/>
                <a:sym typeface="Lexend"/>
              </a:rPr>
              <a:t> greening initiative may result in the following carbon emission reduction over a 5 year period:</a:t>
            </a:r>
            <a:endParaRPr sz="1800">
              <a:solidFill>
                <a:srgbClr val="000000"/>
              </a:solidFill>
              <a:latin typeface="Lexend"/>
              <a:ea typeface="Lexend"/>
              <a:cs typeface="Lexend"/>
              <a:sym typeface="Lexend"/>
            </a:endParaRPr>
          </a:p>
        </p:txBody>
      </p:sp>
      <p:graphicFrame>
        <p:nvGraphicFramePr>
          <p:cNvPr id="1099" name="Google Shape;1099;p93"/>
          <p:cNvGraphicFramePr/>
          <p:nvPr/>
        </p:nvGraphicFramePr>
        <p:xfrm>
          <a:off x="647100" y="3601200"/>
          <a:ext cx="3000000" cy="3000000"/>
        </p:xfrm>
        <a:graphic>
          <a:graphicData uri="http://schemas.openxmlformats.org/drawingml/2006/table">
            <a:tbl>
              <a:tblPr>
                <a:noFill/>
                <a:tableStyleId>{69C3366F-6BBF-4AEC-BD01-B87E98C36D89}</a:tableStyleId>
              </a:tblPr>
              <a:tblGrid>
                <a:gridCol w="1528075"/>
                <a:gridCol w="1952575"/>
              </a:tblGrid>
              <a:tr h="381000">
                <a:tc>
                  <a:txBody>
                    <a:bodyPr/>
                    <a:lstStyle/>
                    <a:p>
                      <a:pPr indent="0" lvl="0" marL="0" rtl="0" algn="l">
                        <a:spcBef>
                          <a:spcPts val="0"/>
                        </a:spcBef>
                        <a:spcAft>
                          <a:spcPts val="0"/>
                        </a:spcAft>
                        <a:buNone/>
                      </a:pPr>
                      <a:r>
                        <a:rPr lang="en-GB" sz="1800">
                          <a:latin typeface="Lexend"/>
                          <a:ea typeface="Lexend"/>
                          <a:cs typeface="Lexend"/>
                          <a:sym typeface="Lexend"/>
                        </a:rPr>
                        <a:t> residential</a:t>
                      </a:r>
                      <a:endParaRPr sz="1800">
                        <a:latin typeface="Lexend"/>
                        <a:ea typeface="Lexend"/>
                        <a:cs typeface="Lexend"/>
                        <a:sym typeface="Lexend"/>
                      </a:endParaRPr>
                    </a:p>
                  </a:txBody>
                  <a:tcPr marT="0" marB="0" marR="0" marL="0" anchor="ctr"/>
                </a:tc>
                <a:tc>
                  <a:txBody>
                    <a:bodyPr/>
                    <a:lstStyle/>
                    <a:p>
                      <a:pPr indent="0" lvl="0" marL="0" rtl="0" algn="l">
                        <a:spcBef>
                          <a:spcPts val="0"/>
                        </a:spcBef>
                        <a:spcAft>
                          <a:spcPts val="0"/>
                        </a:spcAft>
                        <a:buNone/>
                      </a:pPr>
                      <a:r>
                        <a:rPr lang="en-GB" sz="1800">
                          <a:latin typeface="Lexend"/>
                          <a:ea typeface="Lexend"/>
                          <a:cs typeface="Lexend"/>
                          <a:sym typeface="Lexend"/>
                        </a:rPr>
                        <a:t> 5% reduction</a:t>
                      </a:r>
                      <a:endParaRPr sz="1800">
                        <a:latin typeface="Lexend"/>
                        <a:ea typeface="Lexend"/>
                        <a:cs typeface="Lexend"/>
                        <a:sym typeface="Lexend"/>
                      </a:endParaRPr>
                    </a:p>
                  </a:txBody>
                  <a:tcPr marT="0" marB="0" marR="0" marL="0" anchor="ctr"/>
                </a:tc>
              </a:tr>
              <a:tr h="381000">
                <a:tc>
                  <a:txBody>
                    <a:bodyPr/>
                    <a:lstStyle/>
                    <a:p>
                      <a:pPr indent="0" lvl="0" marL="0" rtl="0" algn="l">
                        <a:spcBef>
                          <a:spcPts val="0"/>
                        </a:spcBef>
                        <a:spcAft>
                          <a:spcPts val="0"/>
                        </a:spcAft>
                        <a:buNone/>
                      </a:pPr>
                      <a:r>
                        <a:rPr lang="en-GB" sz="1800">
                          <a:latin typeface="Lexend"/>
                          <a:ea typeface="Lexend"/>
                          <a:cs typeface="Lexend"/>
                          <a:sym typeface="Lexend"/>
                        </a:rPr>
                        <a:t> industry</a:t>
                      </a:r>
                      <a:endParaRPr sz="1800">
                        <a:latin typeface="Lexend"/>
                        <a:ea typeface="Lexend"/>
                        <a:cs typeface="Lexend"/>
                        <a:sym typeface="Lexend"/>
                      </a:endParaRPr>
                    </a:p>
                  </a:txBody>
                  <a:tcPr marT="0" marB="0" marR="0" marL="0" anchor="ctr"/>
                </a:tc>
                <a:tc>
                  <a:txBody>
                    <a:bodyPr/>
                    <a:lstStyle/>
                    <a:p>
                      <a:pPr indent="0" lvl="0" marL="0" rtl="0" algn="l">
                        <a:spcBef>
                          <a:spcPts val="0"/>
                        </a:spcBef>
                        <a:spcAft>
                          <a:spcPts val="0"/>
                        </a:spcAft>
                        <a:buNone/>
                      </a:pPr>
                      <a:r>
                        <a:rPr lang="en-GB" sz="1800">
                          <a:latin typeface="Lexend"/>
                          <a:ea typeface="Lexend"/>
                          <a:cs typeface="Lexend"/>
                          <a:sym typeface="Lexend"/>
                        </a:rPr>
                        <a:t> 12.5% reduction</a:t>
                      </a:r>
                      <a:endParaRPr sz="1800">
                        <a:latin typeface="Lexend"/>
                        <a:ea typeface="Lexend"/>
                        <a:cs typeface="Lexend"/>
                        <a:sym typeface="Lexend"/>
                      </a:endParaRPr>
                    </a:p>
                  </a:txBody>
                  <a:tcPr marT="0" marB="0" marR="0" marL="0" anchor="ctr"/>
                </a:tc>
              </a:tr>
              <a:tr h="381000">
                <a:tc>
                  <a:txBody>
                    <a:bodyPr/>
                    <a:lstStyle/>
                    <a:p>
                      <a:pPr indent="0" lvl="0" marL="0" rtl="0" algn="l">
                        <a:spcBef>
                          <a:spcPts val="0"/>
                        </a:spcBef>
                        <a:spcAft>
                          <a:spcPts val="0"/>
                        </a:spcAft>
                        <a:buNone/>
                      </a:pPr>
                      <a:r>
                        <a:rPr lang="en-GB" sz="1800">
                          <a:latin typeface="Lexend"/>
                          <a:ea typeface="Lexend"/>
                          <a:cs typeface="Lexend"/>
                          <a:sym typeface="Lexend"/>
                        </a:rPr>
                        <a:t> transport</a:t>
                      </a:r>
                      <a:endParaRPr sz="1800">
                        <a:latin typeface="Lexend"/>
                        <a:ea typeface="Lexend"/>
                        <a:cs typeface="Lexend"/>
                        <a:sym typeface="Lexend"/>
                      </a:endParaRPr>
                    </a:p>
                  </a:txBody>
                  <a:tcPr marT="0" marB="0" marR="0" marL="0" anchor="ctr"/>
                </a:tc>
                <a:tc>
                  <a:txBody>
                    <a:bodyPr/>
                    <a:lstStyle/>
                    <a:p>
                      <a:pPr indent="0" lvl="0" marL="0" rtl="0" algn="l">
                        <a:spcBef>
                          <a:spcPts val="0"/>
                        </a:spcBef>
                        <a:spcAft>
                          <a:spcPts val="0"/>
                        </a:spcAft>
                        <a:buNone/>
                      </a:pPr>
                      <a:r>
                        <a:rPr lang="en-GB" sz="1800">
                          <a:latin typeface="Lexend"/>
                          <a:ea typeface="Lexend"/>
                          <a:cs typeface="Lexend"/>
                          <a:sym typeface="Lexend"/>
                        </a:rPr>
                        <a:t> 15% reduction</a:t>
                      </a:r>
                      <a:endParaRPr sz="1800">
                        <a:latin typeface="Lexend"/>
                        <a:ea typeface="Lexend"/>
                        <a:cs typeface="Lexend"/>
                        <a:sym typeface="Lexend"/>
                      </a:endParaRPr>
                    </a:p>
                  </a:txBody>
                  <a:tcPr marT="0" marB="0" marR="0" marL="0" anchor="ctr"/>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9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9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3" name="Shape 1103"/>
        <p:cNvGrpSpPr/>
        <p:nvPr/>
      </p:nvGrpSpPr>
      <p:grpSpPr>
        <a:xfrm>
          <a:off x="0" y="0"/>
          <a:ext cx="0" cy="0"/>
          <a:chOff x="0" y="0"/>
          <a:chExt cx="0" cy="0"/>
        </a:xfrm>
      </p:grpSpPr>
      <p:sp>
        <p:nvSpPr>
          <p:cNvPr id="1104" name="Google Shape;1104;p94"/>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The maths behind urban greening</a:t>
            </a:r>
            <a:endParaRPr/>
          </a:p>
        </p:txBody>
      </p:sp>
      <p:sp>
        <p:nvSpPr>
          <p:cNvPr id="1105" name="Google Shape;1105;p94"/>
          <p:cNvSpPr txBox="1"/>
          <p:nvPr/>
        </p:nvSpPr>
        <p:spPr>
          <a:xfrm>
            <a:off x="4824000" y="810000"/>
            <a:ext cx="3996000" cy="1108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What might have been the carbon emissions from transport in Leeds in 2025 if an </a:t>
            </a:r>
            <a:r>
              <a:rPr b="1" lang="en-GB" sz="1800">
                <a:latin typeface="Lexend"/>
                <a:ea typeface="Lexend"/>
                <a:cs typeface="Lexend"/>
                <a:sym typeface="Lexend"/>
              </a:rPr>
              <a:t>urban</a:t>
            </a:r>
            <a:r>
              <a:rPr lang="en-GB" sz="1800">
                <a:latin typeface="Lexend"/>
                <a:ea typeface="Lexend"/>
                <a:cs typeface="Lexend"/>
                <a:sym typeface="Lexend"/>
              </a:rPr>
              <a:t> greening initiative was implemented in 2020?</a:t>
            </a:r>
            <a:endParaRPr sz="1800">
              <a:solidFill>
                <a:srgbClr val="000000"/>
              </a:solidFill>
              <a:latin typeface="Lexend"/>
              <a:ea typeface="Lexend"/>
              <a:cs typeface="Lexend"/>
              <a:sym typeface="Lexend"/>
            </a:endParaRPr>
          </a:p>
        </p:txBody>
      </p:sp>
      <p:sp>
        <p:nvSpPr>
          <p:cNvPr id="1106" name="Google Shape;1106;p94"/>
          <p:cNvSpPr txBox="1"/>
          <p:nvPr/>
        </p:nvSpPr>
        <p:spPr>
          <a:xfrm>
            <a:off x="324000" y="810000"/>
            <a:ext cx="3996000" cy="13854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In 2020, the city of Leeds had the highest level of transport emissions of any local authority in the UK, at              1471.6 kt (kilotonnes) of CO</a:t>
            </a:r>
            <a:r>
              <a:rPr baseline="-25000" lang="en-GB" sz="1800">
                <a:latin typeface="Lexend"/>
                <a:ea typeface="Lexend"/>
                <a:cs typeface="Lexend"/>
                <a:sym typeface="Lexend"/>
              </a:rPr>
              <a:t>2</a:t>
            </a:r>
            <a:r>
              <a:rPr lang="en-GB" sz="1800">
                <a:latin typeface="Lexend"/>
                <a:ea typeface="Lexend"/>
                <a:cs typeface="Lexend"/>
                <a:sym typeface="Lexend"/>
              </a:rPr>
              <a:t> that year.</a:t>
            </a:r>
            <a:endParaRPr sz="1800">
              <a:solidFill>
                <a:srgbClr val="000000"/>
              </a:solidFill>
              <a:latin typeface="Lexend"/>
              <a:ea typeface="Lexend"/>
              <a:cs typeface="Lexend"/>
              <a:sym typeface="Lexend"/>
            </a:endParaRPr>
          </a:p>
        </p:txBody>
      </p:sp>
      <p:sp>
        <p:nvSpPr>
          <p:cNvPr id="1107" name="Google Shape;1107;p94"/>
          <p:cNvSpPr txBox="1"/>
          <p:nvPr/>
        </p:nvSpPr>
        <p:spPr>
          <a:xfrm>
            <a:off x="324000" y="2383650"/>
            <a:ext cx="3996000" cy="1108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An effective </a:t>
            </a:r>
            <a:r>
              <a:rPr b="1" lang="en-GB" sz="1800">
                <a:latin typeface="Lexend"/>
                <a:ea typeface="Lexend"/>
                <a:cs typeface="Lexend"/>
                <a:sym typeface="Lexend"/>
              </a:rPr>
              <a:t>urban</a:t>
            </a:r>
            <a:r>
              <a:rPr lang="en-GB" sz="1800">
                <a:latin typeface="Lexend"/>
                <a:ea typeface="Lexend"/>
                <a:cs typeface="Lexend"/>
                <a:sym typeface="Lexend"/>
              </a:rPr>
              <a:t> greening initiative may result in the following carbon emission reduction over a 5 year period:</a:t>
            </a:r>
            <a:endParaRPr sz="1800">
              <a:solidFill>
                <a:srgbClr val="000000"/>
              </a:solidFill>
              <a:latin typeface="Lexend"/>
              <a:ea typeface="Lexend"/>
              <a:cs typeface="Lexend"/>
              <a:sym typeface="Lexend"/>
            </a:endParaRPr>
          </a:p>
        </p:txBody>
      </p:sp>
      <p:graphicFrame>
        <p:nvGraphicFramePr>
          <p:cNvPr id="1108" name="Google Shape;1108;p94"/>
          <p:cNvGraphicFramePr/>
          <p:nvPr/>
        </p:nvGraphicFramePr>
        <p:xfrm>
          <a:off x="647100" y="3601200"/>
          <a:ext cx="3000000" cy="3000000"/>
        </p:xfrm>
        <a:graphic>
          <a:graphicData uri="http://schemas.openxmlformats.org/drawingml/2006/table">
            <a:tbl>
              <a:tblPr>
                <a:noFill/>
                <a:tableStyleId>{69C3366F-6BBF-4AEC-BD01-B87E98C36D89}</a:tableStyleId>
              </a:tblPr>
              <a:tblGrid>
                <a:gridCol w="1528075"/>
                <a:gridCol w="1952575"/>
              </a:tblGrid>
              <a:tr h="381000">
                <a:tc>
                  <a:txBody>
                    <a:bodyPr/>
                    <a:lstStyle/>
                    <a:p>
                      <a:pPr indent="0" lvl="0" marL="0" rtl="0" algn="l">
                        <a:spcBef>
                          <a:spcPts val="0"/>
                        </a:spcBef>
                        <a:spcAft>
                          <a:spcPts val="0"/>
                        </a:spcAft>
                        <a:buNone/>
                      </a:pPr>
                      <a:r>
                        <a:rPr lang="en-GB" sz="1800">
                          <a:latin typeface="Lexend"/>
                          <a:ea typeface="Lexend"/>
                          <a:cs typeface="Lexend"/>
                          <a:sym typeface="Lexend"/>
                        </a:rPr>
                        <a:t> residential</a:t>
                      </a:r>
                      <a:endParaRPr sz="1800">
                        <a:latin typeface="Lexend"/>
                        <a:ea typeface="Lexend"/>
                        <a:cs typeface="Lexend"/>
                        <a:sym typeface="Lexend"/>
                      </a:endParaRPr>
                    </a:p>
                  </a:txBody>
                  <a:tcPr marT="0" marB="0" marR="0" marL="0" anchor="ctr"/>
                </a:tc>
                <a:tc>
                  <a:txBody>
                    <a:bodyPr/>
                    <a:lstStyle/>
                    <a:p>
                      <a:pPr indent="0" lvl="0" marL="0" rtl="0" algn="l">
                        <a:spcBef>
                          <a:spcPts val="0"/>
                        </a:spcBef>
                        <a:spcAft>
                          <a:spcPts val="0"/>
                        </a:spcAft>
                        <a:buNone/>
                      </a:pPr>
                      <a:r>
                        <a:rPr lang="en-GB" sz="1800">
                          <a:latin typeface="Lexend"/>
                          <a:ea typeface="Lexend"/>
                          <a:cs typeface="Lexend"/>
                          <a:sym typeface="Lexend"/>
                        </a:rPr>
                        <a:t> 5% reduction</a:t>
                      </a:r>
                      <a:endParaRPr sz="1800">
                        <a:latin typeface="Lexend"/>
                        <a:ea typeface="Lexend"/>
                        <a:cs typeface="Lexend"/>
                        <a:sym typeface="Lexend"/>
                      </a:endParaRPr>
                    </a:p>
                  </a:txBody>
                  <a:tcPr marT="0" marB="0" marR="0" marL="0" anchor="ctr"/>
                </a:tc>
              </a:tr>
              <a:tr h="381000">
                <a:tc>
                  <a:txBody>
                    <a:bodyPr/>
                    <a:lstStyle/>
                    <a:p>
                      <a:pPr indent="0" lvl="0" marL="0" rtl="0" algn="l">
                        <a:spcBef>
                          <a:spcPts val="0"/>
                        </a:spcBef>
                        <a:spcAft>
                          <a:spcPts val="0"/>
                        </a:spcAft>
                        <a:buNone/>
                      </a:pPr>
                      <a:r>
                        <a:rPr lang="en-GB" sz="1800">
                          <a:latin typeface="Lexend"/>
                          <a:ea typeface="Lexend"/>
                          <a:cs typeface="Lexend"/>
                          <a:sym typeface="Lexend"/>
                        </a:rPr>
                        <a:t> industry</a:t>
                      </a:r>
                      <a:endParaRPr sz="1800">
                        <a:latin typeface="Lexend"/>
                        <a:ea typeface="Lexend"/>
                        <a:cs typeface="Lexend"/>
                        <a:sym typeface="Lexend"/>
                      </a:endParaRPr>
                    </a:p>
                  </a:txBody>
                  <a:tcPr marT="0" marB="0" marR="0" marL="0" anchor="ctr"/>
                </a:tc>
                <a:tc>
                  <a:txBody>
                    <a:bodyPr/>
                    <a:lstStyle/>
                    <a:p>
                      <a:pPr indent="0" lvl="0" marL="0" rtl="0" algn="l">
                        <a:spcBef>
                          <a:spcPts val="0"/>
                        </a:spcBef>
                        <a:spcAft>
                          <a:spcPts val="0"/>
                        </a:spcAft>
                        <a:buNone/>
                      </a:pPr>
                      <a:r>
                        <a:rPr lang="en-GB" sz="1800">
                          <a:latin typeface="Lexend"/>
                          <a:ea typeface="Lexend"/>
                          <a:cs typeface="Lexend"/>
                          <a:sym typeface="Lexend"/>
                        </a:rPr>
                        <a:t> 12.5% reduction</a:t>
                      </a:r>
                      <a:endParaRPr sz="1800">
                        <a:latin typeface="Lexend"/>
                        <a:ea typeface="Lexend"/>
                        <a:cs typeface="Lexend"/>
                        <a:sym typeface="Lexend"/>
                      </a:endParaRPr>
                    </a:p>
                  </a:txBody>
                  <a:tcPr marT="0" marB="0" marR="0" marL="0" anchor="ctr"/>
                </a:tc>
              </a:tr>
              <a:tr h="381000">
                <a:tc>
                  <a:txBody>
                    <a:bodyPr/>
                    <a:lstStyle/>
                    <a:p>
                      <a:pPr indent="0" lvl="0" marL="0" rtl="0" algn="l">
                        <a:spcBef>
                          <a:spcPts val="0"/>
                        </a:spcBef>
                        <a:spcAft>
                          <a:spcPts val="0"/>
                        </a:spcAft>
                        <a:buNone/>
                      </a:pPr>
                      <a:r>
                        <a:rPr lang="en-GB" sz="1800">
                          <a:latin typeface="Lexend"/>
                          <a:ea typeface="Lexend"/>
                          <a:cs typeface="Lexend"/>
                          <a:sym typeface="Lexend"/>
                        </a:rPr>
                        <a:t> transport</a:t>
                      </a:r>
                      <a:endParaRPr sz="1800">
                        <a:latin typeface="Lexend"/>
                        <a:ea typeface="Lexend"/>
                        <a:cs typeface="Lexend"/>
                        <a:sym typeface="Lexend"/>
                      </a:endParaRPr>
                    </a:p>
                  </a:txBody>
                  <a:tcPr marT="0" marB="0" marR="0" marL="0" anchor="ctr"/>
                </a:tc>
                <a:tc>
                  <a:txBody>
                    <a:bodyPr/>
                    <a:lstStyle/>
                    <a:p>
                      <a:pPr indent="0" lvl="0" marL="0" rtl="0" algn="l">
                        <a:spcBef>
                          <a:spcPts val="0"/>
                        </a:spcBef>
                        <a:spcAft>
                          <a:spcPts val="0"/>
                        </a:spcAft>
                        <a:buNone/>
                      </a:pPr>
                      <a:r>
                        <a:rPr lang="en-GB" sz="1800">
                          <a:latin typeface="Lexend"/>
                          <a:ea typeface="Lexend"/>
                          <a:cs typeface="Lexend"/>
                          <a:sym typeface="Lexend"/>
                        </a:rPr>
                        <a:t> 15% reduction</a:t>
                      </a:r>
                      <a:endParaRPr sz="1800">
                        <a:latin typeface="Lexend"/>
                        <a:ea typeface="Lexend"/>
                        <a:cs typeface="Lexend"/>
                        <a:sym typeface="Lexend"/>
                      </a:endParaRPr>
                    </a:p>
                  </a:txBody>
                  <a:tcPr marT="0" marB="0" marR="0" marL="0" anchor="ctr"/>
                </a:tc>
              </a:tr>
            </a:tbl>
          </a:graphicData>
        </a:graphic>
      </p:graphicFrame>
      <p:cxnSp>
        <p:nvCxnSpPr>
          <p:cNvPr id="1109" name="Google Shape;1109;p94"/>
          <p:cNvCxnSpPr/>
          <p:nvPr/>
        </p:nvCxnSpPr>
        <p:spPr>
          <a:xfrm>
            <a:off x="4572000" y="685150"/>
            <a:ext cx="0" cy="4126800"/>
          </a:xfrm>
          <a:prstGeom prst="straightConnector1">
            <a:avLst/>
          </a:prstGeom>
          <a:noFill/>
          <a:ln cap="flat" cmpd="sng" w="28575">
            <a:solidFill>
              <a:schemeClr val="dk1"/>
            </a:solidFill>
            <a:prstDash val="solid"/>
            <a:round/>
            <a:headEnd len="med" w="med" type="none"/>
            <a:tailEnd len="med" w="med" type="none"/>
          </a:ln>
        </p:spPr>
      </p:cxnSp>
      <p:sp>
        <p:nvSpPr>
          <p:cNvPr id="1110" name="Google Shape;1110;p94"/>
          <p:cNvSpPr/>
          <p:nvPr/>
        </p:nvSpPr>
        <p:spPr>
          <a:xfrm>
            <a:off x="647100" y="4363200"/>
            <a:ext cx="3480600" cy="381000"/>
          </a:xfrm>
          <a:prstGeom prst="rect">
            <a:avLst/>
          </a:prstGeom>
          <a:noFill/>
          <a:ln cap="flat" cmpd="sng" w="3810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11" name="Google Shape;1111;p94"/>
          <p:cNvSpPr txBox="1"/>
          <p:nvPr/>
        </p:nvSpPr>
        <p:spPr>
          <a:xfrm>
            <a:off x="4824000" y="2251375"/>
            <a:ext cx="3996000" cy="831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A 15% reduction means the carbon emissions will be (100 – 15)% = 85% of what it was before.</a:t>
            </a:r>
            <a:endParaRPr sz="1800">
              <a:solidFill>
                <a:srgbClr val="000000"/>
              </a:solidFill>
              <a:latin typeface="Lexend"/>
              <a:ea typeface="Lexend"/>
              <a:cs typeface="Lexend"/>
              <a:sym typeface="Lexend"/>
            </a:endParaRPr>
          </a:p>
        </p:txBody>
      </p:sp>
      <p:sp>
        <p:nvSpPr>
          <p:cNvPr id="1112" name="Google Shape;1112;p94"/>
          <p:cNvSpPr txBox="1"/>
          <p:nvPr/>
        </p:nvSpPr>
        <p:spPr>
          <a:xfrm>
            <a:off x="5115850" y="3200017"/>
            <a:ext cx="37041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85% = 0.85</a:t>
            </a:r>
            <a:endParaRPr sz="1800">
              <a:solidFill>
                <a:srgbClr val="000000"/>
              </a:solidFill>
              <a:latin typeface="Lexend"/>
              <a:ea typeface="Lexend"/>
              <a:cs typeface="Lexend"/>
              <a:sym typeface="Lexend"/>
            </a:endParaRPr>
          </a:p>
        </p:txBody>
      </p:sp>
      <p:sp>
        <p:nvSpPr>
          <p:cNvPr id="1113" name="Google Shape;1113;p94"/>
          <p:cNvSpPr txBox="1"/>
          <p:nvPr/>
        </p:nvSpPr>
        <p:spPr>
          <a:xfrm>
            <a:off x="5115850" y="4543200"/>
            <a:ext cx="37041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(0.85 × 1471.6) kt = 1250.86 kt</a:t>
            </a:r>
            <a:endParaRPr sz="1800">
              <a:solidFill>
                <a:srgbClr val="000000"/>
              </a:solidFill>
              <a:latin typeface="Lexend"/>
              <a:ea typeface="Lexend"/>
              <a:cs typeface="Lexend"/>
              <a:sym typeface="Lexend"/>
            </a:endParaRPr>
          </a:p>
        </p:txBody>
      </p:sp>
      <p:sp>
        <p:nvSpPr>
          <p:cNvPr id="1114" name="Google Shape;1114;p94"/>
          <p:cNvSpPr txBox="1"/>
          <p:nvPr/>
        </p:nvSpPr>
        <p:spPr>
          <a:xfrm>
            <a:off x="5115850" y="3594558"/>
            <a:ext cx="3704100" cy="831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Therefore, the transport carbon emissions from Leeds could have been:</a:t>
            </a:r>
            <a:endParaRPr sz="1800">
              <a:solidFill>
                <a:srgbClr val="000000"/>
              </a:solidFill>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1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1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1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1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1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8" name="Shape 1118"/>
        <p:cNvGrpSpPr/>
        <p:nvPr/>
      </p:nvGrpSpPr>
      <p:grpSpPr>
        <a:xfrm>
          <a:off x="0" y="0"/>
          <a:ext cx="0" cy="0"/>
          <a:chOff x="0" y="0"/>
          <a:chExt cx="0" cy="0"/>
        </a:xfrm>
      </p:grpSpPr>
      <p:sp>
        <p:nvSpPr>
          <p:cNvPr id="1119" name="Google Shape;1119;p95"/>
          <p:cNvSpPr txBox="1"/>
          <p:nvPr/>
        </p:nvSpPr>
        <p:spPr>
          <a:xfrm>
            <a:off x="324000" y="2017650"/>
            <a:ext cx="8496000" cy="831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Funding for </a:t>
            </a:r>
            <a:r>
              <a:rPr b="1" lang="en-GB" sz="1800">
                <a:solidFill>
                  <a:schemeClr val="dk1"/>
                </a:solidFill>
                <a:latin typeface="Lexend"/>
                <a:ea typeface="Lexend"/>
                <a:cs typeface="Lexend"/>
                <a:sym typeface="Lexend"/>
              </a:rPr>
              <a:t>urban</a:t>
            </a:r>
            <a:r>
              <a:rPr lang="en-GB" sz="1800">
                <a:solidFill>
                  <a:schemeClr val="dk1"/>
                </a:solidFill>
                <a:latin typeface="Lexend"/>
                <a:ea typeface="Lexend"/>
                <a:cs typeface="Lexend"/>
                <a:sym typeface="Lexend"/>
              </a:rPr>
              <a:t> greening initiatives may prefer to target local authorities that have the highest average transport carbon emissions </a:t>
            </a:r>
            <a:r>
              <a:rPr lang="en-GB" sz="1800">
                <a:solidFill>
                  <a:schemeClr val="accent5"/>
                </a:solidFill>
                <a:latin typeface="Lexend"/>
                <a:ea typeface="Lexend"/>
                <a:cs typeface="Lexend"/>
                <a:sym typeface="Lexend"/>
              </a:rPr>
              <a:t>per person in the population</a:t>
            </a:r>
            <a:r>
              <a:rPr lang="en-GB" sz="1800">
                <a:solidFill>
                  <a:schemeClr val="dk1"/>
                </a:solidFill>
                <a:latin typeface="Lexend"/>
                <a:ea typeface="Lexend"/>
                <a:cs typeface="Lexend"/>
                <a:sym typeface="Lexend"/>
              </a:rPr>
              <a:t>.</a:t>
            </a:r>
            <a:endParaRPr sz="1800">
              <a:latin typeface="Lexend"/>
              <a:ea typeface="Lexend"/>
              <a:cs typeface="Lexend"/>
              <a:sym typeface="Lexend"/>
            </a:endParaRPr>
          </a:p>
        </p:txBody>
      </p:sp>
      <p:graphicFrame>
        <p:nvGraphicFramePr>
          <p:cNvPr id="1120" name="Google Shape;1120;p95"/>
          <p:cNvGraphicFramePr/>
          <p:nvPr/>
        </p:nvGraphicFramePr>
        <p:xfrm>
          <a:off x="4969675" y="2950200"/>
          <a:ext cx="3000000" cy="3000000"/>
        </p:xfrm>
        <a:graphic>
          <a:graphicData uri="http://schemas.openxmlformats.org/drawingml/2006/table">
            <a:tbl>
              <a:tblPr>
                <a:noFill/>
                <a:tableStyleId>{69C3366F-6BBF-4AEC-BD01-B87E98C36D89}</a:tableStyleId>
              </a:tblPr>
              <a:tblGrid>
                <a:gridCol w="1136200"/>
              </a:tblGrid>
              <a:tr h="548625">
                <a:tc>
                  <a:txBody>
                    <a:bodyPr/>
                    <a:lstStyle/>
                    <a:p>
                      <a:pPr indent="0" lvl="0" marL="0" rtl="0" algn="ctr">
                        <a:lnSpc>
                          <a:spcPct val="70000"/>
                        </a:lnSpc>
                        <a:spcBef>
                          <a:spcPts val="0"/>
                        </a:spcBef>
                        <a:spcAft>
                          <a:spcPts val="0"/>
                        </a:spcAft>
                        <a:buNone/>
                      </a:pPr>
                      <a:r>
                        <a:rPr lang="en-GB" sz="2000">
                          <a:solidFill>
                            <a:schemeClr val="lt1"/>
                          </a:solidFill>
                          <a:latin typeface="Kalam"/>
                          <a:ea typeface="Kalam"/>
                          <a:cs typeface="Kalam"/>
                          <a:sym typeface="Kalam"/>
                        </a:rPr>
                        <a:t>emissions per person</a:t>
                      </a:r>
                      <a:endParaRPr sz="2000">
                        <a:solidFill>
                          <a:schemeClr val="lt1"/>
                        </a:solidFill>
                        <a:latin typeface="Kalam"/>
                        <a:ea typeface="Kalam"/>
                        <a:cs typeface="Kalam"/>
                        <a:sym typeface="Kalam"/>
                      </a:endParaRPr>
                    </a:p>
                  </a:txBody>
                  <a:tcPr marT="0" marB="0" marR="0" marL="0" anchor="ctr">
                    <a:solidFill>
                      <a:schemeClr val="accent5"/>
                    </a:solidFill>
                  </a:tcPr>
                </a:tc>
              </a:tr>
              <a:tr h="381000">
                <a:tc>
                  <a:txBody>
                    <a:bodyPr/>
                    <a:lstStyle/>
                    <a:p>
                      <a:pPr indent="0" lvl="0" marL="0" rtl="0" algn="ctr">
                        <a:spcBef>
                          <a:spcPts val="0"/>
                        </a:spcBef>
                        <a:spcAft>
                          <a:spcPts val="0"/>
                        </a:spcAft>
                        <a:buNone/>
                      </a:pPr>
                      <a:r>
                        <a:rPr lang="en-GB" sz="2000">
                          <a:solidFill>
                            <a:schemeClr val="dk1"/>
                          </a:solidFill>
                          <a:latin typeface="Kalam"/>
                          <a:ea typeface="Kalam"/>
                          <a:cs typeface="Kalam"/>
                          <a:sym typeface="Kalam"/>
                        </a:rPr>
                        <a:t>0.0018</a:t>
                      </a:r>
                      <a:endParaRPr sz="2000">
                        <a:latin typeface="Kalam"/>
                        <a:ea typeface="Kalam"/>
                        <a:cs typeface="Kalam"/>
                        <a:sym typeface="Kalam"/>
                      </a:endParaRPr>
                    </a:p>
                  </a:txBody>
                  <a:tcPr marT="0" marB="0" marR="0" marL="0" anchor="ctr"/>
                </a:tc>
              </a:tr>
              <a:tr h="381000">
                <a:tc>
                  <a:txBody>
                    <a:bodyPr/>
                    <a:lstStyle/>
                    <a:p>
                      <a:pPr indent="0" lvl="0" marL="0" rtl="0" algn="ctr">
                        <a:spcBef>
                          <a:spcPts val="0"/>
                        </a:spcBef>
                        <a:spcAft>
                          <a:spcPts val="0"/>
                        </a:spcAft>
                        <a:buNone/>
                      </a:pPr>
                      <a:r>
                        <a:rPr lang="en-GB" sz="2000">
                          <a:solidFill>
                            <a:schemeClr val="dk1"/>
                          </a:solidFill>
                          <a:latin typeface="Kalam"/>
                          <a:ea typeface="Kalam"/>
                          <a:cs typeface="Kalam"/>
                          <a:sym typeface="Kalam"/>
                        </a:rPr>
                        <a:t>0.0020</a:t>
                      </a:r>
                      <a:endParaRPr sz="2000">
                        <a:latin typeface="Kalam"/>
                        <a:ea typeface="Kalam"/>
                        <a:cs typeface="Kalam"/>
                        <a:sym typeface="Kalam"/>
                      </a:endParaRPr>
                    </a:p>
                  </a:txBody>
                  <a:tcPr marT="0" marB="0" marR="0" marL="0" anchor="ctr"/>
                </a:tc>
              </a:tr>
              <a:tr h="548625">
                <a:tc>
                  <a:txBody>
                    <a:bodyPr/>
                    <a:lstStyle/>
                    <a:p>
                      <a:pPr indent="0" lvl="0" marL="0" rtl="0" algn="ctr">
                        <a:spcBef>
                          <a:spcPts val="0"/>
                        </a:spcBef>
                        <a:spcAft>
                          <a:spcPts val="0"/>
                        </a:spcAft>
                        <a:buNone/>
                      </a:pPr>
                      <a:r>
                        <a:rPr lang="en-GB" sz="2000">
                          <a:solidFill>
                            <a:schemeClr val="dk1"/>
                          </a:solidFill>
                          <a:latin typeface="Kalam"/>
                          <a:ea typeface="Kalam"/>
                          <a:cs typeface="Kalam"/>
                          <a:sym typeface="Kalam"/>
                        </a:rPr>
                        <a:t>0.0075</a:t>
                      </a:r>
                      <a:endParaRPr sz="2000">
                        <a:latin typeface="Kalam"/>
                        <a:ea typeface="Kalam"/>
                        <a:cs typeface="Kalam"/>
                        <a:sym typeface="Kalam"/>
                      </a:endParaRPr>
                    </a:p>
                  </a:txBody>
                  <a:tcPr marT="0" marB="0" marR="0" marL="0" anchor="ctr"/>
                </a:tc>
              </a:tr>
            </a:tbl>
          </a:graphicData>
        </a:graphic>
      </p:graphicFrame>
      <p:sp>
        <p:nvSpPr>
          <p:cNvPr id="1121" name="Google Shape;1121;p95"/>
          <p:cNvSpPr txBox="1"/>
          <p:nvPr/>
        </p:nvSpPr>
        <p:spPr>
          <a:xfrm>
            <a:off x="324000" y="733800"/>
            <a:ext cx="8496000" cy="1108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According to the ONS (2021), Leeds has the second largest population of any local authority in the UK.</a:t>
            </a:r>
            <a:endParaRPr sz="1800">
              <a:latin typeface="Lexend"/>
              <a:ea typeface="Lexend"/>
              <a:cs typeface="Lexend"/>
              <a:sym typeface="Lexend"/>
            </a:endParaRPr>
          </a:p>
          <a:p>
            <a:pPr indent="0" lvl="0" marL="0" rtl="0" algn="l">
              <a:spcBef>
                <a:spcPts val="0"/>
              </a:spcBef>
              <a:spcAft>
                <a:spcPts val="0"/>
              </a:spcAft>
              <a:buNone/>
            </a:pPr>
            <a:r>
              <a:rPr lang="en-GB" sz="1800">
                <a:latin typeface="Lexend"/>
                <a:ea typeface="Lexend"/>
                <a:cs typeface="Lexend"/>
                <a:sym typeface="Lexend"/>
              </a:rPr>
              <a:t>Therefore, it makes sense that the larger population will produce a large quantity of transport carbon emissions.</a:t>
            </a:r>
            <a:endParaRPr sz="1800">
              <a:solidFill>
                <a:srgbClr val="000000"/>
              </a:solidFill>
              <a:latin typeface="Lexend"/>
              <a:ea typeface="Lexend"/>
              <a:cs typeface="Lexend"/>
              <a:sym typeface="Lexend"/>
            </a:endParaRPr>
          </a:p>
        </p:txBody>
      </p:sp>
      <p:sp>
        <p:nvSpPr>
          <p:cNvPr id="1122" name="Google Shape;1122;p95"/>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The maths behind urban greening</a:t>
            </a:r>
            <a:endParaRPr/>
          </a:p>
        </p:txBody>
      </p:sp>
      <p:graphicFrame>
        <p:nvGraphicFramePr>
          <p:cNvPr id="1123" name="Google Shape;1123;p95"/>
          <p:cNvGraphicFramePr/>
          <p:nvPr/>
        </p:nvGraphicFramePr>
        <p:xfrm>
          <a:off x="570900" y="2950200"/>
          <a:ext cx="3000000" cy="3000000"/>
        </p:xfrm>
        <a:graphic>
          <a:graphicData uri="http://schemas.openxmlformats.org/drawingml/2006/table">
            <a:tbl>
              <a:tblPr>
                <a:noFill/>
                <a:tableStyleId>{69C3366F-6BBF-4AEC-BD01-B87E98C36D89}</a:tableStyleId>
              </a:tblPr>
              <a:tblGrid>
                <a:gridCol w="1742625"/>
                <a:gridCol w="1298450"/>
                <a:gridCol w="1357700"/>
              </a:tblGrid>
              <a:tr h="381000">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0" marL="0" anchor="ctr">
                    <a:lnL cap="flat" cmpd="sng" w="9525">
                      <a:solidFill>
                        <a:srgbClr val="9E9E9E">
                          <a:alpha val="0"/>
                        </a:srgbClr>
                      </a:solidFill>
                      <a:prstDash val="solid"/>
                      <a:round/>
                      <a:headEnd len="sm" w="sm" type="none"/>
                      <a:tailEnd len="sm" w="sm" type="none"/>
                    </a:lnL>
                    <a:lnT cap="flat" cmpd="sng" w="9525">
                      <a:solidFill>
                        <a:srgbClr val="9E9E9E">
                          <a:alpha val="0"/>
                        </a:srgbClr>
                      </a:solidFill>
                      <a:prstDash val="solid"/>
                      <a:round/>
                      <a:headEnd len="sm" w="sm" type="none"/>
                      <a:tailEnd len="sm" w="sm" type="none"/>
                    </a:lnT>
                  </a:tcPr>
                </a:tc>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transport emissions</a:t>
                      </a:r>
                      <a:endParaRPr sz="1800">
                        <a:solidFill>
                          <a:schemeClr val="lt1"/>
                        </a:solidFill>
                        <a:latin typeface="Lexend"/>
                        <a:ea typeface="Lexend"/>
                        <a:cs typeface="Lexend"/>
                        <a:sym typeface="Lexend"/>
                      </a:endParaRPr>
                    </a:p>
                  </a:txBody>
                  <a:tcPr marT="0" marB="0" marR="0" marL="0" anchor="ctr">
                    <a:solidFill>
                      <a:schemeClr val="accent5"/>
                    </a:solidFill>
                  </a:tcPr>
                </a:tc>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population</a:t>
                      </a:r>
                      <a:endParaRPr sz="1800">
                        <a:solidFill>
                          <a:schemeClr val="lt1"/>
                        </a:solidFill>
                        <a:latin typeface="Lexend"/>
                        <a:ea typeface="Lexend"/>
                        <a:cs typeface="Lexend"/>
                        <a:sym typeface="Lexend"/>
                      </a:endParaRPr>
                    </a:p>
                  </a:txBody>
                  <a:tcPr marT="0" marB="0" marR="0" marL="0" anchor="ctr">
                    <a:solidFill>
                      <a:schemeClr val="accent5"/>
                    </a:solidFill>
                  </a:tcPr>
                </a:tc>
              </a:tr>
              <a:tr h="381000">
                <a:tc>
                  <a:txBody>
                    <a:bodyPr/>
                    <a:lstStyle/>
                    <a:p>
                      <a:pPr indent="0" lvl="0" marL="0" rtl="0" algn="l">
                        <a:spcBef>
                          <a:spcPts val="0"/>
                        </a:spcBef>
                        <a:spcAft>
                          <a:spcPts val="0"/>
                        </a:spcAft>
                        <a:buNone/>
                      </a:pPr>
                      <a:r>
                        <a:rPr lang="en-GB" sz="1800">
                          <a:latin typeface="Lexend"/>
                          <a:ea typeface="Lexend"/>
                          <a:cs typeface="Lexend"/>
                          <a:sym typeface="Lexend"/>
                        </a:rPr>
                        <a:t> Leeds</a:t>
                      </a:r>
                      <a:endParaRPr sz="1800">
                        <a:latin typeface="Lexend"/>
                        <a:ea typeface="Lexend"/>
                        <a:cs typeface="Lexend"/>
                        <a:sym typeface="Lexend"/>
                      </a:endParaRPr>
                    </a:p>
                  </a:txBody>
                  <a:tcPr marT="0" marB="0" marR="0" marL="0" anchor="ctr"/>
                </a:tc>
                <a:tc>
                  <a:txBody>
                    <a:bodyPr/>
                    <a:lstStyle/>
                    <a:p>
                      <a:pPr indent="0" lvl="0" marL="0" rtl="0" algn="ctr">
                        <a:spcBef>
                          <a:spcPts val="0"/>
                        </a:spcBef>
                        <a:spcAft>
                          <a:spcPts val="0"/>
                        </a:spcAft>
                        <a:buNone/>
                      </a:pPr>
                      <a:r>
                        <a:rPr lang="en-GB" sz="1800">
                          <a:latin typeface="Lexend"/>
                          <a:ea typeface="Lexend"/>
                          <a:cs typeface="Lexend"/>
                          <a:sym typeface="Lexend"/>
                        </a:rPr>
                        <a:t>1471.6 kt</a:t>
                      </a:r>
                      <a:endParaRPr sz="1800">
                        <a:latin typeface="Lexend"/>
                        <a:ea typeface="Lexend"/>
                        <a:cs typeface="Lexend"/>
                        <a:sym typeface="Lexend"/>
                      </a:endParaRPr>
                    </a:p>
                  </a:txBody>
                  <a:tcPr marT="0" marB="0" marR="0" marL="0" anchor="ctr"/>
                </a:tc>
                <a:tc>
                  <a:txBody>
                    <a:bodyPr/>
                    <a:lstStyle/>
                    <a:p>
                      <a:pPr indent="0" lvl="0" marL="0" rtl="0" algn="ctr">
                        <a:spcBef>
                          <a:spcPts val="0"/>
                        </a:spcBef>
                        <a:spcAft>
                          <a:spcPts val="0"/>
                        </a:spcAft>
                        <a:buNone/>
                      </a:pPr>
                      <a:r>
                        <a:rPr lang="en-GB" sz="1800">
                          <a:latin typeface="Lexend"/>
                          <a:ea typeface="Lexend"/>
                          <a:cs typeface="Lexend"/>
                          <a:sym typeface="Lexend"/>
                        </a:rPr>
                        <a:t>809 036</a:t>
                      </a:r>
                      <a:endParaRPr sz="1800">
                        <a:latin typeface="Lexend"/>
                        <a:ea typeface="Lexend"/>
                        <a:cs typeface="Lexend"/>
                        <a:sym typeface="Lexend"/>
                      </a:endParaRPr>
                    </a:p>
                  </a:txBody>
                  <a:tcPr marT="0" marB="0" marR="0" marL="0" anchor="ctr"/>
                </a:tc>
              </a:tr>
              <a:tr h="381000">
                <a:tc>
                  <a:txBody>
                    <a:bodyPr/>
                    <a:lstStyle/>
                    <a:p>
                      <a:pPr indent="0" lvl="0" marL="0" rtl="0" algn="l">
                        <a:spcBef>
                          <a:spcPts val="0"/>
                        </a:spcBef>
                        <a:spcAft>
                          <a:spcPts val="0"/>
                        </a:spcAft>
                        <a:buNone/>
                      </a:pPr>
                      <a:r>
                        <a:rPr lang="en-GB" sz="1800">
                          <a:latin typeface="Lexend"/>
                          <a:ea typeface="Lexend"/>
                          <a:cs typeface="Lexend"/>
                          <a:sym typeface="Lexend"/>
                        </a:rPr>
                        <a:t> Rotherham</a:t>
                      </a:r>
                      <a:endParaRPr sz="1800">
                        <a:latin typeface="Lexend"/>
                        <a:ea typeface="Lexend"/>
                        <a:cs typeface="Lexend"/>
                        <a:sym typeface="Lexend"/>
                      </a:endParaRPr>
                    </a:p>
                  </a:txBody>
                  <a:tcPr marT="0" marB="0" marR="0" marL="0" anchor="ctr"/>
                </a:tc>
                <a:tc>
                  <a:txBody>
                    <a:bodyPr/>
                    <a:lstStyle/>
                    <a:p>
                      <a:pPr indent="0" lvl="0" marL="0" rtl="0" algn="ctr">
                        <a:spcBef>
                          <a:spcPts val="0"/>
                        </a:spcBef>
                        <a:spcAft>
                          <a:spcPts val="0"/>
                        </a:spcAft>
                        <a:buNone/>
                      </a:pPr>
                      <a:r>
                        <a:rPr lang="en-GB" sz="1800">
                          <a:latin typeface="Lexend"/>
                          <a:ea typeface="Lexend"/>
                          <a:cs typeface="Lexend"/>
                          <a:sym typeface="Lexend"/>
                        </a:rPr>
                        <a:t>540.7 kt</a:t>
                      </a:r>
                      <a:endParaRPr sz="1800">
                        <a:latin typeface="Lexend"/>
                        <a:ea typeface="Lexend"/>
                        <a:cs typeface="Lexend"/>
                        <a:sym typeface="Lexend"/>
                      </a:endParaRPr>
                    </a:p>
                  </a:txBody>
                  <a:tcPr marT="0" marB="0" marR="0" marL="0" anchor="ctr"/>
                </a:tc>
                <a:tc>
                  <a:txBody>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266 183</a:t>
                      </a:r>
                      <a:endParaRPr sz="1800">
                        <a:latin typeface="Lexend"/>
                        <a:ea typeface="Lexend"/>
                        <a:cs typeface="Lexend"/>
                        <a:sym typeface="Lexend"/>
                      </a:endParaRPr>
                    </a:p>
                  </a:txBody>
                  <a:tcPr marT="0" marB="0" marR="0" marL="0" anchor="ctr"/>
                </a:tc>
              </a:tr>
              <a:tr h="381000">
                <a:tc>
                  <a:txBody>
                    <a:bodyPr/>
                    <a:lstStyle/>
                    <a:p>
                      <a:pPr indent="0" lvl="0" marL="0" rtl="0" algn="l">
                        <a:spcBef>
                          <a:spcPts val="0"/>
                        </a:spcBef>
                        <a:spcAft>
                          <a:spcPts val="0"/>
                        </a:spcAft>
                        <a:buNone/>
                      </a:pPr>
                      <a:r>
                        <a:rPr lang="en-GB" sz="1800">
                          <a:latin typeface="Lexend"/>
                          <a:ea typeface="Lexend"/>
                          <a:cs typeface="Lexend"/>
                          <a:sym typeface="Lexend"/>
                        </a:rPr>
                        <a:t> North </a:t>
                      </a:r>
                      <a:endParaRPr sz="1800">
                        <a:latin typeface="Lexend"/>
                        <a:ea typeface="Lexend"/>
                        <a:cs typeface="Lexend"/>
                        <a:sym typeface="Lexend"/>
                      </a:endParaRPr>
                    </a:p>
                    <a:p>
                      <a:pPr indent="0" lvl="0" marL="0" rtl="0" algn="l">
                        <a:spcBef>
                          <a:spcPts val="0"/>
                        </a:spcBef>
                        <a:spcAft>
                          <a:spcPts val="0"/>
                        </a:spcAft>
                        <a:buNone/>
                      </a:pPr>
                      <a:r>
                        <a:rPr lang="en-GB" sz="1800">
                          <a:latin typeface="Lexend"/>
                          <a:ea typeface="Lexend"/>
                          <a:cs typeface="Lexend"/>
                          <a:sym typeface="Lexend"/>
                        </a:rPr>
                        <a:t> Warwickshire</a:t>
                      </a:r>
                      <a:endParaRPr sz="1800">
                        <a:latin typeface="Lexend"/>
                        <a:ea typeface="Lexend"/>
                        <a:cs typeface="Lexend"/>
                        <a:sym typeface="Lexend"/>
                      </a:endParaRPr>
                    </a:p>
                  </a:txBody>
                  <a:tcPr marT="0" marB="0" marR="0" marL="0" anchor="ctr"/>
                </a:tc>
                <a:tc>
                  <a:txBody>
                    <a:bodyPr/>
                    <a:lstStyle/>
                    <a:p>
                      <a:pPr indent="0" lvl="0" marL="0" rtl="0" algn="ctr">
                        <a:spcBef>
                          <a:spcPts val="0"/>
                        </a:spcBef>
                        <a:spcAft>
                          <a:spcPts val="0"/>
                        </a:spcAft>
                        <a:buNone/>
                      </a:pPr>
                      <a:r>
                        <a:rPr lang="en-GB" sz="1800">
                          <a:latin typeface="Lexend"/>
                          <a:ea typeface="Lexend"/>
                          <a:cs typeface="Lexend"/>
                          <a:sym typeface="Lexend"/>
                        </a:rPr>
                        <a:t>488.2 kt</a:t>
                      </a:r>
                      <a:endParaRPr sz="1800">
                        <a:latin typeface="Lexend"/>
                        <a:ea typeface="Lexend"/>
                        <a:cs typeface="Lexend"/>
                        <a:sym typeface="Lexend"/>
                      </a:endParaRPr>
                    </a:p>
                  </a:txBody>
                  <a:tcPr marT="0" marB="0" marR="0" marL="0" anchor="ctr"/>
                </a:tc>
                <a:tc>
                  <a:txBody>
                    <a:bodyPr/>
                    <a:lstStyle/>
                    <a:p>
                      <a:pPr indent="0" lvl="0" marL="0" rtl="0" algn="ctr">
                        <a:spcBef>
                          <a:spcPts val="0"/>
                        </a:spcBef>
                        <a:spcAft>
                          <a:spcPts val="0"/>
                        </a:spcAft>
                        <a:buNone/>
                      </a:pPr>
                      <a:r>
                        <a:rPr lang="en-GB" sz="1800">
                          <a:latin typeface="Lexend"/>
                          <a:ea typeface="Lexend"/>
                          <a:cs typeface="Lexend"/>
                          <a:sym typeface="Lexend"/>
                        </a:rPr>
                        <a:t>65 340</a:t>
                      </a:r>
                      <a:endParaRPr sz="1800">
                        <a:latin typeface="Lexend"/>
                        <a:ea typeface="Lexend"/>
                        <a:cs typeface="Lexend"/>
                        <a:sym typeface="Lexend"/>
                      </a:endParaRPr>
                    </a:p>
                  </a:txBody>
                  <a:tcPr marT="0" marB="0" marR="0" marL="0" anchor="ctr"/>
                </a:tc>
              </a:tr>
            </a:tbl>
          </a:graphicData>
        </a:graphic>
      </p:graphicFrame>
      <p:sp>
        <p:nvSpPr>
          <p:cNvPr id="1124" name="Google Shape;1124;p95"/>
          <p:cNvSpPr txBox="1"/>
          <p:nvPr/>
        </p:nvSpPr>
        <p:spPr>
          <a:xfrm>
            <a:off x="6256800" y="2950200"/>
            <a:ext cx="2563200" cy="1108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Which of these three local authorities might be preferred for </a:t>
            </a:r>
            <a:r>
              <a:rPr b="1" lang="en-GB" sz="1800">
                <a:solidFill>
                  <a:schemeClr val="dk1"/>
                </a:solidFill>
                <a:latin typeface="Lexend"/>
                <a:ea typeface="Lexend"/>
                <a:cs typeface="Lexend"/>
                <a:sym typeface="Lexend"/>
              </a:rPr>
              <a:t>urban</a:t>
            </a:r>
            <a:r>
              <a:rPr lang="en-GB" sz="1800">
                <a:solidFill>
                  <a:schemeClr val="dk1"/>
                </a:solidFill>
                <a:latin typeface="Lexend"/>
                <a:ea typeface="Lexend"/>
                <a:cs typeface="Lexend"/>
                <a:sym typeface="Lexend"/>
              </a:rPr>
              <a:t> greening funding?</a:t>
            </a:r>
            <a:endParaRPr sz="1800">
              <a:latin typeface="Lexend"/>
              <a:ea typeface="Lexend"/>
              <a:cs typeface="Lexend"/>
              <a:sym typeface="Lexend"/>
            </a:endParaRPr>
          </a:p>
        </p:txBody>
      </p:sp>
      <p:sp>
        <p:nvSpPr>
          <p:cNvPr id="1125" name="Google Shape;1125;p95"/>
          <p:cNvSpPr txBox="1"/>
          <p:nvPr/>
        </p:nvSpPr>
        <p:spPr>
          <a:xfrm>
            <a:off x="6485400" y="4176900"/>
            <a:ext cx="23346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000">
                <a:solidFill>
                  <a:schemeClr val="dk1"/>
                </a:solidFill>
                <a:latin typeface="Kalam"/>
                <a:ea typeface="Kalam"/>
                <a:cs typeface="Kalam"/>
                <a:sym typeface="Kalam"/>
              </a:rPr>
              <a:t>North Warwickshire</a:t>
            </a:r>
            <a:endParaRPr sz="2000">
              <a:latin typeface="Kalam"/>
              <a:ea typeface="Kalam"/>
              <a:cs typeface="Kalam"/>
              <a:sym typeface="Kalam"/>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1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2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2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2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2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9" name="Shape 1129"/>
        <p:cNvGrpSpPr/>
        <p:nvPr/>
      </p:nvGrpSpPr>
      <p:grpSpPr>
        <a:xfrm>
          <a:off x="0" y="0"/>
          <a:ext cx="0" cy="0"/>
          <a:chOff x="0" y="0"/>
          <a:chExt cx="0" cy="0"/>
        </a:xfrm>
      </p:grpSpPr>
      <p:sp>
        <p:nvSpPr>
          <p:cNvPr id="1130" name="Google Shape;1130;p96"/>
          <p:cNvSpPr txBox="1"/>
          <p:nvPr/>
        </p:nvSpPr>
        <p:spPr>
          <a:xfrm>
            <a:off x="324000" y="734250"/>
            <a:ext cx="8496000" cy="831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What will the average transport carbon emissions per person be in North Warwickshire in 2025 after an estimated 15% reduction in emissions due to </a:t>
            </a:r>
            <a:r>
              <a:rPr b="1" lang="en-GB" sz="1800">
                <a:solidFill>
                  <a:schemeClr val="dk1"/>
                </a:solidFill>
                <a:latin typeface="Lexend"/>
                <a:ea typeface="Lexend"/>
                <a:cs typeface="Lexend"/>
                <a:sym typeface="Lexend"/>
              </a:rPr>
              <a:t>urban </a:t>
            </a:r>
            <a:r>
              <a:rPr lang="en-GB" sz="1800">
                <a:solidFill>
                  <a:schemeClr val="dk1"/>
                </a:solidFill>
                <a:latin typeface="Lexend"/>
                <a:ea typeface="Lexend"/>
                <a:cs typeface="Lexend"/>
                <a:sym typeface="Lexend"/>
              </a:rPr>
              <a:t>greening (3 s.f.)?</a:t>
            </a:r>
            <a:endParaRPr sz="1800">
              <a:latin typeface="Lexend"/>
              <a:ea typeface="Lexend"/>
              <a:cs typeface="Lexend"/>
              <a:sym typeface="Lexend"/>
            </a:endParaRPr>
          </a:p>
        </p:txBody>
      </p:sp>
      <p:sp>
        <p:nvSpPr>
          <p:cNvPr id="1131" name="Google Shape;1131;p96"/>
          <p:cNvSpPr txBox="1"/>
          <p:nvPr/>
        </p:nvSpPr>
        <p:spPr>
          <a:xfrm>
            <a:off x="5221725" y="3281100"/>
            <a:ext cx="3460200" cy="153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000">
                <a:solidFill>
                  <a:schemeClr val="dk1"/>
                </a:solidFill>
                <a:latin typeface="Kalam"/>
                <a:ea typeface="Kalam"/>
                <a:cs typeface="Kalam"/>
                <a:sym typeface="Kalam"/>
              </a:rPr>
              <a:t>488.2 × 0.85 = 414.97</a:t>
            </a:r>
            <a:endParaRPr sz="2000">
              <a:solidFill>
                <a:schemeClr val="dk1"/>
              </a:solidFill>
              <a:latin typeface="Kalam"/>
              <a:ea typeface="Kalam"/>
              <a:cs typeface="Kalam"/>
              <a:sym typeface="Kalam"/>
            </a:endParaRPr>
          </a:p>
          <a:p>
            <a:pPr indent="0" lvl="0" marL="0" rtl="0" algn="l">
              <a:spcBef>
                <a:spcPts val="0"/>
              </a:spcBef>
              <a:spcAft>
                <a:spcPts val="0"/>
              </a:spcAft>
              <a:buNone/>
            </a:pPr>
            <a:r>
              <a:rPr lang="en-GB" sz="2000">
                <a:solidFill>
                  <a:schemeClr val="dk1"/>
                </a:solidFill>
                <a:latin typeface="Kalam"/>
                <a:ea typeface="Kalam"/>
                <a:cs typeface="Kalam"/>
                <a:sym typeface="Kalam"/>
              </a:rPr>
              <a:t>Total of 414.97 kt of CO</a:t>
            </a:r>
            <a:r>
              <a:rPr baseline="-25000" lang="en-GB" sz="2000">
                <a:solidFill>
                  <a:schemeClr val="dk1"/>
                </a:solidFill>
                <a:latin typeface="Kalam"/>
                <a:ea typeface="Kalam"/>
                <a:cs typeface="Kalam"/>
                <a:sym typeface="Kalam"/>
              </a:rPr>
              <a:t>2</a:t>
            </a:r>
            <a:r>
              <a:rPr lang="en-GB" sz="2000">
                <a:solidFill>
                  <a:schemeClr val="dk1"/>
                </a:solidFill>
                <a:latin typeface="Kalam"/>
                <a:ea typeface="Kalam"/>
                <a:cs typeface="Kalam"/>
                <a:sym typeface="Kalam"/>
              </a:rPr>
              <a:t>.</a:t>
            </a:r>
            <a:endParaRPr sz="2000">
              <a:solidFill>
                <a:schemeClr val="dk1"/>
              </a:solidFill>
              <a:latin typeface="Kalam"/>
              <a:ea typeface="Kalam"/>
              <a:cs typeface="Kalam"/>
              <a:sym typeface="Kalam"/>
            </a:endParaRPr>
          </a:p>
          <a:p>
            <a:pPr indent="0" lvl="0" marL="0" rtl="0" algn="l">
              <a:spcBef>
                <a:spcPts val="0"/>
              </a:spcBef>
              <a:spcAft>
                <a:spcPts val="0"/>
              </a:spcAft>
              <a:buNone/>
            </a:pPr>
            <a:r>
              <a:t/>
            </a:r>
            <a:endParaRPr sz="2000">
              <a:solidFill>
                <a:schemeClr val="dk1"/>
              </a:solidFill>
              <a:latin typeface="Kalam"/>
              <a:ea typeface="Kalam"/>
              <a:cs typeface="Kalam"/>
              <a:sym typeface="Kalam"/>
            </a:endParaRPr>
          </a:p>
          <a:p>
            <a:pPr indent="0" lvl="0" marL="0" rtl="0" algn="l">
              <a:spcBef>
                <a:spcPts val="0"/>
              </a:spcBef>
              <a:spcAft>
                <a:spcPts val="0"/>
              </a:spcAft>
              <a:buNone/>
            </a:pPr>
            <a:r>
              <a:rPr lang="en-GB" sz="2000">
                <a:solidFill>
                  <a:schemeClr val="dk1"/>
                </a:solidFill>
                <a:latin typeface="Kalam"/>
                <a:ea typeface="Kalam"/>
                <a:cs typeface="Kalam"/>
                <a:sym typeface="Kalam"/>
              </a:rPr>
              <a:t>414.97 ÷ 65 340 = 0.00635</a:t>
            </a:r>
            <a:endParaRPr sz="2000">
              <a:solidFill>
                <a:schemeClr val="dk1"/>
              </a:solidFill>
              <a:latin typeface="Kalam"/>
              <a:ea typeface="Kalam"/>
              <a:cs typeface="Kalam"/>
              <a:sym typeface="Kalam"/>
            </a:endParaRPr>
          </a:p>
          <a:p>
            <a:pPr indent="0" lvl="0" marL="0" rtl="0" algn="l">
              <a:spcBef>
                <a:spcPts val="0"/>
              </a:spcBef>
              <a:spcAft>
                <a:spcPts val="0"/>
              </a:spcAft>
              <a:buNone/>
            </a:pPr>
            <a:r>
              <a:rPr lang="en-GB" sz="2000">
                <a:solidFill>
                  <a:schemeClr val="dk1"/>
                </a:solidFill>
                <a:latin typeface="Kalam"/>
                <a:ea typeface="Kalam"/>
                <a:cs typeface="Kalam"/>
                <a:sym typeface="Kalam"/>
              </a:rPr>
              <a:t>0.00635 kt of CO</a:t>
            </a:r>
            <a:r>
              <a:rPr baseline="-25000" lang="en-GB" sz="2000">
                <a:solidFill>
                  <a:schemeClr val="dk1"/>
                </a:solidFill>
                <a:latin typeface="Kalam"/>
                <a:ea typeface="Kalam"/>
                <a:cs typeface="Kalam"/>
                <a:sym typeface="Kalam"/>
              </a:rPr>
              <a:t>2</a:t>
            </a:r>
            <a:r>
              <a:rPr lang="en-GB" sz="2000">
                <a:solidFill>
                  <a:schemeClr val="dk1"/>
                </a:solidFill>
                <a:latin typeface="Kalam"/>
                <a:ea typeface="Kalam"/>
                <a:cs typeface="Kalam"/>
                <a:sym typeface="Kalam"/>
              </a:rPr>
              <a:t> per person.</a:t>
            </a:r>
            <a:endParaRPr sz="2000">
              <a:solidFill>
                <a:schemeClr val="dk1"/>
              </a:solidFill>
              <a:latin typeface="Kalam"/>
              <a:ea typeface="Kalam"/>
              <a:cs typeface="Kalam"/>
              <a:sym typeface="Kalam"/>
            </a:endParaRPr>
          </a:p>
        </p:txBody>
      </p:sp>
      <p:sp>
        <p:nvSpPr>
          <p:cNvPr id="1132" name="Google Shape;1132;p96"/>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The maths behind urban greening</a:t>
            </a:r>
            <a:endParaRPr/>
          </a:p>
        </p:txBody>
      </p:sp>
      <p:graphicFrame>
        <p:nvGraphicFramePr>
          <p:cNvPr id="1133" name="Google Shape;1133;p96"/>
          <p:cNvGraphicFramePr/>
          <p:nvPr/>
        </p:nvGraphicFramePr>
        <p:xfrm>
          <a:off x="570900" y="2950200"/>
          <a:ext cx="3000000" cy="3000000"/>
        </p:xfrm>
        <a:graphic>
          <a:graphicData uri="http://schemas.openxmlformats.org/drawingml/2006/table">
            <a:tbl>
              <a:tblPr>
                <a:noFill/>
                <a:tableStyleId>{69C3366F-6BBF-4AEC-BD01-B87E98C36D89}</a:tableStyleId>
              </a:tblPr>
              <a:tblGrid>
                <a:gridCol w="1742625"/>
                <a:gridCol w="1298450"/>
                <a:gridCol w="1357700"/>
              </a:tblGrid>
              <a:tr h="381000">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0" marL="0" anchor="ctr">
                    <a:lnL cap="flat" cmpd="sng" w="9525">
                      <a:solidFill>
                        <a:srgbClr val="9E9E9E">
                          <a:alpha val="0"/>
                        </a:srgbClr>
                      </a:solidFill>
                      <a:prstDash val="solid"/>
                      <a:round/>
                      <a:headEnd len="sm" w="sm" type="none"/>
                      <a:tailEnd len="sm" w="sm" type="none"/>
                    </a:lnL>
                    <a:lnT cap="flat" cmpd="sng" w="9525">
                      <a:solidFill>
                        <a:srgbClr val="9E9E9E">
                          <a:alpha val="0"/>
                        </a:srgbClr>
                      </a:solidFill>
                      <a:prstDash val="solid"/>
                      <a:round/>
                      <a:headEnd len="sm" w="sm" type="none"/>
                      <a:tailEnd len="sm" w="sm" type="none"/>
                    </a:lnT>
                  </a:tcPr>
                </a:tc>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transport emissions</a:t>
                      </a:r>
                      <a:endParaRPr sz="1800">
                        <a:solidFill>
                          <a:schemeClr val="lt1"/>
                        </a:solidFill>
                        <a:latin typeface="Lexend"/>
                        <a:ea typeface="Lexend"/>
                        <a:cs typeface="Lexend"/>
                        <a:sym typeface="Lexend"/>
                      </a:endParaRPr>
                    </a:p>
                  </a:txBody>
                  <a:tcPr marT="0" marB="0" marR="0" marL="0" anchor="ctr">
                    <a:solidFill>
                      <a:schemeClr val="accent5"/>
                    </a:solidFill>
                  </a:tcPr>
                </a:tc>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population</a:t>
                      </a:r>
                      <a:endParaRPr sz="1800">
                        <a:solidFill>
                          <a:schemeClr val="lt1"/>
                        </a:solidFill>
                        <a:latin typeface="Lexend"/>
                        <a:ea typeface="Lexend"/>
                        <a:cs typeface="Lexend"/>
                        <a:sym typeface="Lexend"/>
                      </a:endParaRPr>
                    </a:p>
                  </a:txBody>
                  <a:tcPr marT="0" marB="0" marR="0" marL="0" anchor="ctr">
                    <a:solidFill>
                      <a:schemeClr val="accent5"/>
                    </a:solidFill>
                  </a:tcPr>
                </a:tc>
              </a:tr>
              <a:tr h="381000">
                <a:tc>
                  <a:txBody>
                    <a:bodyPr/>
                    <a:lstStyle/>
                    <a:p>
                      <a:pPr indent="0" lvl="0" marL="0" rtl="0" algn="l">
                        <a:spcBef>
                          <a:spcPts val="0"/>
                        </a:spcBef>
                        <a:spcAft>
                          <a:spcPts val="0"/>
                        </a:spcAft>
                        <a:buNone/>
                      </a:pPr>
                      <a:r>
                        <a:rPr lang="en-GB" sz="1800">
                          <a:latin typeface="Lexend"/>
                          <a:ea typeface="Lexend"/>
                          <a:cs typeface="Lexend"/>
                          <a:sym typeface="Lexend"/>
                        </a:rPr>
                        <a:t> </a:t>
                      </a:r>
                      <a:r>
                        <a:rPr lang="en-GB" sz="1800">
                          <a:latin typeface="Lexend"/>
                          <a:ea typeface="Lexend"/>
                          <a:cs typeface="Lexend"/>
                          <a:sym typeface="Lexend"/>
                        </a:rPr>
                        <a:t>Leeds</a:t>
                      </a:r>
                      <a:endParaRPr sz="1800">
                        <a:latin typeface="Lexend"/>
                        <a:ea typeface="Lexend"/>
                        <a:cs typeface="Lexend"/>
                        <a:sym typeface="Lexend"/>
                      </a:endParaRPr>
                    </a:p>
                  </a:txBody>
                  <a:tcPr marT="0" marB="0" marR="0" marL="0" anchor="ctr"/>
                </a:tc>
                <a:tc>
                  <a:txBody>
                    <a:bodyPr/>
                    <a:lstStyle/>
                    <a:p>
                      <a:pPr indent="0" lvl="0" marL="0" rtl="0" algn="ctr">
                        <a:spcBef>
                          <a:spcPts val="0"/>
                        </a:spcBef>
                        <a:spcAft>
                          <a:spcPts val="0"/>
                        </a:spcAft>
                        <a:buNone/>
                      </a:pPr>
                      <a:r>
                        <a:rPr lang="en-GB" sz="1800">
                          <a:latin typeface="Lexend"/>
                          <a:ea typeface="Lexend"/>
                          <a:cs typeface="Lexend"/>
                          <a:sym typeface="Lexend"/>
                        </a:rPr>
                        <a:t>1471.6 kt</a:t>
                      </a:r>
                      <a:endParaRPr sz="1800">
                        <a:latin typeface="Lexend"/>
                        <a:ea typeface="Lexend"/>
                        <a:cs typeface="Lexend"/>
                        <a:sym typeface="Lexend"/>
                      </a:endParaRPr>
                    </a:p>
                  </a:txBody>
                  <a:tcPr marT="0" marB="0" marR="0" marL="0" anchor="ctr"/>
                </a:tc>
                <a:tc>
                  <a:txBody>
                    <a:bodyPr/>
                    <a:lstStyle/>
                    <a:p>
                      <a:pPr indent="0" lvl="0" marL="0" rtl="0" algn="ctr">
                        <a:spcBef>
                          <a:spcPts val="0"/>
                        </a:spcBef>
                        <a:spcAft>
                          <a:spcPts val="0"/>
                        </a:spcAft>
                        <a:buNone/>
                      </a:pPr>
                      <a:r>
                        <a:rPr lang="en-GB" sz="1800">
                          <a:latin typeface="Lexend"/>
                          <a:ea typeface="Lexend"/>
                          <a:cs typeface="Lexend"/>
                          <a:sym typeface="Lexend"/>
                        </a:rPr>
                        <a:t>809 036</a:t>
                      </a:r>
                      <a:endParaRPr sz="1800">
                        <a:latin typeface="Lexend"/>
                        <a:ea typeface="Lexend"/>
                        <a:cs typeface="Lexend"/>
                        <a:sym typeface="Lexend"/>
                      </a:endParaRPr>
                    </a:p>
                  </a:txBody>
                  <a:tcPr marT="0" marB="0" marR="0" marL="0" anchor="ctr"/>
                </a:tc>
              </a:tr>
              <a:tr h="381000">
                <a:tc>
                  <a:txBody>
                    <a:bodyPr/>
                    <a:lstStyle/>
                    <a:p>
                      <a:pPr indent="0" lvl="0" marL="0" rtl="0" algn="l">
                        <a:spcBef>
                          <a:spcPts val="0"/>
                        </a:spcBef>
                        <a:spcAft>
                          <a:spcPts val="0"/>
                        </a:spcAft>
                        <a:buNone/>
                      </a:pPr>
                      <a:r>
                        <a:rPr lang="en-GB" sz="1800">
                          <a:latin typeface="Lexend"/>
                          <a:ea typeface="Lexend"/>
                          <a:cs typeface="Lexend"/>
                          <a:sym typeface="Lexend"/>
                        </a:rPr>
                        <a:t> Rotherham</a:t>
                      </a:r>
                      <a:endParaRPr sz="1800">
                        <a:latin typeface="Lexend"/>
                        <a:ea typeface="Lexend"/>
                        <a:cs typeface="Lexend"/>
                        <a:sym typeface="Lexend"/>
                      </a:endParaRPr>
                    </a:p>
                  </a:txBody>
                  <a:tcPr marT="0" marB="0" marR="0" marL="0" anchor="ctr"/>
                </a:tc>
                <a:tc>
                  <a:txBody>
                    <a:bodyPr/>
                    <a:lstStyle/>
                    <a:p>
                      <a:pPr indent="0" lvl="0" marL="0" rtl="0" algn="ctr">
                        <a:spcBef>
                          <a:spcPts val="0"/>
                        </a:spcBef>
                        <a:spcAft>
                          <a:spcPts val="0"/>
                        </a:spcAft>
                        <a:buNone/>
                      </a:pPr>
                      <a:r>
                        <a:rPr lang="en-GB" sz="1800">
                          <a:latin typeface="Lexend"/>
                          <a:ea typeface="Lexend"/>
                          <a:cs typeface="Lexend"/>
                          <a:sym typeface="Lexend"/>
                        </a:rPr>
                        <a:t>540.7 kt</a:t>
                      </a:r>
                      <a:endParaRPr sz="1800">
                        <a:latin typeface="Lexend"/>
                        <a:ea typeface="Lexend"/>
                        <a:cs typeface="Lexend"/>
                        <a:sym typeface="Lexend"/>
                      </a:endParaRPr>
                    </a:p>
                  </a:txBody>
                  <a:tcPr marT="0" marB="0" marR="0" marL="0" anchor="ctr"/>
                </a:tc>
                <a:tc>
                  <a:txBody>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266 183</a:t>
                      </a:r>
                      <a:endParaRPr sz="1800">
                        <a:latin typeface="Lexend"/>
                        <a:ea typeface="Lexend"/>
                        <a:cs typeface="Lexend"/>
                        <a:sym typeface="Lexend"/>
                      </a:endParaRPr>
                    </a:p>
                  </a:txBody>
                  <a:tcPr marT="0" marB="0" marR="0" marL="0" anchor="ctr"/>
                </a:tc>
              </a:tr>
              <a:tr h="381000">
                <a:tc>
                  <a:txBody>
                    <a:bodyPr/>
                    <a:lstStyle/>
                    <a:p>
                      <a:pPr indent="0" lvl="0" marL="0" rtl="0" algn="l">
                        <a:spcBef>
                          <a:spcPts val="0"/>
                        </a:spcBef>
                        <a:spcAft>
                          <a:spcPts val="0"/>
                        </a:spcAft>
                        <a:buNone/>
                      </a:pPr>
                      <a:r>
                        <a:rPr lang="en-GB" sz="1800">
                          <a:latin typeface="Lexend"/>
                          <a:ea typeface="Lexend"/>
                          <a:cs typeface="Lexend"/>
                          <a:sym typeface="Lexend"/>
                        </a:rPr>
                        <a:t> North </a:t>
                      </a:r>
                      <a:endParaRPr sz="1800">
                        <a:latin typeface="Lexend"/>
                        <a:ea typeface="Lexend"/>
                        <a:cs typeface="Lexend"/>
                        <a:sym typeface="Lexend"/>
                      </a:endParaRPr>
                    </a:p>
                    <a:p>
                      <a:pPr indent="0" lvl="0" marL="0" rtl="0" algn="l">
                        <a:spcBef>
                          <a:spcPts val="0"/>
                        </a:spcBef>
                        <a:spcAft>
                          <a:spcPts val="0"/>
                        </a:spcAft>
                        <a:buNone/>
                      </a:pPr>
                      <a:r>
                        <a:rPr lang="en-GB" sz="1800">
                          <a:latin typeface="Lexend"/>
                          <a:ea typeface="Lexend"/>
                          <a:cs typeface="Lexend"/>
                          <a:sym typeface="Lexend"/>
                        </a:rPr>
                        <a:t> Warwickshire</a:t>
                      </a:r>
                      <a:endParaRPr sz="1800">
                        <a:latin typeface="Lexend"/>
                        <a:ea typeface="Lexend"/>
                        <a:cs typeface="Lexend"/>
                        <a:sym typeface="Lexend"/>
                      </a:endParaRPr>
                    </a:p>
                  </a:txBody>
                  <a:tcPr marT="0" marB="0" marR="0" marL="0" anchor="ctr"/>
                </a:tc>
                <a:tc>
                  <a:txBody>
                    <a:bodyPr/>
                    <a:lstStyle/>
                    <a:p>
                      <a:pPr indent="0" lvl="0" marL="0" rtl="0" algn="ctr">
                        <a:spcBef>
                          <a:spcPts val="0"/>
                        </a:spcBef>
                        <a:spcAft>
                          <a:spcPts val="0"/>
                        </a:spcAft>
                        <a:buNone/>
                      </a:pPr>
                      <a:r>
                        <a:rPr lang="en-GB" sz="1800">
                          <a:latin typeface="Lexend"/>
                          <a:ea typeface="Lexend"/>
                          <a:cs typeface="Lexend"/>
                          <a:sym typeface="Lexend"/>
                        </a:rPr>
                        <a:t>488.2 kt</a:t>
                      </a:r>
                      <a:endParaRPr sz="1800">
                        <a:latin typeface="Lexend"/>
                        <a:ea typeface="Lexend"/>
                        <a:cs typeface="Lexend"/>
                        <a:sym typeface="Lexend"/>
                      </a:endParaRPr>
                    </a:p>
                  </a:txBody>
                  <a:tcPr marT="0" marB="0" marR="0" marL="0" anchor="ctr"/>
                </a:tc>
                <a:tc>
                  <a:txBody>
                    <a:bodyPr/>
                    <a:lstStyle/>
                    <a:p>
                      <a:pPr indent="0" lvl="0" marL="0" rtl="0" algn="ctr">
                        <a:spcBef>
                          <a:spcPts val="0"/>
                        </a:spcBef>
                        <a:spcAft>
                          <a:spcPts val="0"/>
                        </a:spcAft>
                        <a:buNone/>
                      </a:pPr>
                      <a:r>
                        <a:rPr lang="en-GB" sz="1800">
                          <a:latin typeface="Lexend"/>
                          <a:ea typeface="Lexend"/>
                          <a:cs typeface="Lexend"/>
                          <a:sym typeface="Lexend"/>
                        </a:rPr>
                        <a:t>65 340</a:t>
                      </a:r>
                      <a:endParaRPr sz="1800">
                        <a:latin typeface="Lexend"/>
                        <a:ea typeface="Lexend"/>
                        <a:cs typeface="Lexend"/>
                        <a:sym typeface="Lexend"/>
                      </a:endParaRPr>
                    </a:p>
                  </a:txBody>
                  <a:tcPr marT="0" marB="0" marR="0" marL="0" anchor="ctr"/>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3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7" name="Shape 1137"/>
        <p:cNvGrpSpPr/>
        <p:nvPr/>
      </p:nvGrpSpPr>
      <p:grpSpPr>
        <a:xfrm>
          <a:off x="0" y="0"/>
          <a:ext cx="0" cy="0"/>
          <a:chOff x="0" y="0"/>
          <a:chExt cx="0" cy="0"/>
        </a:xfrm>
      </p:grpSpPr>
      <p:sp>
        <p:nvSpPr>
          <p:cNvPr id="1138" name="Google Shape;1138;p97"/>
          <p:cNvSpPr txBox="1"/>
          <p:nvPr/>
        </p:nvSpPr>
        <p:spPr>
          <a:xfrm>
            <a:off x="324000" y="734250"/>
            <a:ext cx="8496000" cy="1662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What will the average transport carbon emissions per person be in North Warwickshire in 2025 after an estimated 15% reduction in emissions due to </a:t>
            </a:r>
            <a:r>
              <a:rPr b="1" lang="en-GB" sz="1800">
                <a:solidFill>
                  <a:schemeClr val="dk1"/>
                </a:solidFill>
                <a:latin typeface="Lexend"/>
                <a:ea typeface="Lexend"/>
                <a:cs typeface="Lexend"/>
                <a:sym typeface="Lexend"/>
              </a:rPr>
              <a:t>urban </a:t>
            </a:r>
            <a:r>
              <a:rPr lang="en-GB" sz="1800">
                <a:solidFill>
                  <a:schemeClr val="dk1"/>
                </a:solidFill>
                <a:latin typeface="Lexend"/>
                <a:ea typeface="Lexend"/>
                <a:cs typeface="Lexend"/>
                <a:sym typeface="Lexend"/>
              </a:rPr>
              <a:t>greening (3 s.f.)?</a:t>
            </a:r>
            <a:endParaRPr sz="1800">
              <a:solidFill>
                <a:schemeClr val="dk1"/>
              </a:solidFill>
              <a:latin typeface="Lexend"/>
              <a:ea typeface="Lexend"/>
              <a:cs typeface="Lexend"/>
              <a:sym typeface="Lexend"/>
            </a:endParaRPr>
          </a:p>
          <a:p>
            <a:pPr indent="0" lvl="0" marL="0" rtl="0" algn="l">
              <a:spcBef>
                <a:spcPts val="0"/>
              </a:spcBef>
              <a:spcAft>
                <a:spcPts val="0"/>
              </a:spcAft>
              <a:buNone/>
            </a:pPr>
            <a:r>
              <a:t/>
            </a:r>
            <a:endParaRPr sz="1800">
              <a:solidFill>
                <a:schemeClr val="dk1"/>
              </a:solidFill>
              <a:latin typeface="Lexend"/>
              <a:ea typeface="Lexend"/>
              <a:cs typeface="Lexend"/>
              <a:sym typeface="Lexend"/>
            </a:endParaRPr>
          </a:p>
          <a:p>
            <a:pPr indent="0" lvl="0" marL="0" rtl="0" algn="l">
              <a:spcBef>
                <a:spcPts val="0"/>
              </a:spcBef>
              <a:spcAft>
                <a:spcPts val="0"/>
              </a:spcAft>
              <a:buNone/>
            </a:pPr>
            <a:r>
              <a:rPr lang="en-GB" sz="1800">
                <a:solidFill>
                  <a:schemeClr val="dk1"/>
                </a:solidFill>
                <a:latin typeface="Lexend"/>
                <a:ea typeface="Lexend"/>
                <a:cs typeface="Lexend"/>
                <a:sym typeface="Lexend"/>
              </a:rPr>
              <a:t>Give one possible reason why the estimation of future CO</a:t>
            </a:r>
            <a:r>
              <a:rPr baseline="-25000" lang="en-GB" sz="1800">
                <a:solidFill>
                  <a:schemeClr val="dk1"/>
                </a:solidFill>
                <a:latin typeface="Lexend"/>
                <a:ea typeface="Lexend"/>
                <a:cs typeface="Lexend"/>
                <a:sym typeface="Lexend"/>
              </a:rPr>
              <a:t>2</a:t>
            </a:r>
            <a:r>
              <a:rPr lang="en-GB" sz="1800">
                <a:solidFill>
                  <a:schemeClr val="dk1"/>
                </a:solidFill>
                <a:latin typeface="Lexend"/>
                <a:ea typeface="Lexend"/>
                <a:cs typeface="Lexend"/>
                <a:sym typeface="Lexend"/>
              </a:rPr>
              <a:t> emissions per person may not be accurate?</a:t>
            </a:r>
            <a:endParaRPr sz="1800">
              <a:solidFill>
                <a:schemeClr val="dk1"/>
              </a:solidFill>
              <a:latin typeface="Lexend"/>
              <a:ea typeface="Lexend"/>
              <a:cs typeface="Lexend"/>
              <a:sym typeface="Lexend"/>
            </a:endParaRPr>
          </a:p>
        </p:txBody>
      </p:sp>
      <p:sp>
        <p:nvSpPr>
          <p:cNvPr id="1139" name="Google Shape;1139;p97"/>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The maths behind urban greening</a:t>
            </a:r>
            <a:endParaRPr/>
          </a:p>
        </p:txBody>
      </p:sp>
      <p:graphicFrame>
        <p:nvGraphicFramePr>
          <p:cNvPr id="1140" name="Google Shape;1140;p97"/>
          <p:cNvGraphicFramePr/>
          <p:nvPr/>
        </p:nvGraphicFramePr>
        <p:xfrm>
          <a:off x="570900" y="2950200"/>
          <a:ext cx="3000000" cy="3000000"/>
        </p:xfrm>
        <a:graphic>
          <a:graphicData uri="http://schemas.openxmlformats.org/drawingml/2006/table">
            <a:tbl>
              <a:tblPr>
                <a:noFill/>
                <a:tableStyleId>{69C3366F-6BBF-4AEC-BD01-B87E98C36D89}</a:tableStyleId>
              </a:tblPr>
              <a:tblGrid>
                <a:gridCol w="1742625"/>
                <a:gridCol w="1298450"/>
                <a:gridCol w="1357700"/>
              </a:tblGrid>
              <a:tr h="381000">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0" marL="0" anchor="ctr">
                    <a:lnL cap="flat" cmpd="sng" w="9525">
                      <a:solidFill>
                        <a:srgbClr val="9E9E9E">
                          <a:alpha val="0"/>
                        </a:srgbClr>
                      </a:solidFill>
                      <a:prstDash val="solid"/>
                      <a:round/>
                      <a:headEnd len="sm" w="sm" type="none"/>
                      <a:tailEnd len="sm" w="sm" type="none"/>
                    </a:lnL>
                    <a:lnT cap="flat" cmpd="sng" w="9525">
                      <a:solidFill>
                        <a:srgbClr val="9E9E9E">
                          <a:alpha val="0"/>
                        </a:srgbClr>
                      </a:solidFill>
                      <a:prstDash val="solid"/>
                      <a:round/>
                      <a:headEnd len="sm" w="sm" type="none"/>
                      <a:tailEnd len="sm" w="sm" type="none"/>
                    </a:lnT>
                  </a:tcPr>
                </a:tc>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transport emissions</a:t>
                      </a:r>
                      <a:endParaRPr sz="1800">
                        <a:solidFill>
                          <a:schemeClr val="lt1"/>
                        </a:solidFill>
                        <a:latin typeface="Lexend"/>
                        <a:ea typeface="Lexend"/>
                        <a:cs typeface="Lexend"/>
                        <a:sym typeface="Lexend"/>
                      </a:endParaRPr>
                    </a:p>
                  </a:txBody>
                  <a:tcPr marT="0" marB="0" marR="0" marL="0" anchor="ctr">
                    <a:solidFill>
                      <a:schemeClr val="accent5"/>
                    </a:solidFill>
                  </a:tcPr>
                </a:tc>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population</a:t>
                      </a:r>
                      <a:endParaRPr sz="1800">
                        <a:solidFill>
                          <a:schemeClr val="lt1"/>
                        </a:solidFill>
                        <a:latin typeface="Lexend"/>
                        <a:ea typeface="Lexend"/>
                        <a:cs typeface="Lexend"/>
                        <a:sym typeface="Lexend"/>
                      </a:endParaRPr>
                    </a:p>
                  </a:txBody>
                  <a:tcPr marT="0" marB="0" marR="0" marL="0" anchor="ctr">
                    <a:solidFill>
                      <a:schemeClr val="accent5"/>
                    </a:solidFill>
                  </a:tcPr>
                </a:tc>
              </a:tr>
              <a:tr h="381000">
                <a:tc>
                  <a:txBody>
                    <a:bodyPr/>
                    <a:lstStyle/>
                    <a:p>
                      <a:pPr indent="0" lvl="0" marL="0" rtl="0" algn="l">
                        <a:spcBef>
                          <a:spcPts val="0"/>
                        </a:spcBef>
                        <a:spcAft>
                          <a:spcPts val="0"/>
                        </a:spcAft>
                        <a:buNone/>
                      </a:pPr>
                      <a:r>
                        <a:rPr lang="en-GB" sz="1800">
                          <a:latin typeface="Lexend"/>
                          <a:ea typeface="Lexend"/>
                          <a:cs typeface="Lexend"/>
                          <a:sym typeface="Lexend"/>
                        </a:rPr>
                        <a:t> Leeds</a:t>
                      </a:r>
                      <a:endParaRPr sz="1800">
                        <a:latin typeface="Lexend"/>
                        <a:ea typeface="Lexend"/>
                        <a:cs typeface="Lexend"/>
                        <a:sym typeface="Lexend"/>
                      </a:endParaRPr>
                    </a:p>
                  </a:txBody>
                  <a:tcPr marT="0" marB="0" marR="0" marL="0" anchor="ctr"/>
                </a:tc>
                <a:tc>
                  <a:txBody>
                    <a:bodyPr/>
                    <a:lstStyle/>
                    <a:p>
                      <a:pPr indent="0" lvl="0" marL="0" rtl="0" algn="ctr">
                        <a:spcBef>
                          <a:spcPts val="0"/>
                        </a:spcBef>
                        <a:spcAft>
                          <a:spcPts val="0"/>
                        </a:spcAft>
                        <a:buNone/>
                      </a:pPr>
                      <a:r>
                        <a:rPr lang="en-GB" sz="1800">
                          <a:latin typeface="Lexend"/>
                          <a:ea typeface="Lexend"/>
                          <a:cs typeface="Lexend"/>
                          <a:sym typeface="Lexend"/>
                        </a:rPr>
                        <a:t>1471.6 kt</a:t>
                      </a:r>
                      <a:endParaRPr sz="1800">
                        <a:latin typeface="Lexend"/>
                        <a:ea typeface="Lexend"/>
                        <a:cs typeface="Lexend"/>
                        <a:sym typeface="Lexend"/>
                      </a:endParaRPr>
                    </a:p>
                  </a:txBody>
                  <a:tcPr marT="0" marB="0" marR="0" marL="0" anchor="ctr"/>
                </a:tc>
                <a:tc>
                  <a:txBody>
                    <a:bodyPr/>
                    <a:lstStyle/>
                    <a:p>
                      <a:pPr indent="0" lvl="0" marL="0" rtl="0" algn="ctr">
                        <a:spcBef>
                          <a:spcPts val="0"/>
                        </a:spcBef>
                        <a:spcAft>
                          <a:spcPts val="0"/>
                        </a:spcAft>
                        <a:buNone/>
                      </a:pPr>
                      <a:r>
                        <a:rPr lang="en-GB" sz="1800">
                          <a:latin typeface="Lexend"/>
                          <a:ea typeface="Lexend"/>
                          <a:cs typeface="Lexend"/>
                          <a:sym typeface="Lexend"/>
                        </a:rPr>
                        <a:t>809 036</a:t>
                      </a:r>
                      <a:endParaRPr sz="1800">
                        <a:latin typeface="Lexend"/>
                        <a:ea typeface="Lexend"/>
                        <a:cs typeface="Lexend"/>
                        <a:sym typeface="Lexend"/>
                      </a:endParaRPr>
                    </a:p>
                  </a:txBody>
                  <a:tcPr marT="0" marB="0" marR="0" marL="0" anchor="ctr"/>
                </a:tc>
              </a:tr>
              <a:tr h="381000">
                <a:tc>
                  <a:txBody>
                    <a:bodyPr/>
                    <a:lstStyle/>
                    <a:p>
                      <a:pPr indent="0" lvl="0" marL="0" rtl="0" algn="l">
                        <a:spcBef>
                          <a:spcPts val="0"/>
                        </a:spcBef>
                        <a:spcAft>
                          <a:spcPts val="0"/>
                        </a:spcAft>
                        <a:buNone/>
                      </a:pPr>
                      <a:r>
                        <a:rPr lang="en-GB" sz="1800">
                          <a:latin typeface="Lexend"/>
                          <a:ea typeface="Lexend"/>
                          <a:cs typeface="Lexend"/>
                          <a:sym typeface="Lexend"/>
                        </a:rPr>
                        <a:t> Rotherham</a:t>
                      </a:r>
                      <a:endParaRPr sz="1800">
                        <a:latin typeface="Lexend"/>
                        <a:ea typeface="Lexend"/>
                        <a:cs typeface="Lexend"/>
                        <a:sym typeface="Lexend"/>
                      </a:endParaRPr>
                    </a:p>
                  </a:txBody>
                  <a:tcPr marT="0" marB="0" marR="0" marL="0" anchor="ctr"/>
                </a:tc>
                <a:tc>
                  <a:txBody>
                    <a:bodyPr/>
                    <a:lstStyle/>
                    <a:p>
                      <a:pPr indent="0" lvl="0" marL="0" rtl="0" algn="ctr">
                        <a:spcBef>
                          <a:spcPts val="0"/>
                        </a:spcBef>
                        <a:spcAft>
                          <a:spcPts val="0"/>
                        </a:spcAft>
                        <a:buNone/>
                      </a:pPr>
                      <a:r>
                        <a:rPr lang="en-GB" sz="1800">
                          <a:latin typeface="Lexend"/>
                          <a:ea typeface="Lexend"/>
                          <a:cs typeface="Lexend"/>
                          <a:sym typeface="Lexend"/>
                        </a:rPr>
                        <a:t>540.7 kt</a:t>
                      </a:r>
                      <a:endParaRPr sz="1800">
                        <a:latin typeface="Lexend"/>
                        <a:ea typeface="Lexend"/>
                        <a:cs typeface="Lexend"/>
                        <a:sym typeface="Lexend"/>
                      </a:endParaRPr>
                    </a:p>
                  </a:txBody>
                  <a:tcPr marT="0" marB="0" marR="0" marL="0" anchor="ctr"/>
                </a:tc>
                <a:tc>
                  <a:txBody>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266 183</a:t>
                      </a:r>
                      <a:endParaRPr sz="1800">
                        <a:latin typeface="Lexend"/>
                        <a:ea typeface="Lexend"/>
                        <a:cs typeface="Lexend"/>
                        <a:sym typeface="Lexend"/>
                      </a:endParaRPr>
                    </a:p>
                  </a:txBody>
                  <a:tcPr marT="0" marB="0" marR="0" marL="0" anchor="ctr"/>
                </a:tc>
              </a:tr>
              <a:tr h="381000">
                <a:tc>
                  <a:txBody>
                    <a:bodyPr/>
                    <a:lstStyle/>
                    <a:p>
                      <a:pPr indent="0" lvl="0" marL="0" rtl="0" algn="l">
                        <a:spcBef>
                          <a:spcPts val="0"/>
                        </a:spcBef>
                        <a:spcAft>
                          <a:spcPts val="0"/>
                        </a:spcAft>
                        <a:buNone/>
                      </a:pPr>
                      <a:r>
                        <a:rPr lang="en-GB" sz="1800">
                          <a:latin typeface="Lexend"/>
                          <a:ea typeface="Lexend"/>
                          <a:cs typeface="Lexend"/>
                          <a:sym typeface="Lexend"/>
                        </a:rPr>
                        <a:t> North </a:t>
                      </a:r>
                      <a:endParaRPr sz="1800">
                        <a:latin typeface="Lexend"/>
                        <a:ea typeface="Lexend"/>
                        <a:cs typeface="Lexend"/>
                        <a:sym typeface="Lexend"/>
                      </a:endParaRPr>
                    </a:p>
                    <a:p>
                      <a:pPr indent="0" lvl="0" marL="0" rtl="0" algn="l">
                        <a:spcBef>
                          <a:spcPts val="0"/>
                        </a:spcBef>
                        <a:spcAft>
                          <a:spcPts val="0"/>
                        </a:spcAft>
                        <a:buNone/>
                      </a:pPr>
                      <a:r>
                        <a:rPr lang="en-GB" sz="1800">
                          <a:latin typeface="Lexend"/>
                          <a:ea typeface="Lexend"/>
                          <a:cs typeface="Lexend"/>
                          <a:sym typeface="Lexend"/>
                        </a:rPr>
                        <a:t> Warwickshire</a:t>
                      </a:r>
                      <a:endParaRPr sz="1800">
                        <a:latin typeface="Lexend"/>
                        <a:ea typeface="Lexend"/>
                        <a:cs typeface="Lexend"/>
                        <a:sym typeface="Lexend"/>
                      </a:endParaRPr>
                    </a:p>
                  </a:txBody>
                  <a:tcPr marT="0" marB="0" marR="0" marL="0" anchor="ctr"/>
                </a:tc>
                <a:tc>
                  <a:txBody>
                    <a:bodyPr/>
                    <a:lstStyle/>
                    <a:p>
                      <a:pPr indent="0" lvl="0" marL="0" rtl="0" algn="ctr">
                        <a:spcBef>
                          <a:spcPts val="0"/>
                        </a:spcBef>
                        <a:spcAft>
                          <a:spcPts val="0"/>
                        </a:spcAft>
                        <a:buNone/>
                      </a:pPr>
                      <a:r>
                        <a:rPr lang="en-GB" sz="1800">
                          <a:latin typeface="Lexend"/>
                          <a:ea typeface="Lexend"/>
                          <a:cs typeface="Lexend"/>
                          <a:sym typeface="Lexend"/>
                        </a:rPr>
                        <a:t>488.2 kt</a:t>
                      </a:r>
                      <a:endParaRPr sz="1800">
                        <a:latin typeface="Lexend"/>
                        <a:ea typeface="Lexend"/>
                        <a:cs typeface="Lexend"/>
                        <a:sym typeface="Lexend"/>
                      </a:endParaRPr>
                    </a:p>
                  </a:txBody>
                  <a:tcPr marT="0" marB="0" marR="0" marL="0" anchor="ctr"/>
                </a:tc>
                <a:tc>
                  <a:txBody>
                    <a:bodyPr/>
                    <a:lstStyle/>
                    <a:p>
                      <a:pPr indent="0" lvl="0" marL="0" rtl="0" algn="ctr">
                        <a:spcBef>
                          <a:spcPts val="0"/>
                        </a:spcBef>
                        <a:spcAft>
                          <a:spcPts val="0"/>
                        </a:spcAft>
                        <a:buNone/>
                      </a:pPr>
                      <a:r>
                        <a:rPr lang="en-GB" sz="1800">
                          <a:latin typeface="Lexend"/>
                          <a:ea typeface="Lexend"/>
                          <a:cs typeface="Lexend"/>
                          <a:sym typeface="Lexend"/>
                        </a:rPr>
                        <a:t>65 340</a:t>
                      </a:r>
                      <a:endParaRPr sz="1800">
                        <a:latin typeface="Lexend"/>
                        <a:ea typeface="Lexend"/>
                        <a:cs typeface="Lexend"/>
                        <a:sym typeface="Lexend"/>
                      </a:endParaRPr>
                    </a:p>
                  </a:txBody>
                  <a:tcPr marT="0" marB="0" marR="0" marL="0" anchor="ctr"/>
                </a:tc>
              </a:tr>
            </a:tbl>
          </a:graphicData>
        </a:graphic>
      </p:graphicFrame>
      <p:sp>
        <p:nvSpPr>
          <p:cNvPr id="1141" name="Google Shape;1141;p97"/>
          <p:cNvSpPr txBox="1"/>
          <p:nvPr/>
        </p:nvSpPr>
        <p:spPr>
          <a:xfrm>
            <a:off x="5221725" y="3281100"/>
            <a:ext cx="3460200" cy="13854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488.2 × 0.85 = 414.97</a:t>
            </a:r>
            <a:endParaRPr sz="1800">
              <a:solidFill>
                <a:schemeClr val="dk1"/>
              </a:solidFill>
              <a:latin typeface="Lexend"/>
              <a:ea typeface="Lexend"/>
              <a:cs typeface="Lexend"/>
              <a:sym typeface="Lexend"/>
            </a:endParaRPr>
          </a:p>
          <a:p>
            <a:pPr indent="0" lvl="0" marL="0" rtl="0" algn="l">
              <a:spcBef>
                <a:spcPts val="0"/>
              </a:spcBef>
              <a:spcAft>
                <a:spcPts val="0"/>
              </a:spcAft>
              <a:buNone/>
            </a:pPr>
            <a:r>
              <a:rPr lang="en-GB" sz="1800">
                <a:solidFill>
                  <a:schemeClr val="dk1"/>
                </a:solidFill>
                <a:latin typeface="Lexend"/>
                <a:ea typeface="Lexend"/>
                <a:cs typeface="Lexend"/>
                <a:sym typeface="Lexend"/>
              </a:rPr>
              <a:t>Total of 414.97 kt of CO</a:t>
            </a:r>
            <a:r>
              <a:rPr baseline="-25000" lang="en-GB" sz="1800">
                <a:solidFill>
                  <a:schemeClr val="dk1"/>
                </a:solidFill>
                <a:latin typeface="Lexend"/>
                <a:ea typeface="Lexend"/>
                <a:cs typeface="Lexend"/>
                <a:sym typeface="Lexend"/>
              </a:rPr>
              <a:t>2</a:t>
            </a:r>
            <a:r>
              <a:rPr lang="en-GB" sz="1800">
                <a:solidFill>
                  <a:schemeClr val="dk1"/>
                </a:solidFill>
                <a:latin typeface="Lexend"/>
                <a:ea typeface="Lexend"/>
                <a:cs typeface="Lexend"/>
                <a:sym typeface="Lexend"/>
              </a:rPr>
              <a:t>.</a:t>
            </a:r>
            <a:endParaRPr sz="1800">
              <a:solidFill>
                <a:schemeClr val="dk1"/>
              </a:solidFill>
              <a:latin typeface="Lexend"/>
              <a:ea typeface="Lexend"/>
              <a:cs typeface="Lexend"/>
              <a:sym typeface="Lexend"/>
            </a:endParaRPr>
          </a:p>
          <a:p>
            <a:pPr indent="0" lvl="0" marL="0" rtl="0" algn="l">
              <a:spcBef>
                <a:spcPts val="0"/>
              </a:spcBef>
              <a:spcAft>
                <a:spcPts val="0"/>
              </a:spcAft>
              <a:buNone/>
            </a:pPr>
            <a:r>
              <a:t/>
            </a:r>
            <a:endParaRPr sz="1800">
              <a:solidFill>
                <a:schemeClr val="dk1"/>
              </a:solidFill>
              <a:latin typeface="Lexend"/>
              <a:ea typeface="Lexend"/>
              <a:cs typeface="Lexend"/>
              <a:sym typeface="Lexend"/>
            </a:endParaRPr>
          </a:p>
          <a:p>
            <a:pPr indent="0" lvl="0" marL="0" rtl="0" algn="l">
              <a:spcBef>
                <a:spcPts val="0"/>
              </a:spcBef>
              <a:spcAft>
                <a:spcPts val="0"/>
              </a:spcAft>
              <a:buNone/>
            </a:pPr>
            <a:r>
              <a:rPr lang="en-GB" sz="1800">
                <a:solidFill>
                  <a:schemeClr val="dk1"/>
                </a:solidFill>
                <a:latin typeface="Lexend"/>
                <a:ea typeface="Lexend"/>
                <a:cs typeface="Lexend"/>
                <a:sym typeface="Lexend"/>
              </a:rPr>
              <a:t>414.97 ÷ 65 340 = 0.00635</a:t>
            </a:r>
            <a:endParaRPr sz="1800">
              <a:solidFill>
                <a:schemeClr val="dk1"/>
              </a:solidFill>
              <a:latin typeface="Lexend"/>
              <a:ea typeface="Lexend"/>
              <a:cs typeface="Lexend"/>
              <a:sym typeface="Lexend"/>
            </a:endParaRPr>
          </a:p>
          <a:p>
            <a:pPr indent="0" lvl="0" marL="0" rtl="0" algn="l">
              <a:spcBef>
                <a:spcPts val="0"/>
              </a:spcBef>
              <a:spcAft>
                <a:spcPts val="0"/>
              </a:spcAft>
              <a:buNone/>
            </a:pPr>
            <a:r>
              <a:rPr lang="en-GB" sz="1800">
                <a:solidFill>
                  <a:schemeClr val="dk1"/>
                </a:solidFill>
                <a:latin typeface="Lexend"/>
                <a:ea typeface="Lexend"/>
                <a:cs typeface="Lexend"/>
                <a:sym typeface="Lexend"/>
              </a:rPr>
              <a:t>0.00635 kt of CO</a:t>
            </a:r>
            <a:r>
              <a:rPr baseline="-25000" lang="en-GB" sz="1800">
                <a:solidFill>
                  <a:schemeClr val="dk1"/>
                </a:solidFill>
                <a:latin typeface="Lexend"/>
                <a:ea typeface="Lexend"/>
                <a:cs typeface="Lexend"/>
                <a:sym typeface="Lexend"/>
              </a:rPr>
              <a:t>2</a:t>
            </a:r>
            <a:r>
              <a:rPr lang="en-GB" sz="1800">
                <a:solidFill>
                  <a:schemeClr val="dk1"/>
                </a:solidFill>
                <a:latin typeface="Lexend"/>
                <a:ea typeface="Lexend"/>
                <a:cs typeface="Lexend"/>
                <a:sym typeface="Lexend"/>
              </a:rPr>
              <a:t> per person.</a:t>
            </a:r>
            <a:endParaRPr sz="1800">
              <a:solidFill>
                <a:schemeClr val="dk1"/>
              </a:solidFill>
              <a:latin typeface="Lexend"/>
              <a:ea typeface="Lexend"/>
              <a:cs typeface="Lexend"/>
              <a:sym typeface="Lexend"/>
            </a:endParaRPr>
          </a:p>
        </p:txBody>
      </p:sp>
      <p:sp>
        <p:nvSpPr>
          <p:cNvPr id="1142" name="Google Shape;1142;p97"/>
          <p:cNvSpPr txBox="1"/>
          <p:nvPr/>
        </p:nvSpPr>
        <p:spPr>
          <a:xfrm>
            <a:off x="4320000" y="2226951"/>
            <a:ext cx="4500000" cy="6156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000">
                <a:solidFill>
                  <a:schemeClr val="dk1"/>
                </a:solidFill>
                <a:latin typeface="Kalam"/>
                <a:ea typeface="Kalam"/>
                <a:cs typeface="Kalam"/>
                <a:sym typeface="Kalam"/>
              </a:rPr>
              <a:t>The population of North Warwickshire may change before 2025.</a:t>
            </a:r>
            <a:endParaRPr sz="2000">
              <a:solidFill>
                <a:schemeClr val="dk1"/>
              </a:solidFill>
              <a:latin typeface="Kalam"/>
              <a:ea typeface="Kalam"/>
              <a:cs typeface="Kalam"/>
              <a:sym typeface="Kalam"/>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4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6" name="Shape 1146"/>
        <p:cNvGrpSpPr/>
        <p:nvPr/>
      </p:nvGrpSpPr>
      <p:grpSpPr>
        <a:xfrm>
          <a:off x="0" y="0"/>
          <a:ext cx="0" cy="0"/>
          <a:chOff x="0" y="0"/>
          <a:chExt cx="0" cy="0"/>
        </a:xfrm>
      </p:grpSpPr>
      <p:sp>
        <p:nvSpPr>
          <p:cNvPr id="1147" name="Google Shape;1147;p98"/>
          <p:cNvSpPr txBox="1"/>
          <p:nvPr/>
        </p:nvSpPr>
        <p:spPr>
          <a:xfrm>
            <a:off x="324000" y="1362250"/>
            <a:ext cx="84960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Urban</a:t>
            </a:r>
            <a:r>
              <a:rPr lang="en-GB" sz="1800">
                <a:latin typeface="Lexend"/>
                <a:ea typeface="Lexend"/>
                <a:cs typeface="Lexend"/>
                <a:sym typeface="Lexend"/>
              </a:rPr>
              <a:t> green parks require large areas that can be converted or “renewed”.</a:t>
            </a:r>
            <a:endParaRPr sz="1800">
              <a:solidFill>
                <a:srgbClr val="000000"/>
              </a:solidFill>
              <a:latin typeface="Lexend"/>
              <a:ea typeface="Lexend"/>
              <a:cs typeface="Lexend"/>
              <a:sym typeface="Lexend"/>
            </a:endParaRPr>
          </a:p>
        </p:txBody>
      </p:sp>
      <p:sp>
        <p:nvSpPr>
          <p:cNvPr id="1148" name="Google Shape;1148;p98"/>
          <p:cNvSpPr txBox="1"/>
          <p:nvPr/>
        </p:nvSpPr>
        <p:spPr>
          <a:xfrm>
            <a:off x="324000" y="810000"/>
            <a:ext cx="84960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Some </a:t>
            </a:r>
            <a:r>
              <a:rPr b="1" lang="en-GB" sz="1800">
                <a:latin typeface="Lexend"/>
                <a:ea typeface="Lexend"/>
                <a:cs typeface="Lexend"/>
                <a:sym typeface="Lexend"/>
              </a:rPr>
              <a:t>urban</a:t>
            </a:r>
            <a:r>
              <a:rPr lang="en-GB" sz="1800">
                <a:latin typeface="Lexend"/>
                <a:ea typeface="Lexend"/>
                <a:cs typeface="Lexend"/>
                <a:sym typeface="Lexend"/>
              </a:rPr>
              <a:t> greening initiatives require large spaces.</a:t>
            </a:r>
            <a:endParaRPr sz="1800">
              <a:solidFill>
                <a:srgbClr val="000000"/>
              </a:solidFill>
              <a:latin typeface="Lexend"/>
              <a:ea typeface="Lexend"/>
              <a:cs typeface="Lexend"/>
              <a:sym typeface="Lexend"/>
            </a:endParaRPr>
          </a:p>
        </p:txBody>
      </p:sp>
      <p:sp>
        <p:nvSpPr>
          <p:cNvPr id="1149" name="Google Shape;1149;p98"/>
          <p:cNvSpPr txBox="1"/>
          <p:nvPr/>
        </p:nvSpPr>
        <p:spPr>
          <a:xfrm>
            <a:off x="934900" y="1745225"/>
            <a:ext cx="7885200" cy="554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This means there have to be large empty spaces that can be renewed into parks. For older cities, this is quite rare.</a:t>
            </a:r>
            <a:endParaRPr sz="1800">
              <a:solidFill>
                <a:srgbClr val="000000"/>
              </a:solidFill>
              <a:latin typeface="Lexend"/>
              <a:ea typeface="Lexend"/>
              <a:cs typeface="Lexend"/>
              <a:sym typeface="Lexend"/>
            </a:endParaRPr>
          </a:p>
        </p:txBody>
      </p:sp>
      <p:sp>
        <p:nvSpPr>
          <p:cNvPr id="1150" name="Google Shape;1150;p98"/>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The maths behind urban greening</a:t>
            </a:r>
            <a:endParaRPr/>
          </a:p>
        </p:txBody>
      </p:sp>
      <p:sp>
        <p:nvSpPr>
          <p:cNvPr id="1151" name="Google Shape;1151;p98"/>
          <p:cNvSpPr txBox="1"/>
          <p:nvPr/>
        </p:nvSpPr>
        <p:spPr>
          <a:xfrm>
            <a:off x="934900" y="3877550"/>
            <a:ext cx="7885200" cy="554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Inner city roads have to be wide enough to split parts off into cycle lanes (minimum width of 1.5 m, recommended width of 2 m).</a:t>
            </a:r>
            <a:endParaRPr sz="1800">
              <a:solidFill>
                <a:srgbClr val="000000"/>
              </a:solidFill>
              <a:latin typeface="Lexend"/>
              <a:ea typeface="Lexend"/>
              <a:cs typeface="Lexend"/>
              <a:sym typeface="Lexend"/>
            </a:endParaRPr>
          </a:p>
        </p:txBody>
      </p:sp>
      <p:sp>
        <p:nvSpPr>
          <p:cNvPr id="1152" name="Google Shape;1152;p98"/>
          <p:cNvSpPr txBox="1"/>
          <p:nvPr/>
        </p:nvSpPr>
        <p:spPr>
          <a:xfrm>
            <a:off x="934900" y="2405100"/>
            <a:ext cx="7885200" cy="831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Or, it means that there are large areas of derelict (old and unused) buildings that must be knocked down before the space can be renewed. This is incredibly costly and adds time to the project.</a:t>
            </a:r>
            <a:endParaRPr sz="1800">
              <a:solidFill>
                <a:srgbClr val="000000"/>
              </a:solidFill>
              <a:latin typeface="Lexend"/>
              <a:ea typeface="Lexend"/>
              <a:cs typeface="Lexend"/>
              <a:sym typeface="Lexend"/>
            </a:endParaRPr>
          </a:p>
        </p:txBody>
      </p:sp>
      <p:sp>
        <p:nvSpPr>
          <p:cNvPr id="1153" name="Google Shape;1153;p98"/>
          <p:cNvSpPr txBox="1"/>
          <p:nvPr/>
        </p:nvSpPr>
        <p:spPr>
          <a:xfrm>
            <a:off x="324000" y="3494575"/>
            <a:ext cx="84960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Cycle lanes require roads and connecting routes to be safe.</a:t>
            </a:r>
            <a:endParaRPr sz="1800">
              <a:solidFill>
                <a:srgbClr val="000000"/>
              </a:solidFill>
              <a:latin typeface="Lexend"/>
              <a:ea typeface="Lexend"/>
              <a:cs typeface="Lexend"/>
              <a:sym typeface="Lexend"/>
            </a:endParaRPr>
          </a:p>
        </p:txBody>
      </p:sp>
      <p:sp>
        <p:nvSpPr>
          <p:cNvPr id="1154" name="Google Shape;1154;p98"/>
          <p:cNvSpPr txBox="1"/>
          <p:nvPr/>
        </p:nvSpPr>
        <p:spPr>
          <a:xfrm>
            <a:off x="934900" y="4537425"/>
            <a:ext cx="78852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Off-road routes between parts of the city need to be unobstructed.</a:t>
            </a:r>
            <a:endParaRPr sz="1800">
              <a:solidFill>
                <a:srgbClr val="000000"/>
              </a:solidFill>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4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4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5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5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5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5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8" name="Shape 1158"/>
        <p:cNvGrpSpPr/>
        <p:nvPr/>
      </p:nvGrpSpPr>
      <p:grpSpPr>
        <a:xfrm>
          <a:off x="0" y="0"/>
          <a:ext cx="0" cy="0"/>
          <a:chOff x="0" y="0"/>
          <a:chExt cx="0" cy="0"/>
        </a:xfrm>
      </p:grpSpPr>
      <p:sp>
        <p:nvSpPr>
          <p:cNvPr id="1159" name="Google Shape;1159;p99"/>
          <p:cNvSpPr txBox="1"/>
          <p:nvPr/>
        </p:nvSpPr>
        <p:spPr>
          <a:xfrm>
            <a:off x="324000" y="810000"/>
            <a:ext cx="8496000" cy="27705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According to the ONS, Doncaster borough has a total area of approximately 569 km².</a:t>
            </a:r>
            <a:endParaRPr sz="1800">
              <a:latin typeface="Lexend"/>
              <a:ea typeface="Lexend"/>
              <a:cs typeface="Lexend"/>
              <a:sym typeface="Lexend"/>
            </a:endParaRPr>
          </a:p>
          <a:p>
            <a:pPr indent="0" lvl="0" marL="0" rtl="0" algn="l">
              <a:spcBef>
                <a:spcPts val="0"/>
              </a:spcBef>
              <a:spcAft>
                <a:spcPts val="0"/>
              </a:spcAft>
              <a:buNone/>
            </a:pPr>
            <a:r>
              <a:t/>
            </a:r>
            <a:endParaRPr sz="1800">
              <a:latin typeface="Lexend"/>
              <a:ea typeface="Lexend"/>
              <a:cs typeface="Lexend"/>
              <a:sym typeface="Lexend"/>
            </a:endParaRPr>
          </a:p>
          <a:p>
            <a:pPr indent="0" lvl="0" marL="0" rtl="0" algn="l">
              <a:spcBef>
                <a:spcPts val="0"/>
              </a:spcBef>
              <a:spcAft>
                <a:spcPts val="0"/>
              </a:spcAft>
              <a:buNone/>
            </a:pPr>
            <a:r>
              <a:rPr lang="en-GB" sz="1800">
                <a:latin typeface="Lexend"/>
                <a:ea typeface="Lexend"/>
                <a:cs typeface="Lexend"/>
                <a:sym typeface="Lexend"/>
              </a:rPr>
              <a:t>Approximately 0.75% of land in Doncaster borough is classified as “brownfield areas”, which are disused areas which can be repurposed.</a:t>
            </a:r>
            <a:endParaRPr sz="1800">
              <a:latin typeface="Lexend"/>
              <a:ea typeface="Lexend"/>
              <a:cs typeface="Lexend"/>
              <a:sym typeface="Lexend"/>
            </a:endParaRPr>
          </a:p>
          <a:p>
            <a:pPr indent="0" lvl="0" marL="0" rtl="0" algn="l">
              <a:spcBef>
                <a:spcPts val="0"/>
              </a:spcBef>
              <a:spcAft>
                <a:spcPts val="0"/>
              </a:spcAft>
              <a:buNone/>
            </a:pPr>
            <a:r>
              <a:t/>
            </a:r>
            <a:endParaRPr sz="1800">
              <a:latin typeface="Lexend"/>
              <a:ea typeface="Lexend"/>
              <a:cs typeface="Lexend"/>
              <a:sym typeface="Lexend"/>
            </a:endParaRPr>
          </a:p>
          <a:p>
            <a:pPr indent="0" lvl="0" marL="0" rtl="0" algn="l">
              <a:spcBef>
                <a:spcPts val="0"/>
              </a:spcBef>
              <a:spcAft>
                <a:spcPts val="0"/>
              </a:spcAft>
              <a:buNone/>
            </a:pPr>
            <a:r>
              <a:rPr lang="en-GB" sz="1800">
                <a:latin typeface="Lexend"/>
                <a:ea typeface="Lexend"/>
                <a:cs typeface="Lexend"/>
                <a:sym typeface="Lexend"/>
              </a:rPr>
              <a:t>A medium-sized urban green park can be around 3 km² in area.</a:t>
            </a:r>
            <a:endParaRPr sz="1800">
              <a:latin typeface="Lexend"/>
              <a:ea typeface="Lexend"/>
              <a:cs typeface="Lexend"/>
              <a:sym typeface="Lexend"/>
            </a:endParaRPr>
          </a:p>
          <a:p>
            <a:pPr indent="0" lvl="0" marL="0" rtl="0" algn="l">
              <a:spcBef>
                <a:spcPts val="0"/>
              </a:spcBef>
              <a:spcAft>
                <a:spcPts val="0"/>
              </a:spcAft>
              <a:buNone/>
            </a:pPr>
            <a:r>
              <a:t/>
            </a:r>
            <a:endParaRPr sz="1800">
              <a:latin typeface="Lexend"/>
              <a:ea typeface="Lexend"/>
              <a:cs typeface="Lexend"/>
              <a:sym typeface="Lexend"/>
            </a:endParaRPr>
          </a:p>
          <a:p>
            <a:pPr indent="0" lvl="0" marL="0" rtl="0" algn="l">
              <a:spcBef>
                <a:spcPts val="0"/>
              </a:spcBef>
              <a:spcAft>
                <a:spcPts val="0"/>
              </a:spcAft>
              <a:buNone/>
            </a:pPr>
            <a:r>
              <a:rPr lang="en-GB" sz="1800">
                <a:latin typeface="Lexend"/>
                <a:ea typeface="Lexend"/>
                <a:cs typeface="Lexend"/>
                <a:sym typeface="Lexend"/>
              </a:rPr>
              <a:t>Is there enough “brownfield area” in Doncaster that can be renewed into a medium-sized urban green park?</a:t>
            </a:r>
            <a:endParaRPr sz="1800">
              <a:latin typeface="Lexend"/>
              <a:ea typeface="Lexend"/>
              <a:cs typeface="Lexend"/>
              <a:sym typeface="Lexend"/>
            </a:endParaRPr>
          </a:p>
        </p:txBody>
      </p:sp>
      <p:sp>
        <p:nvSpPr>
          <p:cNvPr id="1160" name="Google Shape;1160;p99"/>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The maths behind urban greening</a:t>
            </a:r>
            <a:endParaRPr/>
          </a:p>
        </p:txBody>
      </p:sp>
      <p:sp>
        <p:nvSpPr>
          <p:cNvPr id="1161" name="Google Shape;1161;p99"/>
          <p:cNvSpPr txBox="1"/>
          <p:nvPr/>
        </p:nvSpPr>
        <p:spPr>
          <a:xfrm>
            <a:off x="1281025" y="4320000"/>
            <a:ext cx="25506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000">
                <a:solidFill>
                  <a:schemeClr val="dk1"/>
                </a:solidFill>
                <a:latin typeface="Kalam"/>
                <a:ea typeface="Kalam"/>
                <a:cs typeface="Kalam"/>
                <a:sym typeface="Kalam"/>
              </a:rPr>
              <a:t>0.0075 × 569 = 4.2675</a:t>
            </a:r>
            <a:endParaRPr sz="2000">
              <a:latin typeface="Kalam"/>
              <a:ea typeface="Kalam"/>
              <a:cs typeface="Kalam"/>
              <a:sym typeface="Kalam"/>
            </a:endParaRPr>
          </a:p>
        </p:txBody>
      </p:sp>
      <p:sp>
        <p:nvSpPr>
          <p:cNvPr id="1162" name="Google Shape;1162;p99"/>
          <p:cNvSpPr txBox="1"/>
          <p:nvPr/>
        </p:nvSpPr>
        <p:spPr>
          <a:xfrm>
            <a:off x="1281025" y="3823375"/>
            <a:ext cx="23346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000">
                <a:solidFill>
                  <a:schemeClr val="dk1"/>
                </a:solidFill>
                <a:latin typeface="Kalam"/>
                <a:ea typeface="Kalam"/>
                <a:cs typeface="Kalam"/>
                <a:sym typeface="Kalam"/>
              </a:rPr>
              <a:t>0.75% = 0.0075</a:t>
            </a:r>
            <a:endParaRPr sz="2000">
              <a:latin typeface="Kalam"/>
              <a:ea typeface="Kalam"/>
              <a:cs typeface="Kalam"/>
              <a:sym typeface="Kalam"/>
            </a:endParaRPr>
          </a:p>
        </p:txBody>
      </p:sp>
      <p:sp>
        <p:nvSpPr>
          <p:cNvPr id="1163" name="Google Shape;1163;p99"/>
          <p:cNvSpPr txBox="1"/>
          <p:nvPr/>
        </p:nvSpPr>
        <p:spPr>
          <a:xfrm>
            <a:off x="4737525" y="3868300"/>
            <a:ext cx="4082400" cy="9234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000">
                <a:solidFill>
                  <a:schemeClr val="dk1"/>
                </a:solidFill>
                <a:latin typeface="Kalam"/>
                <a:ea typeface="Kalam"/>
                <a:cs typeface="Kalam"/>
                <a:sym typeface="Kalam"/>
              </a:rPr>
              <a:t>Yes, there is 4.2675 km² of brownfield area that can be renewed into an urban green park.</a:t>
            </a:r>
            <a:endParaRPr sz="2000">
              <a:latin typeface="Kalam"/>
              <a:ea typeface="Kalam"/>
              <a:cs typeface="Kalam"/>
              <a:sym typeface="Kalam"/>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6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6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6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7" name="Shape 1167"/>
        <p:cNvGrpSpPr/>
        <p:nvPr/>
      </p:nvGrpSpPr>
      <p:grpSpPr>
        <a:xfrm>
          <a:off x="0" y="0"/>
          <a:ext cx="0" cy="0"/>
          <a:chOff x="0" y="0"/>
          <a:chExt cx="0" cy="0"/>
        </a:xfrm>
      </p:grpSpPr>
      <p:sp>
        <p:nvSpPr>
          <p:cNvPr id="1168" name="Google Shape;1168;p100"/>
          <p:cNvSpPr txBox="1"/>
          <p:nvPr/>
        </p:nvSpPr>
        <p:spPr>
          <a:xfrm>
            <a:off x="324000" y="810000"/>
            <a:ext cx="8496000" cy="27705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According to the ONS, Doncaster borough has a total area of approximately 569 km².</a:t>
            </a:r>
            <a:endParaRPr sz="1800">
              <a:latin typeface="Lexend"/>
              <a:ea typeface="Lexend"/>
              <a:cs typeface="Lexend"/>
              <a:sym typeface="Lexend"/>
            </a:endParaRPr>
          </a:p>
          <a:p>
            <a:pPr indent="0" lvl="0" marL="0" rtl="0" algn="l">
              <a:spcBef>
                <a:spcPts val="0"/>
              </a:spcBef>
              <a:spcAft>
                <a:spcPts val="0"/>
              </a:spcAft>
              <a:buNone/>
            </a:pPr>
            <a:r>
              <a:t/>
            </a:r>
            <a:endParaRPr sz="1800">
              <a:latin typeface="Lexend"/>
              <a:ea typeface="Lexend"/>
              <a:cs typeface="Lexend"/>
              <a:sym typeface="Lexend"/>
            </a:endParaRPr>
          </a:p>
          <a:p>
            <a:pPr indent="0" lvl="0" marL="0" rtl="0" algn="l">
              <a:spcBef>
                <a:spcPts val="0"/>
              </a:spcBef>
              <a:spcAft>
                <a:spcPts val="0"/>
              </a:spcAft>
              <a:buNone/>
            </a:pPr>
            <a:r>
              <a:rPr lang="en-GB" sz="1800">
                <a:latin typeface="Lexend"/>
                <a:ea typeface="Lexend"/>
                <a:cs typeface="Lexend"/>
                <a:sym typeface="Lexend"/>
              </a:rPr>
              <a:t>Approximately 0.75% of land in Doncaster borough is classified as “brownfield areas”, which are disused areas which can be repurposed.</a:t>
            </a:r>
            <a:endParaRPr sz="1800">
              <a:latin typeface="Lexend"/>
              <a:ea typeface="Lexend"/>
              <a:cs typeface="Lexend"/>
              <a:sym typeface="Lexend"/>
            </a:endParaRPr>
          </a:p>
          <a:p>
            <a:pPr indent="0" lvl="0" marL="0" rtl="0" algn="l">
              <a:spcBef>
                <a:spcPts val="0"/>
              </a:spcBef>
              <a:spcAft>
                <a:spcPts val="0"/>
              </a:spcAft>
              <a:buNone/>
            </a:pPr>
            <a:r>
              <a:t/>
            </a:r>
            <a:endParaRPr sz="1800">
              <a:latin typeface="Lexend"/>
              <a:ea typeface="Lexend"/>
              <a:cs typeface="Lexend"/>
              <a:sym typeface="Lexend"/>
            </a:endParaRPr>
          </a:p>
          <a:p>
            <a:pPr indent="0" lvl="0" marL="0" rtl="0" algn="l">
              <a:spcBef>
                <a:spcPts val="0"/>
              </a:spcBef>
              <a:spcAft>
                <a:spcPts val="0"/>
              </a:spcAft>
              <a:buNone/>
            </a:pPr>
            <a:r>
              <a:rPr lang="en-GB" sz="1800">
                <a:latin typeface="Lexend"/>
                <a:ea typeface="Lexend"/>
                <a:cs typeface="Lexend"/>
                <a:sym typeface="Lexend"/>
              </a:rPr>
              <a:t>A medium-sized urban green park can be around 3 km² in area.</a:t>
            </a:r>
            <a:endParaRPr sz="1800">
              <a:latin typeface="Lexend"/>
              <a:ea typeface="Lexend"/>
              <a:cs typeface="Lexend"/>
              <a:sym typeface="Lexend"/>
            </a:endParaRPr>
          </a:p>
          <a:p>
            <a:pPr indent="0" lvl="0" marL="0" rtl="0" algn="l">
              <a:spcBef>
                <a:spcPts val="0"/>
              </a:spcBef>
              <a:spcAft>
                <a:spcPts val="0"/>
              </a:spcAft>
              <a:buNone/>
            </a:pPr>
            <a:r>
              <a:t/>
            </a:r>
            <a:endParaRPr sz="1800">
              <a:latin typeface="Lexend"/>
              <a:ea typeface="Lexend"/>
              <a:cs typeface="Lexend"/>
              <a:sym typeface="Lexend"/>
            </a:endParaRPr>
          </a:p>
          <a:p>
            <a:pPr indent="0" lvl="0" marL="0" rtl="0" algn="l">
              <a:spcBef>
                <a:spcPts val="0"/>
              </a:spcBef>
              <a:spcAft>
                <a:spcPts val="0"/>
              </a:spcAft>
              <a:buNone/>
            </a:pPr>
            <a:r>
              <a:rPr lang="en-GB" sz="1800">
                <a:latin typeface="Lexend"/>
                <a:ea typeface="Lexend"/>
                <a:cs typeface="Lexend"/>
                <a:sym typeface="Lexend"/>
              </a:rPr>
              <a:t>What assumption is being made when saying that “4.2675 km² of area can be renewed into an urban green park”?</a:t>
            </a:r>
            <a:endParaRPr sz="1800">
              <a:latin typeface="Lexend"/>
              <a:ea typeface="Lexend"/>
              <a:cs typeface="Lexend"/>
              <a:sym typeface="Lexend"/>
            </a:endParaRPr>
          </a:p>
        </p:txBody>
      </p:sp>
      <p:sp>
        <p:nvSpPr>
          <p:cNvPr id="1169" name="Google Shape;1169;p100"/>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The maths behind urban greening</a:t>
            </a:r>
            <a:endParaRPr/>
          </a:p>
        </p:txBody>
      </p:sp>
      <p:sp>
        <p:nvSpPr>
          <p:cNvPr id="1170" name="Google Shape;1170;p100"/>
          <p:cNvSpPr txBox="1"/>
          <p:nvPr/>
        </p:nvSpPr>
        <p:spPr>
          <a:xfrm>
            <a:off x="324000" y="3792100"/>
            <a:ext cx="8496000" cy="9234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000">
                <a:solidFill>
                  <a:schemeClr val="dk1"/>
                </a:solidFill>
                <a:latin typeface="Kalam"/>
                <a:ea typeface="Kalam"/>
                <a:cs typeface="Kalam"/>
                <a:sym typeface="Kalam"/>
              </a:rPr>
              <a:t>The assumption is that this area is in one location, and not several smaller brownfield areas scattered around Doncaster. If the brownfield areas are scattered, then it cannot be renewed into one medium-sized park.</a:t>
            </a:r>
            <a:endParaRPr sz="2000">
              <a:solidFill>
                <a:schemeClr val="dk1"/>
              </a:solidFill>
              <a:latin typeface="Kalam"/>
              <a:ea typeface="Kalam"/>
              <a:cs typeface="Kalam"/>
              <a:sym typeface="Kalam"/>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7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4" name="Shape 1174"/>
        <p:cNvGrpSpPr/>
        <p:nvPr/>
      </p:nvGrpSpPr>
      <p:grpSpPr>
        <a:xfrm>
          <a:off x="0" y="0"/>
          <a:ext cx="0" cy="0"/>
          <a:chOff x="0" y="0"/>
          <a:chExt cx="0" cy="0"/>
        </a:xfrm>
      </p:grpSpPr>
      <p:graphicFrame>
        <p:nvGraphicFramePr>
          <p:cNvPr id="1175" name="Google Shape;1175;p101"/>
          <p:cNvGraphicFramePr/>
          <p:nvPr/>
        </p:nvGraphicFramePr>
        <p:xfrm>
          <a:off x="324000" y="2148125"/>
          <a:ext cx="3000000" cy="3000000"/>
        </p:xfrm>
        <a:graphic>
          <a:graphicData uri="http://schemas.openxmlformats.org/drawingml/2006/table">
            <a:tbl>
              <a:tblPr>
                <a:noFill/>
                <a:tableStyleId>{69C3366F-6BBF-4AEC-BD01-B87E98C36D89}</a:tableStyleId>
              </a:tblPr>
              <a:tblGrid>
                <a:gridCol w="2018775"/>
                <a:gridCol w="1236775"/>
              </a:tblGrid>
              <a:tr h="550775">
                <a:tc>
                  <a:txBody>
                    <a:bodyPr/>
                    <a:lstStyle/>
                    <a:p>
                      <a:pPr indent="0" lvl="0" marL="0" rtl="0" algn="l">
                        <a:spcBef>
                          <a:spcPts val="0"/>
                        </a:spcBef>
                        <a:spcAft>
                          <a:spcPts val="0"/>
                        </a:spcAft>
                        <a:buNone/>
                      </a:pPr>
                      <a:r>
                        <a:rPr lang="en-GB" sz="1700">
                          <a:latin typeface="Lexend"/>
                          <a:ea typeface="Lexend"/>
                          <a:cs typeface="Lexend"/>
                          <a:sym typeface="Lexend"/>
                        </a:rPr>
                        <a:t> transport carbon </a:t>
                      </a:r>
                      <a:endParaRPr sz="1700">
                        <a:latin typeface="Lexend"/>
                        <a:ea typeface="Lexend"/>
                        <a:cs typeface="Lexend"/>
                        <a:sym typeface="Lexend"/>
                      </a:endParaRPr>
                    </a:p>
                    <a:p>
                      <a:pPr indent="0" lvl="0" marL="0" rtl="0" algn="l">
                        <a:spcBef>
                          <a:spcPts val="0"/>
                        </a:spcBef>
                        <a:spcAft>
                          <a:spcPts val="0"/>
                        </a:spcAft>
                        <a:buNone/>
                      </a:pPr>
                      <a:r>
                        <a:rPr lang="en-GB" sz="1700">
                          <a:latin typeface="Lexend"/>
                          <a:ea typeface="Lexend"/>
                          <a:cs typeface="Lexend"/>
                          <a:sym typeface="Lexend"/>
                        </a:rPr>
                        <a:t> emissions</a:t>
                      </a:r>
                      <a:endParaRPr sz="1700">
                        <a:latin typeface="Lexend"/>
                        <a:ea typeface="Lexend"/>
                        <a:cs typeface="Lexend"/>
                        <a:sym typeface="Lexend"/>
                      </a:endParaRPr>
                    </a:p>
                  </a:txBody>
                  <a:tcPr marT="0" marB="0" marR="0" marL="0" anchor="ctr"/>
                </a:tc>
                <a:tc>
                  <a:txBody>
                    <a:bodyPr/>
                    <a:lstStyle/>
                    <a:p>
                      <a:pPr indent="0" lvl="0" marL="0" rtl="0" algn="ctr">
                        <a:spcBef>
                          <a:spcPts val="0"/>
                        </a:spcBef>
                        <a:spcAft>
                          <a:spcPts val="0"/>
                        </a:spcAft>
                        <a:buNone/>
                      </a:pPr>
                      <a:r>
                        <a:rPr lang="en-GB" sz="1700">
                          <a:solidFill>
                            <a:schemeClr val="dk1"/>
                          </a:solidFill>
                          <a:latin typeface="Lexend"/>
                          <a:ea typeface="Lexend"/>
                          <a:cs typeface="Lexend"/>
                          <a:sym typeface="Lexend"/>
                        </a:rPr>
                        <a:t>461.3</a:t>
                      </a:r>
                      <a:r>
                        <a:rPr lang="en-GB" sz="1700">
                          <a:latin typeface="Lexend"/>
                          <a:ea typeface="Lexend"/>
                          <a:cs typeface="Lexend"/>
                          <a:sym typeface="Lexend"/>
                        </a:rPr>
                        <a:t> kt </a:t>
                      </a:r>
                      <a:endParaRPr sz="1700">
                        <a:latin typeface="Lexend"/>
                        <a:ea typeface="Lexend"/>
                        <a:cs typeface="Lexend"/>
                        <a:sym typeface="Lexend"/>
                      </a:endParaRPr>
                    </a:p>
                  </a:txBody>
                  <a:tcPr marT="0" marB="0" marR="0" marL="0" anchor="ctr"/>
                </a:tc>
              </a:tr>
              <a:tr h="275375">
                <a:tc>
                  <a:txBody>
                    <a:bodyPr/>
                    <a:lstStyle/>
                    <a:p>
                      <a:pPr indent="0" lvl="0" marL="0" rtl="0" algn="l">
                        <a:spcBef>
                          <a:spcPts val="0"/>
                        </a:spcBef>
                        <a:spcAft>
                          <a:spcPts val="0"/>
                        </a:spcAft>
                        <a:buNone/>
                      </a:pPr>
                      <a:r>
                        <a:rPr lang="en-GB" sz="1700">
                          <a:latin typeface="Lexend"/>
                          <a:ea typeface="Lexend"/>
                          <a:cs typeface="Lexend"/>
                          <a:sym typeface="Lexend"/>
                        </a:rPr>
                        <a:t> population</a:t>
                      </a:r>
                      <a:endParaRPr sz="1700">
                        <a:latin typeface="Lexend"/>
                        <a:ea typeface="Lexend"/>
                        <a:cs typeface="Lexend"/>
                        <a:sym typeface="Lexend"/>
                      </a:endParaRPr>
                    </a:p>
                  </a:txBody>
                  <a:tcPr marT="0" marB="0" marR="0" marL="0" anchor="ctr"/>
                </a:tc>
                <a:tc>
                  <a:txBody>
                    <a:bodyPr/>
                    <a:lstStyle/>
                    <a:p>
                      <a:pPr indent="0" lvl="0" marL="0" rtl="0" algn="ctr">
                        <a:spcBef>
                          <a:spcPts val="0"/>
                        </a:spcBef>
                        <a:spcAft>
                          <a:spcPts val="0"/>
                        </a:spcAft>
                        <a:buNone/>
                      </a:pPr>
                      <a:r>
                        <a:rPr lang="en-GB" sz="1700">
                          <a:latin typeface="Lexend"/>
                          <a:ea typeface="Lexend"/>
                          <a:cs typeface="Lexend"/>
                          <a:sym typeface="Lexend"/>
                        </a:rPr>
                        <a:t>102 504</a:t>
                      </a:r>
                      <a:endParaRPr sz="1700">
                        <a:latin typeface="Lexend"/>
                        <a:ea typeface="Lexend"/>
                        <a:cs typeface="Lexend"/>
                        <a:sym typeface="Lexend"/>
                      </a:endParaRPr>
                    </a:p>
                  </a:txBody>
                  <a:tcPr marT="0" marB="0" marR="0" marL="0" anchor="ctr"/>
                </a:tc>
              </a:tr>
              <a:tr h="275375">
                <a:tc>
                  <a:txBody>
                    <a:bodyPr/>
                    <a:lstStyle/>
                    <a:p>
                      <a:pPr indent="0" lvl="0" marL="0" rtl="0" algn="l">
                        <a:spcBef>
                          <a:spcPts val="0"/>
                        </a:spcBef>
                        <a:spcAft>
                          <a:spcPts val="0"/>
                        </a:spcAft>
                        <a:buNone/>
                      </a:pPr>
                      <a:r>
                        <a:rPr lang="en-GB" sz="1700">
                          <a:latin typeface="Lexend"/>
                          <a:ea typeface="Lexend"/>
                          <a:cs typeface="Lexend"/>
                          <a:sym typeface="Lexend"/>
                        </a:rPr>
                        <a:t> total area of city</a:t>
                      </a:r>
                      <a:endParaRPr sz="1700">
                        <a:latin typeface="Lexend"/>
                        <a:ea typeface="Lexend"/>
                        <a:cs typeface="Lexend"/>
                        <a:sym typeface="Lexend"/>
                      </a:endParaRPr>
                    </a:p>
                  </a:txBody>
                  <a:tcPr marT="0" marB="0" marR="0" marL="0" anchor="ctr"/>
                </a:tc>
                <a:tc>
                  <a:txBody>
                    <a:bodyPr/>
                    <a:lstStyle/>
                    <a:p>
                      <a:pPr indent="0" lvl="0" marL="0" rtl="0" algn="ctr">
                        <a:spcBef>
                          <a:spcPts val="0"/>
                        </a:spcBef>
                        <a:spcAft>
                          <a:spcPts val="0"/>
                        </a:spcAft>
                        <a:buNone/>
                      </a:pPr>
                      <a:r>
                        <a:rPr lang="en-GB" sz="1700">
                          <a:latin typeface="Lexend"/>
                          <a:ea typeface="Lexend"/>
                          <a:cs typeface="Lexend"/>
                          <a:sym typeface="Lexend"/>
                        </a:rPr>
                        <a:t>98 km²</a:t>
                      </a:r>
                      <a:endParaRPr sz="1700">
                        <a:latin typeface="Lexend"/>
                        <a:ea typeface="Lexend"/>
                        <a:cs typeface="Lexend"/>
                        <a:sym typeface="Lexend"/>
                      </a:endParaRPr>
                    </a:p>
                  </a:txBody>
                  <a:tcPr marT="0" marB="0" marR="0" marL="0" anchor="ctr"/>
                </a:tc>
              </a:tr>
              <a:tr h="550775">
                <a:tc>
                  <a:txBody>
                    <a:bodyPr/>
                    <a:lstStyle/>
                    <a:p>
                      <a:pPr indent="0" lvl="0" marL="0" rtl="0" algn="l">
                        <a:spcBef>
                          <a:spcPts val="0"/>
                        </a:spcBef>
                        <a:spcAft>
                          <a:spcPts val="0"/>
                        </a:spcAft>
                        <a:buNone/>
                      </a:pPr>
                      <a:r>
                        <a:rPr lang="en-GB" sz="1700">
                          <a:latin typeface="Lexend"/>
                          <a:ea typeface="Lexend"/>
                          <a:cs typeface="Lexend"/>
                          <a:sym typeface="Lexend"/>
                        </a:rPr>
                        <a:t> area available for</a:t>
                      </a:r>
                      <a:endParaRPr sz="1700">
                        <a:latin typeface="Lexend"/>
                        <a:ea typeface="Lexend"/>
                        <a:cs typeface="Lexend"/>
                        <a:sym typeface="Lexend"/>
                      </a:endParaRPr>
                    </a:p>
                    <a:p>
                      <a:pPr indent="0" lvl="0" marL="0" rtl="0" algn="l">
                        <a:spcBef>
                          <a:spcPts val="0"/>
                        </a:spcBef>
                        <a:spcAft>
                          <a:spcPts val="0"/>
                        </a:spcAft>
                        <a:buNone/>
                      </a:pPr>
                      <a:r>
                        <a:rPr lang="en-GB" sz="1700">
                          <a:latin typeface="Lexend"/>
                          <a:ea typeface="Lexend"/>
                          <a:cs typeface="Lexend"/>
                          <a:sym typeface="Lexend"/>
                        </a:rPr>
                        <a:t> renewal</a:t>
                      </a:r>
                      <a:endParaRPr sz="1700">
                        <a:latin typeface="Lexend"/>
                        <a:ea typeface="Lexend"/>
                        <a:cs typeface="Lexend"/>
                        <a:sym typeface="Lexend"/>
                      </a:endParaRPr>
                    </a:p>
                  </a:txBody>
                  <a:tcPr marT="0" marB="0" marR="0" marL="0" anchor="ctr"/>
                </a:tc>
                <a:tc>
                  <a:txBody>
                    <a:bodyPr/>
                    <a:lstStyle/>
                    <a:p>
                      <a:pPr indent="0" lvl="0" marL="0" rtl="0" algn="ctr">
                        <a:spcBef>
                          <a:spcPts val="0"/>
                        </a:spcBef>
                        <a:spcAft>
                          <a:spcPts val="0"/>
                        </a:spcAft>
                        <a:buNone/>
                      </a:pPr>
                      <a:r>
                        <a:rPr lang="en-GB" sz="1700">
                          <a:latin typeface="Lexend"/>
                          <a:ea typeface="Lexend"/>
                          <a:cs typeface="Lexend"/>
                          <a:sym typeface="Lexend"/>
                        </a:rPr>
                        <a:t>23 km²</a:t>
                      </a:r>
                      <a:endParaRPr sz="1700">
                        <a:latin typeface="Lexend"/>
                        <a:ea typeface="Lexend"/>
                        <a:cs typeface="Lexend"/>
                        <a:sym typeface="Lexend"/>
                      </a:endParaRPr>
                    </a:p>
                  </a:txBody>
                  <a:tcPr marT="0" marB="0" marR="0" marL="0" anchor="ctr"/>
                </a:tc>
              </a:tr>
              <a:tr h="275375">
                <a:tc>
                  <a:txBody>
                    <a:bodyPr/>
                    <a:lstStyle/>
                    <a:p>
                      <a:pPr indent="0" lvl="0" marL="0" rtl="0" algn="l">
                        <a:spcBef>
                          <a:spcPts val="0"/>
                        </a:spcBef>
                        <a:spcAft>
                          <a:spcPts val="0"/>
                        </a:spcAft>
                        <a:buNone/>
                      </a:pPr>
                      <a:r>
                        <a:rPr lang="en-GB" sz="1700">
                          <a:latin typeface="Lexend"/>
                          <a:ea typeface="Lexend"/>
                          <a:cs typeface="Lexend"/>
                          <a:sym typeface="Lexend"/>
                        </a:rPr>
                        <a:t> area of bus depot.</a:t>
                      </a:r>
                      <a:endParaRPr sz="1700">
                        <a:latin typeface="Lexend"/>
                        <a:ea typeface="Lexend"/>
                        <a:cs typeface="Lexend"/>
                        <a:sym typeface="Lexend"/>
                      </a:endParaRPr>
                    </a:p>
                  </a:txBody>
                  <a:tcPr marT="0" marB="0" marR="0" marL="0" anchor="ctr"/>
                </a:tc>
                <a:tc>
                  <a:txBody>
                    <a:bodyPr/>
                    <a:lstStyle/>
                    <a:p>
                      <a:pPr indent="0" lvl="0" marL="0" rtl="0" algn="ctr">
                        <a:spcBef>
                          <a:spcPts val="0"/>
                        </a:spcBef>
                        <a:spcAft>
                          <a:spcPts val="0"/>
                        </a:spcAft>
                        <a:buNone/>
                      </a:pPr>
                      <a:r>
                        <a:rPr lang="en-GB" sz="1700">
                          <a:latin typeface="Lexend"/>
                          <a:ea typeface="Lexend"/>
                          <a:cs typeface="Lexend"/>
                          <a:sym typeface="Lexend"/>
                        </a:rPr>
                        <a:t>7500 m²</a:t>
                      </a:r>
                      <a:endParaRPr sz="1700">
                        <a:latin typeface="Lexend"/>
                        <a:ea typeface="Lexend"/>
                        <a:cs typeface="Lexend"/>
                        <a:sym typeface="Lexend"/>
                      </a:endParaRPr>
                    </a:p>
                  </a:txBody>
                  <a:tcPr marT="0" marB="0" marR="0" marL="0" anchor="ctr"/>
                </a:tc>
              </a:tr>
              <a:tr h="306100">
                <a:tc>
                  <a:txBody>
                    <a:bodyPr/>
                    <a:lstStyle/>
                    <a:p>
                      <a:pPr indent="0" lvl="0" marL="0" rtl="0" algn="l">
                        <a:spcBef>
                          <a:spcPts val="0"/>
                        </a:spcBef>
                        <a:spcAft>
                          <a:spcPts val="0"/>
                        </a:spcAft>
                        <a:buNone/>
                      </a:pPr>
                      <a:r>
                        <a:rPr lang="en-GB" sz="1700">
                          <a:latin typeface="Lexend"/>
                          <a:ea typeface="Lexend"/>
                          <a:cs typeface="Lexend"/>
                          <a:sym typeface="Lexend"/>
                        </a:rPr>
                        <a:t> yearly total </a:t>
                      </a:r>
                      <a:endParaRPr sz="1700">
                        <a:latin typeface="Lexend"/>
                        <a:ea typeface="Lexend"/>
                        <a:cs typeface="Lexend"/>
                        <a:sym typeface="Lexend"/>
                      </a:endParaRPr>
                    </a:p>
                    <a:p>
                      <a:pPr indent="0" lvl="0" marL="0" rtl="0" algn="l">
                        <a:spcBef>
                          <a:spcPts val="0"/>
                        </a:spcBef>
                        <a:spcAft>
                          <a:spcPts val="0"/>
                        </a:spcAft>
                        <a:buNone/>
                      </a:pPr>
                      <a:r>
                        <a:rPr lang="en-GB" sz="1700">
                          <a:latin typeface="Lexend"/>
                          <a:ea typeface="Lexend"/>
                          <a:cs typeface="Lexend"/>
                          <a:sym typeface="Lexend"/>
                        </a:rPr>
                        <a:t> sunshine hours</a:t>
                      </a:r>
                      <a:endParaRPr sz="1700">
                        <a:latin typeface="Lexend"/>
                        <a:ea typeface="Lexend"/>
                        <a:cs typeface="Lexend"/>
                        <a:sym typeface="Lexend"/>
                      </a:endParaRPr>
                    </a:p>
                  </a:txBody>
                  <a:tcPr marT="0" marB="0" marR="0" marL="0" anchor="ctr"/>
                </a:tc>
                <a:tc>
                  <a:txBody>
                    <a:bodyPr/>
                    <a:lstStyle/>
                    <a:p>
                      <a:pPr indent="0" lvl="0" marL="0" rtl="0" algn="ctr">
                        <a:spcBef>
                          <a:spcPts val="0"/>
                        </a:spcBef>
                        <a:spcAft>
                          <a:spcPts val="0"/>
                        </a:spcAft>
                        <a:buNone/>
                      </a:pPr>
                      <a:r>
                        <a:rPr lang="en-GB" sz="1700">
                          <a:latin typeface="Lexend"/>
                          <a:ea typeface="Lexend"/>
                          <a:cs typeface="Lexend"/>
                          <a:sym typeface="Lexend"/>
                        </a:rPr>
                        <a:t>1356 hours</a:t>
                      </a:r>
                      <a:endParaRPr sz="1700">
                        <a:latin typeface="Lexend"/>
                        <a:ea typeface="Lexend"/>
                        <a:cs typeface="Lexend"/>
                        <a:sym typeface="Lexend"/>
                      </a:endParaRPr>
                    </a:p>
                  </a:txBody>
                  <a:tcPr marT="0" marB="0" marR="0" marL="0" anchor="ctr"/>
                </a:tc>
              </a:tr>
            </a:tbl>
          </a:graphicData>
        </a:graphic>
      </p:graphicFrame>
      <p:sp>
        <p:nvSpPr>
          <p:cNvPr id="1176" name="Google Shape;1176;p101"/>
          <p:cNvSpPr txBox="1"/>
          <p:nvPr/>
        </p:nvSpPr>
        <p:spPr>
          <a:xfrm>
            <a:off x="324000" y="648178"/>
            <a:ext cx="8496000" cy="1308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700">
                <a:solidFill>
                  <a:schemeClr val="dk1"/>
                </a:solidFill>
                <a:latin typeface="Lexend"/>
                <a:ea typeface="Lexend"/>
                <a:cs typeface="Lexend"/>
                <a:sym typeface="Lexend"/>
              </a:rPr>
              <a:t>1) The </a:t>
            </a:r>
            <a:r>
              <a:rPr b="1" lang="en-GB" sz="1700">
                <a:solidFill>
                  <a:schemeClr val="dk1"/>
                </a:solidFill>
                <a:latin typeface="Lexend"/>
                <a:ea typeface="Lexend"/>
                <a:cs typeface="Lexend"/>
                <a:sym typeface="Lexend"/>
              </a:rPr>
              <a:t>urban </a:t>
            </a:r>
            <a:r>
              <a:rPr lang="en-GB" sz="1700">
                <a:solidFill>
                  <a:schemeClr val="dk1"/>
                </a:solidFill>
                <a:latin typeface="Lexend"/>
                <a:ea typeface="Lexend"/>
                <a:cs typeface="Lexend"/>
                <a:sym typeface="Lexend"/>
              </a:rPr>
              <a:t>city of Oakfield has been given £ 10 000 000 of funding to start an </a:t>
            </a:r>
            <a:r>
              <a:rPr b="1" lang="en-GB" sz="1700">
                <a:solidFill>
                  <a:schemeClr val="dk1"/>
                </a:solidFill>
                <a:latin typeface="Lexend"/>
                <a:ea typeface="Lexend"/>
                <a:cs typeface="Lexend"/>
                <a:sym typeface="Lexend"/>
              </a:rPr>
              <a:t>urban </a:t>
            </a:r>
            <a:r>
              <a:rPr lang="en-GB" sz="1700">
                <a:solidFill>
                  <a:schemeClr val="dk1"/>
                </a:solidFill>
                <a:latin typeface="Lexend"/>
                <a:ea typeface="Lexend"/>
                <a:cs typeface="Lexend"/>
                <a:sym typeface="Lexend"/>
              </a:rPr>
              <a:t>greening initiative.</a:t>
            </a:r>
            <a:endParaRPr sz="1700">
              <a:solidFill>
                <a:schemeClr val="dk1"/>
              </a:solidFill>
              <a:latin typeface="Lexend"/>
              <a:ea typeface="Lexend"/>
              <a:cs typeface="Lexend"/>
              <a:sym typeface="Lexend"/>
            </a:endParaRPr>
          </a:p>
          <a:p>
            <a:pPr indent="0" lvl="0" marL="0" rtl="0" algn="l">
              <a:spcBef>
                <a:spcPts val="0"/>
              </a:spcBef>
              <a:spcAft>
                <a:spcPts val="0"/>
              </a:spcAft>
              <a:buNone/>
            </a:pPr>
            <a:r>
              <a:rPr lang="en-GB" sz="1700">
                <a:solidFill>
                  <a:schemeClr val="dk1"/>
                </a:solidFill>
                <a:latin typeface="Lexend"/>
                <a:ea typeface="Lexend"/>
                <a:cs typeface="Lexend"/>
                <a:sym typeface="Lexend"/>
              </a:rPr>
              <a:t>Using the table of information about Oakfield and the cost of each </a:t>
            </a:r>
            <a:r>
              <a:rPr b="1" lang="en-GB" sz="1700">
                <a:solidFill>
                  <a:schemeClr val="dk1"/>
                </a:solidFill>
                <a:latin typeface="Lexend"/>
                <a:ea typeface="Lexend"/>
                <a:cs typeface="Lexend"/>
                <a:sym typeface="Lexend"/>
              </a:rPr>
              <a:t>urban </a:t>
            </a:r>
            <a:r>
              <a:rPr lang="en-GB" sz="1700">
                <a:solidFill>
                  <a:schemeClr val="dk1"/>
                </a:solidFill>
                <a:latin typeface="Lexend"/>
                <a:ea typeface="Lexend"/>
                <a:cs typeface="Lexend"/>
                <a:sym typeface="Lexend"/>
              </a:rPr>
              <a:t>greening strategy, recommend a set of effective </a:t>
            </a:r>
            <a:r>
              <a:rPr b="1" lang="en-GB" sz="1700">
                <a:solidFill>
                  <a:schemeClr val="dk1"/>
                </a:solidFill>
                <a:latin typeface="Lexend"/>
                <a:ea typeface="Lexend"/>
                <a:cs typeface="Lexend"/>
                <a:sym typeface="Lexend"/>
              </a:rPr>
              <a:t>urban</a:t>
            </a:r>
            <a:r>
              <a:rPr lang="en-GB" sz="1700">
                <a:solidFill>
                  <a:schemeClr val="dk1"/>
                </a:solidFill>
                <a:latin typeface="Lexend"/>
                <a:ea typeface="Lexend"/>
                <a:cs typeface="Lexend"/>
                <a:sym typeface="Lexend"/>
              </a:rPr>
              <a:t> greening strategies (and how much of the city it will apply to) that Oakfield can afford to implement.</a:t>
            </a:r>
            <a:endParaRPr sz="1700">
              <a:solidFill>
                <a:schemeClr val="dk1"/>
              </a:solidFill>
              <a:latin typeface="Lexend"/>
              <a:ea typeface="Lexend"/>
              <a:cs typeface="Lexend"/>
              <a:sym typeface="Lexend"/>
            </a:endParaRPr>
          </a:p>
        </p:txBody>
      </p:sp>
      <p:sp>
        <p:nvSpPr>
          <p:cNvPr id="1177" name="Google Shape;1177;p101"/>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The maths behind urban greening</a:t>
            </a:r>
            <a:endParaRPr/>
          </a:p>
        </p:txBody>
      </p:sp>
      <p:graphicFrame>
        <p:nvGraphicFramePr>
          <p:cNvPr id="1178" name="Google Shape;1178;p101"/>
          <p:cNvGraphicFramePr/>
          <p:nvPr/>
        </p:nvGraphicFramePr>
        <p:xfrm>
          <a:off x="3749725" y="2148125"/>
          <a:ext cx="3000000" cy="3000000"/>
        </p:xfrm>
        <a:graphic>
          <a:graphicData uri="http://schemas.openxmlformats.org/drawingml/2006/table">
            <a:tbl>
              <a:tblPr>
                <a:noFill/>
                <a:tableStyleId>{69C3366F-6BBF-4AEC-BD01-B87E98C36D89}</a:tableStyleId>
              </a:tblPr>
              <a:tblGrid>
                <a:gridCol w="3561400"/>
                <a:gridCol w="1153475"/>
              </a:tblGrid>
              <a:tr h="550775">
                <a:tc>
                  <a:txBody>
                    <a:bodyPr/>
                    <a:lstStyle/>
                    <a:p>
                      <a:pPr indent="0" lvl="0" marL="0" rtl="0" algn="l">
                        <a:spcBef>
                          <a:spcPts val="0"/>
                        </a:spcBef>
                        <a:spcAft>
                          <a:spcPts val="0"/>
                        </a:spcAft>
                        <a:buNone/>
                      </a:pPr>
                      <a:r>
                        <a:rPr lang="en-GB" sz="1700">
                          <a:latin typeface="Lexend"/>
                          <a:ea typeface="Lexend"/>
                          <a:cs typeface="Lexend"/>
                          <a:sym typeface="Lexend"/>
                        </a:rPr>
                        <a:t> planting trees along </a:t>
                      </a:r>
                      <a:endParaRPr sz="1700">
                        <a:latin typeface="Lexend"/>
                        <a:ea typeface="Lexend"/>
                        <a:cs typeface="Lexend"/>
                        <a:sym typeface="Lexend"/>
                      </a:endParaRPr>
                    </a:p>
                    <a:p>
                      <a:pPr indent="0" lvl="0" marL="0" rtl="0" algn="l">
                        <a:spcBef>
                          <a:spcPts val="0"/>
                        </a:spcBef>
                        <a:spcAft>
                          <a:spcPts val="0"/>
                        </a:spcAft>
                        <a:buNone/>
                      </a:pPr>
                      <a:r>
                        <a:rPr lang="en-GB" sz="1700">
                          <a:latin typeface="Lexend"/>
                          <a:ea typeface="Lexend"/>
                          <a:cs typeface="Lexend"/>
                          <a:sym typeface="Lexend"/>
                        </a:rPr>
                        <a:t> streets (requires average of </a:t>
                      </a:r>
                      <a:endParaRPr sz="1700">
                        <a:latin typeface="Lexend"/>
                        <a:ea typeface="Lexend"/>
                        <a:cs typeface="Lexend"/>
                        <a:sym typeface="Lexend"/>
                      </a:endParaRPr>
                    </a:p>
                    <a:p>
                      <a:pPr indent="0" lvl="0" marL="0" rtl="0" algn="l">
                        <a:spcBef>
                          <a:spcPts val="0"/>
                        </a:spcBef>
                        <a:spcAft>
                          <a:spcPts val="0"/>
                        </a:spcAft>
                        <a:buNone/>
                      </a:pPr>
                      <a:r>
                        <a:rPr lang="en-GB" sz="1700">
                          <a:latin typeface="Lexend"/>
                          <a:ea typeface="Lexend"/>
                          <a:cs typeface="Lexend"/>
                          <a:sym typeface="Lexend"/>
                        </a:rPr>
                        <a:t> 3.5 hours of daily sunshine)</a:t>
                      </a:r>
                      <a:endParaRPr sz="1700">
                        <a:latin typeface="Lexend"/>
                        <a:ea typeface="Lexend"/>
                        <a:cs typeface="Lexend"/>
                        <a:sym typeface="Lexend"/>
                      </a:endParaRPr>
                    </a:p>
                  </a:txBody>
                  <a:tcPr marT="0" marB="0" marR="0" marL="0" anchor="ctr"/>
                </a:tc>
                <a:tc>
                  <a:txBody>
                    <a:bodyPr/>
                    <a:lstStyle/>
                    <a:p>
                      <a:pPr indent="0" lvl="0" marL="0" rtl="0" algn="ctr">
                        <a:spcBef>
                          <a:spcPts val="0"/>
                        </a:spcBef>
                        <a:spcAft>
                          <a:spcPts val="0"/>
                        </a:spcAft>
                        <a:buNone/>
                      </a:pPr>
                      <a:r>
                        <a:rPr lang="en-GB" sz="1700">
                          <a:solidFill>
                            <a:schemeClr val="dk1"/>
                          </a:solidFill>
                          <a:latin typeface="Lexend"/>
                          <a:ea typeface="Lexend"/>
                          <a:cs typeface="Lexend"/>
                          <a:sym typeface="Lexend"/>
                        </a:rPr>
                        <a:t>£17 000 per km²</a:t>
                      </a:r>
                      <a:endParaRPr sz="1700">
                        <a:latin typeface="Lexend"/>
                        <a:ea typeface="Lexend"/>
                        <a:cs typeface="Lexend"/>
                        <a:sym typeface="Lexend"/>
                      </a:endParaRPr>
                    </a:p>
                  </a:txBody>
                  <a:tcPr marT="0" marB="0" marR="0" marL="0" anchor="ctr"/>
                </a:tc>
              </a:tr>
              <a:tr h="275375">
                <a:tc>
                  <a:txBody>
                    <a:bodyPr/>
                    <a:lstStyle/>
                    <a:p>
                      <a:pPr indent="0" lvl="0" marL="0" rtl="0" algn="l">
                        <a:spcBef>
                          <a:spcPts val="0"/>
                        </a:spcBef>
                        <a:spcAft>
                          <a:spcPts val="0"/>
                        </a:spcAft>
                        <a:buNone/>
                      </a:pPr>
                      <a:r>
                        <a:rPr lang="en-GB" sz="1700">
                          <a:latin typeface="Lexend"/>
                          <a:ea typeface="Lexend"/>
                          <a:cs typeface="Lexend"/>
                          <a:sym typeface="Lexend"/>
                        </a:rPr>
                        <a:t> cycle lanes (suggested only if </a:t>
                      </a:r>
                      <a:endParaRPr sz="1700">
                        <a:latin typeface="Lexend"/>
                        <a:ea typeface="Lexend"/>
                        <a:cs typeface="Lexend"/>
                        <a:sym typeface="Lexend"/>
                      </a:endParaRPr>
                    </a:p>
                    <a:p>
                      <a:pPr indent="0" lvl="0" marL="0" rtl="0" algn="l">
                        <a:spcBef>
                          <a:spcPts val="0"/>
                        </a:spcBef>
                        <a:spcAft>
                          <a:spcPts val="0"/>
                        </a:spcAft>
                        <a:buNone/>
                      </a:pPr>
                      <a:r>
                        <a:rPr lang="en-GB" sz="1700">
                          <a:latin typeface="Lexend"/>
                          <a:ea typeface="Lexend"/>
                          <a:cs typeface="Lexend"/>
                          <a:sym typeface="Lexend"/>
                        </a:rPr>
                        <a:t> transport carbon emissions </a:t>
                      </a:r>
                      <a:endParaRPr sz="1700">
                        <a:latin typeface="Lexend"/>
                        <a:ea typeface="Lexend"/>
                        <a:cs typeface="Lexend"/>
                        <a:sym typeface="Lexend"/>
                      </a:endParaRPr>
                    </a:p>
                    <a:p>
                      <a:pPr indent="0" lvl="0" marL="0" rtl="0" algn="l">
                        <a:spcBef>
                          <a:spcPts val="0"/>
                        </a:spcBef>
                        <a:spcAft>
                          <a:spcPts val="0"/>
                        </a:spcAft>
                        <a:buNone/>
                      </a:pPr>
                      <a:r>
                        <a:rPr lang="en-GB" sz="1700">
                          <a:latin typeface="Lexend"/>
                          <a:ea typeface="Lexend"/>
                          <a:cs typeface="Lexend"/>
                          <a:sym typeface="Lexend"/>
                        </a:rPr>
                        <a:t> per person are over 0.004 kt)</a:t>
                      </a:r>
                      <a:endParaRPr sz="1700">
                        <a:latin typeface="Lexend"/>
                        <a:ea typeface="Lexend"/>
                        <a:cs typeface="Lexend"/>
                        <a:sym typeface="Lexend"/>
                      </a:endParaRPr>
                    </a:p>
                  </a:txBody>
                  <a:tcPr marT="0" marB="0" marR="0" marL="0" anchor="ctr"/>
                </a:tc>
                <a:tc>
                  <a:txBody>
                    <a:bodyPr/>
                    <a:lstStyle/>
                    <a:p>
                      <a:pPr indent="0" lvl="0" marL="0" rtl="0" algn="ctr">
                        <a:spcBef>
                          <a:spcPts val="0"/>
                        </a:spcBef>
                        <a:spcAft>
                          <a:spcPts val="0"/>
                        </a:spcAft>
                        <a:buNone/>
                      </a:pPr>
                      <a:r>
                        <a:rPr lang="en-GB" sz="1700">
                          <a:latin typeface="Lexend"/>
                          <a:ea typeface="Lexend"/>
                          <a:cs typeface="Lexend"/>
                          <a:sym typeface="Lexend"/>
                        </a:rPr>
                        <a:t>£4 100 000</a:t>
                      </a:r>
                      <a:endParaRPr sz="1700">
                        <a:latin typeface="Lexend"/>
                        <a:ea typeface="Lexend"/>
                        <a:cs typeface="Lexend"/>
                        <a:sym typeface="Lexend"/>
                      </a:endParaRPr>
                    </a:p>
                  </a:txBody>
                  <a:tcPr marT="0" marB="0" marR="0" marL="0" anchor="ctr"/>
                </a:tc>
              </a:tr>
              <a:tr h="275375">
                <a:tc>
                  <a:txBody>
                    <a:bodyPr/>
                    <a:lstStyle/>
                    <a:p>
                      <a:pPr indent="0" lvl="0" marL="0" rtl="0" algn="l">
                        <a:spcBef>
                          <a:spcPts val="0"/>
                        </a:spcBef>
                        <a:spcAft>
                          <a:spcPts val="0"/>
                        </a:spcAft>
                        <a:buNone/>
                      </a:pPr>
                      <a:r>
                        <a:rPr lang="en-GB" sz="1700">
                          <a:latin typeface="Lexend"/>
                          <a:ea typeface="Lexend"/>
                          <a:cs typeface="Lexend"/>
                          <a:sym typeface="Lexend"/>
                        </a:rPr>
                        <a:t> urban park renewal (requires </a:t>
                      </a:r>
                      <a:endParaRPr sz="1700">
                        <a:latin typeface="Lexend"/>
                        <a:ea typeface="Lexend"/>
                        <a:cs typeface="Lexend"/>
                        <a:sym typeface="Lexend"/>
                      </a:endParaRPr>
                    </a:p>
                    <a:p>
                      <a:pPr indent="0" lvl="0" marL="0" rtl="0" algn="l">
                        <a:spcBef>
                          <a:spcPts val="0"/>
                        </a:spcBef>
                        <a:spcAft>
                          <a:spcPts val="0"/>
                        </a:spcAft>
                        <a:buNone/>
                      </a:pPr>
                      <a:r>
                        <a:rPr lang="en-GB" sz="1700">
                          <a:latin typeface="Lexend"/>
                          <a:ea typeface="Lexend"/>
                          <a:cs typeface="Lexend"/>
                          <a:sym typeface="Lexend"/>
                        </a:rPr>
                        <a:t> 25% of city area to be available)</a:t>
                      </a:r>
                      <a:endParaRPr sz="1700">
                        <a:latin typeface="Lexend"/>
                        <a:ea typeface="Lexend"/>
                        <a:cs typeface="Lexend"/>
                        <a:sym typeface="Lexend"/>
                      </a:endParaRPr>
                    </a:p>
                  </a:txBody>
                  <a:tcPr marT="0" marB="0" marR="0" marL="0" anchor="ctr"/>
                </a:tc>
                <a:tc>
                  <a:txBody>
                    <a:bodyPr/>
                    <a:lstStyle/>
                    <a:p>
                      <a:pPr indent="0" lvl="0" marL="0" rtl="0" algn="ctr">
                        <a:spcBef>
                          <a:spcPts val="0"/>
                        </a:spcBef>
                        <a:spcAft>
                          <a:spcPts val="0"/>
                        </a:spcAft>
                        <a:buNone/>
                      </a:pPr>
                      <a:r>
                        <a:rPr lang="en-GB" sz="1700">
                          <a:latin typeface="Lexend"/>
                          <a:ea typeface="Lexend"/>
                          <a:cs typeface="Lexend"/>
                          <a:sym typeface="Lexend"/>
                        </a:rPr>
                        <a:t>£35 000 per km²</a:t>
                      </a:r>
                      <a:endParaRPr sz="1700">
                        <a:latin typeface="Lexend"/>
                        <a:ea typeface="Lexend"/>
                        <a:cs typeface="Lexend"/>
                        <a:sym typeface="Lexend"/>
                      </a:endParaRPr>
                    </a:p>
                  </a:txBody>
                  <a:tcPr marT="0" marB="0" marR="0" marL="0" anchor="ctr"/>
                </a:tc>
              </a:tr>
              <a:tr h="550775">
                <a:tc>
                  <a:txBody>
                    <a:bodyPr/>
                    <a:lstStyle/>
                    <a:p>
                      <a:pPr indent="0" lvl="0" marL="0" rtl="0" algn="l">
                        <a:spcBef>
                          <a:spcPts val="0"/>
                        </a:spcBef>
                        <a:spcAft>
                          <a:spcPts val="0"/>
                        </a:spcAft>
                        <a:buNone/>
                      </a:pPr>
                      <a:r>
                        <a:rPr lang="en-GB" sz="1700">
                          <a:latin typeface="Lexend"/>
                          <a:ea typeface="Lexend"/>
                          <a:cs typeface="Lexend"/>
                          <a:sym typeface="Lexend"/>
                        </a:rPr>
                        <a:t> electric, zero-emission buses </a:t>
                      </a:r>
                      <a:endParaRPr sz="1700">
                        <a:latin typeface="Lexend"/>
                        <a:ea typeface="Lexend"/>
                        <a:cs typeface="Lexend"/>
                        <a:sym typeface="Lexend"/>
                      </a:endParaRPr>
                    </a:p>
                    <a:p>
                      <a:pPr indent="0" lvl="0" marL="0" rtl="0" algn="l">
                        <a:spcBef>
                          <a:spcPts val="0"/>
                        </a:spcBef>
                        <a:spcAft>
                          <a:spcPts val="0"/>
                        </a:spcAft>
                        <a:buNone/>
                      </a:pPr>
                      <a:r>
                        <a:rPr lang="en-GB" sz="1700">
                          <a:latin typeface="Lexend"/>
                          <a:ea typeface="Lexend"/>
                          <a:cs typeface="Lexend"/>
                          <a:sym typeface="Lexend"/>
                        </a:rPr>
                        <a:t> (area of 200 m² required per bus)</a:t>
                      </a:r>
                      <a:endParaRPr sz="1700">
                        <a:latin typeface="Lexend"/>
                        <a:ea typeface="Lexend"/>
                        <a:cs typeface="Lexend"/>
                        <a:sym typeface="Lexend"/>
                      </a:endParaRPr>
                    </a:p>
                  </a:txBody>
                  <a:tcPr marT="0" marB="0" marR="0" marL="0" anchor="ctr"/>
                </a:tc>
                <a:tc>
                  <a:txBody>
                    <a:bodyPr/>
                    <a:lstStyle/>
                    <a:p>
                      <a:pPr indent="0" lvl="0" marL="0" rtl="0" algn="ctr">
                        <a:spcBef>
                          <a:spcPts val="0"/>
                        </a:spcBef>
                        <a:spcAft>
                          <a:spcPts val="0"/>
                        </a:spcAft>
                        <a:buNone/>
                      </a:pPr>
                      <a:r>
                        <a:rPr lang="en-GB" sz="1700">
                          <a:latin typeface="Lexend"/>
                          <a:ea typeface="Lexend"/>
                          <a:cs typeface="Lexend"/>
                          <a:sym typeface="Lexend"/>
                        </a:rPr>
                        <a:t>£320 000 per bus</a:t>
                      </a:r>
                      <a:endParaRPr sz="1700">
                        <a:latin typeface="Lexend"/>
                        <a:ea typeface="Lexend"/>
                        <a:cs typeface="Lexend"/>
                        <a:sym typeface="Lexend"/>
                      </a:endParaRPr>
                    </a:p>
                  </a:txBody>
                  <a:tcPr marT="0" marB="0" marR="0" marL="0" anchor="ctr"/>
                </a:tc>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2" name="Shape 1182"/>
        <p:cNvGrpSpPr/>
        <p:nvPr/>
      </p:nvGrpSpPr>
      <p:grpSpPr>
        <a:xfrm>
          <a:off x="0" y="0"/>
          <a:ext cx="0" cy="0"/>
          <a:chOff x="0" y="0"/>
          <a:chExt cx="0" cy="0"/>
        </a:xfrm>
      </p:grpSpPr>
      <p:sp>
        <p:nvSpPr>
          <p:cNvPr id="1183" name="Google Shape;1183;p102"/>
          <p:cNvSpPr txBox="1"/>
          <p:nvPr/>
        </p:nvSpPr>
        <p:spPr>
          <a:xfrm>
            <a:off x="324000" y="648178"/>
            <a:ext cx="8496000" cy="523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700">
                <a:solidFill>
                  <a:schemeClr val="dk1"/>
                </a:solidFill>
                <a:latin typeface="Lexend"/>
                <a:ea typeface="Lexend"/>
                <a:cs typeface="Lexend"/>
                <a:sym typeface="Lexend"/>
              </a:rPr>
              <a:t>2) Discuss possible limitations of your proposed </a:t>
            </a:r>
            <a:r>
              <a:rPr b="1" lang="en-GB" sz="1700">
                <a:solidFill>
                  <a:schemeClr val="dk1"/>
                </a:solidFill>
                <a:latin typeface="Lexend"/>
                <a:ea typeface="Lexend"/>
                <a:cs typeface="Lexend"/>
                <a:sym typeface="Lexend"/>
              </a:rPr>
              <a:t>urban</a:t>
            </a:r>
            <a:r>
              <a:rPr lang="en-GB" sz="1700">
                <a:solidFill>
                  <a:schemeClr val="dk1"/>
                </a:solidFill>
                <a:latin typeface="Lexend"/>
                <a:ea typeface="Lexend"/>
                <a:cs typeface="Lexend"/>
                <a:sym typeface="Lexend"/>
              </a:rPr>
              <a:t> greening initiative in question 1.</a:t>
            </a:r>
            <a:endParaRPr sz="1700">
              <a:solidFill>
                <a:schemeClr val="dk1"/>
              </a:solidFill>
              <a:latin typeface="Lexend"/>
              <a:ea typeface="Lexend"/>
              <a:cs typeface="Lexend"/>
              <a:sym typeface="Lexend"/>
            </a:endParaRPr>
          </a:p>
        </p:txBody>
      </p:sp>
      <p:sp>
        <p:nvSpPr>
          <p:cNvPr id="1184" name="Google Shape;1184;p102"/>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The maths behind urban greening</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8" name="Shape 1188"/>
        <p:cNvGrpSpPr/>
        <p:nvPr/>
      </p:nvGrpSpPr>
      <p:grpSpPr>
        <a:xfrm>
          <a:off x="0" y="0"/>
          <a:ext cx="0" cy="0"/>
          <a:chOff x="0" y="0"/>
          <a:chExt cx="0" cy="0"/>
        </a:xfrm>
      </p:grpSpPr>
      <p:graphicFrame>
        <p:nvGraphicFramePr>
          <p:cNvPr id="1189" name="Google Shape;1189;p103"/>
          <p:cNvGraphicFramePr/>
          <p:nvPr/>
        </p:nvGraphicFramePr>
        <p:xfrm>
          <a:off x="324000" y="2148125"/>
          <a:ext cx="3000000" cy="3000000"/>
        </p:xfrm>
        <a:graphic>
          <a:graphicData uri="http://schemas.openxmlformats.org/drawingml/2006/table">
            <a:tbl>
              <a:tblPr>
                <a:noFill/>
                <a:tableStyleId>{69C3366F-6BBF-4AEC-BD01-B87E98C36D89}</a:tableStyleId>
              </a:tblPr>
              <a:tblGrid>
                <a:gridCol w="2018775"/>
                <a:gridCol w="1236775"/>
              </a:tblGrid>
              <a:tr h="550775">
                <a:tc>
                  <a:txBody>
                    <a:bodyPr/>
                    <a:lstStyle/>
                    <a:p>
                      <a:pPr indent="0" lvl="0" marL="0" rtl="0" algn="l">
                        <a:spcBef>
                          <a:spcPts val="0"/>
                        </a:spcBef>
                        <a:spcAft>
                          <a:spcPts val="0"/>
                        </a:spcAft>
                        <a:buNone/>
                      </a:pPr>
                      <a:r>
                        <a:rPr lang="en-GB" sz="1700">
                          <a:latin typeface="Lexend"/>
                          <a:ea typeface="Lexend"/>
                          <a:cs typeface="Lexend"/>
                          <a:sym typeface="Lexend"/>
                        </a:rPr>
                        <a:t> transport carbon </a:t>
                      </a:r>
                      <a:endParaRPr sz="1700">
                        <a:latin typeface="Lexend"/>
                        <a:ea typeface="Lexend"/>
                        <a:cs typeface="Lexend"/>
                        <a:sym typeface="Lexend"/>
                      </a:endParaRPr>
                    </a:p>
                    <a:p>
                      <a:pPr indent="0" lvl="0" marL="0" rtl="0" algn="l">
                        <a:spcBef>
                          <a:spcPts val="0"/>
                        </a:spcBef>
                        <a:spcAft>
                          <a:spcPts val="0"/>
                        </a:spcAft>
                        <a:buNone/>
                      </a:pPr>
                      <a:r>
                        <a:rPr lang="en-GB" sz="1700">
                          <a:latin typeface="Lexend"/>
                          <a:ea typeface="Lexend"/>
                          <a:cs typeface="Lexend"/>
                          <a:sym typeface="Lexend"/>
                        </a:rPr>
                        <a:t> emissions</a:t>
                      </a:r>
                      <a:endParaRPr sz="1700">
                        <a:latin typeface="Lexend"/>
                        <a:ea typeface="Lexend"/>
                        <a:cs typeface="Lexend"/>
                        <a:sym typeface="Lexend"/>
                      </a:endParaRPr>
                    </a:p>
                  </a:txBody>
                  <a:tcPr marT="0" marB="0" marR="0" marL="0" anchor="ctr"/>
                </a:tc>
                <a:tc>
                  <a:txBody>
                    <a:bodyPr/>
                    <a:lstStyle/>
                    <a:p>
                      <a:pPr indent="0" lvl="0" marL="0" rtl="0" algn="ctr">
                        <a:spcBef>
                          <a:spcPts val="0"/>
                        </a:spcBef>
                        <a:spcAft>
                          <a:spcPts val="0"/>
                        </a:spcAft>
                        <a:buNone/>
                      </a:pPr>
                      <a:r>
                        <a:rPr lang="en-GB" sz="1700">
                          <a:solidFill>
                            <a:schemeClr val="dk1"/>
                          </a:solidFill>
                          <a:latin typeface="Lexend"/>
                          <a:ea typeface="Lexend"/>
                          <a:cs typeface="Lexend"/>
                          <a:sym typeface="Lexend"/>
                        </a:rPr>
                        <a:t>461.3</a:t>
                      </a:r>
                      <a:r>
                        <a:rPr lang="en-GB" sz="1700">
                          <a:latin typeface="Lexend"/>
                          <a:ea typeface="Lexend"/>
                          <a:cs typeface="Lexend"/>
                          <a:sym typeface="Lexend"/>
                        </a:rPr>
                        <a:t> kt </a:t>
                      </a:r>
                      <a:endParaRPr sz="1700">
                        <a:latin typeface="Lexend"/>
                        <a:ea typeface="Lexend"/>
                        <a:cs typeface="Lexend"/>
                        <a:sym typeface="Lexend"/>
                      </a:endParaRPr>
                    </a:p>
                  </a:txBody>
                  <a:tcPr marT="0" marB="0" marR="0" marL="0" anchor="ctr"/>
                </a:tc>
              </a:tr>
              <a:tr h="275375">
                <a:tc>
                  <a:txBody>
                    <a:bodyPr/>
                    <a:lstStyle/>
                    <a:p>
                      <a:pPr indent="0" lvl="0" marL="0" rtl="0" algn="l">
                        <a:spcBef>
                          <a:spcPts val="0"/>
                        </a:spcBef>
                        <a:spcAft>
                          <a:spcPts val="0"/>
                        </a:spcAft>
                        <a:buNone/>
                      </a:pPr>
                      <a:r>
                        <a:rPr lang="en-GB" sz="1700">
                          <a:latin typeface="Lexend"/>
                          <a:ea typeface="Lexend"/>
                          <a:cs typeface="Lexend"/>
                          <a:sym typeface="Lexend"/>
                        </a:rPr>
                        <a:t> population</a:t>
                      </a:r>
                      <a:endParaRPr sz="1700">
                        <a:latin typeface="Lexend"/>
                        <a:ea typeface="Lexend"/>
                        <a:cs typeface="Lexend"/>
                        <a:sym typeface="Lexend"/>
                      </a:endParaRPr>
                    </a:p>
                  </a:txBody>
                  <a:tcPr marT="0" marB="0" marR="0" marL="0" anchor="ctr"/>
                </a:tc>
                <a:tc>
                  <a:txBody>
                    <a:bodyPr/>
                    <a:lstStyle/>
                    <a:p>
                      <a:pPr indent="0" lvl="0" marL="0" rtl="0" algn="ctr">
                        <a:spcBef>
                          <a:spcPts val="0"/>
                        </a:spcBef>
                        <a:spcAft>
                          <a:spcPts val="0"/>
                        </a:spcAft>
                        <a:buNone/>
                      </a:pPr>
                      <a:r>
                        <a:rPr lang="en-GB" sz="1700">
                          <a:latin typeface="Lexend"/>
                          <a:ea typeface="Lexend"/>
                          <a:cs typeface="Lexend"/>
                          <a:sym typeface="Lexend"/>
                        </a:rPr>
                        <a:t>102 504</a:t>
                      </a:r>
                      <a:endParaRPr sz="1700">
                        <a:latin typeface="Lexend"/>
                        <a:ea typeface="Lexend"/>
                        <a:cs typeface="Lexend"/>
                        <a:sym typeface="Lexend"/>
                      </a:endParaRPr>
                    </a:p>
                  </a:txBody>
                  <a:tcPr marT="0" marB="0" marR="0" marL="0" anchor="ctr"/>
                </a:tc>
              </a:tr>
              <a:tr h="275375">
                <a:tc>
                  <a:txBody>
                    <a:bodyPr/>
                    <a:lstStyle/>
                    <a:p>
                      <a:pPr indent="0" lvl="0" marL="0" rtl="0" algn="l">
                        <a:spcBef>
                          <a:spcPts val="0"/>
                        </a:spcBef>
                        <a:spcAft>
                          <a:spcPts val="0"/>
                        </a:spcAft>
                        <a:buNone/>
                      </a:pPr>
                      <a:r>
                        <a:rPr lang="en-GB" sz="1700">
                          <a:latin typeface="Lexend"/>
                          <a:ea typeface="Lexend"/>
                          <a:cs typeface="Lexend"/>
                          <a:sym typeface="Lexend"/>
                        </a:rPr>
                        <a:t> total area of city</a:t>
                      </a:r>
                      <a:endParaRPr sz="1700">
                        <a:latin typeface="Lexend"/>
                        <a:ea typeface="Lexend"/>
                        <a:cs typeface="Lexend"/>
                        <a:sym typeface="Lexend"/>
                      </a:endParaRPr>
                    </a:p>
                  </a:txBody>
                  <a:tcPr marT="0" marB="0" marR="0" marL="0" anchor="ctr"/>
                </a:tc>
                <a:tc>
                  <a:txBody>
                    <a:bodyPr/>
                    <a:lstStyle/>
                    <a:p>
                      <a:pPr indent="0" lvl="0" marL="0" rtl="0" algn="ctr">
                        <a:spcBef>
                          <a:spcPts val="0"/>
                        </a:spcBef>
                        <a:spcAft>
                          <a:spcPts val="0"/>
                        </a:spcAft>
                        <a:buNone/>
                      </a:pPr>
                      <a:r>
                        <a:rPr lang="en-GB" sz="1700">
                          <a:latin typeface="Lexend"/>
                          <a:ea typeface="Lexend"/>
                          <a:cs typeface="Lexend"/>
                          <a:sym typeface="Lexend"/>
                        </a:rPr>
                        <a:t>98 km²</a:t>
                      </a:r>
                      <a:endParaRPr sz="1700">
                        <a:latin typeface="Lexend"/>
                        <a:ea typeface="Lexend"/>
                        <a:cs typeface="Lexend"/>
                        <a:sym typeface="Lexend"/>
                      </a:endParaRPr>
                    </a:p>
                  </a:txBody>
                  <a:tcPr marT="0" marB="0" marR="0" marL="0" anchor="ctr"/>
                </a:tc>
              </a:tr>
              <a:tr h="550775">
                <a:tc>
                  <a:txBody>
                    <a:bodyPr/>
                    <a:lstStyle/>
                    <a:p>
                      <a:pPr indent="0" lvl="0" marL="0" rtl="0" algn="l">
                        <a:spcBef>
                          <a:spcPts val="0"/>
                        </a:spcBef>
                        <a:spcAft>
                          <a:spcPts val="0"/>
                        </a:spcAft>
                        <a:buNone/>
                      </a:pPr>
                      <a:r>
                        <a:rPr lang="en-GB" sz="1700">
                          <a:latin typeface="Lexend"/>
                          <a:ea typeface="Lexend"/>
                          <a:cs typeface="Lexend"/>
                          <a:sym typeface="Lexend"/>
                        </a:rPr>
                        <a:t> area available for</a:t>
                      </a:r>
                      <a:endParaRPr sz="1700">
                        <a:latin typeface="Lexend"/>
                        <a:ea typeface="Lexend"/>
                        <a:cs typeface="Lexend"/>
                        <a:sym typeface="Lexend"/>
                      </a:endParaRPr>
                    </a:p>
                    <a:p>
                      <a:pPr indent="0" lvl="0" marL="0" rtl="0" algn="l">
                        <a:spcBef>
                          <a:spcPts val="0"/>
                        </a:spcBef>
                        <a:spcAft>
                          <a:spcPts val="0"/>
                        </a:spcAft>
                        <a:buNone/>
                      </a:pPr>
                      <a:r>
                        <a:rPr lang="en-GB" sz="1700">
                          <a:latin typeface="Lexend"/>
                          <a:ea typeface="Lexend"/>
                          <a:cs typeface="Lexend"/>
                          <a:sym typeface="Lexend"/>
                        </a:rPr>
                        <a:t> renewal</a:t>
                      </a:r>
                      <a:endParaRPr sz="1700">
                        <a:latin typeface="Lexend"/>
                        <a:ea typeface="Lexend"/>
                        <a:cs typeface="Lexend"/>
                        <a:sym typeface="Lexend"/>
                      </a:endParaRPr>
                    </a:p>
                  </a:txBody>
                  <a:tcPr marT="0" marB="0" marR="0" marL="0" anchor="ctr"/>
                </a:tc>
                <a:tc>
                  <a:txBody>
                    <a:bodyPr/>
                    <a:lstStyle/>
                    <a:p>
                      <a:pPr indent="0" lvl="0" marL="0" rtl="0" algn="ctr">
                        <a:spcBef>
                          <a:spcPts val="0"/>
                        </a:spcBef>
                        <a:spcAft>
                          <a:spcPts val="0"/>
                        </a:spcAft>
                        <a:buNone/>
                      </a:pPr>
                      <a:r>
                        <a:rPr lang="en-GB" sz="1700">
                          <a:latin typeface="Lexend"/>
                          <a:ea typeface="Lexend"/>
                          <a:cs typeface="Lexend"/>
                          <a:sym typeface="Lexend"/>
                        </a:rPr>
                        <a:t>23 km²</a:t>
                      </a:r>
                      <a:endParaRPr sz="1700">
                        <a:latin typeface="Lexend"/>
                        <a:ea typeface="Lexend"/>
                        <a:cs typeface="Lexend"/>
                        <a:sym typeface="Lexend"/>
                      </a:endParaRPr>
                    </a:p>
                  </a:txBody>
                  <a:tcPr marT="0" marB="0" marR="0" marL="0" anchor="ctr"/>
                </a:tc>
              </a:tr>
              <a:tr h="275375">
                <a:tc>
                  <a:txBody>
                    <a:bodyPr/>
                    <a:lstStyle/>
                    <a:p>
                      <a:pPr indent="0" lvl="0" marL="0" rtl="0" algn="l">
                        <a:spcBef>
                          <a:spcPts val="0"/>
                        </a:spcBef>
                        <a:spcAft>
                          <a:spcPts val="0"/>
                        </a:spcAft>
                        <a:buNone/>
                      </a:pPr>
                      <a:r>
                        <a:rPr lang="en-GB" sz="1700">
                          <a:latin typeface="Lexend"/>
                          <a:ea typeface="Lexend"/>
                          <a:cs typeface="Lexend"/>
                          <a:sym typeface="Lexend"/>
                        </a:rPr>
                        <a:t> area of bus depot.</a:t>
                      </a:r>
                      <a:endParaRPr sz="1700">
                        <a:latin typeface="Lexend"/>
                        <a:ea typeface="Lexend"/>
                        <a:cs typeface="Lexend"/>
                        <a:sym typeface="Lexend"/>
                      </a:endParaRPr>
                    </a:p>
                  </a:txBody>
                  <a:tcPr marT="0" marB="0" marR="0" marL="0" anchor="ctr"/>
                </a:tc>
                <a:tc>
                  <a:txBody>
                    <a:bodyPr/>
                    <a:lstStyle/>
                    <a:p>
                      <a:pPr indent="0" lvl="0" marL="0" rtl="0" algn="ctr">
                        <a:spcBef>
                          <a:spcPts val="0"/>
                        </a:spcBef>
                        <a:spcAft>
                          <a:spcPts val="0"/>
                        </a:spcAft>
                        <a:buNone/>
                      </a:pPr>
                      <a:r>
                        <a:rPr lang="en-GB" sz="1700">
                          <a:latin typeface="Lexend"/>
                          <a:ea typeface="Lexend"/>
                          <a:cs typeface="Lexend"/>
                          <a:sym typeface="Lexend"/>
                        </a:rPr>
                        <a:t>7500 m²</a:t>
                      </a:r>
                      <a:endParaRPr sz="1700">
                        <a:latin typeface="Lexend"/>
                        <a:ea typeface="Lexend"/>
                        <a:cs typeface="Lexend"/>
                        <a:sym typeface="Lexend"/>
                      </a:endParaRPr>
                    </a:p>
                  </a:txBody>
                  <a:tcPr marT="0" marB="0" marR="0" marL="0" anchor="ctr"/>
                </a:tc>
              </a:tr>
              <a:tr h="306100">
                <a:tc>
                  <a:txBody>
                    <a:bodyPr/>
                    <a:lstStyle/>
                    <a:p>
                      <a:pPr indent="0" lvl="0" marL="0" rtl="0" algn="l">
                        <a:spcBef>
                          <a:spcPts val="0"/>
                        </a:spcBef>
                        <a:spcAft>
                          <a:spcPts val="0"/>
                        </a:spcAft>
                        <a:buNone/>
                      </a:pPr>
                      <a:r>
                        <a:rPr lang="en-GB" sz="1700">
                          <a:latin typeface="Lexend"/>
                          <a:ea typeface="Lexend"/>
                          <a:cs typeface="Lexend"/>
                          <a:sym typeface="Lexend"/>
                        </a:rPr>
                        <a:t> yearly total </a:t>
                      </a:r>
                      <a:endParaRPr sz="1700">
                        <a:latin typeface="Lexend"/>
                        <a:ea typeface="Lexend"/>
                        <a:cs typeface="Lexend"/>
                        <a:sym typeface="Lexend"/>
                      </a:endParaRPr>
                    </a:p>
                    <a:p>
                      <a:pPr indent="0" lvl="0" marL="0" rtl="0" algn="l">
                        <a:spcBef>
                          <a:spcPts val="0"/>
                        </a:spcBef>
                        <a:spcAft>
                          <a:spcPts val="0"/>
                        </a:spcAft>
                        <a:buNone/>
                      </a:pPr>
                      <a:r>
                        <a:rPr lang="en-GB" sz="1700">
                          <a:latin typeface="Lexend"/>
                          <a:ea typeface="Lexend"/>
                          <a:cs typeface="Lexend"/>
                          <a:sym typeface="Lexend"/>
                        </a:rPr>
                        <a:t> sunshine hours</a:t>
                      </a:r>
                      <a:endParaRPr sz="1700">
                        <a:latin typeface="Lexend"/>
                        <a:ea typeface="Lexend"/>
                        <a:cs typeface="Lexend"/>
                        <a:sym typeface="Lexend"/>
                      </a:endParaRPr>
                    </a:p>
                  </a:txBody>
                  <a:tcPr marT="0" marB="0" marR="0" marL="0" anchor="ctr"/>
                </a:tc>
                <a:tc>
                  <a:txBody>
                    <a:bodyPr/>
                    <a:lstStyle/>
                    <a:p>
                      <a:pPr indent="0" lvl="0" marL="0" rtl="0" algn="ctr">
                        <a:spcBef>
                          <a:spcPts val="0"/>
                        </a:spcBef>
                        <a:spcAft>
                          <a:spcPts val="0"/>
                        </a:spcAft>
                        <a:buNone/>
                      </a:pPr>
                      <a:r>
                        <a:rPr lang="en-GB" sz="1700">
                          <a:latin typeface="Lexend"/>
                          <a:ea typeface="Lexend"/>
                          <a:cs typeface="Lexend"/>
                          <a:sym typeface="Lexend"/>
                        </a:rPr>
                        <a:t>1356 hours</a:t>
                      </a:r>
                      <a:endParaRPr sz="1700">
                        <a:latin typeface="Lexend"/>
                        <a:ea typeface="Lexend"/>
                        <a:cs typeface="Lexend"/>
                        <a:sym typeface="Lexend"/>
                      </a:endParaRPr>
                    </a:p>
                  </a:txBody>
                  <a:tcPr marT="0" marB="0" marR="0" marL="0" anchor="ctr"/>
                </a:tc>
              </a:tr>
            </a:tbl>
          </a:graphicData>
        </a:graphic>
      </p:graphicFrame>
      <p:sp>
        <p:nvSpPr>
          <p:cNvPr id="1190" name="Google Shape;1190;p103"/>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The maths behind urban greening</a:t>
            </a:r>
            <a:endParaRPr/>
          </a:p>
        </p:txBody>
      </p:sp>
      <p:sp>
        <p:nvSpPr>
          <p:cNvPr id="1191" name="Google Shape;1191;p103"/>
          <p:cNvSpPr txBox="1"/>
          <p:nvPr/>
        </p:nvSpPr>
        <p:spPr>
          <a:xfrm>
            <a:off x="4000275" y="3063230"/>
            <a:ext cx="4819800" cy="6156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000">
                <a:solidFill>
                  <a:schemeClr val="dk1"/>
                </a:solidFill>
                <a:latin typeface="Kalam"/>
                <a:ea typeface="Kalam"/>
                <a:cs typeface="Kalam"/>
                <a:sym typeface="Kalam"/>
              </a:rPr>
              <a:t>The percentage area of the city available for renewal is 23% (2 s.f.)</a:t>
            </a:r>
            <a:endParaRPr sz="2000">
              <a:solidFill>
                <a:schemeClr val="dk1"/>
              </a:solidFill>
              <a:latin typeface="Kalam"/>
              <a:ea typeface="Kalam"/>
              <a:cs typeface="Kalam"/>
              <a:sym typeface="Kalam"/>
            </a:endParaRPr>
          </a:p>
        </p:txBody>
      </p:sp>
      <p:sp>
        <p:nvSpPr>
          <p:cNvPr id="1192" name="Google Shape;1192;p103"/>
          <p:cNvSpPr txBox="1"/>
          <p:nvPr/>
        </p:nvSpPr>
        <p:spPr>
          <a:xfrm>
            <a:off x="4000275" y="3978355"/>
            <a:ext cx="4819800" cy="6156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000">
                <a:solidFill>
                  <a:schemeClr val="dk1"/>
                </a:solidFill>
                <a:latin typeface="Kalam"/>
                <a:ea typeface="Kalam"/>
                <a:cs typeface="Kalam"/>
                <a:sym typeface="Kalam"/>
              </a:rPr>
              <a:t>The average daily amount of sunshine is 3.7 hours (2 s.f.)</a:t>
            </a:r>
            <a:endParaRPr sz="2000">
              <a:solidFill>
                <a:schemeClr val="dk1"/>
              </a:solidFill>
              <a:latin typeface="Kalam"/>
              <a:ea typeface="Kalam"/>
              <a:cs typeface="Kalam"/>
              <a:sym typeface="Kalam"/>
            </a:endParaRPr>
          </a:p>
        </p:txBody>
      </p:sp>
      <p:sp>
        <p:nvSpPr>
          <p:cNvPr id="1193" name="Google Shape;1193;p103"/>
          <p:cNvSpPr txBox="1"/>
          <p:nvPr/>
        </p:nvSpPr>
        <p:spPr>
          <a:xfrm>
            <a:off x="4000275" y="2358667"/>
            <a:ext cx="4819800" cy="6156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000">
                <a:solidFill>
                  <a:schemeClr val="dk1"/>
                </a:solidFill>
                <a:latin typeface="Kalam"/>
                <a:ea typeface="Kalam"/>
                <a:cs typeface="Kalam"/>
                <a:sym typeface="Kalam"/>
              </a:rPr>
              <a:t>The quantity of transport carbon emission per person is: 0.0045 kt (2 s.f.)</a:t>
            </a:r>
            <a:endParaRPr sz="2000">
              <a:solidFill>
                <a:schemeClr val="dk1"/>
              </a:solidFill>
              <a:latin typeface="Kalam"/>
              <a:ea typeface="Kalam"/>
              <a:cs typeface="Kalam"/>
              <a:sym typeface="Kalam"/>
            </a:endParaRPr>
          </a:p>
        </p:txBody>
      </p:sp>
      <p:sp>
        <p:nvSpPr>
          <p:cNvPr id="1194" name="Google Shape;1194;p103"/>
          <p:cNvSpPr txBox="1"/>
          <p:nvPr/>
        </p:nvSpPr>
        <p:spPr>
          <a:xfrm>
            <a:off x="324000" y="648178"/>
            <a:ext cx="8496000" cy="1308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700">
                <a:solidFill>
                  <a:schemeClr val="dk1"/>
                </a:solidFill>
                <a:latin typeface="Lexend"/>
                <a:ea typeface="Lexend"/>
                <a:cs typeface="Lexend"/>
                <a:sym typeface="Lexend"/>
              </a:rPr>
              <a:t>1) The </a:t>
            </a:r>
            <a:r>
              <a:rPr b="1" lang="en-GB" sz="1700">
                <a:solidFill>
                  <a:schemeClr val="dk1"/>
                </a:solidFill>
                <a:latin typeface="Lexend"/>
                <a:ea typeface="Lexend"/>
                <a:cs typeface="Lexend"/>
                <a:sym typeface="Lexend"/>
              </a:rPr>
              <a:t>urban </a:t>
            </a:r>
            <a:r>
              <a:rPr lang="en-GB" sz="1700">
                <a:solidFill>
                  <a:schemeClr val="dk1"/>
                </a:solidFill>
                <a:latin typeface="Lexend"/>
                <a:ea typeface="Lexend"/>
                <a:cs typeface="Lexend"/>
                <a:sym typeface="Lexend"/>
              </a:rPr>
              <a:t>city of Oakfield has been given £ 10 000 000 of funding to start an </a:t>
            </a:r>
            <a:r>
              <a:rPr b="1" lang="en-GB" sz="1700">
                <a:solidFill>
                  <a:schemeClr val="dk1"/>
                </a:solidFill>
                <a:latin typeface="Lexend"/>
                <a:ea typeface="Lexend"/>
                <a:cs typeface="Lexend"/>
                <a:sym typeface="Lexend"/>
              </a:rPr>
              <a:t>urban </a:t>
            </a:r>
            <a:r>
              <a:rPr lang="en-GB" sz="1700">
                <a:solidFill>
                  <a:schemeClr val="dk1"/>
                </a:solidFill>
                <a:latin typeface="Lexend"/>
                <a:ea typeface="Lexend"/>
                <a:cs typeface="Lexend"/>
                <a:sym typeface="Lexend"/>
              </a:rPr>
              <a:t>greening initiative.</a:t>
            </a:r>
            <a:endParaRPr sz="1700">
              <a:solidFill>
                <a:schemeClr val="dk1"/>
              </a:solidFill>
              <a:latin typeface="Lexend"/>
              <a:ea typeface="Lexend"/>
              <a:cs typeface="Lexend"/>
              <a:sym typeface="Lexend"/>
            </a:endParaRPr>
          </a:p>
          <a:p>
            <a:pPr indent="0" lvl="0" marL="0" rtl="0" algn="l">
              <a:spcBef>
                <a:spcPts val="0"/>
              </a:spcBef>
              <a:spcAft>
                <a:spcPts val="0"/>
              </a:spcAft>
              <a:buNone/>
            </a:pPr>
            <a:r>
              <a:rPr lang="en-GB" sz="1700">
                <a:solidFill>
                  <a:schemeClr val="dk1"/>
                </a:solidFill>
                <a:latin typeface="Lexend"/>
                <a:ea typeface="Lexend"/>
                <a:cs typeface="Lexend"/>
                <a:sym typeface="Lexend"/>
              </a:rPr>
              <a:t>Using the table of information about Oakfield and the cost of each </a:t>
            </a:r>
            <a:r>
              <a:rPr b="1" lang="en-GB" sz="1700">
                <a:solidFill>
                  <a:schemeClr val="dk1"/>
                </a:solidFill>
                <a:latin typeface="Lexend"/>
                <a:ea typeface="Lexend"/>
                <a:cs typeface="Lexend"/>
                <a:sym typeface="Lexend"/>
              </a:rPr>
              <a:t>urban </a:t>
            </a:r>
            <a:r>
              <a:rPr lang="en-GB" sz="1700">
                <a:solidFill>
                  <a:schemeClr val="dk1"/>
                </a:solidFill>
                <a:latin typeface="Lexend"/>
                <a:ea typeface="Lexend"/>
                <a:cs typeface="Lexend"/>
                <a:sym typeface="Lexend"/>
              </a:rPr>
              <a:t>greening strategy, recommend a set of effective </a:t>
            </a:r>
            <a:r>
              <a:rPr b="1" lang="en-GB" sz="1700">
                <a:solidFill>
                  <a:schemeClr val="dk1"/>
                </a:solidFill>
                <a:latin typeface="Lexend"/>
                <a:ea typeface="Lexend"/>
                <a:cs typeface="Lexend"/>
                <a:sym typeface="Lexend"/>
              </a:rPr>
              <a:t>urban</a:t>
            </a:r>
            <a:r>
              <a:rPr lang="en-GB" sz="1700">
                <a:solidFill>
                  <a:schemeClr val="dk1"/>
                </a:solidFill>
                <a:latin typeface="Lexend"/>
                <a:ea typeface="Lexend"/>
                <a:cs typeface="Lexend"/>
                <a:sym typeface="Lexend"/>
              </a:rPr>
              <a:t> greening strategies (and how much of the city it will apply to) that Oakfield can afford to implement.</a:t>
            </a:r>
            <a:endParaRPr sz="1700">
              <a:solidFill>
                <a:schemeClr val="dk1"/>
              </a:solidFill>
              <a:latin typeface="Lexend"/>
              <a:ea typeface="Lexend"/>
              <a:cs typeface="Lexend"/>
              <a:sym typeface="Lexend"/>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8" name="Shape 1198"/>
        <p:cNvGrpSpPr/>
        <p:nvPr/>
      </p:nvGrpSpPr>
      <p:grpSpPr>
        <a:xfrm>
          <a:off x="0" y="0"/>
          <a:ext cx="0" cy="0"/>
          <a:chOff x="0" y="0"/>
          <a:chExt cx="0" cy="0"/>
        </a:xfrm>
      </p:grpSpPr>
      <p:graphicFrame>
        <p:nvGraphicFramePr>
          <p:cNvPr id="1199" name="Google Shape;1199;p104"/>
          <p:cNvGraphicFramePr/>
          <p:nvPr/>
        </p:nvGraphicFramePr>
        <p:xfrm>
          <a:off x="5038875" y="1995725"/>
          <a:ext cx="3000000" cy="3000000"/>
        </p:xfrm>
        <a:graphic>
          <a:graphicData uri="http://schemas.openxmlformats.org/drawingml/2006/table">
            <a:tbl>
              <a:tblPr>
                <a:noFill/>
                <a:tableStyleId>{69C3366F-6BBF-4AEC-BD01-B87E98C36D89}</a:tableStyleId>
              </a:tblPr>
              <a:tblGrid>
                <a:gridCol w="3295725"/>
              </a:tblGrid>
              <a:tr h="777225">
                <a:tc>
                  <a:txBody>
                    <a:bodyPr/>
                    <a:lstStyle/>
                    <a:p>
                      <a:pPr indent="0" lvl="0" marL="0" rtl="0" algn="l">
                        <a:spcBef>
                          <a:spcPts val="0"/>
                        </a:spcBef>
                        <a:spcAft>
                          <a:spcPts val="0"/>
                        </a:spcAft>
                        <a:buNone/>
                      </a:pPr>
                      <a:r>
                        <a:rPr lang="en-GB" sz="1800">
                          <a:latin typeface="Kalam"/>
                          <a:ea typeface="Kalam"/>
                          <a:cs typeface="Kalam"/>
                          <a:sym typeface="Kalam"/>
                        </a:rPr>
                        <a:t>At 3.7 hours per day average, this strategy is available.</a:t>
                      </a:r>
                      <a:endParaRPr sz="1800">
                        <a:latin typeface="Kalam"/>
                        <a:ea typeface="Kalam"/>
                        <a:cs typeface="Kalam"/>
                        <a:sym typeface="Kalam"/>
                      </a:endParaRPr>
                    </a:p>
                  </a:txBody>
                  <a:tcPr marT="0" marB="0" marR="0" marL="36000" anchor="ctr"/>
                </a:tc>
              </a:tr>
              <a:tr h="777225">
                <a:tc>
                  <a:txBody>
                    <a:bodyPr/>
                    <a:lstStyle/>
                    <a:p>
                      <a:pPr indent="0" lvl="0" marL="0" rtl="0" algn="l">
                        <a:spcBef>
                          <a:spcPts val="0"/>
                        </a:spcBef>
                        <a:spcAft>
                          <a:spcPts val="0"/>
                        </a:spcAft>
                        <a:buNone/>
                      </a:pPr>
                      <a:r>
                        <a:rPr lang="en-GB" sz="1800">
                          <a:latin typeface="Kalam"/>
                          <a:ea typeface="Kalam"/>
                          <a:cs typeface="Kalam"/>
                          <a:sym typeface="Kalam"/>
                        </a:rPr>
                        <a:t>At 0.0045 kt per person, this strategy is available.</a:t>
                      </a:r>
                      <a:endParaRPr sz="1800">
                        <a:latin typeface="Kalam"/>
                        <a:ea typeface="Kalam"/>
                        <a:cs typeface="Kalam"/>
                        <a:sym typeface="Kalam"/>
                      </a:endParaRPr>
                    </a:p>
                  </a:txBody>
                  <a:tcPr marT="0" marB="0" marR="0" marL="36000" anchor="ctr"/>
                </a:tc>
              </a:tr>
              <a:tr h="393575">
                <a:tc>
                  <a:txBody>
                    <a:bodyPr/>
                    <a:lstStyle/>
                    <a:p>
                      <a:pPr indent="0" lvl="0" marL="0" rtl="0" algn="l">
                        <a:spcBef>
                          <a:spcPts val="0"/>
                        </a:spcBef>
                        <a:spcAft>
                          <a:spcPts val="0"/>
                        </a:spcAft>
                        <a:buNone/>
                      </a:pPr>
                      <a:r>
                        <a:rPr lang="en-GB" sz="1800">
                          <a:latin typeface="Kalam"/>
                          <a:ea typeface="Kalam"/>
                          <a:cs typeface="Kalam"/>
                          <a:sym typeface="Kalam"/>
                        </a:rPr>
                        <a:t>At only 23% area available, this strategy is not available. </a:t>
                      </a:r>
                      <a:endParaRPr sz="1800">
                        <a:latin typeface="Kalam"/>
                        <a:ea typeface="Kalam"/>
                        <a:cs typeface="Kalam"/>
                        <a:sym typeface="Kalam"/>
                      </a:endParaRPr>
                    </a:p>
                  </a:txBody>
                  <a:tcPr marT="0" marB="0" marR="0" marL="36000" anchor="ctr"/>
                </a:tc>
              </a:tr>
              <a:tr h="462800">
                <a:tc>
                  <a:txBody>
                    <a:bodyPr/>
                    <a:lstStyle/>
                    <a:p>
                      <a:pPr indent="0" lvl="0" marL="0" rtl="0" algn="l">
                        <a:spcBef>
                          <a:spcPts val="0"/>
                        </a:spcBef>
                        <a:spcAft>
                          <a:spcPts val="0"/>
                        </a:spcAft>
                        <a:buNone/>
                      </a:pPr>
                      <a:r>
                        <a:rPr lang="en-GB" sz="1800">
                          <a:latin typeface="Kalam"/>
                          <a:ea typeface="Kalam"/>
                          <a:cs typeface="Kalam"/>
                          <a:sym typeface="Kalam"/>
                        </a:rPr>
                        <a:t>A maximum of 37 buses can fit in the depot.</a:t>
                      </a:r>
                      <a:endParaRPr sz="1800">
                        <a:latin typeface="Kalam"/>
                        <a:ea typeface="Kalam"/>
                        <a:cs typeface="Kalam"/>
                        <a:sym typeface="Kalam"/>
                      </a:endParaRPr>
                    </a:p>
                  </a:txBody>
                  <a:tcPr marT="0" marB="0" marR="0" marL="36000" anchor="ctr"/>
                </a:tc>
              </a:tr>
            </a:tbl>
          </a:graphicData>
        </a:graphic>
      </p:graphicFrame>
      <p:sp>
        <p:nvSpPr>
          <p:cNvPr id="1200" name="Google Shape;1200;p104"/>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The maths behind urban greening</a:t>
            </a:r>
            <a:endParaRPr/>
          </a:p>
        </p:txBody>
      </p:sp>
      <p:graphicFrame>
        <p:nvGraphicFramePr>
          <p:cNvPr id="1201" name="Google Shape;1201;p104"/>
          <p:cNvGraphicFramePr/>
          <p:nvPr/>
        </p:nvGraphicFramePr>
        <p:xfrm>
          <a:off x="324000" y="1995725"/>
          <a:ext cx="3000000" cy="3000000"/>
        </p:xfrm>
        <a:graphic>
          <a:graphicData uri="http://schemas.openxmlformats.org/drawingml/2006/table">
            <a:tbl>
              <a:tblPr>
                <a:noFill/>
                <a:tableStyleId>{69C3366F-6BBF-4AEC-BD01-B87E98C36D89}</a:tableStyleId>
              </a:tblPr>
              <a:tblGrid>
                <a:gridCol w="3561400"/>
                <a:gridCol w="1153475"/>
              </a:tblGrid>
              <a:tr h="777225">
                <a:tc>
                  <a:txBody>
                    <a:bodyPr/>
                    <a:lstStyle/>
                    <a:p>
                      <a:pPr indent="0" lvl="0" marL="0" rtl="0" algn="l">
                        <a:spcBef>
                          <a:spcPts val="0"/>
                        </a:spcBef>
                        <a:spcAft>
                          <a:spcPts val="0"/>
                        </a:spcAft>
                        <a:buNone/>
                      </a:pPr>
                      <a:r>
                        <a:rPr lang="en-GB" sz="1700">
                          <a:latin typeface="Lexend"/>
                          <a:ea typeface="Lexend"/>
                          <a:cs typeface="Lexend"/>
                          <a:sym typeface="Lexend"/>
                        </a:rPr>
                        <a:t> planting trees along </a:t>
                      </a:r>
                      <a:endParaRPr sz="1700">
                        <a:latin typeface="Lexend"/>
                        <a:ea typeface="Lexend"/>
                        <a:cs typeface="Lexend"/>
                        <a:sym typeface="Lexend"/>
                      </a:endParaRPr>
                    </a:p>
                    <a:p>
                      <a:pPr indent="0" lvl="0" marL="0" rtl="0" algn="l">
                        <a:spcBef>
                          <a:spcPts val="0"/>
                        </a:spcBef>
                        <a:spcAft>
                          <a:spcPts val="0"/>
                        </a:spcAft>
                        <a:buNone/>
                      </a:pPr>
                      <a:r>
                        <a:rPr lang="en-GB" sz="1700">
                          <a:latin typeface="Lexend"/>
                          <a:ea typeface="Lexend"/>
                          <a:cs typeface="Lexend"/>
                          <a:sym typeface="Lexend"/>
                        </a:rPr>
                        <a:t> streets (requires average of </a:t>
                      </a:r>
                      <a:endParaRPr sz="1700">
                        <a:latin typeface="Lexend"/>
                        <a:ea typeface="Lexend"/>
                        <a:cs typeface="Lexend"/>
                        <a:sym typeface="Lexend"/>
                      </a:endParaRPr>
                    </a:p>
                    <a:p>
                      <a:pPr indent="0" lvl="0" marL="0" rtl="0" algn="l">
                        <a:spcBef>
                          <a:spcPts val="0"/>
                        </a:spcBef>
                        <a:spcAft>
                          <a:spcPts val="0"/>
                        </a:spcAft>
                        <a:buNone/>
                      </a:pPr>
                      <a:r>
                        <a:rPr lang="en-GB" sz="1700">
                          <a:latin typeface="Lexend"/>
                          <a:ea typeface="Lexend"/>
                          <a:cs typeface="Lexend"/>
                          <a:sym typeface="Lexend"/>
                        </a:rPr>
                        <a:t> 3.5 hours of daily sunshine)</a:t>
                      </a:r>
                      <a:endParaRPr sz="1700">
                        <a:latin typeface="Lexend"/>
                        <a:ea typeface="Lexend"/>
                        <a:cs typeface="Lexend"/>
                        <a:sym typeface="Lexend"/>
                      </a:endParaRPr>
                    </a:p>
                  </a:txBody>
                  <a:tcPr marT="0" marB="0" marR="0" marL="0" anchor="ctr"/>
                </a:tc>
                <a:tc>
                  <a:txBody>
                    <a:bodyPr/>
                    <a:lstStyle/>
                    <a:p>
                      <a:pPr indent="0" lvl="0" marL="0" rtl="0" algn="ctr">
                        <a:spcBef>
                          <a:spcPts val="0"/>
                        </a:spcBef>
                        <a:spcAft>
                          <a:spcPts val="0"/>
                        </a:spcAft>
                        <a:buNone/>
                      </a:pPr>
                      <a:r>
                        <a:rPr lang="en-GB" sz="1700">
                          <a:solidFill>
                            <a:schemeClr val="dk1"/>
                          </a:solidFill>
                          <a:latin typeface="Lexend"/>
                          <a:ea typeface="Lexend"/>
                          <a:cs typeface="Lexend"/>
                          <a:sym typeface="Lexend"/>
                        </a:rPr>
                        <a:t>£17 000 per km²</a:t>
                      </a:r>
                      <a:endParaRPr sz="1700">
                        <a:latin typeface="Lexend"/>
                        <a:ea typeface="Lexend"/>
                        <a:cs typeface="Lexend"/>
                        <a:sym typeface="Lexend"/>
                      </a:endParaRPr>
                    </a:p>
                  </a:txBody>
                  <a:tcPr marT="0" marB="0" marR="0" marL="0" anchor="ctr"/>
                </a:tc>
              </a:tr>
              <a:tr h="777225">
                <a:tc>
                  <a:txBody>
                    <a:bodyPr/>
                    <a:lstStyle/>
                    <a:p>
                      <a:pPr indent="0" lvl="0" marL="0" rtl="0" algn="l">
                        <a:spcBef>
                          <a:spcPts val="0"/>
                        </a:spcBef>
                        <a:spcAft>
                          <a:spcPts val="0"/>
                        </a:spcAft>
                        <a:buNone/>
                      </a:pPr>
                      <a:r>
                        <a:rPr lang="en-GB" sz="1700">
                          <a:latin typeface="Lexend"/>
                          <a:ea typeface="Lexend"/>
                          <a:cs typeface="Lexend"/>
                          <a:sym typeface="Lexend"/>
                        </a:rPr>
                        <a:t> cycle lanes (suggested only if </a:t>
                      </a:r>
                      <a:endParaRPr sz="1700">
                        <a:latin typeface="Lexend"/>
                        <a:ea typeface="Lexend"/>
                        <a:cs typeface="Lexend"/>
                        <a:sym typeface="Lexend"/>
                      </a:endParaRPr>
                    </a:p>
                    <a:p>
                      <a:pPr indent="0" lvl="0" marL="0" rtl="0" algn="l">
                        <a:spcBef>
                          <a:spcPts val="0"/>
                        </a:spcBef>
                        <a:spcAft>
                          <a:spcPts val="0"/>
                        </a:spcAft>
                        <a:buNone/>
                      </a:pPr>
                      <a:r>
                        <a:rPr lang="en-GB" sz="1700">
                          <a:latin typeface="Lexend"/>
                          <a:ea typeface="Lexend"/>
                          <a:cs typeface="Lexend"/>
                          <a:sym typeface="Lexend"/>
                        </a:rPr>
                        <a:t> transport carbon emissions </a:t>
                      </a:r>
                      <a:endParaRPr sz="1700">
                        <a:latin typeface="Lexend"/>
                        <a:ea typeface="Lexend"/>
                        <a:cs typeface="Lexend"/>
                        <a:sym typeface="Lexend"/>
                      </a:endParaRPr>
                    </a:p>
                    <a:p>
                      <a:pPr indent="0" lvl="0" marL="0" rtl="0" algn="l">
                        <a:spcBef>
                          <a:spcPts val="0"/>
                        </a:spcBef>
                        <a:spcAft>
                          <a:spcPts val="0"/>
                        </a:spcAft>
                        <a:buNone/>
                      </a:pPr>
                      <a:r>
                        <a:rPr lang="en-GB" sz="1700">
                          <a:latin typeface="Lexend"/>
                          <a:ea typeface="Lexend"/>
                          <a:cs typeface="Lexend"/>
                          <a:sym typeface="Lexend"/>
                        </a:rPr>
                        <a:t> per person are over 0.004 kt)</a:t>
                      </a:r>
                      <a:endParaRPr sz="1700">
                        <a:latin typeface="Lexend"/>
                        <a:ea typeface="Lexend"/>
                        <a:cs typeface="Lexend"/>
                        <a:sym typeface="Lexend"/>
                      </a:endParaRPr>
                    </a:p>
                  </a:txBody>
                  <a:tcPr marT="0" marB="0" marR="0" marL="0" anchor="ctr"/>
                </a:tc>
                <a:tc>
                  <a:txBody>
                    <a:bodyPr/>
                    <a:lstStyle/>
                    <a:p>
                      <a:pPr indent="0" lvl="0" marL="0" rtl="0" algn="ctr">
                        <a:spcBef>
                          <a:spcPts val="0"/>
                        </a:spcBef>
                        <a:spcAft>
                          <a:spcPts val="0"/>
                        </a:spcAft>
                        <a:buNone/>
                      </a:pPr>
                      <a:r>
                        <a:rPr lang="en-GB" sz="1700">
                          <a:latin typeface="Lexend"/>
                          <a:ea typeface="Lexend"/>
                          <a:cs typeface="Lexend"/>
                          <a:sym typeface="Lexend"/>
                        </a:rPr>
                        <a:t>£4 100 000</a:t>
                      </a:r>
                      <a:endParaRPr sz="1700">
                        <a:latin typeface="Lexend"/>
                        <a:ea typeface="Lexend"/>
                        <a:cs typeface="Lexend"/>
                        <a:sym typeface="Lexend"/>
                      </a:endParaRPr>
                    </a:p>
                  </a:txBody>
                  <a:tcPr marT="0" marB="0" marR="0" marL="0" anchor="ctr"/>
                </a:tc>
              </a:tr>
              <a:tr h="548625">
                <a:tc>
                  <a:txBody>
                    <a:bodyPr/>
                    <a:lstStyle/>
                    <a:p>
                      <a:pPr indent="0" lvl="0" marL="0" rtl="0" algn="l">
                        <a:spcBef>
                          <a:spcPts val="0"/>
                        </a:spcBef>
                        <a:spcAft>
                          <a:spcPts val="0"/>
                        </a:spcAft>
                        <a:buNone/>
                      </a:pPr>
                      <a:r>
                        <a:rPr lang="en-GB" sz="1700">
                          <a:latin typeface="Lexend"/>
                          <a:ea typeface="Lexend"/>
                          <a:cs typeface="Lexend"/>
                          <a:sym typeface="Lexend"/>
                        </a:rPr>
                        <a:t> urban park renewal (requires </a:t>
                      </a:r>
                      <a:endParaRPr sz="1700">
                        <a:latin typeface="Lexend"/>
                        <a:ea typeface="Lexend"/>
                        <a:cs typeface="Lexend"/>
                        <a:sym typeface="Lexend"/>
                      </a:endParaRPr>
                    </a:p>
                    <a:p>
                      <a:pPr indent="0" lvl="0" marL="0" rtl="0" algn="l">
                        <a:spcBef>
                          <a:spcPts val="0"/>
                        </a:spcBef>
                        <a:spcAft>
                          <a:spcPts val="0"/>
                        </a:spcAft>
                        <a:buNone/>
                      </a:pPr>
                      <a:r>
                        <a:rPr lang="en-GB" sz="1700">
                          <a:latin typeface="Lexend"/>
                          <a:ea typeface="Lexend"/>
                          <a:cs typeface="Lexend"/>
                          <a:sym typeface="Lexend"/>
                        </a:rPr>
                        <a:t> 25% of city area to be available)</a:t>
                      </a:r>
                      <a:endParaRPr sz="1700">
                        <a:latin typeface="Lexend"/>
                        <a:ea typeface="Lexend"/>
                        <a:cs typeface="Lexend"/>
                        <a:sym typeface="Lexend"/>
                      </a:endParaRPr>
                    </a:p>
                  </a:txBody>
                  <a:tcPr marT="0" marB="0" marR="0" marL="0" anchor="ctr"/>
                </a:tc>
                <a:tc>
                  <a:txBody>
                    <a:bodyPr/>
                    <a:lstStyle/>
                    <a:p>
                      <a:pPr indent="0" lvl="0" marL="0" rtl="0" algn="ctr">
                        <a:spcBef>
                          <a:spcPts val="0"/>
                        </a:spcBef>
                        <a:spcAft>
                          <a:spcPts val="0"/>
                        </a:spcAft>
                        <a:buNone/>
                      </a:pPr>
                      <a:r>
                        <a:rPr lang="en-GB" sz="1700">
                          <a:latin typeface="Lexend"/>
                          <a:ea typeface="Lexend"/>
                          <a:cs typeface="Lexend"/>
                          <a:sym typeface="Lexend"/>
                        </a:rPr>
                        <a:t>£35 000 per km²</a:t>
                      </a:r>
                      <a:endParaRPr sz="1700">
                        <a:latin typeface="Lexend"/>
                        <a:ea typeface="Lexend"/>
                        <a:cs typeface="Lexend"/>
                        <a:sym typeface="Lexend"/>
                      </a:endParaRPr>
                    </a:p>
                  </a:txBody>
                  <a:tcPr marT="0" marB="0" marR="0" marL="0" anchor="ctr"/>
                </a:tc>
              </a:tr>
              <a:tr h="548625">
                <a:tc>
                  <a:txBody>
                    <a:bodyPr/>
                    <a:lstStyle/>
                    <a:p>
                      <a:pPr indent="0" lvl="0" marL="0" rtl="0" algn="l">
                        <a:spcBef>
                          <a:spcPts val="0"/>
                        </a:spcBef>
                        <a:spcAft>
                          <a:spcPts val="0"/>
                        </a:spcAft>
                        <a:buNone/>
                      </a:pPr>
                      <a:r>
                        <a:rPr lang="en-GB" sz="1700">
                          <a:latin typeface="Lexend"/>
                          <a:ea typeface="Lexend"/>
                          <a:cs typeface="Lexend"/>
                          <a:sym typeface="Lexend"/>
                        </a:rPr>
                        <a:t> electric, zero-emission buses </a:t>
                      </a:r>
                      <a:endParaRPr sz="1700">
                        <a:latin typeface="Lexend"/>
                        <a:ea typeface="Lexend"/>
                        <a:cs typeface="Lexend"/>
                        <a:sym typeface="Lexend"/>
                      </a:endParaRPr>
                    </a:p>
                    <a:p>
                      <a:pPr indent="0" lvl="0" marL="0" rtl="0" algn="l">
                        <a:spcBef>
                          <a:spcPts val="0"/>
                        </a:spcBef>
                        <a:spcAft>
                          <a:spcPts val="0"/>
                        </a:spcAft>
                        <a:buNone/>
                      </a:pPr>
                      <a:r>
                        <a:rPr lang="en-GB" sz="1700">
                          <a:latin typeface="Lexend"/>
                          <a:ea typeface="Lexend"/>
                          <a:cs typeface="Lexend"/>
                          <a:sym typeface="Lexend"/>
                        </a:rPr>
                        <a:t> (area of 200 m² required per bus)</a:t>
                      </a:r>
                      <a:endParaRPr sz="1700">
                        <a:latin typeface="Lexend"/>
                        <a:ea typeface="Lexend"/>
                        <a:cs typeface="Lexend"/>
                        <a:sym typeface="Lexend"/>
                      </a:endParaRPr>
                    </a:p>
                  </a:txBody>
                  <a:tcPr marT="0" marB="0" marR="0" marL="0" anchor="ctr"/>
                </a:tc>
                <a:tc>
                  <a:txBody>
                    <a:bodyPr/>
                    <a:lstStyle/>
                    <a:p>
                      <a:pPr indent="0" lvl="0" marL="0" rtl="0" algn="ctr">
                        <a:spcBef>
                          <a:spcPts val="0"/>
                        </a:spcBef>
                        <a:spcAft>
                          <a:spcPts val="0"/>
                        </a:spcAft>
                        <a:buNone/>
                      </a:pPr>
                      <a:r>
                        <a:rPr lang="en-GB" sz="1700">
                          <a:latin typeface="Lexend"/>
                          <a:ea typeface="Lexend"/>
                          <a:cs typeface="Lexend"/>
                          <a:sym typeface="Lexend"/>
                        </a:rPr>
                        <a:t>£320 000 per bus</a:t>
                      </a:r>
                      <a:endParaRPr sz="1700">
                        <a:latin typeface="Lexend"/>
                        <a:ea typeface="Lexend"/>
                        <a:cs typeface="Lexend"/>
                        <a:sym typeface="Lexend"/>
                      </a:endParaRPr>
                    </a:p>
                  </a:txBody>
                  <a:tcPr marT="0" marB="0" marR="0" marL="0" anchor="ctr"/>
                </a:tc>
              </a:tr>
            </a:tbl>
          </a:graphicData>
        </a:graphic>
      </p:graphicFrame>
      <p:sp>
        <p:nvSpPr>
          <p:cNvPr id="1202" name="Google Shape;1202;p104"/>
          <p:cNvSpPr txBox="1"/>
          <p:nvPr/>
        </p:nvSpPr>
        <p:spPr>
          <a:xfrm>
            <a:off x="324000" y="648178"/>
            <a:ext cx="8496000" cy="1308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700">
                <a:solidFill>
                  <a:schemeClr val="dk1"/>
                </a:solidFill>
                <a:latin typeface="Lexend"/>
                <a:ea typeface="Lexend"/>
                <a:cs typeface="Lexend"/>
                <a:sym typeface="Lexend"/>
              </a:rPr>
              <a:t>1) The </a:t>
            </a:r>
            <a:r>
              <a:rPr b="1" lang="en-GB" sz="1700">
                <a:solidFill>
                  <a:schemeClr val="dk1"/>
                </a:solidFill>
                <a:latin typeface="Lexend"/>
                <a:ea typeface="Lexend"/>
                <a:cs typeface="Lexend"/>
                <a:sym typeface="Lexend"/>
              </a:rPr>
              <a:t>urban </a:t>
            </a:r>
            <a:r>
              <a:rPr lang="en-GB" sz="1700">
                <a:solidFill>
                  <a:schemeClr val="dk1"/>
                </a:solidFill>
                <a:latin typeface="Lexend"/>
                <a:ea typeface="Lexend"/>
                <a:cs typeface="Lexend"/>
                <a:sym typeface="Lexend"/>
              </a:rPr>
              <a:t>city of Oakfield has been given £ 10 000 000 of funding to start an </a:t>
            </a:r>
            <a:r>
              <a:rPr b="1" lang="en-GB" sz="1700">
                <a:solidFill>
                  <a:schemeClr val="dk1"/>
                </a:solidFill>
                <a:latin typeface="Lexend"/>
                <a:ea typeface="Lexend"/>
                <a:cs typeface="Lexend"/>
                <a:sym typeface="Lexend"/>
              </a:rPr>
              <a:t>urban </a:t>
            </a:r>
            <a:r>
              <a:rPr lang="en-GB" sz="1700">
                <a:solidFill>
                  <a:schemeClr val="dk1"/>
                </a:solidFill>
                <a:latin typeface="Lexend"/>
                <a:ea typeface="Lexend"/>
                <a:cs typeface="Lexend"/>
                <a:sym typeface="Lexend"/>
              </a:rPr>
              <a:t>greening initiative.</a:t>
            </a:r>
            <a:endParaRPr sz="1700">
              <a:solidFill>
                <a:schemeClr val="dk1"/>
              </a:solidFill>
              <a:latin typeface="Lexend"/>
              <a:ea typeface="Lexend"/>
              <a:cs typeface="Lexend"/>
              <a:sym typeface="Lexend"/>
            </a:endParaRPr>
          </a:p>
          <a:p>
            <a:pPr indent="0" lvl="0" marL="0" rtl="0" algn="l">
              <a:spcBef>
                <a:spcPts val="0"/>
              </a:spcBef>
              <a:spcAft>
                <a:spcPts val="0"/>
              </a:spcAft>
              <a:buNone/>
            </a:pPr>
            <a:r>
              <a:rPr lang="en-GB" sz="1700">
                <a:solidFill>
                  <a:schemeClr val="dk1"/>
                </a:solidFill>
                <a:latin typeface="Lexend"/>
                <a:ea typeface="Lexend"/>
                <a:cs typeface="Lexend"/>
                <a:sym typeface="Lexend"/>
              </a:rPr>
              <a:t>Using the table of information about Oakfield and the cost of each </a:t>
            </a:r>
            <a:r>
              <a:rPr b="1" lang="en-GB" sz="1700">
                <a:solidFill>
                  <a:schemeClr val="dk1"/>
                </a:solidFill>
                <a:latin typeface="Lexend"/>
                <a:ea typeface="Lexend"/>
                <a:cs typeface="Lexend"/>
                <a:sym typeface="Lexend"/>
              </a:rPr>
              <a:t>urban </a:t>
            </a:r>
            <a:r>
              <a:rPr lang="en-GB" sz="1700">
                <a:solidFill>
                  <a:schemeClr val="dk1"/>
                </a:solidFill>
                <a:latin typeface="Lexend"/>
                <a:ea typeface="Lexend"/>
                <a:cs typeface="Lexend"/>
                <a:sym typeface="Lexend"/>
              </a:rPr>
              <a:t>greening strategy, recommend a set of effective </a:t>
            </a:r>
            <a:r>
              <a:rPr b="1" lang="en-GB" sz="1700">
                <a:solidFill>
                  <a:schemeClr val="dk1"/>
                </a:solidFill>
                <a:latin typeface="Lexend"/>
                <a:ea typeface="Lexend"/>
                <a:cs typeface="Lexend"/>
                <a:sym typeface="Lexend"/>
              </a:rPr>
              <a:t>urban</a:t>
            </a:r>
            <a:r>
              <a:rPr lang="en-GB" sz="1700">
                <a:solidFill>
                  <a:schemeClr val="dk1"/>
                </a:solidFill>
                <a:latin typeface="Lexend"/>
                <a:ea typeface="Lexend"/>
                <a:cs typeface="Lexend"/>
                <a:sym typeface="Lexend"/>
              </a:rPr>
              <a:t> greening strategies (and how much of the city it will apply to) that Oakfield can afford to implement.</a:t>
            </a:r>
            <a:endParaRPr sz="1700">
              <a:solidFill>
                <a:schemeClr val="dk1"/>
              </a:solidFill>
              <a:latin typeface="Lexend"/>
              <a:ea typeface="Lexend"/>
              <a:cs typeface="Lexend"/>
              <a:sym typeface="Lexend"/>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6" name="Shape 1206"/>
        <p:cNvGrpSpPr/>
        <p:nvPr/>
      </p:nvGrpSpPr>
      <p:grpSpPr>
        <a:xfrm>
          <a:off x="0" y="0"/>
          <a:ext cx="0" cy="0"/>
          <a:chOff x="0" y="0"/>
          <a:chExt cx="0" cy="0"/>
        </a:xfrm>
      </p:grpSpPr>
      <p:sp>
        <p:nvSpPr>
          <p:cNvPr id="1207" name="Google Shape;1207;p105"/>
          <p:cNvSpPr txBox="1"/>
          <p:nvPr/>
        </p:nvSpPr>
        <p:spPr>
          <a:xfrm>
            <a:off x="324000" y="1389000"/>
            <a:ext cx="84960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000">
                <a:solidFill>
                  <a:schemeClr val="dk1"/>
                </a:solidFill>
                <a:latin typeface="Kalam"/>
                <a:ea typeface="Kalam"/>
                <a:cs typeface="Kalam"/>
                <a:sym typeface="Kalam"/>
              </a:rPr>
              <a:t>Oakfield cannot afford all three strategies, as their total cost is £17 606 000.</a:t>
            </a:r>
            <a:endParaRPr sz="2000">
              <a:solidFill>
                <a:schemeClr val="dk1"/>
              </a:solidFill>
              <a:latin typeface="Kalam"/>
              <a:ea typeface="Kalam"/>
              <a:cs typeface="Kalam"/>
              <a:sym typeface="Kalam"/>
            </a:endParaRPr>
          </a:p>
        </p:txBody>
      </p:sp>
      <p:sp>
        <p:nvSpPr>
          <p:cNvPr id="1208" name="Google Shape;1208;p105"/>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The maths behind urban greening</a:t>
            </a:r>
            <a:endParaRPr/>
          </a:p>
        </p:txBody>
      </p:sp>
      <p:graphicFrame>
        <p:nvGraphicFramePr>
          <p:cNvPr id="1209" name="Google Shape;1209;p105"/>
          <p:cNvGraphicFramePr/>
          <p:nvPr/>
        </p:nvGraphicFramePr>
        <p:xfrm>
          <a:off x="324000" y="1995725"/>
          <a:ext cx="3000000" cy="3000000"/>
        </p:xfrm>
        <a:graphic>
          <a:graphicData uri="http://schemas.openxmlformats.org/drawingml/2006/table">
            <a:tbl>
              <a:tblPr>
                <a:noFill/>
                <a:tableStyleId>{69C3366F-6BBF-4AEC-BD01-B87E98C36D89}</a:tableStyleId>
              </a:tblPr>
              <a:tblGrid>
                <a:gridCol w="3561400"/>
                <a:gridCol w="1153475"/>
              </a:tblGrid>
              <a:tr h="550775">
                <a:tc>
                  <a:txBody>
                    <a:bodyPr/>
                    <a:lstStyle/>
                    <a:p>
                      <a:pPr indent="0" lvl="0" marL="0" rtl="0" algn="l">
                        <a:spcBef>
                          <a:spcPts val="0"/>
                        </a:spcBef>
                        <a:spcAft>
                          <a:spcPts val="0"/>
                        </a:spcAft>
                        <a:buNone/>
                      </a:pPr>
                      <a:r>
                        <a:rPr lang="en-GB" sz="1700">
                          <a:latin typeface="Lexend"/>
                          <a:ea typeface="Lexend"/>
                          <a:cs typeface="Lexend"/>
                          <a:sym typeface="Lexend"/>
                        </a:rPr>
                        <a:t> planting trees along </a:t>
                      </a:r>
                      <a:endParaRPr sz="1700">
                        <a:latin typeface="Lexend"/>
                        <a:ea typeface="Lexend"/>
                        <a:cs typeface="Lexend"/>
                        <a:sym typeface="Lexend"/>
                      </a:endParaRPr>
                    </a:p>
                    <a:p>
                      <a:pPr indent="0" lvl="0" marL="0" rtl="0" algn="l">
                        <a:spcBef>
                          <a:spcPts val="0"/>
                        </a:spcBef>
                        <a:spcAft>
                          <a:spcPts val="0"/>
                        </a:spcAft>
                        <a:buNone/>
                      </a:pPr>
                      <a:r>
                        <a:rPr lang="en-GB" sz="1700">
                          <a:latin typeface="Lexend"/>
                          <a:ea typeface="Lexend"/>
                          <a:cs typeface="Lexend"/>
                          <a:sym typeface="Lexend"/>
                        </a:rPr>
                        <a:t> streets (requires average of </a:t>
                      </a:r>
                      <a:endParaRPr sz="1700">
                        <a:latin typeface="Lexend"/>
                        <a:ea typeface="Lexend"/>
                        <a:cs typeface="Lexend"/>
                        <a:sym typeface="Lexend"/>
                      </a:endParaRPr>
                    </a:p>
                    <a:p>
                      <a:pPr indent="0" lvl="0" marL="0" rtl="0" algn="l">
                        <a:spcBef>
                          <a:spcPts val="0"/>
                        </a:spcBef>
                        <a:spcAft>
                          <a:spcPts val="0"/>
                        </a:spcAft>
                        <a:buNone/>
                      </a:pPr>
                      <a:r>
                        <a:rPr lang="en-GB" sz="1700">
                          <a:latin typeface="Lexend"/>
                          <a:ea typeface="Lexend"/>
                          <a:cs typeface="Lexend"/>
                          <a:sym typeface="Lexend"/>
                        </a:rPr>
                        <a:t> 3.5 hours of daily sunshine)</a:t>
                      </a:r>
                      <a:endParaRPr sz="1700">
                        <a:latin typeface="Lexend"/>
                        <a:ea typeface="Lexend"/>
                        <a:cs typeface="Lexend"/>
                        <a:sym typeface="Lexend"/>
                      </a:endParaRPr>
                    </a:p>
                  </a:txBody>
                  <a:tcPr marT="0" marB="0" marR="0" marL="0" anchor="ctr"/>
                </a:tc>
                <a:tc>
                  <a:txBody>
                    <a:bodyPr/>
                    <a:lstStyle/>
                    <a:p>
                      <a:pPr indent="0" lvl="0" marL="0" rtl="0" algn="ctr">
                        <a:spcBef>
                          <a:spcPts val="0"/>
                        </a:spcBef>
                        <a:spcAft>
                          <a:spcPts val="0"/>
                        </a:spcAft>
                        <a:buNone/>
                      </a:pPr>
                      <a:r>
                        <a:rPr lang="en-GB" sz="1700">
                          <a:solidFill>
                            <a:schemeClr val="dk1"/>
                          </a:solidFill>
                          <a:latin typeface="Lexend"/>
                          <a:ea typeface="Lexend"/>
                          <a:cs typeface="Lexend"/>
                          <a:sym typeface="Lexend"/>
                        </a:rPr>
                        <a:t>£17 000 per km²</a:t>
                      </a:r>
                      <a:endParaRPr sz="1700">
                        <a:latin typeface="Lexend"/>
                        <a:ea typeface="Lexend"/>
                        <a:cs typeface="Lexend"/>
                        <a:sym typeface="Lexend"/>
                      </a:endParaRPr>
                    </a:p>
                  </a:txBody>
                  <a:tcPr marT="0" marB="0" marR="0" marL="0" anchor="ctr"/>
                </a:tc>
              </a:tr>
              <a:tr h="275375">
                <a:tc>
                  <a:txBody>
                    <a:bodyPr/>
                    <a:lstStyle/>
                    <a:p>
                      <a:pPr indent="0" lvl="0" marL="0" rtl="0" algn="l">
                        <a:spcBef>
                          <a:spcPts val="0"/>
                        </a:spcBef>
                        <a:spcAft>
                          <a:spcPts val="0"/>
                        </a:spcAft>
                        <a:buNone/>
                      </a:pPr>
                      <a:r>
                        <a:rPr lang="en-GB" sz="1700">
                          <a:latin typeface="Lexend"/>
                          <a:ea typeface="Lexend"/>
                          <a:cs typeface="Lexend"/>
                          <a:sym typeface="Lexend"/>
                        </a:rPr>
                        <a:t> cycle lanes (suggested only if </a:t>
                      </a:r>
                      <a:endParaRPr sz="1700">
                        <a:latin typeface="Lexend"/>
                        <a:ea typeface="Lexend"/>
                        <a:cs typeface="Lexend"/>
                        <a:sym typeface="Lexend"/>
                      </a:endParaRPr>
                    </a:p>
                    <a:p>
                      <a:pPr indent="0" lvl="0" marL="0" rtl="0" algn="l">
                        <a:spcBef>
                          <a:spcPts val="0"/>
                        </a:spcBef>
                        <a:spcAft>
                          <a:spcPts val="0"/>
                        </a:spcAft>
                        <a:buNone/>
                      </a:pPr>
                      <a:r>
                        <a:rPr lang="en-GB" sz="1700">
                          <a:latin typeface="Lexend"/>
                          <a:ea typeface="Lexend"/>
                          <a:cs typeface="Lexend"/>
                          <a:sym typeface="Lexend"/>
                        </a:rPr>
                        <a:t> transport carbon emissions </a:t>
                      </a:r>
                      <a:endParaRPr sz="1700">
                        <a:latin typeface="Lexend"/>
                        <a:ea typeface="Lexend"/>
                        <a:cs typeface="Lexend"/>
                        <a:sym typeface="Lexend"/>
                      </a:endParaRPr>
                    </a:p>
                    <a:p>
                      <a:pPr indent="0" lvl="0" marL="0" rtl="0" algn="l">
                        <a:spcBef>
                          <a:spcPts val="0"/>
                        </a:spcBef>
                        <a:spcAft>
                          <a:spcPts val="0"/>
                        </a:spcAft>
                        <a:buNone/>
                      </a:pPr>
                      <a:r>
                        <a:rPr lang="en-GB" sz="1700">
                          <a:latin typeface="Lexend"/>
                          <a:ea typeface="Lexend"/>
                          <a:cs typeface="Lexend"/>
                          <a:sym typeface="Lexend"/>
                        </a:rPr>
                        <a:t> per person are over 0.004 kt)</a:t>
                      </a:r>
                      <a:endParaRPr sz="1700">
                        <a:latin typeface="Lexend"/>
                        <a:ea typeface="Lexend"/>
                        <a:cs typeface="Lexend"/>
                        <a:sym typeface="Lexend"/>
                      </a:endParaRPr>
                    </a:p>
                  </a:txBody>
                  <a:tcPr marT="0" marB="0" marR="0" marL="0" anchor="ctr"/>
                </a:tc>
                <a:tc>
                  <a:txBody>
                    <a:bodyPr/>
                    <a:lstStyle/>
                    <a:p>
                      <a:pPr indent="0" lvl="0" marL="0" rtl="0" algn="ctr">
                        <a:spcBef>
                          <a:spcPts val="0"/>
                        </a:spcBef>
                        <a:spcAft>
                          <a:spcPts val="0"/>
                        </a:spcAft>
                        <a:buNone/>
                      </a:pPr>
                      <a:r>
                        <a:rPr lang="en-GB" sz="1700">
                          <a:latin typeface="Lexend"/>
                          <a:ea typeface="Lexend"/>
                          <a:cs typeface="Lexend"/>
                          <a:sym typeface="Lexend"/>
                        </a:rPr>
                        <a:t>£4 100 000</a:t>
                      </a:r>
                      <a:endParaRPr sz="1700">
                        <a:latin typeface="Lexend"/>
                        <a:ea typeface="Lexend"/>
                        <a:cs typeface="Lexend"/>
                        <a:sym typeface="Lexend"/>
                      </a:endParaRPr>
                    </a:p>
                  </a:txBody>
                  <a:tcPr marT="0" marB="0" marR="0" marL="0" anchor="ctr"/>
                </a:tc>
              </a:tr>
              <a:tr h="275375">
                <a:tc>
                  <a:txBody>
                    <a:bodyPr/>
                    <a:lstStyle/>
                    <a:p>
                      <a:pPr indent="0" lvl="0" marL="0" rtl="0" algn="l">
                        <a:spcBef>
                          <a:spcPts val="0"/>
                        </a:spcBef>
                        <a:spcAft>
                          <a:spcPts val="0"/>
                        </a:spcAft>
                        <a:buNone/>
                      </a:pPr>
                      <a:r>
                        <a:rPr lang="en-GB" sz="1700">
                          <a:latin typeface="Lexend"/>
                          <a:ea typeface="Lexend"/>
                          <a:cs typeface="Lexend"/>
                          <a:sym typeface="Lexend"/>
                        </a:rPr>
                        <a:t> urban park renewal (requires </a:t>
                      </a:r>
                      <a:endParaRPr sz="1700">
                        <a:latin typeface="Lexend"/>
                        <a:ea typeface="Lexend"/>
                        <a:cs typeface="Lexend"/>
                        <a:sym typeface="Lexend"/>
                      </a:endParaRPr>
                    </a:p>
                    <a:p>
                      <a:pPr indent="0" lvl="0" marL="0" rtl="0" algn="l">
                        <a:spcBef>
                          <a:spcPts val="0"/>
                        </a:spcBef>
                        <a:spcAft>
                          <a:spcPts val="0"/>
                        </a:spcAft>
                        <a:buNone/>
                      </a:pPr>
                      <a:r>
                        <a:rPr lang="en-GB" sz="1700">
                          <a:latin typeface="Lexend"/>
                          <a:ea typeface="Lexend"/>
                          <a:cs typeface="Lexend"/>
                          <a:sym typeface="Lexend"/>
                        </a:rPr>
                        <a:t> 25% of city area to be available)</a:t>
                      </a:r>
                      <a:endParaRPr sz="1700">
                        <a:latin typeface="Lexend"/>
                        <a:ea typeface="Lexend"/>
                        <a:cs typeface="Lexend"/>
                        <a:sym typeface="Lexend"/>
                      </a:endParaRPr>
                    </a:p>
                  </a:txBody>
                  <a:tcPr marT="0" marB="0" marR="0" marL="0" anchor="ctr"/>
                </a:tc>
                <a:tc>
                  <a:txBody>
                    <a:bodyPr/>
                    <a:lstStyle/>
                    <a:p>
                      <a:pPr indent="0" lvl="0" marL="0" rtl="0" algn="ctr">
                        <a:spcBef>
                          <a:spcPts val="0"/>
                        </a:spcBef>
                        <a:spcAft>
                          <a:spcPts val="0"/>
                        </a:spcAft>
                        <a:buNone/>
                      </a:pPr>
                      <a:r>
                        <a:rPr lang="en-GB" sz="1700">
                          <a:latin typeface="Lexend"/>
                          <a:ea typeface="Lexend"/>
                          <a:cs typeface="Lexend"/>
                          <a:sym typeface="Lexend"/>
                        </a:rPr>
                        <a:t>£35 000 per km²</a:t>
                      </a:r>
                      <a:endParaRPr sz="1700">
                        <a:latin typeface="Lexend"/>
                        <a:ea typeface="Lexend"/>
                        <a:cs typeface="Lexend"/>
                        <a:sym typeface="Lexend"/>
                      </a:endParaRPr>
                    </a:p>
                  </a:txBody>
                  <a:tcPr marT="0" marB="0" marR="0" marL="0" anchor="ctr"/>
                </a:tc>
              </a:tr>
              <a:tr h="550775">
                <a:tc>
                  <a:txBody>
                    <a:bodyPr/>
                    <a:lstStyle/>
                    <a:p>
                      <a:pPr indent="0" lvl="0" marL="0" rtl="0" algn="l">
                        <a:spcBef>
                          <a:spcPts val="0"/>
                        </a:spcBef>
                        <a:spcAft>
                          <a:spcPts val="0"/>
                        </a:spcAft>
                        <a:buNone/>
                      </a:pPr>
                      <a:r>
                        <a:rPr lang="en-GB" sz="1700">
                          <a:latin typeface="Lexend"/>
                          <a:ea typeface="Lexend"/>
                          <a:cs typeface="Lexend"/>
                          <a:sym typeface="Lexend"/>
                        </a:rPr>
                        <a:t> electric, zero-emission buses </a:t>
                      </a:r>
                      <a:endParaRPr sz="1700">
                        <a:latin typeface="Lexend"/>
                        <a:ea typeface="Lexend"/>
                        <a:cs typeface="Lexend"/>
                        <a:sym typeface="Lexend"/>
                      </a:endParaRPr>
                    </a:p>
                    <a:p>
                      <a:pPr indent="0" lvl="0" marL="0" rtl="0" algn="l">
                        <a:spcBef>
                          <a:spcPts val="0"/>
                        </a:spcBef>
                        <a:spcAft>
                          <a:spcPts val="0"/>
                        </a:spcAft>
                        <a:buNone/>
                      </a:pPr>
                      <a:r>
                        <a:rPr lang="en-GB" sz="1700">
                          <a:latin typeface="Lexend"/>
                          <a:ea typeface="Lexend"/>
                          <a:cs typeface="Lexend"/>
                          <a:sym typeface="Lexend"/>
                        </a:rPr>
                        <a:t> (area of 200 m² required per bus)</a:t>
                      </a:r>
                      <a:endParaRPr sz="1700">
                        <a:latin typeface="Lexend"/>
                        <a:ea typeface="Lexend"/>
                        <a:cs typeface="Lexend"/>
                        <a:sym typeface="Lexend"/>
                      </a:endParaRPr>
                    </a:p>
                  </a:txBody>
                  <a:tcPr marT="0" marB="0" marR="0" marL="0" anchor="ctr"/>
                </a:tc>
                <a:tc>
                  <a:txBody>
                    <a:bodyPr/>
                    <a:lstStyle/>
                    <a:p>
                      <a:pPr indent="0" lvl="0" marL="0" rtl="0" algn="ctr">
                        <a:spcBef>
                          <a:spcPts val="0"/>
                        </a:spcBef>
                        <a:spcAft>
                          <a:spcPts val="0"/>
                        </a:spcAft>
                        <a:buNone/>
                      </a:pPr>
                      <a:r>
                        <a:rPr lang="en-GB" sz="1700">
                          <a:latin typeface="Lexend"/>
                          <a:ea typeface="Lexend"/>
                          <a:cs typeface="Lexend"/>
                          <a:sym typeface="Lexend"/>
                        </a:rPr>
                        <a:t>£320 000 per bus</a:t>
                      </a:r>
                      <a:endParaRPr sz="1700">
                        <a:latin typeface="Lexend"/>
                        <a:ea typeface="Lexend"/>
                        <a:cs typeface="Lexend"/>
                        <a:sym typeface="Lexend"/>
                      </a:endParaRPr>
                    </a:p>
                  </a:txBody>
                  <a:tcPr marT="0" marB="0" marR="0" marL="0" anchor="ctr"/>
                </a:tc>
              </a:tr>
            </a:tbl>
          </a:graphicData>
        </a:graphic>
      </p:graphicFrame>
      <p:sp>
        <p:nvSpPr>
          <p:cNvPr id="1210" name="Google Shape;1210;p105"/>
          <p:cNvSpPr txBox="1"/>
          <p:nvPr/>
        </p:nvSpPr>
        <p:spPr>
          <a:xfrm>
            <a:off x="324000" y="648178"/>
            <a:ext cx="8496000" cy="523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700">
                <a:solidFill>
                  <a:schemeClr val="dk1"/>
                </a:solidFill>
                <a:latin typeface="Lexend"/>
                <a:ea typeface="Lexend"/>
                <a:cs typeface="Lexend"/>
                <a:sym typeface="Lexend"/>
              </a:rPr>
              <a:t>1) The </a:t>
            </a:r>
            <a:r>
              <a:rPr b="1" lang="en-GB" sz="1700">
                <a:solidFill>
                  <a:schemeClr val="dk1"/>
                </a:solidFill>
                <a:latin typeface="Lexend"/>
                <a:ea typeface="Lexend"/>
                <a:cs typeface="Lexend"/>
                <a:sym typeface="Lexend"/>
              </a:rPr>
              <a:t>urban </a:t>
            </a:r>
            <a:r>
              <a:rPr lang="en-GB" sz="1700">
                <a:solidFill>
                  <a:schemeClr val="dk1"/>
                </a:solidFill>
                <a:latin typeface="Lexend"/>
                <a:ea typeface="Lexend"/>
                <a:cs typeface="Lexend"/>
                <a:sym typeface="Lexend"/>
              </a:rPr>
              <a:t>city of Oakfield has been given £ 10 000 000 of funding to start an </a:t>
            </a:r>
            <a:r>
              <a:rPr b="1" lang="en-GB" sz="1700">
                <a:solidFill>
                  <a:schemeClr val="dk1"/>
                </a:solidFill>
                <a:latin typeface="Lexend"/>
                <a:ea typeface="Lexend"/>
                <a:cs typeface="Lexend"/>
                <a:sym typeface="Lexend"/>
              </a:rPr>
              <a:t>urban </a:t>
            </a:r>
            <a:r>
              <a:rPr lang="en-GB" sz="1700">
                <a:solidFill>
                  <a:schemeClr val="dk1"/>
                </a:solidFill>
                <a:latin typeface="Lexend"/>
                <a:ea typeface="Lexend"/>
                <a:cs typeface="Lexend"/>
                <a:sym typeface="Lexend"/>
              </a:rPr>
              <a:t>greening initiative.</a:t>
            </a:r>
            <a:endParaRPr sz="1700">
              <a:solidFill>
                <a:schemeClr val="dk1"/>
              </a:solidFill>
              <a:latin typeface="Lexend"/>
              <a:ea typeface="Lexend"/>
              <a:cs typeface="Lexend"/>
              <a:sym typeface="Lexend"/>
            </a:endParaRPr>
          </a:p>
        </p:txBody>
      </p:sp>
      <p:graphicFrame>
        <p:nvGraphicFramePr>
          <p:cNvPr id="1211" name="Google Shape;1211;p105"/>
          <p:cNvGraphicFramePr/>
          <p:nvPr/>
        </p:nvGraphicFramePr>
        <p:xfrm>
          <a:off x="5038875" y="1995725"/>
          <a:ext cx="3000000" cy="3000000"/>
        </p:xfrm>
        <a:graphic>
          <a:graphicData uri="http://schemas.openxmlformats.org/drawingml/2006/table">
            <a:tbl>
              <a:tblPr>
                <a:noFill/>
                <a:tableStyleId>{69C3366F-6BBF-4AEC-BD01-B87E98C36D89}</a:tableStyleId>
              </a:tblPr>
              <a:tblGrid>
                <a:gridCol w="3295725"/>
              </a:tblGrid>
              <a:tr h="777225">
                <a:tc>
                  <a:txBody>
                    <a:bodyPr/>
                    <a:lstStyle/>
                    <a:p>
                      <a:pPr indent="0" lvl="0" marL="0" rtl="0" algn="l">
                        <a:spcBef>
                          <a:spcPts val="0"/>
                        </a:spcBef>
                        <a:spcAft>
                          <a:spcPts val="0"/>
                        </a:spcAft>
                        <a:buNone/>
                      </a:pPr>
                      <a:r>
                        <a:rPr lang="en-GB" sz="1800">
                          <a:latin typeface="Kalam"/>
                          <a:ea typeface="Kalam"/>
                          <a:cs typeface="Kalam"/>
                          <a:sym typeface="Kalam"/>
                        </a:rPr>
                        <a:t>Cost for whole city </a:t>
                      </a:r>
                      <a:br>
                        <a:rPr lang="en-GB" sz="1800">
                          <a:latin typeface="Kalam"/>
                          <a:ea typeface="Kalam"/>
                          <a:cs typeface="Kalam"/>
                          <a:sym typeface="Kalam"/>
                        </a:rPr>
                      </a:br>
                      <a:r>
                        <a:rPr lang="en-GB" sz="1800">
                          <a:latin typeface="Kalam"/>
                          <a:ea typeface="Kalam"/>
                          <a:cs typeface="Kalam"/>
                          <a:sym typeface="Kalam"/>
                        </a:rPr>
                        <a:t>(area 98 km²) is £1 666 000.</a:t>
                      </a:r>
                      <a:endParaRPr sz="1800">
                        <a:latin typeface="Kalam"/>
                        <a:ea typeface="Kalam"/>
                        <a:cs typeface="Kalam"/>
                        <a:sym typeface="Kalam"/>
                      </a:endParaRPr>
                    </a:p>
                  </a:txBody>
                  <a:tcPr marT="0" marB="0" marR="0" marL="36000" anchor="ctr"/>
                </a:tc>
              </a:tr>
              <a:tr h="777225">
                <a:tc>
                  <a:txBody>
                    <a:bodyPr/>
                    <a:lstStyle/>
                    <a:p>
                      <a:pPr indent="0" lvl="0" marL="0" rtl="0" algn="l">
                        <a:spcBef>
                          <a:spcPts val="0"/>
                        </a:spcBef>
                        <a:spcAft>
                          <a:spcPts val="0"/>
                        </a:spcAft>
                        <a:buNone/>
                      </a:pPr>
                      <a:r>
                        <a:rPr lang="en-GB" sz="1800">
                          <a:latin typeface="Kalam"/>
                          <a:ea typeface="Kalam"/>
                          <a:cs typeface="Kalam"/>
                          <a:sym typeface="Kalam"/>
                        </a:rPr>
                        <a:t>Fixed at £4 100 000.</a:t>
                      </a:r>
                      <a:endParaRPr sz="1800">
                        <a:latin typeface="Kalam"/>
                        <a:ea typeface="Kalam"/>
                        <a:cs typeface="Kalam"/>
                        <a:sym typeface="Kalam"/>
                      </a:endParaRPr>
                    </a:p>
                  </a:txBody>
                  <a:tcPr marT="0" marB="0" marR="0" marL="36000" anchor="ctr"/>
                </a:tc>
              </a:tr>
              <a:tr h="518150">
                <a:tc>
                  <a:txBody>
                    <a:bodyPr/>
                    <a:lstStyle/>
                    <a:p>
                      <a:pPr indent="0" lvl="0" marL="0" rtl="0" algn="l">
                        <a:spcBef>
                          <a:spcPts val="0"/>
                        </a:spcBef>
                        <a:spcAft>
                          <a:spcPts val="0"/>
                        </a:spcAft>
                        <a:buNone/>
                      </a:pPr>
                      <a:r>
                        <a:t/>
                      </a:r>
                      <a:endParaRPr sz="1800">
                        <a:latin typeface="Kalam"/>
                        <a:ea typeface="Kalam"/>
                        <a:cs typeface="Kalam"/>
                        <a:sym typeface="Kalam"/>
                      </a:endParaRPr>
                    </a:p>
                  </a:txBody>
                  <a:tcPr marT="0" marB="0" marR="0" marL="36000" anchor="ctr"/>
                </a:tc>
              </a:tr>
              <a:tr h="462800">
                <a:tc>
                  <a:txBody>
                    <a:bodyPr/>
                    <a:lstStyle/>
                    <a:p>
                      <a:pPr indent="0" lvl="0" marL="0" rtl="0" algn="l">
                        <a:spcBef>
                          <a:spcPts val="0"/>
                        </a:spcBef>
                        <a:spcAft>
                          <a:spcPts val="0"/>
                        </a:spcAft>
                        <a:buNone/>
                      </a:pPr>
                      <a:r>
                        <a:rPr lang="en-GB" sz="1800">
                          <a:latin typeface="Kalam"/>
                          <a:ea typeface="Kalam"/>
                          <a:cs typeface="Kalam"/>
                          <a:sym typeface="Kalam"/>
                        </a:rPr>
                        <a:t>Cost for all 37 buses is                £11 840 000.</a:t>
                      </a:r>
                      <a:endParaRPr sz="1800">
                        <a:latin typeface="Kalam"/>
                        <a:ea typeface="Kalam"/>
                        <a:cs typeface="Kalam"/>
                        <a:sym typeface="Kalam"/>
                      </a:endParaRPr>
                    </a:p>
                  </a:txBody>
                  <a:tcPr marT="0" marB="0" marR="0" marL="36000" anchor="ctr"/>
                </a:tc>
              </a:tr>
            </a:tbl>
          </a:graphicData>
        </a:graphic>
      </p:graphicFrame>
      <p:pic>
        <p:nvPicPr>
          <p:cNvPr id="1212" name="Google Shape;1212;p105"/>
          <p:cNvPicPr preferRelativeResize="0"/>
          <p:nvPr/>
        </p:nvPicPr>
        <p:blipFill>
          <a:blip r:embed="rId3">
            <a:alphaModFix/>
          </a:blip>
          <a:stretch>
            <a:fillRect/>
          </a:stretch>
        </p:blipFill>
        <p:spPr>
          <a:xfrm>
            <a:off x="5086288" y="3601192"/>
            <a:ext cx="396000" cy="41976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6" name="Shape 1216"/>
        <p:cNvGrpSpPr/>
        <p:nvPr/>
      </p:nvGrpSpPr>
      <p:grpSpPr>
        <a:xfrm>
          <a:off x="0" y="0"/>
          <a:ext cx="0" cy="0"/>
          <a:chOff x="0" y="0"/>
          <a:chExt cx="0" cy="0"/>
        </a:xfrm>
      </p:grpSpPr>
      <p:sp>
        <p:nvSpPr>
          <p:cNvPr id="1217" name="Google Shape;1217;p106"/>
          <p:cNvSpPr txBox="1"/>
          <p:nvPr/>
        </p:nvSpPr>
        <p:spPr>
          <a:xfrm>
            <a:off x="324000" y="1389000"/>
            <a:ext cx="8496000" cy="6156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000">
                <a:solidFill>
                  <a:schemeClr val="dk1"/>
                </a:solidFill>
                <a:latin typeface="Kalam"/>
                <a:ea typeface="Kalam"/>
                <a:cs typeface="Kalam"/>
                <a:sym typeface="Kalam"/>
              </a:rPr>
              <a:t>However, it is possible to have the cycle lanes and all the street trees, plus 13 electric buses (at £4 160 000).</a:t>
            </a:r>
            <a:endParaRPr sz="2000">
              <a:solidFill>
                <a:schemeClr val="dk1"/>
              </a:solidFill>
              <a:latin typeface="Kalam"/>
              <a:ea typeface="Kalam"/>
              <a:cs typeface="Kalam"/>
              <a:sym typeface="Kalam"/>
            </a:endParaRPr>
          </a:p>
        </p:txBody>
      </p:sp>
      <p:sp>
        <p:nvSpPr>
          <p:cNvPr id="1218" name="Google Shape;1218;p106"/>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The maths behind urban greening</a:t>
            </a:r>
            <a:endParaRPr/>
          </a:p>
        </p:txBody>
      </p:sp>
      <p:graphicFrame>
        <p:nvGraphicFramePr>
          <p:cNvPr id="1219" name="Google Shape;1219;p106"/>
          <p:cNvGraphicFramePr/>
          <p:nvPr/>
        </p:nvGraphicFramePr>
        <p:xfrm>
          <a:off x="324000" y="2148125"/>
          <a:ext cx="3000000" cy="3000000"/>
        </p:xfrm>
        <a:graphic>
          <a:graphicData uri="http://schemas.openxmlformats.org/drawingml/2006/table">
            <a:tbl>
              <a:tblPr>
                <a:noFill/>
                <a:tableStyleId>{69C3366F-6BBF-4AEC-BD01-B87E98C36D89}</a:tableStyleId>
              </a:tblPr>
              <a:tblGrid>
                <a:gridCol w="3561400"/>
                <a:gridCol w="1153475"/>
              </a:tblGrid>
              <a:tr h="550775">
                <a:tc>
                  <a:txBody>
                    <a:bodyPr/>
                    <a:lstStyle/>
                    <a:p>
                      <a:pPr indent="0" lvl="0" marL="0" rtl="0" algn="l">
                        <a:spcBef>
                          <a:spcPts val="0"/>
                        </a:spcBef>
                        <a:spcAft>
                          <a:spcPts val="0"/>
                        </a:spcAft>
                        <a:buNone/>
                      </a:pPr>
                      <a:r>
                        <a:rPr lang="en-GB" sz="1700">
                          <a:latin typeface="Lexend"/>
                          <a:ea typeface="Lexend"/>
                          <a:cs typeface="Lexend"/>
                          <a:sym typeface="Lexend"/>
                        </a:rPr>
                        <a:t> planting trees along </a:t>
                      </a:r>
                      <a:endParaRPr sz="1700">
                        <a:latin typeface="Lexend"/>
                        <a:ea typeface="Lexend"/>
                        <a:cs typeface="Lexend"/>
                        <a:sym typeface="Lexend"/>
                      </a:endParaRPr>
                    </a:p>
                    <a:p>
                      <a:pPr indent="0" lvl="0" marL="0" rtl="0" algn="l">
                        <a:spcBef>
                          <a:spcPts val="0"/>
                        </a:spcBef>
                        <a:spcAft>
                          <a:spcPts val="0"/>
                        </a:spcAft>
                        <a:buNone/>
                      </a:pPr>
                      <a:r>
                        <a:rPr lang="en-GB" sz="1700">
                          <a:latin typeface="Lexend"/>
                          <a:ea typeface="Lexend"/>
                          <a:cs typeface="Lexend"/>
                          <a:sym typeface="Lexend"/>
                        </a:rPr>
                        <a:t> streets (requires average of </a:t>
                      </a:r>
                      <a:endParaRPr sz="1700">
                        <a:latin typeface="Lexend"/>
                        <a:ea typeface="Lexend"/>
                        <a:cs typeface="Lexend"/>
                        <a:sym typeface="Lexend"/>
                      </a:endParaRPr>
                    </a:p>
                    <a:p>
                      <a:pPr indent="0" lvl="0" marL="0" rtl="0" algn="l">
                        <a:spcBef>
                          <a:spcPts val="0"/>
                        </a:spcBef>
                        <a:spcAft>
                          <a:spcPts val="0"/>
                        </a:spcAft>
                        <a:buNone/>
                      </a:pPr>
                      <a:r>
                        <a:rPr lang="en-GB" sz="1700">
                          <a:latin typeface="Lexend"/>
                          <a:ea typeface="Lexend"/>
                          <a:cs typeface="Lexend"/>
                          <a:sym typeface="Lexend"/>
                        </a:rPr>
                        <a:t> 3.5 hours of daily sunshine)</a:t>
                      </a:r>
                      <a:endParaRPr sz="1700">
                        <a:latin typeface="Lexend"/>
                        <a:ea typeface="Lexend"/>
                        <a:cs typeface="Lexend"/>
                        <a:sym typeface="Lexend"/>
                      </a:endParaRPr>
                    </a:p>
                  </a:txBody>
                  <a:tcPr marT="0" marB="0" marR="0" marL="0" anchor="ctr"/>
                </a:tc>
                <a:tc>
                  <a:txBody>
                    <a:bodyPr/>
                    <a:lstStyle/>
                    <a:p>
                      <a:pPr indent="0" lvl="0" marL="0" rtl="0" algn="ctr">
                        <a:spcBef>
                          <a:spcPts val="0"/>
                        </a:spcBef>
                        <a:spcAft>
                          <a:spcPts val="0"/>
                        </a:spcAft>
                        <a:buNone/>
                      </a:pPr>
                      <a:r>
                        <a:rPr lang="en-GB" sz="1700">
                          <a:solidFill>
                            <a:schemeClr val="dk1"/>
                          </a:solidFill>
                          <a:latin typeface="Lexend"/>
                          <a:ea typeface="Lexend"/>
                          <a:cs typeface="Lexend"/>
                          <a:sym typeface="Lexend"/>
                        </a:rPr>
                        <a:t>£17 000 per km²</a:t>
                      </a:r>
                      <a:endParaRPr sz="1700">
                        <a:latin typeface="Lexend"/>
                        <a:ea typeface="Lexend"/>
                        <a:cs typeface="Lexend"/>
                        <a:sym typeface="Lexend"/>
                      </a:endParaRPr>
                    </a:p>
                  </a:txBody>
                  <a:tcPr marT="0" marB="0" marR="0" marL="0" anchor="ctr"/>
                </a:tc>
              </a:tr>
              <a:tr h="275375">
                <a:tc>
                  <a:txBody>
                    <a:bodyPr/>
                    <a:lstStyle/>
                    <a:p>
                      <a:pPr indent="0" lvl="0" marL="0" rtl="0" algn="l">
                        <a:spcBef>
                          <a:spcPts val="0"/>
                        </a:spcBef>
                        <a:spcAft>
                          <a:spcPts val="0"/>
                        </a:spcAft>
                        <a:buNone/>
                      </a:pPr>
                      <a:r>
                        <a:rPr lang="en-GB" sz="1700">
                          <a:latin typeface="Lexend"/>
                          <a:ea typeface="Lexend"/>
                          <a:cs typeface="Lexend"/>
                          <a:sym typeface="Lexend"/>
                        </a:rPr>
                        <a:t> cycle lanes (suggested only if </a:t>
                      </a:r>
                      <a:endParaRPr sz="1700">
                        <a:latin typeface="Lexend"/>
                        <a:ea typeface="Lexend"/>
                        <a:cs typeface="Lexend"/>
                        <a:sym typeface="Lexend"/>
                      </a:endParaRPr>
                    </a:p>
                    <a:p>
                      <a:pPr indent="0" lvl="0" marL="0" rtl="0" algn="l">
                        <a:spcBef>
                          <a:spcPts val="0"/>
                        </a:spcBef>
                        <a:spcAft>
                          <a:spcPts val="0"/>
                        </a:spcAft>
                        <a:buNone/>
                      </a:pPr>
                      <a:r>
                        <a:rPr lang="en-GB" sz="1700">
                          <a:latin typeface="Lexend"/>
                          <a:ea typeface="Lexend"/>
                          <a:cs typeface="Lexend"/>
                          <a:sym typeface="Lexend"/>
                        </a:rPr>
                        <a:t> transport carbon emissions </a:t>
                      </a:r>
                      <a:endParaRPr sz="1700">
                        <a:latin typeface="Lexend"/>
                        <a:ea typeface="Lexend"/>
                        <a:cs typeface="Lexend"/>
                        <a:sym typeface="Lexend"/>
                      </a:endParaRPr>
                    </a:p>
                    <a:p>
                      <a:pPr indent="0" lvl="0" marL="0" rtl="0" algn="l">
                        <a:spcBef>
                          <a:spcPts val="0"/>
                        </a:spcBef>
                        <a:spcAft>
                          <a:spcPts val="0"/>
                        </a:spcAft>
                        <a:buNone/>
                      </a:pPr>
                      <a:r>
                        <a:rPr lang="en-GB" sz="1700">
                          <a:latin typeface="Lexend"/>
                          <a:ea typeface="Lexend"/>
                          <a:cs typeface="Lexend"/>
                          <a:sym typeface="Lexend"/>
                        </a:rPr>
                        <a:t> per person are over 0.004 kt)</a:t>
                      </a:r>
                      <a:endParaRPr sz="1700">
                        <a:latin typeface="Lexend"/>
                        <a:ea typeface="Lexend"/>
                        <a:cs typeface="Lexend"/>
                        <a:sym typeface="Lexend"/>
                      </a:endParaRPr>
                    </a:p>
                  </a:txBody>
                  <a:tcPr marT="0" marB="0" marR="0" marL="0" anchor="ctr"/>
                </a:tc>
                <a:tc>
                  <a:txBody>
                    <a:bodyPr/>
                    <a:lstStyle/>
                    <a:p>
                      <a:pPr indent="0" lvl="0" marL="0" rtl="0" algn="ctr">
                        <a:spcBef>
                          <a:spcPts val="0"/>
                        </a:spcBef>
                        <a:spcAft>
                          <a:spcPts val="0"/>
                        </a:spcAft>
                        <a:buNone/>
                      </a:pPr>
                      <a:r>
                        <a:rPr lang="en-GB" sz="1700">
                          <a:latin typeface="Lexend"/>
                          <a:ea typeface="Lexend"/>
                          <a:cs typeface="Lexend"/>
                          <a:sym typeface="Lexend"/>
                        </a:rPr>
                        <a:t>£4 100 000</a:t>
                      </a:r>
                      <a:endParaRPr sz="1700">
                        <a:latin typeface="Lexend"/>
                        <a:ea typeface="Lexend"/>
                        <a:cs typeface="Lexend"/>
                        <a:sym typeface="Lexend"/>
                      </a:endParaRPr>
                    </a:p>
                  </a:txBody>
                  <a:tcPr marT="0" marB="0" marR="0" marL="0" anchor="ctr"/>
                </a:tc>
              </a:tr>
              <a:tr h="275375">
                <a:tc>
                  <a:txBody>
                    <a:bodyPr/>
                    <a:lstStyle/>
                    <a:p>
                      <a:pPr indent="0" lvl="0" marL="0" rtl="0" algn="l">
                        <a:spcBef>
                          <a:spcPts val="0"/>
                        </a:spcBef>
                        <a:spcAft>
                          <a:spcPts val="0"/>
                        </a:spcAft>
                        <a:buNone/>
                      </a:pPr>
                      <a:r>
                        <a:rPr lang="en-GB" sz="1700">
                          <a:latin typeface="Lexend"/>
                          <a:ea typeface="Lexend"/>
                          <a:cs typeface="Lexend"/>
                          <a:sym typeface="Lexend"/>
                        </a:rPr>
                        <a:t> urban park renewal (requires </a:t>
                      </a:r>
                      <a:endParaRPr sz="1700">
                        <a:latin typeface="Lexend"/>
                        <a:ea typeface="Lexend"/>
                        <a:cs typeface="Lexend"/>
                        <a:sym typeface="Lexend"/>
                      </a:endParaRPr>
                    </a:p>
                    <a:p>
                      <a:pPr indent="0" lvl="0" marL="0" rtl="0" algn="l">
                        <a:spcBef>
                          <a:spcPts val="0"/>
                        </a:spcBef>
                        <a:spcAft>
                          <a:spcPts val="0"/>
                        </a:spcAft>
                        <a:buNone/>
                      </a:pPr>
                      <a:r>
                        <a:rPr lang="en-GB" sz="1700">
                          <a:latin typeface="Lexend"/>
                          <a:ea typeface="Lexend"/>
                          <a:cs typeface="Lexend"/>
                          <a:sym typeface="Lexend"/>
                        </a:rPr>
                        <a:t> 25% of city area to be available)</a:t>
                      </a:r>
                      <a:endParaRPr sz="1700">
                        <a:latin typeface="Lexend"/>
                        <a:ea typeface="Lexend"/>
                        <a:cs typeface="Lexend"/>
                        <a:sym typeface="Lexend"/>
                      </a:endParaRPr>
                    </a:p>
                  </a:txBody>
                  <a:tcPr marT="0" marB="0" marR="0" marL="0" anchor="ctr"/>
                </a:tc>
                <a:tc>
                  <a:txBody>
                    <a:bodyPr/>
                    <a:lstStyle/>
                    <a:p>
                      <a:pPr indent="0" lvl="0" marL="0" rtl="0" algn="ctr">
                        <a:spcBef>
                          <a:spcPts val="0"/>
                        </a:spcBef>
                        <a:spcAft>
                          <a:spcPts val="0"/>
                        </a:spcAft>
                        <a:buNone/>
                      </a:pPr>
                      <a:r>
                        <a:rPr lang="en-GB" sz="1700">
                          <a:latin typeface="Lexend"/>
                          <a:ea typeface="Lexend"/>
                          <a:cs typeface="Lexend"/>
                          <a:sym typeface="Lexend"/>
                        </a:rPr>
                        <a:t>£35 000 per km²</a:t>
                      </a:r>
                      <a:endParaRPr sz="1700">
                        <a:latin typeface="Lexend"/>
                        <a:ea typeface="Lexend"/>
                        <a:cs typeface="Lexend"/>
                        <a:sym typeface="Lexend"/>
                      </a:endParaRPr>
                    </a:p>
                  </a:txBody>
                  <a:tcPr marT="0" marB="0" marR="0" marL="0" anchor="ctr"/>
                </a:tc>
              </a:tr>
              <a:tr h="550775">
                <a:tc>
                  <a:txBody>
                    <a:bodyPr/>
                    <a:lstStyle/>
                    <a:p>
                      <a:pPr indent="0" lvl="0" marL="0" rtl="0" algn="l">
                        <a:spcBef>
                          <a:spcPts val="0"/>
                        </a:spcBef>
                        <a:spcAft>
                          <a:spcPts val="0"/>
                        </a:spcAft>
                        <a:buNone/>
                      </a:pPr>
                      <a:r>
                        <a:rPr lang="en-GB" sz="1700">
                          <a:latin typeface="Lexend"/>
                          <a:ea typeface="Lexend"/>
                          <a:cs typeface="Lexend"/>
                          <a:sym typeface="Lexend"/>
                        </a:rPr>
                        <a:t> electric, zero-emission buses </a:t>
                      </a:r>
                      <a:endParaRPr sz="1700">
                        <a:latin typeface="Lexend"/>
                        <a:ea typeface="Lexend"/>
                        <a:cs typeface="Lexend"/>
                        <a:sym typeface="Lexend"/>
                      </a:endParaRPr>
                    </a:p>
                    <a:p>
                      <a:pPr indent="0" lvl="0" marL="0" rtl="0" algn="l">
                        <a:spcBef>
                          <a:spcPts val="0"/>
                        </a:spcBef>
                        <a:spcAft>
                          <a:spcPts val="0"/>
                        </a:spcAft>
                        <a:buNone/>
                      </a:pPr>
                      <a:r>
                        <a:rPr lang="en-GB" sz="1700">
                          <a:latin typeface="Lexend"/>
                          <a:ea typeface="Lexend"/>
                          <a:cs typeface="Lexend"/>
                          <a:sym typeface="Lexend"/>
                        </a:rPr>
                        <a:t> (area of 200 m² required per bus)</a:t>
                      </a:r>
                      <a:endParaRPr sz="1700">
                        <a:latin typeface="Lexend"/>
                        <a:ea typeface="Lexend"/>
                        <a:cs typeface="Lexend"/>
                        <a:sym typeface="Lexend"/>
                      </a:endParaRPr>
                    </a:p>
                  </a:txBody>
                  <a:tcPr marT="0" marB="0" marR="0" marL="0" anchor="ctr"/>
                </a:tc>
                <a:tc>
                  <a:txBody>
                    <a:bodyPr/>
                    <a:lstStyle/>
                    <a:p>
                      <a:pPr indent="0" lvl="0" marL="0" rtl="0" algn="ctr">
                        <a:spcBef>
                          <a:spcPts val="0"/>
                        </a:spcBef>
                        <a:spcAft>
                          <a:spcPts val="0"/>
                        </a:spcAft>
                        <a:buNone/>
                      </a:pPr>
                      <a:r>
                        <a:rPr lang="en-GB" sz="1700">
                          <a:latin typeface="Lexend"/>
                          <a:ea typeface="Lexend"/>
                          <a:cs typeface="Lexend"/>
                          <a:sym typeface="Lexend"/>
                        </a:rPr>
                        <a:t>£320 000 per bus</a:t>
                      </a:r>
                      <a:endParaRPr sz="1700">
                        <a:latin typeface="Lexend"/>
                        <a:ea typeface="Lexend"/>
                        <a:cs typeface="Lexend"/>
                        <a:sym typeface="Lexend"/>
                      </a:endParaRPr>
                    </a:p>
                  </a:txBody>
                  <a:tcPr marT="0" marB="0" marR="0" marL="0" anchor="ctr"/>
                </a:tc>
              </a:tr>
            </a:tbl>
          </a:graphicData>
        </a:graphic>
      </p:graphicFrame>
      <p:sp>
        <p:nvSpPr>
          <p:cNvPr id="1220" name="Google Shape;1220;p106"/>
          <p:cNvSpPr txBox="1"/>
          <p:nvPr/>
        </p:nvSpPr>
        <p:spPr>
          <a:xfrm>
            <a:off x="324000" y="648178"/>
            <a:ext cx="8496000" cy="523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700">
                <a:solidFill>
                  <a:schemeClr val="dk1"/>
                </a:solidFill>
                <a:latin typeface="Lexend"/>
                <a:ea typeface="Lexend"/>
                <a:cs typeface="Lexend"/>
                <a:sym typeface="Lexend"/>
              </a:rPr>
              <a:t>1) The </a:t>
            </a:r>
            <a:r>
              <a:rPr b="1" lang="en-GB" sz="1700">
                <a:solidFill>
                  <a:schemeClr val="dk1"/>
                </a:solidFill>
                <a:latin typeface="Lexend"/>
                <a:ea typeface="Lexend"/>
                <a:cs typeface="Lexend"/>
                <a:sym typeface="Lexend"/>
              </a:rPr>
              <a:t>urban </a:t>
            </a:r>
            <a:r>
              <a:rPr lang="en-GB" sz="1700">
                <a:solidFill>
                  <a:schemeClr val="dk1"/>
                </a:solidFill>
                <a:latin typeface="Lexend"/>
                <a:ea typeface="Lexend"/>
                <a:cs typeface="Lexend"/>
                <a:sym typeface="Lexend"/>
              </a:rPr>
              <a:t>city of Oakfield has been given £ 10 000 000 of funding to start an </a:t>
            </a:r>
            <a:r>
              <a:rPr b="1" lang="en-GB" sz="1700">
                <a:solidFill>
                  <a:schemeClr val="dk1"/>
                </a:solidFill>
                <a:latin typeface="Lexend"/>
                <a:ea typeface="Lexend"/>
                <a:cs typeface="Lexend"/>
                <a:sym typeface="Lexend"/>
              </a:rPr>
              <a:t>urban </a:t>
            </a:r>
            <a:r>
              <a:rPr lang="en-GB" sz="1700">
                <a:solidFill>
                  <a:schemeClr val="dk1"/>
                </a:solidFill>
                <a:latin typeface="Lexend"/>
                <a:ea typeface="Lexend"/>
                <a:cs typeface="Lexend"/>
                <a:sym typeface="Lexend"/>
              </a:rPr>
              <a:t>greening initiative.</a:t>
            </a:r>
            <a:endParaRPr sz="1700">
              <a:solidFill>
                <a:schemeClr val="dk1"/>
              </a:solidFill>
              <a:latin typeface="Lexend"/>
              <a:ea typeface="Lexend"/>
              <a:cs typeface="Lexend"/>
              <a:sym typeface="Lexend"/>
            </a:endParaRPr>
          </a:p>
        </p:txBody>
      </p:sp>
      <p:graphicFrame>
        <p:nvGraphicFramePr>
          <p:cNvPr id="1221" name="Google Shape;1221;p106"/>
          <p:cNvGraphicFramePr/>
          <p:nvPr/>
        </p:nvGraphicFramePr>
        <p:xfrm>
          <a:off x="5038875" y="2148125"/>
          <a:ext cx="3000000" cy="3000000"/>
        </p:xfrm>
        <a:graphic>
          <a:graphicData uri="http://schemas.openxmlformats.org/drawingml/2006/table">
            <a:tbl>
              <a:tblPr>
                <a:noFill/>
                <a:tableStyleId>{69C3366F-6BBF-4AEC-BD01-B87E98C36D89}</a:tableStyleId>
              </a:tblPr>
              <a:tblGrid>
                <a:gridCol w="3295725"/>
              </a:tblGrid>
              <a:tr h="777225">
                <a:tc>
                  <a:txBody>
                    <a:bodyPr/>
                    <a:lstStyle/>
                    <a:p>
                      <a:pPr indent="0" lvl="0" marL="0" rtl="0" algn="l">
                        <a:spcBef>
                          <a:spcPts val="0"/>
                        </a:spcBef>
                        <a:spcAft>
                          <a:spcPts val="0"/>
                        </a:spcAft>
                        <a:buNone/>
                      </a:pPr>
                      <a:r>
                        <a:rPr lang="en-GB" sz="1800">
                          <a:latin typeface="Kalam"/>
                          <a:ea typeface="Kalam"/>
                          <a:cs typeface="Kalam"/>
                          <a:sym typeface="Kalam"/>
                        </a:rPr>
                        <a:t>Cost for whole city</a:t>
                      </a:r>
                      <a:endParaRPr sz="1800">
                        <a:latin typeface="Kalam"/>
                        <a:ea typeface="Kalam"/>
                        <a:cs typeface="Kalam"/>
                        <a:sym typeface="Kalam"/>
                      </a:endParaRPr>
                    </a:p>
                    <a:p>
                      <a:pPr indent="0" lvl="0" marL="0" rtl="0" algn="l">
                        <a:spcBef>
                          <a:spcPts val="0"/>
                        </a:spcBef>
                        <a:spcAft>
                          <a:spcPts val="0"/>
                        </a:spcAft>
                        <a:buNone/>
                      </a:pPr>
                      <a:r>
                        <a:rPr lang="en-GB" sz="1800">
                          <a:latin typeface="Kalam"/>
                          <a:ea typeface="Kalam"/>
                          <a:cs typeface="Kalam"/>
                          <a:sym typeface="Kalam"/>
                        </a:rPr>
                        <a:t>£1 666 000.</a:t>
                      </a:r>
                      <a:endParaRPr sz="1800">
                        <a:latin typeface="Kalam"/>
                        <a:ea typeface="Kalam"/>
                        <a:cs typeface="Kalam"/>
                        <a:sym typeface="Kalam"/>
                      </a:endParaRPr>
                    </a:p>
                  </a:txBody>
                  <a:tcPr marT="0" marB="0" marR="0" marL="36000" anchor="ctr"/>
                </a:tc>
              </a:tr>
              <a:tr h="777225">
                <a:tc>
                  <a:txBody>
                    <a:bodyPr/>
                    <a:lstStyle/>
                    <a:p>
                      <a:pPr indent="0" lvl="0" marL="0" rtl="0" algn="l">
                        <a:spcBef>
                          <a:spcPts val="0"/>
                        </a:spcBef>
                        <a:spcAft>
                          <a:spcPts val="0"/>
                        </a:spcAft>
                        <a:buNone/>
                      </a:pPr>
                      <a:r>
                        <a:rPr lang="en-GB" sz="1800">
                          <a:latin typeface="Kalam"/>
                          <a:ea typeface="Kalam"/>
                          <a:cs typeface="Kalam"/>
                          <a:sym typeface="Kalam"/>
                        </a:rPr>
                        <a:t>Fixed £4 100 000.</a:t>
                      </a:r>
                      <a:endParaRPr sz="1800">
                        <a:latin typeface="Kalam"/>
                        <a:ea typeface="Kalam"/>
                        <a:cs typeface="Kalam"/>
                        <a:sym typeface="Kalam"/>
                      </a:endParaRPr>
                    </a:p>
                  </a:txBody>
                  <a:tcPr marT="0" marB="0" marR="0" marL="36000" anchor="ctr"/>
                </a:tc>
              </a:tr>
              <a:tr h="518150">
                <a:tc>
                  <a:txBody>
                    <a:bodyPr/>
                    <a:lstStyle/>
                    <a:p>
                      <a:pPr indent="0" lvl="0" marL="0" rtl="0" algn="l">
                        <a:spcBef>
                          <a:spcPts val="0"/>
                        </a:spcBef>
                        <a:spcAft>
                          <a:spcPts val="0"/>
                        </a:spcAft>
                        <a:buNone/>
                      </a:pPr>
                      <a:r>
                        <a:t/>
                      </a:r>
                      <a:endParaRPr sz="1800">
                        <a:latin typeface="Kalam"/>
                        <a:ea typeface="Kalam"/>
                        <a:cs typeface="Kalam"/>
                        <a:sym typeface="Kalam"/>
                      </a:endParaRPr>
                    </a:p>
                  </a:txBody>
                  <a:tcPr marT="0" marB="0" marR="0" marL="36000" anchor="ctr"/>
                </a:tc>
              </a:tr>
              <a:tr h="462800">
                <a:tc>
                  <a:txBody>
                    <a:bodyPr/>
                    <a:lstStyle/>
                    <a:p>
                      <a:pPr indent="0" lvl="0" marL="0" rtl="0" algn="l">
                        <a:spcBef>
                          <a:spcPts val="0"/>
                        </a:spcBef>
                        <a:spcAft>
                          <a:spcPts val="0"/>
                        </a:spcAft>
                        <a:buNone/>
                      </a:pPr>
                      <a:r>
                        <a:rPr lang="en-GB" sz="1800">
                          <a:latin typeface="Kalam"/>
                          <a:ea typeface="Kalam"/>
                          <a:cs typeface="Kalam"/>
                          <a:sym typeface="Kalam"/>
                        </a:rPr>
                        <a:t>Cost for all 37 buses is                £11 840 000.</a:t>
                      </a:r>
                      <a:endParaRPr sz="1800">
                        <a:latin typeface="Kalam"/>
                        <a:ea typeface="Kalam"/>
                        <a:cs typeface="Kalam"/>
                        <a:sym typeface="Kalam"/>
                      </a:endParaRPr>
                    </a:p>
                  </a:txBody>
                  <a:tcPr marT="0" marB="0" marR="0" marL="36000" anchor="ctr"/>
                </a:tc>
              </a:tr>
            </a:tbl>
          </a:graphicData>
        </a:graphic>
      </p:graphicFrame>
      <p:pic>
        <p:nvPicPr>
          <p:cNvPr id="1222" name="Google Shape;1222;p106"/>
          <p:cNvPicPr preferRelativeResize="0"/>
          <p:nvPr/>
        </p:nvPicPr>
        <p:blipFill>
          <a:blip r:embed="rId3">
            <a:alphaModFix/>
          </a:blip>
          <a:stretch>
            <a:fillRect/>
          </a:stretch>
        </p:blipFill>
        <p:spPr>
          <a:xfrm>
            <a:off x="5086288" y="3753592"/>
            <a:ext cx="396000" cy="419760"/>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6" name="Shape 1226"/>
        <p:cNvGrpSpPr/>
        <p:nvPr/>
      </p:nvGrpSpPr>
      <p:grpSpPr>
        <a:xfrm>
          <a:off x="0" y="0"/>
          <a:ext cx="0" cy="0"/>
          <a:chOff x="0" y="0"/>
          <a:chExt cx="0" cy="0"/>
        </a:xfrm>
      </p:grpSpPr>
      <p:sp>
        <p:nvSpPr>
          <p:cNvPr id="1227" name="Google Shape;1227;p107"/>
          <p:cNvSpPr txBox="1"/>
          <p:nvPr/>
        </p:nvSpPr>
        <p:spPr>
          <a:xfrm>
            <a:off x="324000" y="1389000"/>
            <a:ext cx="84960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000">
                <a:solidFill>
                  <a:schemeClr val="dk1"/>
                </a:solidFill>
                <a:latin typeface="Kalam"/>
                <a:ea typeface="Kalam"/>
                <a:cs typeface="Kalam"/>
                <a:sym typeface="Kalam"/>
              </a:rPr>
              <a:t>Or the cycle path, some street trees, and a greater number of electric buses.</a:t>
            </a:r>
            <a:endParaRPr sz="2000">
              <a:solidFill>
                <a:schemeClr val="dk1"/>
              </a:solidFill>
              <a:latin typeface="Kalam"/>
              <a:ea typeface="Kalam"/>
              <a:cs typeface="Kalam"/>
              <a:sym typeface="Kalam"/>
            </a:endParaRPr>
          </a:p>
        </p:txBody>
      </p:sp>
      <p:sp>
        <p:nvSpPr>
          <p:cNvPr id="1228" name="Google Shape;1228;p107"/>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The maths behind urban greening</a:t>
            </a:r>
            <a:endParaRPr/>
          </a:p>
        </p:txBody>
      </p:sp>
      <p:graphicFrame>
        <p:nvGraphicFramePr>
          <p:cNvPr id="1229" name="Google Shape;1229;p107"/>
          <p:cNvGraphicFramePr/>
          <p:nvPr/>
        </p:nvGraphicFramePr>
        <p:xfrm>
          <a:off x="324000" y="2148125"/>
          <a:ext cx="3000000" cy="3000000"/>
        </p:xfrm>
        <a:graphic>
          <a:graphicData uri="http://schemas.openxmlformats.org/drawingml/2006/table">
            <a:tbl>
              <a:tblPr>
                <a:noFill/>
                <a:tableStyleId>{69C3366F-6BBF-4AEC-BD01-B87E98C36D89}</a:tableStyleId>
              </a:tblPr>
              <a:tblGrid>
                <a:gridCol w="3561400"/>
                <a:gridCol w="1153475"/>
              </a:tblGrid>
              <a:tr h="550775">
                <a:tc>
                  <a:txBody>
                    <a:bodyPr/>
                    <a:lstStyle/>
                    <a:p>
                      <a:pPr indent="0" lvl="0" marL="0" rtl="0" algn="l">
                        <a:spcBef>
                          <a:spcPts val="0"/>
                        </a:spcBef>
                        <a:spcAft>
                          <a:spcPts val="0"/>
                        </a:spcAft>
                        <a:buNone/>
                      </a:pPr>
                      <a:r>
                        <a:rPr lang="en-GB" sz="1700">
                          <a:latin typeface="Lexend"/>
                          <a:ea typeface="Lexend"/>
                          <a:cs typeface="Lexend"/>
                          <a:sym typeface="Lexend"/>
                        </a:rPr>
                        <a:t> planting trees along </a:t>
                      </a:r>
                      <a:endParaRPr sz="1700">
                        <a:latin typeface="Lexend"/>
                        <a:ea typeface="Lexend"/>
                        <a:cs typeface="Lexend"/>
                        <a:sym typeface="Lexend"/>
                      </a:endParaRPr>
                    </a:p>
                    <a:p>
                      <a:pPr indent="0" lvl="0" marL="0" rtl="0" algn="l">
                        <a:spcBef>
                          <a:spcPts val="0"/>
                        </a:spcBef>
                        <a:spcAft>
                          <a:spcPts val="0"/>
                        </a:spcAft>
                        <a:buNone/>
                      </a:pPr>
                      <a:r>
                        <a:rPr lang="en-GB" sz="1700">
                          <a:latin typeface="Lexend"/>
                          <a:ea typeface="Lexend"/>
                          <a:cs typeface="Lexend"/>
                          <a:sym typeface="Lexend"/>
                        </a:rPr>
                        <a:t> streets (requires average of </a:t>
                      </a:r>
                      <a:endParaRPr sz="1700">
                        <a:latin typeface="Lexend"/>
                        <a:ea typeface="Lexend"/>
                        <a:cs typeface="Lexend"/>
                        <a:sym typeface="Lexend"/>
                      </a:endParaRPr>
                    </a:p>
                    <a:p>
                      <a:pPr indent="0" lvl="0" marL="0" rtl="0" algn="l">
                        <a:spcBef>
                          <a:spcPts val="0"/>
                        </a:spcBef>
                        <a:spcAft>
                          <a:spcPts val="0"/>
                        </a:spcAft>
                        <a:buNone/>
                      </a:pPr>
                      <a:r>
                        <a:rPr lang="en-GB" sz="1700">
                          <a:latin typeface="Lexend"/>
                          <a:ea typeface="Lexend"/>
                          <a:cs typeface="Lexend"/>
                          <a:sym typeface="Lexend"/>
                        </a:rPr>
                        <a:t> 3.5 hours of daily sunshine)</a:t>
                      </a:r>
                      <a:endParaRPr sz="1700">
                        <a:latin typeface="Lexend"/>
                        <a:ea typeface="Lexend"/>
                        <a:cs typeface="Lexend"/>
                        <a:sym typeface="Lexend"/>
                      </a:endParaRPr>
                    </a:p>
                  </a:txBody>
                  <a:tcPr marT="0" marB="0" marR="0" marL="0" anchor="ctr"/>
                </a:tc>
                <a:tc>
                  <a:txBody>
                    <a:bodyPr/>
                    <a:lstStyle/>
                    <a:p>
                      <a:pPr indent="0" lvl="0" marL="0" rtl="0" algn="ctr">
                        <a:spcBef>
                          <a:spcPts val="0"/>
                        </a:spcBef>
                        <a:spcAft>
                          <a:spcPts val="0"/>
                        </a:spcAft>
                        <a:buNone/>
                      </a:pPr>
                      <a:r>
                        <a:rPr lang="en-GB" sz="1700">
                          <a:solidFill>
                            <a:schemeClr val="dk1"/>
                          </a:solidFill>
                          <a:latin typeface="Lexend"/>
                          <a:ea typeface="Lexend"/>
                          <a:cs typeface="Lexend"/>
                          <a:sym typeface="Lexend"/>
                        </a:rPr>
                        <a:t>£17 000 per km²</a:t>
                      </a:r>
                      <a:endParaRPr sz="1700">
                        <a:latin typeface="Lexend"/>
                        <a:ea typeface="Lexend"/>
                        <a:cs typeface="Lexend"/>
                        <a:sym typeface="Lexend"/>
                      </a:endParaRPr>
                    </a:p>
                  </a:txBody>
                  <a:tcPr marT="0" marB="0" marR="0" marL="0" anchor="ctr"/>
                </a:tc>
              </a:tr>
              <a:tr h="275375">
                <a:tc>
                  <a:txBody>
                    <a:bodyPr/>
                    <a:lstStyle/>
                    <a:p>
                      <a:pPr indent="0" lvl="0" marL="0" rtl="0" algn="l">
                        <a:spcBef>
                          <a:spcPts val="0"/>
                        </a:spcBef>
                        <a:spcAft>
                          <a:spcPts val="0"/>
                        </a:spcAft>
                        <a:buNone/>
                      </a:pPr>
                      <a:r>
                        <a:rPr lang="en-GB" sz="1700">
                          <a:latin typeface="Lexend"/>
                          <a:ea typeface="Lexend"/>
                          <a:cs typeface="Lexend"/>
                          <a:sym typeface="Lexend"/>
                        </a:rPr>
                        <a:t> cycle lanes (suggested only if </a:t>
                      </a:r>
                      <a:endParaRPr sz="1700">
                        <a:latin typeface="Lexend"/>
                        <a:ea typeface="Lexend"/>
                        <a:cs typeface="Lexend"/>
                        <a:sym typeface="Lexend"/>
                      </a:endParaRPr>
                    </a:p>
                    <a:p>
                      <a:pPr indent="0" lvl="0" marL="0" rtl="0" algn="l">
                        <a:spcBef>
                          <a:spcPts val="0"/>
                        </a:spcBef>
                        <a:spcAft>
                          <a:spcPts val="0"/>
                        </a:spcAft>
                        <a:buNone/>
                      </a:pPr>
                      <a:r>
                        <a:rPr lang="en-GB" sz="1700">
                          <a:latin typeface="Lexend"/>
                          <a:ea typeface="Lexend"/>
                          <a:cs typeface="Lexend"/>
                          <a:sym typeface="Lexend"/>
                        </a:rPr>
                        <a:t> transport carbon emissions </a:t>
                      </a:r>
                      <a:endParaRPr sz="1700">
                        <a:latin typeface="Lexend"/>
                        <a:ea typeface="Lexend"/>
                        <a:cs typeface="Lexend"/>
                        <a:sym typeface="Lexend"/>
                      </a:endParaRPr>
                    </a:p>
                    <a:p>
                      <a:pPr indent="0" lvl="0" marL="0" rtl="0" algn="l">
                        <a:spcBef>
                          <a:spcPts val="0"/>
                        </a:spcBef>
                        <a:spcAft>
                          <a:spcPts val="0"/>
                        </a:spcAft>
                        <a:buNone/>
                      </a:pPr>
                      <a:r>
                        <a:rPr lang="en-GB" sz="1700">
                          <a:latin typeface="Lexend"/>
                          <a:ea typeface="Lexend"/>
                          <a:cs typeface="Lexend"/>
                          <a:sym typeface="Lexend"/>
                        </a:rPr>
                        <a:t> per person are over 0.004 kt)</a:t>
                      </a:r>
                      <a:endParaRPr sz="1700">
                        <a:latin typeface="Lexend"/>
                        <a:ea typeface="Lexend"/>
                        <a:cs typeface="Lexend"/>
                        <a:sym typeface="Lexend"/>
                      </a:endParaRPr>
                    </a:p>
                  </a:txBody>
                  <a:tcPr marT="0" marB="0" marR="0" marL="0" anchor="ctr"/>
                </a:tc>
                <a:tc>
                  <a:txBody>
                    <a:bodyPr/>
                    <a:lstStyle/>
                    <a:p>
                      <a:pPr indent="0" lvl="0" marL="0" rtl="0" algn="ctr">
                        <a:spcBef>
                          <a:spcPts val="0"/>
                        </a:spcBef>
                        <a:spcAft>
                          <a:spcPts val="0"/>
                        </a:spcAft>
                        <a:buNone/>
                      </a:pPr>
                      <a:r>
                        <a:rPr lang="en-GB" sz="1700">
                          <a:latin typeface="Lexend"/>
                          <a:ea typeface="Lexend"/>
                          <a:cs typeface="Lexend"/>
                          <a:sym typeface="Lexend"/>
                        </a:rPr>
                        <a:t>£4 100 000</a:t>
                      </a:r>
                      <a:endParaRPr sz="1700">
                        <a:latin typeface="Lexend"/>
                        <a:ea typeface="Lexend"/>
                        <a:cs typeface="Lexend"/>
                        <a:sym typeface="Lexend"/>
                      </a:endParaRPr>
                    </a:p>
                  </a:txBody>
                  <a:tcPr marT="0" marB="0" marR="0" marL="0" anchor="ctr"/>
                </a:tc>
              </a:tr>
              <a:tr h="275375">
                <a:tc>
                  <a:txBody>
                    <a:bodyPr/>
                    <a:lstStyle/>
                    <a:p>
                      <a:pPr indent="0" lvl="0" marL="0" rtl="0" algn="l">
                        <a:spcBef>
                          <a:spcPts val="0"/>
                        </a:spcBef>
                        <a:spcAft>
                          <a:spcPts val="0"/>
                        </a:spcAft>
                        <a:buNone/>
                      </a:pPr>
                      <a:r>
                        <a:rPr lang="en-GB" sz="1700">
                          <a:latin typeface="Lexend"/>
                          <a:ea typeface="Lexend"/>
                          <a:cs typeface="Lexend"/>
                          <a:sym typeface="Lexend"/>
                        </a:rPr>
                        <a:t> urban park renewal (requires </a:t>
                      </a:r>
                      <a:endParaRPr sz="1700">
                        <a:latin typeface="Lexend"/>
                        <a:ea typeface="Lexend"/>
                        <a:cs typeface="Lexend"/>
                        <a:sym typeface="Lexend"/>
                      </a:endParaRPr>
                    </a:p>
                    <a:p>
                      <a:pPr indent="0" lvl="0" marL="0" rtl="0" algn="l">
                        <a:spcBef>
                          <a:spcPts val="0"/>
                        </a:spcBef>
                        <a:spcAft>
                          <a:spcPts val="0"/>
                        </a:spcAft>
                        <a:buNone/>
                      </a:pPr>
                      <a:r>
                        <a:rPr lang="en-GB" sz="1700">
                          <a:latin typeface="Lexend"/>
                          <a:ea typeface="Lexend"/>
                          <a:cs typeface="Lexend"/>
                          <a:sym typeface="Lexend"/>
                        </a:rPr>
                        <a:t> 25% of city area to be available)</a:t>
                      </a:r>
                      <a:endParaRPr sz="1700">
                        <a:latin typeface="Lexend"/>
                        <a:ea typeface="Lexend"/>
                        <a:cs typeface="Lexend"/>
                        <a:sym typeface="Lexend"/>
                      </a:endParaRPr>
                    </a:p>
                  </a:txBody>
                  <a:tcPr marT="0" marB="0" marR="0" marL="0" anchor="ctr"/>
                </a:tc>
                <a:tc>
                  <a:txBody>
                    <a:bodyPr/>
                    <a:lstStyle/>
                    <a:p>
                      <a:pPr indent="0" lvl="0" marL="0" rtl="0" algn="ctr">
                        <a:spcBef>
                          <a:spcPts val="0"/>
                        </a:spcBef>
                        <a:spcAft>
                          <a:spcPts val="0"/>
                        </a:spcAft>
                        <a:buNone/>
                      </a:pPr>
                      <a:r>
                        <a:rPr lang="en-GB" sz="1700">
                          <a:latin typeface="Lexend"/>
                          <a:ea typeface="Lexend"/>
                          <a:cs typeface="Lexend"/>
                          <a:sym typeface="Lexend"/>
                        </a:rPr>
                        <a:t>£35 000 per km²</a:t>
                      </a:r>
                      <a:endParaRPr sz="1700">
                        <a:latin typeface="Lexend"/>
                        <a:ea typeface="Lexend"/>
                        <a:cs typeface="Lexend"/>
                        <a:sym typeface="Lexend"/>
                      </a:endParaRPr>
                    </a:p>
                  </a:txBody>
                  <a:tcPr marT="0" marB="0" marR="0" marL="0" anchor="ctr"/>
                </a:tc>
              </a:tr>
              <a:tr h="550775">
                <a:tc>
                  <a:txBody>
                    <a:bodyPr/>
                    <a:lstStyle/>
                    <a:p>
                      <a:pPr indent="0" lvl="0" marL="0" rtl="0" algn="l">
                        <a:spcBef>
                          <a:spcPts val="0"/>
                        </a:spcBef>
                        <a:spcAft>
                          <a:spcPts val="0"/>
                        </a:spcAft>
                        <a:buNone/>
                      </a:pPr>
                      <a:r>
                        <a:rPr lang="en-GB" sz="1700">
                          <a:latin typeface="Lexend"/>
                          <a:ea typeface="Lexend"/>
                          <a:cs typeface="Lexend"/>
                          <a:sym typeface="Lexend"/>
                        </a:rPr>
                        <a:t> electric, zero-emission buses </a:t>
                      </a:r>
                      <a:endParaRPr sz="1700">
                        <a:latin typeface="Lexend"/>
                        <a:ea typeface="Lexend"/>
                        <a:cs typeface="Lexend"/>
                        <a:sym typeface="Lexend"/>
                      </a:endParaRPr>
                    </a:p>
                    <a:p>
                      <a:pPr indent="0" lvl="0" marL="0" rtl="0" algn="l">
                        <a:spcBef>
                          <a:spcPts val="0"/>
                        </a:spcBef>
                        <a:spcAft>
                          <a:spcPts val="0"/>
                        </a:spcAft>
                        <a:buNone/>
                      </a:pPr>
                      <a:r>
                        <a:rPr lang="en-GB" sz="1700">
                          <a:latin typeface="Lexend"/>
                          <a:ea typeface="Lexend"/>
                          <a:cs typeface="Lexend"/>
                          <a:sym typeface="Lexend"/>
                        </a:rPr>
                        <a:t> (area of 200 m² required per bus)</a:t>
                      </a:r>
                      <a:endParaRPr sz="1700">
                        <a:latin typeface="Lexend"/>
                        <a:ea typeface="Lexend"/>
                        <a:cs typeface="Lexend"/>
                        <a:sym typeface="Lexend"/>
                      </a:endParaRPr>
                    </a:p>
                  </a:txBody>
                  <a:tcPr marT="0" marB="0" marR="0" marL="0" anchor="ctr"/>
                </a:tc>
                <a:tc>
                  <a:txBody>
                    <a:bodyPr/>
                    <a:lstStyle/>
                    <a:p>
                      <a:pPr indent="0" lvl="0" marL="0" rtl="0" algn="ctr">
                        <a:spcBef>
                          <a:spcPts val="0"/>
                        </a:spcBef>
                        <a:spcAft>
                          <a:spcPts val="0"/>
                        </a:spcAft>
                        <a:buNone/>
                      </a:pPr>
                      <a:r>
                        <a:rPr lang="en-GB" sz="1700">
                          <a:latin typeface="Lexend"/>
                          <a:ea typeface="Lexend"/>
                          <a:cs typeface="Lexend"/>
                          <a:sym typeface="Lexend"/>
                        </a:rPr>
                        <a:t>£320 000 per bus</a:t>
                      </a:r>
                      <a:endParaRPr sz="1700">
                        <a:latin typeface="Lexend"/>
                        <a:ea typeface="Lexend"/>
                        <a:cs typeface="Lexend"/>
                        <a:sym typeface="Lexend"/>
                      </a:endParaRPr>
                    </a:p>
                  </a:txBody>
                  <a:tcPr marT="0" marB="0" marR="0" marL="0" anchor="ctr"/>
                </a:tc>
              </a:tr>
            </a:tbl>
          </a:graphicData>
        </a:graphic>
      </p:graphicFrame>
      <p:sp>
        <p:nvSpPr>
          <p:cNvPr id="1230" name="Google Shape;1230;p107"/>
          <p:cNvSpPr txBox="1"/>
          <p:nvPr/>
        </p:nvSpPr>
        <p:spPr>
          <a:xfrm>
            <a:off x="324000" y="648178"/>
            <a:ext cx="8496000" cy="523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700">
                <a:solidFill>
                  <a:schemeClr val="dk1"/>
                </a:solidFill>
                <a:latin typeface="Lexend"/>
                <a:ea typeface="Lexend"/>
                <a:cs typeface="Lexend"/>
                <a:sym typeface="Lexend"/>
              </a:rPr>
              <a:t>1) The </a:t>
            </a:r>
            <a:r>
              <a:rPr b="1" lang="en-GB" sz="1700">
                <a:solidFill>
                  <a:schemeClr val="dk1"/>
                </a:solidFill>
                <a:latin typeface="Lexend"/>
                <a:ea typeface="Lexend"/>
                <a:cs typeface="Lexend"/>
                <a:sym typeface="Lexend"/>
              </a:rPr>
              <a:t>urban </a:t>
            </a:r>
            <a:r>
              <a:rPr lang="en-GB" sz="1700">
                <a:solidFill>
                  <a:schemeClr val="dk1"/>
                </a:solidFill>
                <a:latin typeface="Lexend"/>
                <a:ea typeface="Lexend"/>
                <a:cs typeface="Lexend"/>
                <a:sym typeface="Lexend"/>
              </a:rPr>
              <a:t>city of Oakfield has been given £ 10 000 000 of funding to start an </a:t>
            </a:r>
            <a:r>
              <a:rPr b="1" lang="en-GB" sz="1700">
                <a:solidFill>
                  <a:schemeClr val="dk1"/>
                </a:solidFill>
                <a:latin typeface="Lexend"/>
                <a:ea typeface="Lexend"/>
                <a:cs typeface="Lexend"/>
                <a:sym typeface="Lexend"/>
              </a:rPr>
              <a:t>urban </a:t>
            </a:r>
            <a:r>
              <a:rPr lang="en-GB" sz="1700">
                <a:solidFill>
                  <a:schemeClr val="dk1"/>
                </a:solidFill>
                <a:latin typeface="Lexend"/>
                <a:ea typeface="Lexend"/>
                <a:cs typeface="Lexend"/>
                <a:sym typeface="Lexend"/>
              </a:rPr>
              <a:t>greening initiative.</a:t>
            </a:r>
            <a:endParaRPr sz="1700">
              <a:solidFill>
                <a:schemeClr val="dk1"/>
              </a:solidFill>
              <a:latin typeface="Lexend"/>
              <a:ea typeface="Lexend"/>
              <a:cs typeface="Lexend"/>
              <a:sym typeface="Lexend"/>
            </a:endParaRPr>
          </a:p>
        </p:txBody>
      </p:sp>
      <p:graphicFrame>
        <p:nvGraphicFramePr>
          <p:cNvPr id="1231" name="Google Shape;1231;p107"/>
          <p:cNvGraphicFramePr/>
          <p:nvPr/>
        </p:nvGraphicFramePr>
        <p:xfrm>
          <a:off x="5038875" y="2148125"/>
          <a:ext cx="3000000" cy="3000000"/>
        </p:xfrm>
        <a:graphic>
          <a:graphicData uri="http://schemas.openxmlformats.org/drawingml/2006/table">
            <a:tbl>
              <a:tblPr>
                <a:noFill/>
                <a:tableStyleId>{69C3366F-6BBF-4AEC-BD01-B87E98C36D89}</a:tableStyleId>
              </a:tblPr>
              <a:tblGrid>
                <a:gridCol w="3295725"/>
              </a:tblGrid>
              <a:tr h="777225">
                <a:tc>
                  <a:txBody>
                    <a:bodyPr/>
                    <a:lstStyle/>
                    <a:p>
                      <a:pPr indent="0" lvl="0" marL="0" rtl="0" algn="l">
                        <a:spcBef>
                          <a:spcPts val="0"/>
                        </a:spcBef>
                        <a:spcAft>
                          <a:spcPts val="0"/>
                        </a:spcAft>
                        <a:buNone/>
                      </a:pPr>
                      <a:r>
                        <a:rPr lang="en-GB" sz="1800">
                          <a:latin typeface="Kalam"/>
                          <a:ea typeface="Kalam"/>
                          <a:cs typeface="Kalam"/>
                          <a:sym typeface="Kalam"/>
                        </a:rPr>
                        <a:t>Cost for whole city</a:t>
                      </a:r>
                      <a:endParaRPr sz="1800">
                        <a:latin typeface="Kalam"/>
                        <a:ea typeface="Kalam"/>
                        <a:cs typeface="Kalam"/>
                        <a:sym typeface="Kalam"/>
                      </a:endParaRPr>
                    </a:p>
                    <a:p>
                      <a:pPr indent="0" lvl="0" marL="0" rtl="0" algn="l">
                        <a:spcBef>
                          <a:spcPts val="0"/>
                        </a:spcBef>
                        <a:spcAft>
                          <a:spcPts val="0"/>
                        </a:spcAft>
                        <a:buNone/>
                      </a:pPr>
                      <a:r>
                        <a:rPr lang="en-GB" sz="1800">
                          <a:latin typeface="Kalam"/>
                          <a:ea typeface="Kalam"/>
                          <a:cs typeface="Kalam"/>
                          <a:sym typeface="Kalam"/>
                        </a:rPr>
                        <a:t>£1 666 000.</a:t>
                      </a:r>
                      <a:endParaRPr sz="1800">
                        <a:latin typeface="Kalam"/>
                        <a:ea typeface="Kalam"/>
                        <a:cs typeface="Kalam"/>
                        <a:sym typeface="Kalam"/>
                      </a:endParaRPr>
                    </a:p>
                  </a:txBody>
                  <a:tcPr marT="0" marB="0" marR="0" marL="36000" anchor="ctr"/>
                </a:tc>
              </a:tr>
              <a:tr h="777225">
                <a:tc>
                  <a:txBody>
                    <a:bodyPr/>
                    <a:lstStyle/>
                    <a:p>
                      <a:pPr indent="0" lvl="0" marL="0" rtl="0" algn="l">
                        <a:spcBef>
                          <a:spcPts val="0"/>
                        </a:spcBef>
                        <a:spcAft>
                          <a:spcPts val="0"/>
                        </a:spcAft>
                        <a:buNone/>
                      </a:pPr>
                      <a:r>
                        <a:rPr lang="en-GB" sz="1800">
                          <a:latin typeface="Kalam"/>
                          <a:ea typeface="Kalam"/>
                          <a:cs typeface="Kalam"/>
                          <a:sym typeface="Kalam"/>
                        </a:rPr>
                        <a:t>Fixed £4 100 000.</a:t>
                      </a:r>
                      <a:endParaRPr sz="1800">
                        <a:latin typeface="Kalam"/>
                        <a:ea typeface="Kalam"/>
                        <a:cs typeface="Kalam"/>
                        <a:sym typeface="Kalam"/>
                      </a:endParaRPr>
                    </a:p>
                  </a:txBody>
                  <a:tcPr marT="0" marB="0" marR="0" marL="36000" anchor="ctr"/>
                </a:tc>
              </a:tr>
              <a:tr h="518150">
                <a:tc>
                  <a:txBody>
                    <a:bodyPr/>
                    <a:lstStyle/>
                    <a:p>
                      <a:pPr indent="0" lvl="0" marL="0" rtl="0" algn="l">
                        <a:spcBef>
                          <a:spcPts val="0"/>
                        </a:spcBef>
                        <a:spcAft>
                          <a:spcPts val="0"/>
                        </a:spcAft>
                        <a:buNone/>
                      </a:pPr>
                      <a:r>
                        <a:t/>
                      </a:r>
                      <a:endParaRPr sz="1800">
                        <a:latin typeface="Kalam"/>
                        <a:ea typeface="Kalam"/>
                        <a:cs typeface="Kalam"/>
                        <a:sym typeface="Kalam"/>
                      </a:endParaRPr>
                    </a:p>
                  </a:txBody>
                  <a:tcPr marT="0" marB="0" marR="0" marL="36000" anchor="ctr"/>
                </a:tc>
              </a:tr>
              <a:tr h="462800">
                <a:tc>
                  <a:txBody>
                    <a:bodyPr/>
                    <a:lstStyle/>
                    <a:p>
                      <a:pPr indent="0" lvl="0" marL="0" rtl="0" algn="l">
                        <a:spcBef>
                          <a:spcPts val="0"/>
                        </a:spcBef>
                        <a:spcAft>
                          <a:spcPts val="0"/>
                        </a:spcAft>
                        <a:buNone/>
                      </a:pPr>
                      <a:r>
                        <a:rPr lang="en-GB" sz="1800">
                          <a:latin typeface="Kalam"/>
                          <a:ea typeface="Kalam"/>
                          <a:cs typeface="Kalam"/>
                          <a:sym typeface="Kalam"/>
                        </a:rPr>
                        <a:t>Cost for all 37 buses is                £11 840 000.</a:t>
                      </a:r>
                      <a:endParaRPr sz="1800">
                        <a:latin typeface="Kalam"/>
                        <a:ea typeface="Kalam"/>
                        <a:cs typeface="Kalam"/>
                        <a:sym typeface="Kalam"/>
                      </a:endParaRPr>
                    </a:p>
                  </a:txBody>
                  <a:tcPr marT="0" marB="0" marR="0" marL="36000" anchor="ctr"/>
                </a:tc>
              </a:tr>
            </a:tbl>
          </a:graphicData>
        </a:graphic>
      </p:graphicFrame>
      <p:pic>
        <p:nvPicPr>
          <p:cNvPr id="1232" name="Google Shape;1232;p107"/>
          <p:cNvPicPr preferRelativeResize="0"/>
          <p:nvPr/>
        </p:nvPicPr>
        <p:blipFill>
          <a:blip r:embed="rId3">
            <a:alphaModFix/>
          </a:blip>
          <a:stretch>
            <a:fillRect/>
          </a:stretch>
        </p:blipFill>
        <p:spPr>
          <a:xfrm>
            <a:off x="5086288" y="3753592"/>
            <a:ext cx="396000" cy="419760"/>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6" name="Shape 1236"/>
        <p:cNvGrpSpPr/>
        <p:nvPr/>
      </p:nvGrpSpPr>
      <p:grpSpPr>
        <a:xfrm>
          <a:off x="0" y="0"/>
          <a:ext cx="0" cy="0"/>
          <a:chOff x="0" y="0"/>
          <a:chExt cx="0" cy="0"/>
        </a:xfrm>
      </p:grpSpPr>
      <p:sp>
        <p:nvSpPr>
          <p:cNvPr id="1237" name="Google Shape;1237;p108"/>
          <p:cNvSpPr txBox="1"/>
          <p:nvPr/>
        </p:nvSpPr>
        <p:spPr>
          <a:xfrm>
            <a:off x="699150" y="1397100"/>
            <a:ext cx="8121000" cy="2462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000">
                <a:solidFill>
                  <a:schemeClr val="dk1"/>
                </a:solidFill>
                <a:latin typeface="Kalam"/>
                <a:ea typeface="Kalam"/>
                <a:cs typeface="Kalam"/>
                <a:sym typeface="Kalam"/>
              </a:rPr>
              <a:t>A large assumption is that the entire area of Oakfield is “street” that can have trees planted on them.</a:t>
            </a:r>
            <a:endParaRPr sz="2000">
              <a:solidFill>
                <a:schemeClr val="dk1"/>
              </a:solidFill>
              <a:latin typeface="Kalam"/>
              <a:ea typeface="Kalam"/>
              <a:cs typeface="Kalam"/>
              <a:sym typeface="Kalam"/>
            </a:endParaRPr>
          </a:p>
          <a:p>
            <a:pPr indent="0" lvl="0" marL="0" rtl="0" algn="l">
              <a:spcBef>
                <a:spcPts val="0"/>
              </a:spcBef>
              <a:spcAft>
                <a:spcPts val="0"/>
              </a:spcAft>
              <a:buNone/>
            </a:pPr>
            <a:r>
              <a:rPr lang="en-GB" sz="2000">
                <a:solidFill>
                  <a:schemeClr val="dk1"/>
                </a:solidFill>
                <a:latin typeface="Kalam"/>
                <a:ea typeface="Kalam"/>
                <a:cs typeface="Kalam"/>
                <a:sym typeface="Kalam"/>
              </a:rPr>
              <a:t>In reality, the area of Oakfield that is “street” might be a lot less than 98 km², since a lot of the land will either be buildings or roads.</a:t>
            </a:r>
            <a:endParaRPr sz="2000">
              <a:solidFill>
                <a:schemeClr val="dk1"/>
              </a:solidFill>
              <a:latin typeface="Kalam"/>
              <a:ea typeface="Kalam"/>
              <a:cs typeface="Kalam"/>
              <a:sym typeface="Kalam"/>
            </a:endParaRPr>
          </a:p>
          <a:p>
            <a:pPr indent="0" lvl="0" marL="0" rtl="0" algn="l">
              <a:spcBef>
                <a:spcPts val="0"/>
              </a:spcBef>
              <a:spcAft>
                <a:spcPts val="0"/>
              </a:spcAft>
              <a:buNone/>
            </a:pPr>
            <a:r>
              <a:t/>
            </a:r>
            <a:endParaRPr sz="2000">
              <a:solidFill>
                <a:schemeClr val="dk1"/>
              </a:solidFill>
              <a:latin typeface="Kalam"/>
              <a:ea typeface="Kalam"/>
              <a:cs typeface="Kalam"/>
              <a:sym typeface="Kalam"/>
            </a:endParaRPr>
          </a:p>
          <a:p>
            <a:pPr indent="0" lvl="0" marL="0" rtl="0" algn="l">
              <a:spcBef>
                <a:spcPts val="0"/>
              </a:spcBef>
              <a:spcAft>
                <a:spcPts val="0"/>
              </a:spcAft>
              <a:buNone/>
            </a:pPr>
            <a:r>
              <a:rPr lang="en-GB" sz="2000">
                <a:solidFill>
                  <a:schemeClr val="dk1"/>
                </a:solidFill>
                <a:latin typeface="Kalam"/>
                <a:ea typeface="Kalam"/>
                <a:cs typeface="Kalam"/>
                <a:sym typeface="Kalam"/>
              </a:rPr>
              <a:t>Another assumption is that all the roads are wide enough, and off-road locations are safe and unobstructed enough, to have cycle lanes built on them.</a:t>
            </a:r>
            <a:endParaRPr sz="2000">
              <a:solidFill>
                <a:schemeClr val="dk1"/>
              </a:solidFill>
              <a:latin typeface="Kalam"/>
              <a:ea typeface="Kalam"/>
              <a:cs typeface="Kalam"/>
              <a:sym typeface="Kalam"/>
            </a:endParaRPr>
          </a:p>
        </p:txBody>
      </p:sp>
      <p:sp>
        <p:nvSpPr>
          <p:cNvPr id="1238" name="Google Shape;1238;p108"/>
          <p:cNvSpPr txBox="1"/>
          <p:nvPr/>
        </p:nvSpPr>
        <p:spPr>
          <a:xfrm>
            <a:off x="324000" y="648178"/>
            <a:ext cx="8496000" cy="523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700">
                <a:solidFill>
                  <a:schemeClr val="dk1"/>
                </a:solidFill>
                <a:latin typeface="Lexend"/>
                <a:ea typeface="Lexend"/>
                <a:cs typeface="Lexend"/>
                <a:sym typeface="Lexend"/>
              </a:rPr>
              <a:t>2) Discuss possible limitations of your proposed </a:t>
            </a:r>
            <a:r>
              <a:rPr b="1" lang="en-GB" sz="1700">
                <a:solidFill>
                  <a:schemeClr val="dk1"/>
                </a:solidFill>
                <a:latin typeface="Lexend"/>
                <a:ea typeface="Lexend"/>
                <a:cs typeface="Lexend"/>
                <a:sym typeface="Lexend"/>
              </a:rPr>
              <a:t>urban</a:t>
            </a:r>
            <a:r>
              <a:rPr lang="en-GB" sz="1700">
                <a:solidFill>
                  <a:schemeClr val="dk1"/>
                </a:solidFill>
                <a:latin typeface="Lexend"/>
                <a:ea typeface="Lexend"/>
                <a:cs typeface="Lexend"/>
                <a:sym typeface="Lexend"/>
              </a:rPr>
              <a:t> greening initiative in question 1.</a:t>
            </a:r>
            <a:endParaRPr sz="1700">
              <a:solidFill>
                <a:schemeClr val="dk1"/>
              </a:solidFill>
              <a:latin typeface="Lexend"/>
              <a:ea typeface="Lexend"/>
              <a:cs typeface="Lexend"/>
              <a:sym typeface="Lexend"/>
            </a:endParaRPr>
          </a:p>
        </p:txBody>
      </p:sp>
      <p:sp>
        <p:nvSpPr>
          <p:cNvPr id="1239" name="Google Shape;1239;p108"/>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The maths behind urban greening</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3" name="Shape 1243"/>
        <p:cNvGrpSpPr/>
        <p:nvPr/>
      </p:nvGrpSpPr>
      <p:grpSpPr>
        <a:xfrm>
          <a:off x="0" y="0"/>
          <a:ext cx="0" cy="0"/>
          <a:chOff x="0" y="0"/>
          <a:chExt cx="0" cy="0"/>
        </a:xfrm>
      </p:grpSpPr>
      <p:sp>
        <p:nvSpPr>
          <p:cNvPr id="1244" name="Google Shape;1244;p109"/>
          <p:cNvSpPr txBox="1"/>
          <p:nvPr/>
        </p:nvSpPr>
        <p:spPr>
          <a:xfrm>
            <a:off x="324000" y="779235"/>
            <a:ext cx="8496000" cy="463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latin typeface="Lexend"/>
                <a:ea typeface="Lexend"/>
                <a:cs typeface="Lexend"/>
                <a:sym typeface="Lexend"/>
              </a:rPr>
              <a:t>Urban</a:t>
            </a:r>
            <a:r>
              <a:rPr lang="en-GB" sz="1800">
                <a:latin typeface="Lexend"/>
                <a:ea typeface="Lexend"/>
                <a:cs typeface="Lexend"/>
                <a:sym typeface="Lexend"/>
              </a:rPr>
              <a:t> greening is the process of adding green parks, trees, cycle lanes, and other initiatives that improve the sustainability of a town or city, improve the mental wellbeing of its population, and offset / reduce its carbon footprint.</a:t>
            </a:r>
            <a:endParaRPr sz="1800">
              <a:latin typeface="Lexend"/>
              <a:ea typeface="Lexend"/>
              <a:cs typeface="Lexend"/>
              <a:sym typeface="Lexend"/>
            </a:endParaRPr>
          </a:p>
          <a:p>
            <a:pPr indent="0" lvl="0" marL="0" rtl="0" algn="l">
              <a:spcBef>
                <a:spcPts val="0"/>
              </a:spcBef>
              <a:spcAft>
                <a:spcPts val="0"/>
              </a:spcAft>
              <a:buNone/>
            </a:pPr>
            <a:r>
              <a:t/>
            </a:r>
            <a:endParaRPr sz="1800">
              <a:latin typeface="Lexend"/>
              <a:ea typeface="Lexend"/>
              <a:cs typeface="Lexend"/>
              <a:sym typeface="Lexend"/>
            </a:endParaRPr>
          </a:p>
          <a:p>
            <a:pPr indent="0" lvl="0" marL="0" rtl="0" algn="l">
              <a:spcBef>
                <a:spcPts val="0"/>
              </a:spcBef>
              <a:spcAft>
                <a:spcPts val="0"/>
              </a:spcAft>
              <a:buNone/>
            </a:pPr>
            <a:r>
              <a:rPr lang="en-GB" sz="1800">
                <a:latin typeface="Lexend"/>
                <a:ea typeface="Lexend"/>
                <a:cs typeface="Lexend"/>
                <a:sym typeface="Lexend"/>
              </a:rPr>
              <a:t>The impact of </a:t>
            </a:r>
            <a:r>
              <a:rPr b="1" lang="en-GB" sz="1800">
                <a:latin typeface="Lexend"/>
                <a:ea typeface="Lexend"/>
                <a:cs typeface="Lexend"/>
                <a:sym typeface="Lexend"/>
              </a:rPr>
              <a:t>urban</a:t>
            </a:r>
            <a:r>
              <a:rPr lang="en-GB" sz="1800">
                <a:latin typeface="Lexend"/>
                <a:ea typeface="Lexend"/>
                <a:cs typeface="Lexend"/>
                <a:sym typeface="Lexend"/>
              </a:rPr>
              <a:t> greening on reducing carbon emissions can be quantified.</a:t>
            </a:r>
            <a:endParaRPr sz="1800">
              <a:latin typeface="Lexend"/>
              <a:ea typeface="Lexend"/>
              <a:cs typeface="Lexend"/>
              <a:sym typeface="Lexend"/>
            </a:endParaRPr>
          </a:p>
          <a:p>
            <a:pPr indent="0" lvl="0" marL="0" rtl="0" algn="l">
              <a:spcBef>
                <a:spcPts val="0"/>
              </a:spcBef>
              <a:spcAft>
                <a:spcPts val="0"/>
              </a:spcAft>
              <a:buNone/>
            </a:pPr>
            <a:r>
              <a:t/>
            </a:r>
            <a:endParaRPr sz="1800">
              <a:latin typeface="Lexend"/>
              <a:ea typeface="Lexend"/>
              <a:cs typeface="Lexend"/>
              <a:sym typeface="Lexend"/>
            </a:endParaRPr>
          </a:p>
          <a:p>
            <a:pPr indent="0" lvl="0" marL="0" rtl="0" algn="l">
              <a:spcBef>
                <a:spcPts val="0"/>
              </a:spcBef>
              <a:spcAft>
                <a:spcPts val="0"/>
              </a:spcAft>
              <a:buNone/>
            </a:pPr>
            <a:r>
              <a:rPr lang="en-GB" sz="1800">
                <a:latin typeface="Lexend"/>
                <a:ea typeface="Lexend"/>
                <a:cs typeface="Lexend"/>
                <a:sym typeface="Lexend"/>
              </a:rPr>
              <a:t>Different </a:t>
            </a:r>
            <a:r>
              <a:rPr b="1" lang="en-GB" sz="1800">
                <a:latin typeface="Lexend"/>
                <a:ea typeface="Lexend"/>
                <a:cs typeface="Lexend"/>
                <a:sym typeface="Lexend"/>
              </a:rPr>
              <a:t>urban</a:t>
            </a:r>
            <a:r>
              <a:rPr lang="en-GB" sz="1800">
                <a:latin typeface="Lexend"/>
                <a:ea typeface="Lexend"/>
                <a:cs typeface="Lexend"/>
                <a:sym typeface="Lexend"/>
              </a:rPr>
              <a:t> greening initiatives will cost different amounts of money. Each initiative will be either viable or unviable, depending on the specific properties of each area.</a:t>
            </a:r>
            <a:endParaRPr sz="1800">
              <a:latin typeface="Lexend"/>
              <a:ea typeface="Lexend"/>
              <a:cs typeface="Lexend"/>
              <a:sym typeface="Lexend"/>
            </a:endParaRPr>
          </a:p>
        </p:txBody>
      </p:sp>
      <p:sp>
        <p:nvSpPr>
          <p:cNvPr id="1245" name="Google Shape;1245;p109"/>
          <p:cNvSpPr txBox="1"/>
          <p:nvPr>
            <p:ph type="title"/>
          </p:nvPr>
        </p:nvSpPr>
        <p:spPr>
          <a:xfrm>
            <a:off x="1684800" y="43825"/>
            <a:ext cx="57414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Making cities greener</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9" name="Shape 1249"/>
        <p:cNvGrpSpPr/>
        <p:nvPr/>
      </p:nvGrpSpPr>
      <p:grpSpPr>
        <a:xfrm>
          <a:off x="0" y="0"/>
          <a:ext cx="0" cy="0"/>
          <a:chOff x="0" y="0"/>
          <a:chExt cx="0" cy="0"/>
        </a:xfrm>
      </p:grpSpPr>
      <p:sp>
        <p:nvSpPr>
          <p:cNvPr id="1250" name="Google Shape;1250;p110"/>
          <p:cNvSpPr txBox="1"/>
          <p:nvPr>
            <p:ph idx="1" type="subTitle"/>
          </p:nvPr>
        </p:nvSpPr>
        <p:spPr>
          <a:xfrm>
            <a:off x="661775" y="1129425"/>
            <a:ext cx="7351200" cy="23580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 Oak National Academy 2024. </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Produced in partnership with Mathematics in Education and Industry. </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Licensed on the </a:t>
            </a:r>
            <a:r>
              <a:rPr lang="en-GB" u="sng">
                <a:solidFill>
                  <a:schemeClr val="hlink"/>
                </a:solidFill>
                <a:hlinkClick r:id="rId3"/>
              </a:rPr>
              <a:t>Open Government Licence v3.0</a:t>
            </a:r>
            <a:r>
              <a:rPr lang="en-GB"/>
              <a:t>, except where otherwise stated. See </a:t>
            </a:r>
            <a:r>
              <a:rPr lang="en-GB" u="sng">
                <a:solidFill>
                  <a:schemeClr val="accent2"/>
                </a:solidFill>
                <a:hlinkClick r:id="rId4">
                  <a:extLst>
                    <a:ext uri="{A12FA001-AC4F-418D-AE19-62706E023703}">
                      <ahyp:hlinkClr val="tx"/>
                    </a:ext>
                  </a:extLst>
                </a:hlinkClick>
              </a:rPr>
              <a:t>Oak terms and conditions</a:t>
            </a:r>
            <a:r>
              <a:rPr lang="en-GB"/>
              <a:t>.</a:t>
            </a:r>
            <a:endParaRPr/>
          </a:p>
        </p:txBody>
      </p:sp>
      <p:pic>
        <p:nvPicPr>
          <p:cNvPr id="1251" name="Google Shape;1251;p110"/>
          <p:cNvPicPr preferRelativeResize="0"/>
          <p:nvPr/>
        </p:nvPicPr>
        <p:blipFill>
          <a:blip r:embed="rId5">
            <a:alphaModFix/>
          </a:blip>
          <a:stretch>
            <a:fillRect/>
          </a:stretch>
        </p:blipFill>
        <p:spPr>
          <a:xfrm>
            <a:off x="7242100" y="3453600"/>
            <a:ext cx="652800" cy="3264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ak theme - September 2023">
  <a:themeElements>
    <a:clrScheme name="Simple Light">
      <a:dk1>
        <a:srgbClr val="000000"/>
      </a:dk1>
      <a:lt1>
        <a:srgbClr val="FFFFFF"/>
      </a:lt1>
      <a:dk2>
        <a:srgbClr val="808080"/>
      </a:dk2>
      <a:lt2>
        <a:srgbClr val="F0F0F0"/>
      </a:lt2>
      <a:accent1>
        <a:srgbClr val="BEF2BD"/>
      </a:accent1>
      <a:accent2>
        <a:srgbClr val="374CF1"/>
      </a:accent2>
      <a:accent3>
        <a:srgbClr val="D02AA7"/>
      </a:accent3>
      <a:accent4>
        <a:srgbClr val="845AD9"/>
      </a:accent4>
      <a:accent5>
        <a:srgbClr val="037B7D"/>
      </a:accent5>
      <a:accent6>
        <a:srgbClr val="C63D01"/>
      </a:accent6>
      <a:hlink>
        <a:srgbClr val="374CF1"/>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