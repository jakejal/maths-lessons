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819BBF-A395-4352-B00D-4E2A6A10F06C}">
  <a:tblStyle styleId="{83819BBF-A395-4352-B00D-4E2A6A10F0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cities greener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The importance of urban greening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876800"/>
            <a:ext cx="66240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Imagine you were the mayor of a medium-sized city, and were given the task of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adding two different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urban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greening strategies of your choice to the city.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two strategies do you think would be the most cost effective to implement?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Explain why.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Which two strategies do you think would be most effective at improving the well-being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of the population of the city? Explain why.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two strategies do you think would be most effective at improving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sustainability of the city? Explain why.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Note: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can use the same strategy for more than one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76400" y="8430000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Several old cities in the UK have tried to implement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urban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greening strategies, but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have struggled to do so. Give one possible reason why.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" name="Google Shape;107;p12"/>
          <p:cNvCxnSpPr/>
          <p:nvPr/>
        </p:nvCxnSpPr>
        <p:spPr>
          <a:xfrm>
            <a:off x="482701" y="9954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cities greener</a:t>
            </a:r>
            <a:endParaRPr/>
          </a:p>
        </p:txBody>
      </p:sp>
      <p:sp>
        <p:nvSpPr>
          <p:cNvPr id="114" name="Google Shape;11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491525" y="5730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The maths behind urban greening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" name="Google Shape;117;p13"/>
          <p:cNvGraphicFramePr/>
          <p:nvPr/>
        </p:nvGraphicFramePr>
        <p:xfrm>
          <a:off x="660825" y="1658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{83819BBF-A395-4352-B00D-4E2A6A10F06C}</a:tableStyleId>
              </a:tblPr>
              <a:tblGrid>
                <a:gridCol w="1547250"/>
                <a:gridCol w="947900"/>
              </a:tblGrid>
              <a:tr h="4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transport carbon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emissions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461.3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kt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population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102 504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total area of city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 km²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 available for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renewal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 km²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 of bus depot.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7500 m²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yearly total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sunshine hours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1356 hours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3"/>
          <p:cNvSpPr txBox="1"/>
          <p:nvPr/>
        </p:nvSpPr>
        <p:spPr>
          <a:xfrm>
            <a:off x="476400" y="1105375"/>
            <a:ext cx="66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urban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city of Oakfield has been given £ 10 000 000 of funding to start an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urban </a:t>
            </a:r>
            <a:b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greening initiative.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" name="Google Shape;119;p13"/>
          <p:cNvGraphicFramePr/>
          <p:nvPr/>
        </p:nvGraphicFramePr>
        <p:xfrm>
          <a:off x="3475508" y="1658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{83819BBF-A395-4352-B00D-4E2A6A10F06C}</a:tableStyleId>
              </a:tblPr>
              <a:tblGrid>
                <a:gridCol w="2628800"/>
                <a:gridCol w="972700"/>
              </a:tblGrid>
              <a:tr h="59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planting trees along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streets (requires average of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3.5 hours of daily sunshine)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£17 000 </a:t>
                      </a:r>
                      <a:b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 km²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cycle lanes (suggested only if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transport carbon emissions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 person are over 0.004 kt)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£4 100 000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urban park renewal (requires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25% of city area to be available)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£35 000 </a:t>
                      </a:r>
                      <a:b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 km²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electric, zero-emission buses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(area of 200 m² required per bus)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£320 000 </a:t>
                      </a:r>
                      <a:b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 bus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3"/>
          <p:cNvSpPr txBox="1"/>
          <p:nvPr/>
        </p:nvSpPr>
        <p:spPr>
          <a:xfrm>
            <a:off x="628800" y="4077175"/>
            <a:ext cx="644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tables of information about Oakfield and the cost of each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urban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greening strategy, recommend a set of effective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urban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greening strategies (and how much of the city it will apply to) that Oakfield can afford to implement.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76400" y="8496775"/>
            <a:ext cx="66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Discuss possible limitations of your proposed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urban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greening initiative in question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