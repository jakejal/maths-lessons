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8D65BC-6DF3-4091-B426-B4B66E777932}">
  <a:tblStyle styleId="{2C8D65BC-6DF3-4091-B426-B4B66E7779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Solar power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1" y="13350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the cost of electricity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76400" y="1749900"/>
            <a:ext cx="6624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house with 4 or more bedrooms consumes an average of 11.8 kWh of electricity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per day.  In 2024, the average cost of electricity in the UK could be calculated as: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24.5 p per kWh consumed + 60 p daily standing charge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76400" y="2588100"/>
            <a:ext cx="6610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much electricity would this house consume per year?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476400" y="3146900"/>
            <a:ext cx="6610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would be the daily cost of electricity for this house?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2"/>
          <p:cNvSpPr txBox="1"/>
          <p:nvPr/>
        </p:nvSpPr>
        <p:spPr>
          <a:xfrm>
            <a:off x="476400" y="3705700"/>
            <a:ext cx="6610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What would be the monthly cost of electricity for this house (based on 30.5 days)?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>
            <a:off x="476400" y="4264500"/>
            <a:ext cx="66105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What would be the annual cost of electricity for this house?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" name="Google Shape;110;p12"/>
          <p:cNvCxnSpPr/>
          <p:nvPr/>
        </p:nvCxnSpPr>
        <p:spPr>
          <a:xfrm>
            <a:off x="482701" y="4894209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2"/>
          <p:cNvSpPr/>
          <p:nvPr/>
        </p:nvSpPr>
        <p:spPr>
          <a:xfrm>
            <a:off x="656725" y="7863500"/>
            <a:ext cx="2763300" cy="113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1668975" y="7902871"/>
            <a:ext cx="103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= PH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793371" y="8139818"/>
            <a:ext cx="2585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electricity produced (kWh)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796136" y="8443618"/>
            <a:ext cx="2369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power rating of panel (kW)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12"/>
          <p:cNvSpPr txBox="1"/>
          <p:nvPr/>
        </p:nvSpPr>
        <p:spPr>
          <a:xfrm>
            <a:off x="777324" y="8747417"/>
            <a:ext cx="26229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amount of peak sunlight (h)</a:t>
            </a:r>
            <a:endParaRPr sz="1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2"/>
          <p:cNvSpPr txBox="1"/>
          <p:nvPr/>
        </p:nvSpPr>
        <p:spPr>
          <a:xfrm>
            <a:off x="476400" y="5377275"/>
            <a:ext cx="6610500" cy="23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house consumes an average of 11.8 kWh of electricity per day.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cost of obtaining electricity from a supplier company can be calculated using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following formula: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cost = 24.5 p per kWh consumed + 60 p daily standing charge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owners install 8 solar panels, each with a power rating of 380 watts.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panels get 4.5 hours of peak sunlight per day, on average.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performance of the panels is reduced by 25% due to factors such as shade.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How much money do the occupants save each year on their electricity bills by 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having solar panels?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468001" y="49164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possible savings with solar panels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" name="Google Shape;118;p12"/>
          <p:cNvCxnSpPr/>
          <p:nvPr/>
        </p:nvCxnSpPr>
        <p:spPr>
          <a:xfrm>
            <a:off x="482701" y="99430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4" name="Google Shape;124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Solar power</a:t>
            </a:r>
            <a:endParaRPr/>
          </a:p>
        </p:txBody>
      </p:sp>
      <p:sp>
        <p:nvSpPr>
          <p:cNvPr id="125" name="Google Shape;125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491525" y="496850"/>
            <a:ext cx="6600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the cost of installing solar panels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76400" y="2490824"/>
            <a:ext cx="6615600" cy="16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much will it cost in total to buy and install the solar panels?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Their annual electricity bill without solar panels was £1275.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Their annual electricity bill with solar panels is £350.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How much money do they save per year by having solar panels?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How many years will it take for their annual savings to sum to more than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upfront cost of buying and installing the solar panels?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476400" y="987900"/>
            <a:ext cx="66156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The occupants of a house buy 8 solar panels.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The costs involved with buying and installing the panels are shown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Price per panel: £200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Storage battery:  £4000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Other required electrical equipment: £1700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Labour costs: £1500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476400" y="4188300"/>
            <a:ext cx="66006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occupants of a house are considering investing in solar panels.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Previously, they obtained all their electricity from their energy supplier company,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with an annual bill of £1400.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solar panels cost £8400 to buy and install.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Once the panels are installed, their annual electricity bill is estimated to be £300.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table below to show the total money spent after each 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1" name="Google Shape;131;p13"/>
          <p:cNvGraphicFramePr/>
          <p:nvPr/>
        </p:nvGraphicFramePr>
        <p:xfrm>
          <a:off x="560709" y="56308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{2C8D65BC-6DF3-4091-B426-B4B66E777932}</a:tableStyleId>
              </a:tblPr>
              <a:tblGrid>
                <a:gridCol w="1643200"/>
                <a:gridCol w="442975"/>
                <a:gridCol w="442975"/>
                <a:gridCol w="442975"/>
                <a:gridCol w="442975"/>
                <a:gridCol w="442975"/>
                <a:gridCol w="442975"/>
                <a:gridCol w="442975"/>
                <a:gridCol w="442975"/>
                <a:gridCol w="442975"/>
                <a:gridCol w="442975"/>
                <a:gridCol w="442975"/>
              </a:tblGrid>
              <a:tr h="242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years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cost without solar (£ thousands)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cost with solar (£ thousands)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2" name="Google Shape;13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356" y="7153324"/>
            <a:ext cx="2516882" cy="24973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13"/>
          <p:cNvCxnSpPr/>
          <p:nvPr/>
        </p:nvCxnSpPr>
        <p:spPr>
          <a:xfrm>
            <a:off x="1071825" y="9650729"/>
            <a:ext cx="2726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13"/>
          <p:cNvCxnSpPr/>
          <p:nvPr/>
        </p:nvCxnSpPr>
        <p:spPr>
          <a:xfrm rot="10800000">
            <a:off x="1071825" y="7040729"/>
            <a:ext cx="0" cy="2610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13"/>
          <p:cNvSpPr txBox="1"/>
          <p:nvPr/>
        </p:nvSpPr>
        <p:spPr>
          <a:xfrm>
            <a:off x="1033493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298498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1538727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1791344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2043961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2296579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2549196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2801813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3042042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913038" y="9553534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913038" y="9347363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913038" y="9141192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913038" y="8935021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913038" y="8728850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913038" y="8522679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913038" y="8316508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913038" y="8110337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913038" y="7904167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3"/>
          <p:cNvSpPr txBox="1"/>
          <p:nvPr/>
        </p:nvSpPr>
        <p:spPr>
          <a:xfrm>
            <a:off x="913038" y="769799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839508" y="7491825"/>
            <a:ext cx="180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1775905" y="9797788"/>
            <a:ext cx="1258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number of years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3"/>
          <p:cNvSpPr txBox="1"/>
          <p:nvPr/>
        </p:nvSpPr>
        <p:spPr>
          <a:xfrm rot="-5400000">
            <a:off x="-463455" y="8304626"/>
            <a:ext cx="2346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total money spent (£ thousands)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839508" y="7285654"/>
            <a:ext cx="180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3"/>
          <p:cNvSpPr txBox="1"/>
          <p:nvPr/>
        </p:nvSpPr>
        <p:spPr>
          <a:xfrm>
            <a:off x="839508" y="7079483"/>
            <a:ext cx="180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3"/>
          <p:cNvSpPr txBox="1"/>
          <p:nvPr/>
        </p:nvSpPr>
        <p:spPr>
          <a:xfrm>
            <a:off x="3286091" y="9648756"/>
            <a:ext cx="10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3493087" y="9648753"/>
            <a:ext cx="1800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3"/>
          <p:cNvSpPr txBox="1"/>
          <p:nvPr/>
        </p:nvSpPr>
        <p:spPr>
          <a:xfrm>
            <a:off x="4151043" y="8147400"/>
            <a:ext cx="30810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Use your answer from part (a) to plot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graph showing total money spent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after each year </a:t>
            </a:r>
            <a:r>
              <a:rPr lang="en-GB" sz="12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with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solar panels.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4140000" y="9141200"/>
            <a:ext cx="28677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How many years will it take for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solar panels to pay for themselves?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4140574" y="7128050"/>
            <a:ext cx="29514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Use your answer from part (a) to plot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 graph showing total money spent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after each year </a:t>
            </a:r>
            <a:r>
              <a:rPr lang="en-GB" sz="1200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</a:rPr>
              <a:t>without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solar panels.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