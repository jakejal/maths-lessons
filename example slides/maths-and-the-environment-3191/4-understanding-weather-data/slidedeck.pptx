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6.1-->
<p:presentation xmlns:r="http://schemas.openxmlformats.org/officeDocument/2006/relationships" xmlns:a="http://schemas.openxmlformats.org/drawingml/2006/main" xmlns:p="http://schemas.openxmlformats.org/presentationml/2006/main" strictFirstAndLastChars="0" embedTrueTypeFonts="1" saveSubsetFonts="1" autoCompressPictures="0">
  <p:sldMasterIdLst>
    <p:sldMasterId id="2147483719"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Lst>
  <p:sldSz cx="9144000" cy="5143500"/>
  <p:notesSz cx="6858000" cy="9144000"/>
  <p:embeddedFontLst>
    <p:embeddedFont>
      <p:font typeface="Lexend" panose="00000000000000000000"/>
      <p:regular r:id="rId61"/>
    </p:embeddedFont>
    <p:embeddedFont>
      <p:font typeface="Lexend Medium" panose="00000000000000000000"/>
      <p:regular r:id="rId62"/>
    </p:embeddedFont>
    <p:embeddedFont>
      <p:font typeface="Kalam" panose="02000000000000000000"/>
      <p:regular r:id="rId63"/>
    </p:embeddedFont>
  </p:embeddedFontLst>
  <p:custDataLst>
    <p:tags r:id="rId60"/>
  </p:custDataLst>
  <p:defaultTex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DAE9959B-F1CB-4490-83DD-53336B36D040}">
  <a:tblStyle styleId="{DAE9959B-F1CB-4490-83DD-53336B36D04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guideLst/>
    </p:cSldViewPr>
  </p:slideViewPr>
  <p:notesViewPr>
    <p:cSldViewPr>
      <p:cViewPr>
        <p:scale>
          <a:sx n="1" d="100"/>
          <a:sy n="1" d="100"/>
        </p:scale>
        <p:origin x="0" y="0"/>
      </p:cViewPr>
      <p:guideLst/>
    </p:cSldViewPr>
  </p:notesViewPr>
  <p:gridSpacing cx="0" cy="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 Type="http://schemas.openxmlformats.org/officeDocument/2006/relationships/notesMaster" Target="notesMasters/notesMaster1.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slide" Target="slides/slide25.xml" /><Relationship Id="rId28" Type="http://schemas.openxmlformats.org/officeDocument/2006/relationships/slide" Target="slides/slide26.xml" /><Relationship Id="rId29" Type="http://schemas.openxmlformats.org/officeDocument/2006/relationships/slide" Target="slides/slide27.xml" /><Relationship Id="rId3" Type="http://schemas.openxmlformats.org/officeDocument/2006/relationships/slide" Target="slides/slide1.xml" /><Relationship Id="rId30" Type="http://schemas.openxmlformats.org/officeDocument/2006/relationships/slide" Target="slides/slide28.xml" /><Relationship Id="rId31" Type="http://schemas.openxmlformats.org/officeDocument/2006/relationships/slide" Target="slides/slide29.xml" /><Relationship Id="rId32" Type="http://schemas.openxmlformats.org/officeDocument/2006/relationships/slide" Target="slides/slide30.xml" /><Relationship Id="rId33" Type="http://schemas.openxmlformats.org/officeDocument/2006/relationships/slide" Target="slides/slide31.xml" /><Relationship Id="rId34" Type="http://schemas.openxmlformats.org/officeDocument/2006/relationships/slide" Target="slides/slide32.xml" /><Relationship Id="rId35" Type="http://schemas.openxmlformats.org/officeDocument/2006/relationships/slide" Target="slides/slide33.xml" /><Relationship Id="rId36" Type="http://schemas.openxmlformats.org/officeDocument/2006/relationships/slide" Target="slides/slide34.xml" /><Relationship Id="rId37" Type="http://schemas.openxmlformats.org/officeDocument/2006/relationships/slide" Target="slides/slide35.xml" /><Relationship Id="rId38" Type="http://schemas.openxmlformats.org/officeDocument/2006/relationships/slide" Target="slides/slide36.xml" /><Relationship Id="rId39" Type="http://schemas.openxmlformats.org/officeDocument/2006/relationships/slide" Target="slides/slide37.xml" /><Relationship Id="rId4" Type="http://schemas.openxmlformats.org/officeDocument/2006/relationships/slide" Target="slides/slide2.xml" /><Relationship Id="rId40" Type="http://schemas.openxmlformats.org/officeDocument/2006/relationships/slide" Target="slides/slide38.xml" /><Relationship Id="rId41" Type="http://schemas.openxmlformats.org/officeDocument/2006/relationships/slide" Target="slides/slide39.xml" /><Relationship Id="rId42" Type="http://schemas.openxmlformats.org/officeDocument/2006/relationships/slide" Target="slides/slide40.xml" /><Relationship Id="rId43" Type="http://schemas.openxmlformats.org/officeDocument/2006/relationships/slide" Target="slides/slide41.xml" /><Relationship Id="rId44" Type="http://schemas.openxmlformats.org/officeDocument/2006/relationships/slide" Target="slides/slide42.xml" /><Relationship Id="rId45" Type="http://schemas.openxmlformats.org/officeDocument/2006/relationships/slide" Target="slides/slide43.xml" /><Relationship Id="rId46" Type="http://schemas.openxmlformats.org/officeDocument/2006/relationships/slide" Target="slides/slide44.xml" /><Relationship Id="rId47" Type="http://schemas.openxmlformats.org/officeDocument/2006/relationships/slide" Target="slides/slide45.xml" /><Relationship Id="rId48" Type="http://schemas.openxmlformats.org/officeDocument/2006/relationships/slide" Target="slides/slide46.xml" /><Relationship Id="rId49" Type="http://schemas.openxmlformats.org/officeDocument/2006/relationships/slide" Target="slides/slide47.xml" /><Relationship Id="rId5" Type="http://schemas.openxmlformats.org/officeDocument/2006/relationships/slide" Target="slides/slide3.xml" /><Relationship Id="rId50" Type="http://schemas.openxmlformats.org/officeDocument/2006/relationships/slide" Target="slides/slide48.xml" /><Relationship Id="rId51" Type="http://schemas.openxmlformats.org/officeDocument/2006/relationships/slide" Target="slides/slide49.xml" /><Relationship Id="rId52" Type="http://schemas.openxmlformats.org/officeDocument/2006/relationships/slide" Target="slides/slide50.xml" /><Relationship Id="rId53" Type="http://schemas.openxmlformats.org/officeDocument/2006/relationships/slide" Target="slides/slide51.xml" /><Relationship Id="rId54" Type="http://schemas.openxmlformats.org/officeDocument/2006/relationships/slide" Target="slides/slide52.xml" /><Relationship Id="rId55" Type="http://schemas.openxmlformats.org/officeDocument/2006/relationships/slide" Target="slides/slide53.xml" /><Relationship Id="rId56" Type="http://schemas.openxmlformats.org/officeDocument/2006/relationships/slide" Target="slides/slide54.xml" /><Relationship Id="rId57" Type="http://schemas.openxmlformats.org/officeDocument/2006/relationships/slide" Target="slides/slide55.xml" /><Relationship Id="rId58" Type="http://schemas.openxmlformats.org/officeDocument/2006/relationships/slide" Target="slides/slide56.xml" /><Relationship Id="rId59" Type="http://schemas.openxmlformats.org/officeDocument/2006/relationships/slide" Target="slides/slide57.xml" /><Relationship Id="rId6" Type="http://schemas.openxmlformats.org/officeDocument/2006/relationships/slide" Target="slides/slide4.xml" /><Relationship Id="rId60" Type="http://schemas.openxmlformats.org/officeDocument/2006/relationships/tags" Target="tags/tag1.xml" /><Relationship Id="rId61" Type="http://schemas.openxmlformats.org/officeDocument/2006/relationships/font" Target="fonts/font1.fntdata" /><Relationship Id="rId62" Type="http://schemas.openxmlformats.org/officeDocument/2006/relationships/font" Target="fonts/font2.fntdata" /><Relationship Id="rId63" Type="http://schemas.openxmlformats.org/officeDocument/2006/relationships/font" Target="fonts/font3.fntdata" /><Relationship Id="rId64" Type="http://schemas.openxmlformats.org/officeDocument/2006/relationships/presProps" Target="presProps.xml" /><Relationship Id="rId65" Type="http://schemas.openxmlformats.org/officeDocument/2006/relationships/viewProps" Target="viewProps.xml" /><Relationship Id="rId66" Type="http://schemas.openxmlformats.org/officeDocument/2006/relationships/theme" Target="theme/theme1.xml" /><Relationship Id="rId67" Type="http://schemas.openxmlformats.org/officeDocument/2006/relationships/tableStyles" Target="tableStyles.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2" name="Shape 2"/>
        <p:cNvGrpSpPr/>
        <p:nvPr/>
      </p:nvGrpSpPr>
      <p:grpSpPr>
        <a:xfrm>
          <a:off x="0" y="0"/>
          <a:ext cx="0" cy="0"/>
        </a:xfrm>
      </p:grpSpPr>
      <p:sp>
        <p:nvSpPr>
          <p:cNvPr id="3" name="Google Shape;3;n"/>
          <p:cNvSpPr/>
          <p:nvPr>
            <p:ph type="sldImg" idx="2"/>
          </p:nvPr>
        </p:nvSpPr>
        <p:spPr>
          <a:xfrm>
            <a:off x="381300" y="685800"/>
            <a:ext cx="6096075" cy="3429000"/>
          </a:xfrm>
          <a:custGeom>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ct val="0"/>
              </a:spcBef>
              <a:spcAft>
                <a:spcPct val="0"/>
              </a:spcAft>
              <a:buSzPts val="1100"/>
              <a:buChar char="●"/>
              <a:defRPr sz="1100"/>
            </a:lvl1pPr>
            <a:lvl2pPr marL="914400" lvl="1" indent="-298450">
              <a:spcBef>
                <a:spcPct val="0"/>
              </a:spcBef>
              <a:spcAft>
                <a:spcPct val="0"/>
              </a:spcAft>
              <a:buSzPts val="1100"/>
              <a:buChar char="○"/>
              <a:defRPr sz="1100"/>
            </a:lvl2pPr>
            <a:lvl3pPr marL="1371600" lvl="2" indent="-298450">
              <a:spcBef>
                <a:spcPct val="0"/>
              </a:spcBef>
              <a:spcAft>
                <a:spcPct val="0"/>
              </a:spcAft>
              <a:buSzPts val="1100"/>
              <a:buChar char="■"/>
              <a:defRPr sz="1100"/>
            </a:lvl3pPr>
            <a:lvl4pPr marL="1828800" lvl="3" indent="-298450">
              <a:spcBef>
                <a:spcPct val="0"/>
              </a:spcBef>
              <a:spcAft>
                <a:spcPct val="0"/>
              </a:spcAft>
              <a:buSzPts val="1100"/>
              <a:buChar char="●"/>
              <a:defRPr sz="1100"/>
            </a:lvl4pPr>
            <a:lvl5pPr marL="2286000" lvl="4" indent="-298450">
              <a:spcBef>
                <a:spcPct val="0"/>
              </a:spcBef>
              <a:spcAft>
                <a:spcPct val="0"/>
              </a:spcAft>
              <a:buSzPts val="1100"/>
              <a:buChar char="○"/>
              <a:defRPr sz="1100"/>
            </a:lvl5pPr>
            <a:lvl6pPr marL="2743200" lvl="5" indent="-298450">
              <a:spcBef>
                <a:spcPct val="0"/>
              </a:spcBef>
              <a:spcAft>
                <a:spcPct val="0"/>
              </a:spcAft>
              <a:buSzPts val="1100"/>
              <a:buChar char="■"/>
              <a:defRPr sz="1100"/>
            </a:lvl6pPr>
            <a:lvl7pPr marL="3200400" lvl="6" indent="-298450">
              <a:spcBef>
                <a:spcPct val="0"/>
              </a:spcBef>
              <a:spcAft>
                <a:spcPct val="0"/>
              </a:spcAft>
              <a:buSzPts val="1100"/>
              <a:buChar char="●"/>
              <a:defRPr sz="1100"/>
            </a:lvl7pPr>
            <a:lvl8pPr marL="3657600" lvl="7" indent="-298450">
              <a:spcBef>
                <a:spcPct val="0"/>
              </a:spcBef>
              <a:spcAft>
                <a:spcPct val="0"/>
              </a:spcAft>
              <a:buSzPts val="1100"/>
              <a:buChar char="○"/>
              <a:defRPr sz="1100"/>
            </a:lvl8pPr>
            <a:lvl9pPr marL="4114800" lvl="8" indent="-298450">
              <a:spcBef>
                <a:spcPct val="0"/>
              </a:spcBef>
              <a:spcAft>
                <a:spcPct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5.xml.rels>&#65279;<?xml version="1.0" encoding="utf-8" standalone="yes"?><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6.xml.rels>&#65279;<?xml version="1.0" encoding="utf-8" standalone="yes"?><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7.xml.rels>&#65279;<?xml version="1.0" encoding="utf-8" standalone="yes"?><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8.xml.rels>&#65279;<?xml version="1.0" encoding="utf-8" standalone="yes"?><Relationships xmlns="http://schemas.openxmlformats.org/package/2006/relationships"><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9.xml.rels>&#65279;<?xml version="1.0" encoding="utf-8" standalone="yes"?><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20.xml.rels>&#65279;<?xml version="1.0" encoding="utf-8" standalone="yes"?><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_rels/notesSlide21.xml.rels>&#65279;<?xml version="1.0" encoding="utf-8" standalone="yes"?><Relationships xmlns="http://schemas.openxmlformats.org/package/2006/relationships"><Relationship Id="rId1" Type="http://schemas.openxmlformats.org/officeDocument/2006/relationships/slide" Target="../slides/slide21.xml" /><Relationship Id="rId2" Type="http://schemas.openxmlformats.org/officeDocument/2006/relationships/notesMaster" Target="../notesMasters/notesMaster1.xml" /></Relationships>
</file>

<file path=ppt/notesSlides/_rels/notesSlide22.xml.rels>&#65279;<?xml version="1.0" encoding="utf-8" standalone="yes"?><Relationships xmlns="http://schemas.openxmlformats.org/package/2006/relationships"><Relationship Id="rId1" Type="http://schemas.openxmlformats.org/officeDocument/2006/relationships/slide" Target="../slides/slide22.xml" /><Relationship Id="rId2" Type="http://schemas.openxmlformats.org/officeDocument/2006/relationships/notesMaster" Target="../notesMasters/notesMaster1.xml" /></Relationships>
</file>

<file path=ppt/notesSlides/_rels/notesSlide23.xml.rels>&#65279;<?xml version="1.0" encoding="utf-8" standalone="yes"?><Relationships xmlns="http://schemas.openxmlformats.org/package/2006/relationships"><Relationship Id="rId1" Type="http://schemas.openxmlformats.org/officeDocument/2006/relationships/slide" Target="../slides/slide23.xml" /><Relationship Id="rId2" Type="http://schemas.openxmlformats.org/officeDocument/2006/relationships/notesMaster" Target="../notesMasters/notesMaster1.xml" /></Relationships>
</file>

<file path=ppt/notesSlides/_rels/notesSlide24.xml.rels>&#65279;<?xml version="1.0" encoding="utf-8" standalone="yes"?><Relationships xmlns="http://schemas.openxmlformats.org/package/2006/relationships"><Relationship Id="rId1" Type="http://schemas.openxmlformats.org/officeDocument/2006/relationships/slide" Target="../slides/slide24.xml" /><Relationship Id="rId2" Type="http://schemas.openxmlformats.org/officeDocument/2006/relationships/notesMaster" Target="../notesMasters/notesMaster1.xml" /></Relationships>
</file>

<file path=ppt/notesSlides/_rels/notesSlide25.xml.rels>&#65279;<?xml version="1.0" encoding="utf-8" standalone="yes"?><Relationships xmlns="http://schemas.openxmlformats.org/package/2006/relationships"><Relationship Id="rId1" Type="http://schemas.openxmlformats.org/officeDocument/2006/relationships/slide" Target="../slides/slide25.xml" /><Relationship Id="rId2" Type="http://schemas.openxmlformats.org/officeDocument/2006/relationships/notesMaster" Target="../notesMasters/notesMaster1.xml" /></Relationships>
</file>

<file path=ppt/notesSlides/_rels/notesSlide26.xml.rels>&#65279;<?xml version="1.0" encoding="utf-8" standalone="yes"?><Relationships xmlns="http://schemas.openxmlformats.org/package/2006/relationships"><Relationship Id="rId1" Type="http://schemas.openxmlformats.org/officeDocument/2006/relationships/slide" Target="../slides/slide26.xml" /><Relationship Id="rId2" Type="http://schemas.openxmlformats.org/officeDocument/2006/relationships/notesMaster" Target="../notesMasters/notesMaster1.xml" /></Relationships>
</file>

<file path=ppt/notesSlides/_rels/notesSlide27.xml.rels>&#65279;<?xml version="1.0" encoding="utf-8" standalone="yes"?><Relationships xmlns="http://schemas.openxmlformats.org/package/2006/relationships"><Relationship Id="rId1" Type="http://schemas.openxmlformats.org/officeDocument/2006/relationships/slide" Target="../slides/slide27.xml" /><Relationship Id="rId2" Type="http://schemas.openxmlformats.org/officeDocument/2006/relationships/notesMaster" Target="../notesMasters/notesMaster1.xml" /></Relationships>
</file>

<file path=ppt/notesSlides/_rels/notesSlide28.xml.rels>&#65279;<?xml version="1.0" encoding="utf-8" standalone="yes"?><Relationships xmlns="http://schemas.openxmlformats.org/package/2006/relationships"><Relationship Id="rId1" Type="http://schemas.openxmlformats.org/officeDocument/2006/relationships/slide" Target="../slides/slide28.xml" /><Relationship Id="rId2" Type="http://schemas.openxmlformats.org/officeDocument/2006/relationships/notesMaster" Target="../notesMasters/notesMaster1.xml" /></Relationships>
</file>

<file path=ppt/notesSlides/_rels/notesSlide29.xml.rels>&#65279;<?xml version="1.0" encoding="utf-8" standalone="yes"?><Relationships xmlns="http://schemas.openxmlformats.org/package/2006/relationships"><Relationship Id="rId1" Type="http://schemas.openxmlformats.org/officeDocument/2006/relationships/slide" Target="../slides/slide29.xml" /><Relationship Id="rId2" Type="http://schemas.openxmlformats.org/officeDocument/2006/relationships/notesMaster" Target="../notesMasters/notesMaster1.xml" /></Relationships>
</file>

<file path=ppt/notesSlides/_rels/notesSlide30.xml.rels>&#65279;<?xml version="1.0" encoding="utf-8" standalone="yes"?><Relationships xmlns="http://schemas.openxmlformats.org/package/2006/relationships"><Relationship Id="rId1" Type="http://schemas.openxmlformats.org/officeDocument/2006/relationships/slide" Target="../slides/slide30.xml" /><Relationship Id="rId2" Type="http://schemas.openxmlformats.org/officeDocument/2006/relationships/notesMaster" Target="../notesMasters/notesMaster1.xml" /></Relationships>
</file>

<file path=ppt/notesSlides/_rels/notesSlide31.xml.rels>&#65279;<?xml version="1.0" encoding="utf-8" standalone="yes"?><Relationships xmlns="http://schemas.openxmlformats.org/package/2006/relationships"><Relationship Id="rId1" Type="http://schemas.openxmlformats.org/officeDocument/2006/relationships/slide" Target="../slides/slide31.xml" /><Relationship Id="rId2" Type="http://schemas.openxmlformats.org/officeDocument/2006/relationships/notesMaster" Target="../notesMasters/notesMaster1.xml" /></Relationships>
</file>

<file path=ppt/notesSlides/_rels/notesSlide32.xml.rels>&#65279;<?xml version="1.0" encoding="utf-8" standalone="yes"?><Relationships xmlns="http://schemas.openxmlformats.org/package/2006/relationships"><Relationship Id="rId1" Type="http://schemas.openxmlformats.org/officeDocument/2006/relationships/slide" Target="../slides/slide32.xml" /><Relationship Id="rId2" Type="http://schemas.openxmlformats.org/officeDocument/2006/relationships/notesMaster" Target="../notesMasters/notesMaster1.xml" /></Relationships>
</file>

<file path=ppt/notesSlides/_rels/notesSlide33.xml.rels>&#65279;<?xml version="1.0" encoding="utf-8" standalone="yes"?><Relationships xmlns="http://schemas.openxmlformats.org/package/2006/relationships"><Relationship Id="rId1" Type="http://schemas.openxmlformats.org/officeDocument/2006/relationships/slide" Target="../slides/slide33.xml" /><Relationship Id="rId2" Type="http://schemas.openxmlformats.org/officeDocument/2006/relationships/notesMaster" Target="../notesMasters/notesMaster1.xml" /></Relationships>
</file>

<file path=ppt/notesSlides/_rels/notesSlide34.xml.rels>&#65279;<?xml version="1.0" encoding="utf-8" standalone="yes"?><Relationships xmlns="http://schemas.openxmlformats.org/package/2006/relationships"><Relationship Id="rId1" Type="http://schemas.openxmlformats.org/officeDocument/2006/relationships/slide" Target="../slides/slide34.xml" /><Relationship Id="rId2" Type="http://schemas.openxmlformats.org/officeDocument/2006/relationships/notesMaster" Target="../notesMasters/notesMaster1.xml" /></Relationships>
</file>

<file path=ppt/notesSlides/_rels/notesSlide35.xml.rels>&#65279;<?xml version="1.0" encoding="utf-8" standalone="yes"?><Relationships xmlns="http://schemas.openxmlformats.org/package/2006/relationships"><Relationship Id="rId1" Type="http://schemas.openxmlformats.org/officeDocument/2006/relationships/slide" Target="../slides/slide35.xml" /><Relationship Id="rId2" Type="http://schemas.openxmlformats.org/officeDocument/2006/relationships/notesMaster" Target="../notesMasters/notesMaster1.xml" /></Relationships>
</file>

<file path=ppt/notesSlides/_rels/notesSlide36.xml.rels>&#65279;<?xml version="1.0" encoding="utf-8" standalone="yes"?><Relationships xmlns="http://schemas.openxmlformats.org/package/2006/relationships"><Relationship Id="rId1" Type="http://schemas.openxmlformats.org/officeDocument/2006/relationships/slide" Target="../slides/slide36.xml" /><Relationship Id="rId2" Type="http://schemas.openxmlformats.org/officeDocument/2006/relationships/notesMaster" Target="../notesMasters/notesMaster1.xml" /></Relationships>
</file>

<file path=ppt/notesSlides/_rels/notesSlide37.xml.rels>&#65279;<?xml version="1.0" encoding="utf-8" standalone="yes"?><Relationships xmlns="http://schemas.openxmlformats.org/package/2006/relationships"><Relationship Id="rId1" Type="http://schemas.openxmlformats.org/officeDocument/2006/relationships/slide" Target="../slides/slide37.xml" /><Relationship Id="rId2" Type="http://schemas.openxmlformats.org/officeDocument/2006/relationships/notesMaster" Target="../notesMasters/notesMaster1.xml" /></Relationships>
</file>

<file path=ppt/notesSlides/_rels/notesSlide38.xml.rels>&#65279;<?xml version="1.0" encoding="utf-8" standalone="yes"?><Relationships xmlns="http://schemas.openxmlformats.org/package/2006/relationships"><Relationship Id="rId1" Type="http://schemas.openxmlformats.org/officeDocument/2006/relationships/slide" Target="../slides/slide38.xml" /><Relationship Id="rId2" Type="http://schemas.openxmlformats.org/officeDocument/2006/relationships/notesMaster" Target="../notesMasters/notesMaster1.xml" /></Relationships>
</file>

<file path=ppt/notesSlides/_rels/notesSlide39.xml.rels>&#65279;<?xml version="1.0" encoding="utf-8" standalone="yes"?><Relationships xmlns="http://schemas.openxmlformats.org/package/2006/relationships"><Relationship Id="rId1" Type="http://schemas.openxmlformats.org/officeDocument/2006/relationships/slide" Target="../slides/slide39.xml" /><Relationship Id="rId2" Type="http://schemas.openxmlformats.org/officeDocument/2006/relationships/notesMaster" Target="../notesMasters/notesMaster1.xml" /></Relationships>
</file>

<file path=ppt/notesSlides/_rels/notesSlide40.xml.rels>&#65279;<?xml version="1.0" encoding="utf-8" standalone="yes"?><Relationships xmlns="http://schemas.openxmlformats.org/package/2006/relationships"><Relationship Id="rId1" Type="http://schemas.openxmlformats.org/officeDocument/2006/relationships/slide" Target="../slides/slide40.xml" /><Relationship Id="rId2" Type="http://schemas.openxmlformats.org/officeDocument/2006/relationships/notesMaster" Target="../notesMasters/notesMaster1.xml" /></Relationships>
</file>

<file path=ppt/notesSlides/_rels/notesSlide41.xml.rels>&#65279;<?xml version="1.0" encoding="utf-8" standalone="yes"?><Relationships xmlns="http://schemas.openxmlformats.org/package/2006/relationships"><Relationship Id="rId1" Type="http://schemas.openxmlformats.org/officeDocument/2006/relationships/slide" Target="../slides/slide41.xml" /><Relationship Id="rId2" Type="http://schemas.openxmlformats.org/officeDocument/2006/relationships/notesMaster" Target="../notesMasters/notesMaster1.xml" /></Relationships>
</file>

<file path=ppt/notesSlides/_rels/notesSlide42.xml.rels>&#65279;<?xml version="1.0" encoding="utf-8" standalone="yes"?><Relationships xmlns="http://schemas.openxmlformats.org/package/2006/relationships"><Relationship Id="rId1" Type="http://schemas.openxmlformats.org/officeDocument/2006/relationships/slide" Target="../slides/slide42.xml" /><Relationship Id="rId2" Type="http://schemas.openxmlformats.org/officeDocument/2006/relationships/notesMaster" Target="../notesMasters/notesMaster1.xml" /></Relationships>
</file>

<file path=ppt/notesSlides/_rels/notesSlide43.xml.rels>&#65279;<?xml version="1.0" encoding="utf-8" standalone="yes"?><Relationships xmlns="http://schemas.openxmlformats.org/package/2006/relationships"><Relationship Id="rId1" Type="http://schemas.openxmlformats.org/officeDocument/2006/relationships/slide" Target="../slides/slide43.xml" /><Relationship Id="rId2" Type="http://schemas.openxmlformats.org/officeDocument/2006/relationships/notesMaster" Target="../notesMasters/notesMaster1.xml" /></Relationships>
</file>

<file path=ppt/notesSlides/_rels/notesSlide44.xml.rels>&#65279;<?xml version="1.0" encoding="utf-8" standalone="yes"?><Relationships xmlns="http://schemas.openxmlformats.org/package/2006/relationships"><Relationship Id="rId1" Type="http://schemas.openxmlformats.org/officeDocument/2006/relationships/slide" Target="../slides/slide44.xml" /><Relationship Id="rId2" Type="http://schemas.openxmlformats.org/officeDocument/2006/relationships/notesMaster" Target="../notesMasters/notesMaster1.xml" /></Relationships>
</file>

<file path=ppt/notesSlides/_rels/notesSlide45.xml.rels>&#65279;<?xml version="1.0" encoding="utf-8" standalone="yes"?><Relationships xmlns="http://schemas.openxmlformats.org/package/2006/relationships"><Relationship Id="rId1" Type="http://schemas.openxmlformats.org/officeDocument/2006/relationships/slide" Target="../slides/slide45.xml" /><Relationship Id="rId2" Type="http://schemas.openxmlformats.org/officeDocument/2006/relationships/notesMaster" Target="../notesMasters/notesMaster1.xml" /></Relationships>
</file>

<file path=ppt/notesSlides/_rels/notesSlide46.xml.rels>&#65279;<?xml version="1.0" encoding="utf-8" standalone="yes"?><Relationships xmlns="http://schemas.openxmlformats.org/package/2006/relationships"><Relationship Id="rId1" Type="http://schemas.openxmlformats.org/officeDocument/2006/relationships/slide" Target="../slides/slide46.xml" /><Relationship Id="rId2" Type="http://schemas.openxmlformats.org/officeDocument/2006/relationships/notesMaster" Target="../notesMasters/notesMaster1.xml" /></Relationships>
</file>

<file path=ppt/notesSlides/_rels/notesSlide47.xml.rels>&#65279;<?xml version="1.0" encoding="utf-8" standalone="yes"?><Relationships xmlns="http://schemas.openxmlformats.org/package/2006/relationships"><Relationship Id="rId1" Type="http://schemas.openxmlformats.org/officeDocument/2006/relationships/slide" Target="../slides/slide47.xml" /><Relationship Id="rId2" Type="http://schemas.openxmlformats.org/officeDocument/2006/relationships/notesMaster" Target="../notesMasters/notesMaster1.xml" /></Relationships>
</file>

<file path=ppt/notesSlides/_rels/notesSlide48.xml.rels>&#65279;<?xml version="1.0" encoding="utf-8" standalone="yes"?><Relationships xmlns="http://schemas.openxmlformats.org/package/2006/relationships"><Relationship Id="rId1" Type="http://schemas.openxmlformats.org/officeDocument/2006/relationships/slide" Target="../slides/slide48.xml" /><Relationship Id="rId2" Type="http://schemas.openxmlformats.org/officeDocument/2006/relationships/notesMaster" Target="../notesMasters/notesMaster1.xml" /></Relationships>
</file>

<file path=ppt/notesSlides/_rels/notesSlide49.xml.rels>&#65279;<?xml version="1.0" encoding="utf-8" standalone="yes"?><Relationships xmlns="http://schemas.openxmlformats.org/package/2006/relationships"><Relationship Id="rId1" Type="http://schemas.openxmlformats.org/officeDocument/2006/relationships/slide" Target="../slides/slide49.xml" /><Relationship Id="rId2" Type="http://schemas.openxmlformats.org/officeDocument/2006/relationships/notesMaster" Target="../notesMasters/notesMaster1.xml" /></Relationships>
</file>

<file path=ppt/notesSlides/_rels/notesSlide50.xml.rels>&#65279;<?xml version="1.0" encoding="utf-8" standalone="yes"?><Relationships xmlns="http://schemas.openxmlformats.org/package/2006/relationships"><Relationship Id="rId1" Type="http://schemas.openxmlformats.org/officeDocument/2006/relationships/slide" Target="../slides/slide50.xml" /><Relationship Id="rId2" Type="http://schemas.openxmlformats.org/officeDocument/2006/relationships/notesMaster" Target="../notesMasters/notesMaster1.xml" /></Relationships>
</file>

<file path=ppt/notesSlides/_rels/notesSlide51.xml.rels>&#65279;<?xml version="1.0" encoding="utf-8" standalone="yes"?><Relationships xmlns="http://schemas.openxmlformats.org/package/2006/relationships"><Relationship Id="rId1" Type="http://schemas.openxmlformats.org/officeDocument/2006/relationships/slide" Target="../slides/slide51.xml" /><Relationship Id="rId2" Type="http://schemas.openxmlformats.org/officeDocument/2006/relationships/notesMaster" Target="../notesMasters/notesMaster1.xml" /></Relationships>
</file>

<file path=ppt/notesSlides/_rels/notesSlide52.xml.rels>&#65279;<?xml version="1.0" encoding="utf-8" standalone="yes"?><Relationships xmlns="http://schemas.openxmlformats.org/package/2006/relationships"><Relationship Id="rId1" Type="http://schemas.openxmlformats.org/officeDocument/2006/relationships/slide" Target="../slides/slide52.xml" /><Relationship Id="rId2" Type="http://schemas.openxmlformats.org/officeDocument/2006/relationships/notesMaster" Target="../notesMasters/notesMaster1.xml" /></Relationships>
</file>

<file path=ppt/notesSlides/_rels/notesSlide53.xml.rels>&#65279;<?xml version="1.0" encoding="utf-8" standalone="yes"?><Relationships xmlns="http://schemas.openxmlformats.org/package/2006/relationships"><Relationship Id="rId1" Type="http://schemas.openxmlformats.org/officeDocument/2006/relationships/slide" Target="../slides/slide53.xml" /><Relationship Id="rId2" Type="http://schemas.openxmlformats.org/officeDocument/2006/relationships/notesMaster" Target="../notesMasters/notesMaster1.xml" /></Relationships>
</file>

<file path=ppt/notesSlides/_rels/notesSlide54.xml.rels>&#65279;<?xml version="1.0" encoding="utf-8" standalone="yes"?><Relationships xmlns="http://schemas.openxmlformats.org/package/2006/relationships"><Relationship Id="rId1" Type="http://schemas.openxmlformats.org/officeDocument/2006/relationships/slide" Target="../slides/slide54.xml" /><Relationship Id="rId2" Type="http://schemas.openxmlformats.org/officeDocument/2006/relationships/notesMaster" Target="../notesMasters/notesMaster1.xml" /></Relationships>
</file>

<file path=ppt/notesSlides/_rels/notesSlide55.xml.rels>&#65279;<?xml version="1.0" encoding="utf-8" standalone="yes"?><Relationships xmlns="http://schemas.openxmlformats.org/package/2006/relationships"><Relationship Id="rId1" Type="http://schemas.openxmlformats.org/officeDocument/2006/relationships/slide" Target="../slides/slide55.xml" /><Relationship Id="rId2" Type="http://schemas.openxmlformats.org/officeDocument/2006/relationships/notesMaster" Target="../notesMasters/notesMaster1.xml" /></Relationships>
</file>

<file path=ppt/notesSlides/_rels/notesSlide56.xml.rels>&#65279;<?xml version="1.0" encoding="utf-8" standalone="yes"?><Relationships xmlns="http://schemas.openxmlformats.org/package/2006/relationships"><Relationship Id="rId1" Type="http://schemas.openxmlformats.org/officeDocument/2006/relationships/slide" Target="../slides/slide56.xml" /><Relationship Id="rId2" Type="http://schemas.openxmlformats.org/officeDocument/2006/relationships/notesMaster" Target="../notesMasters/notesMaster1.xml" /></Relationships>
</file>

<file path=ppt/notesSlides/_rels/notesSlide57.xml.rels>&#65279;<?xml version="1.0" encoding="utf-8" standalone="yes"?><Relationships xmlns="http://schemas.openxmlformats.org/package/2006/relationships"><Relationship Id="rId1" Type="http://schemas.openxmlformats.org/officeDocument/2006/relationships/slide" Target="../slides/slide57.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832" name="Shape 832"/>
        <p:cNvGrpSpPr/>
        <p:nvPr/>
      </p:nvGrpSpPr>
      <p:grpSpPr>
        <a:xfrm>
          <a:off x="0" y="0"/>
          <a:ext cx="0" cy="0"/>
        </a:xfrm>
      </p:grpSpPr>
      <p:sp>
        <p:nvSpPr>
          <p:cNvPr id="833" name="Google Shape;833;g2f212ad9aed_0_109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834" name="Google Shape;834;g2f212ad9aed_0_109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838" name="Shape 838"/>
        <p:cNvGrpSpPr/>
        <p:nvPr/>
      </p:nvGrpSpPr>
      <p:grpSpPr>
        <a:xfrm>
          <a:off x="0" y="0"/>
          <a:ext cx="0" cy="0"/>
        </a:xfrm>
      </p:grpSpPr>
      <p:sp>
        <p:nvSpPr>
          <p:cNvPr id="839" name="Google Shape;839;g2f212ad9aed_0_1099: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840" name="Google Shape;840;g2f212ad9aed_0_109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843" name="Shape 843"/>
        <p:cNvGrpSpPr/>
        <p:nvPr/>
      </p:nvGrpSpPr>
      <p:grpSpPr>
        <a:xfrm>
          <a:off x="0" y="0"/>
          <a:ext cx="0" cy="0"/>
        </a:xfrm>
      </p:grpSpPr>
      <p:sp>
        <p:nvSpPr>
          <p:cNvPr id="844" name="Google Shape;844;g2f212ad9aed_0_110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845" name="Google Shape;845;g2f212ad9aed_0_110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848" name="Shape 848"/>
        <p:cNvGrpSpPr/>
        <p:nvPr/>
      </p:nvGrpSpPr>
      <p:grpSpPr>
        <a:xfrm>
          <a:off x="0" y="0"/>
          <a:ext cx="0" cy="0"/>
        </a:xfrm>
      </p:grpSpPr>
      <p:sp>
        <p:nvSpPr>
          <p:cNvPr id="849" name="Google Shape;849;g2f212ad9aed_0_1107: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850" name="Google Shape;850;g2f212ad9aed_0_110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853" name="Shape 853"/>
        <p:cNvGrpSpPr/>
        <p:nvPr/>
      </p:nvGrpSpPr>
      <p:grpSpPr>
        <a:xfrm>
          <a:off x="0" y="0"/>
          <a:ext cx="0" cy="0"/>
        </a:xfrm>
      </p:grpSpPr>
      <p:sp>
        <p:nvSpPr>
          <p:cNvPr id="854" name="Google Shape;854;g2f212ad9aed_0_1111: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855" name="Google Shape;855;g2f212ad9aed_0_11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861" name="Shape 861"/>
        <p:cNvGrpSpPr/>
        <p:nvPr/>
      </p:nvGrpSpPr>
      <p:grpSpPr>
        <a:xfrm>
          <a:off x="0" y="0"/>
          <a:ext cx="0" cy="0"/>
        </a:xfrm>
      </p:grpSpPr>
      <p:sp>
        <p:nvSpPr>
          <p:cNvPr id="862" name="Google Shape;862;g2f212ad9aed_0_1118: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863" name="Google Shape;863;g2f212ad9aed_0_11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893" name="Shape 893"/>
        <p:cNvGrpSpPr/>
        <p:nvPr/>
      </p:nvGrpSpPr>
      <p:grpSpPr>
        <a:xfrm>
          <a:off x="0" y="0"/>
          <a:ext cx="0" cy="0"/>
        </a:xfrm>
      </p:grpSpPr>
      <p:sp>
        <p:nvSpPr>
          <p:cNvPr id="894" name="Google Shape;894;g2f212ad9aed_0_1149: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895" name="Google Shape;895;g2f212ad9aed_0_114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912" name="Shape 912"/>
        <p:cNvGrpSpPr/>
        <p:nvPr/>
      </p:nvGrpSpPr>
      <p:grpSpPr>
        <a:xfrm>
          <a:off x="0" y="0"/>
          <a:ext cx="0" cy="0"/>
        </a:xfrm>
      </p:grpSpPr>
      <p:sp>
        <p:nvSpPr>
          <p:cNvPr id="913" name="Google Shape;913;g2f212ad9aed_0_1167: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914" name="Google Shape;914;g2f212ad9aed_0_116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926" name="Shape 926"/>
        <p:cNvGrpSpPr/>
        <p:nvPr/>
      </p:nvGrpSpPr>
      <p:grpSpPr>
        <a:xfrm>
          <a:off x="0" y="0"/>
          <a:ext cx="0" cy="0"/>
        </a:xfrm>
      </p:grpSpPr>
      <p:sp>
        <p:nvSpPr>
          <p:cNvPr id="927" name="Google Shape;927;g2f212ad9aed_0_118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928" name="Google Shape;928;g2f212ad9aed_0_118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965" name="Shape 965"/>
        <p:cNvGrpSpPr/>
        <p:nvPr/>
      </p:nvGrpSpPr>
      <p:grpSpPr>
        <a:xfrm>
          <a:off x="0" y="0"/>
          <a:ext cx="0" cy="0"/>
        </a:xfrm>
      </p:grpSpPr>
      <p:sp>
        <p:nvSpPr>
          <p:cNvPr id="966" name="Google Shape;966;g2f212ad9aed_0_122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967" name="Google Shape;967;g2f212ad9aed_0_12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990" name="Shape 990"/>
        <p:cNvGrpSpPr/>
        <p:nvPr/>
      </p:nvGrpSpPr>
      <p:grpSpPr>
        <a:xfrm>
          <a:off x="0" y="0"/>
          <a:ext cx="0" cy="0"/>
        </a:xfrm>
      </p:grpSpPr>
      <p:sp>
        <p:nvSpPr>
          <p:cNvPr id="991" name="Google Shape;991;g2f212ad9aed_0_1246: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992" name="Google Shape;992;g2f212ad9aed_0_124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012" name="Shape 1012"/>
        <p:cNvGrpSpPr/>
        <p:nvPr/>
      </p:nvGrpSpPr>
      <p:grpSpPr>
        <a:xfrm>
          <a:off x="0" y="0"/>
          <a:ext cx="0" cy="0"/>
        </a:xfrm>
      </p:grpSpPr>
      <p:sp>
        <p:nvSpPr>
          <p:cNvPr id="1013" name="Google Shape;1013;g2f212ad9aed_0_1268: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014" name="Google Shape;1014;g2f212ad9aed_0_126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032" name="Shape 1032"/>
        <p:cNvGrpSpPr/>
        <p:nvPr/>
      </p:nvGrpSpPr>
      <p:grpSpPr>
        <a:xfrm>
          <a:off x="0" y="0"/>
          <a:ext cx="0" cy="0"/>
        </a:xfrm>
      </p:grpSpPr>
      <p:sp>
        <p:nvSpPr>
          <p:cNvPr id="1033" name="Google Shape;1033;g2f212ad9aed_0_1287: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034" name="Google Shape;1034;g2f212ad9aed_0_128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050" name="Shape 1050"/>
        <p:cNvGrpSpPr/>
        <p:nvPr/>
      </p:nvGrpSpPr>
      <p:grpSpPr>
        <a:xfrm>
          <a:off x="0" y="0"/>
          <a:ext cx="0" cy="0"/>
        </a:xfrm>
      </p:grpSpPr>
      <p:sp>
        <p:nvSpPr>
          <p:cNvPr id="1051" name="Google Shape;1051;g2d46559ef84_0_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052" name="Google Shape;1052;g2d46559ef84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068" name="Shape 1068"/>
        <p:cNvGrpSpPr/>
        <p:nvPr/>
      </p:nvGrpSpPr>
      <p:grpSpPr>
        <a:xfrm>
          <a:off x="0" y="0"/>
          <a:ext cx="0" cy="0"/>
        </a:xfrm>
      </p:grpSpPr>
      <p:sp>
        <p:nvSpPr>
          <p:cNvPr id="1069" name="Google Shape;1069;g2f212ad9aed_0_1325: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070" name="Google Shape;1070;g2f212ad9aed_0_13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116" name="Shape 1116"/>
        <p:cNvGrpSpPr/>
        <p:nvPr/>
      </p:nvGrpSpPr>
      <p:grpSpPr>
        <a:xfrm>
          <a:off x="0" y="0"/>
          <a:ext cx="0" cy="0"/>
        </a:xfrm>
      </p:grpSpPr>
      <p:sp>
        <p:nvSpPr>
          <p:cNvPr id="1117" name="Google Shape;1117;g2f212ad9aed_0_137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118" name="Google Shape;1118;g2f212ad9aed_0_137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164" name="Shape 1164"/>
        <p:cNvGrpSpPr/>
        <p:nvPr/>
      </p:nvGrpSpPr>
      <p:grpSpPr>
        <a:xfrm>
          <a:off x="0" y="0"/>
          <a:ext cx="0" cy="0"/>
        </a:xfrm>
      </p:grpSpPr>
      <p:sp>
        <p:nvSpPr>
          <p:cNvPr id="1165" name="Google Shape;1165;g2f212ad9aed_0_1422: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166" name="Google Shape;1166;g2f212ad9aed_0_142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229" name="Shape 1229"/>
        <p:cNvGrpSpPr/>
        <p:nvPr/>
      </p:nvGrpSpPr>
      <p:grpSpPr>
        <a:xfrm>
          <a:off x="0" y="0"/>
          <a:ext cx="0" cy="0"/>
        </a:xfrm>
      </p:grpSpPr>
      <p:sp>
        <p:nvSpPr>
          <p:cNvPr id="1230" name="Google Shape;1230;g2f212ad9aed_0_1486: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231" name="Google Shape;1231;g2f212ad9aed_0_148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276" name="Shape 1276"/>
        <p:cNvGrpSpPr/>
        <p:nvPr/>
      </p:nvGrpSpPr>
      <p:grpSpPr>
        <a:xfrm>
          <a:off x="0" y="0"/>
          <a:ext cx="0" cy="0"/>
        </a:xfrm>
      </p:grpSpPr>
      <p:sp>
        <p:nvSpPr>
          <p:cNvPr id="1277" name="Google Shape;1277;g2f212ad9aed_0_1532: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278" name="Google Shape;1278;g2f212ad9aed_0_153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323" name="Shape 1323"/>
        <p:cNvGrpSpPr/>
        <p:nvPr/>
      </p:nvGrpSpPr>
      <p:grpSpPr>
        <a:xfrm>
          <a:off x="0" y="0"/>
          <a:ext cx="0" cy="0"/>
        </a:xfrm>
      </p:grpSpPr>
      <p:sp>
        <p:nvSpPr>
          <p:cNvPr id="1324" name="Google Shape;1324;g2f212ad9aed_0_1578: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325" name="Google Shape;1325;g2f212ad9aed_0_157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364" name="Shape 1364"/>
        <p:cNvGrpSpPr/>
        <p:nvPr/>
      </p:nvGrpSpPr>
      <p:grpSpPr>
        <a:xfrm>
          <a:off x="0" y="0"/>
          <a:ext cx="0" cy="0"/>
        </a:xfrm>
      </p:grpSpPr>
      <p:sp>
        <p:nvSpPr>
          <p:cNvPr id="1365" name="Google Shape;1365;g2f212ad9aed_0_1618: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366" name="Google Shape;1366;g2f212ad9aed_0_16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387" name="Shape 1387"/>
        <p:cNvGrpSpPr/>
        <p:nvPr/>
      </p:nvGrpSpPr>
      <p:grpSpPr>
        <a:xfrm>
          <a:off x="0" y="0"/>
          <a:ext cx="0" cy="0"/>
        </a:xfrm>
      </p:grpSpPr>
      <p:sp>
        <p:nvSpPr>
          <p:cNvPr id="1388" name="Google Shape;1388;g2f212ad9aed_0_1639: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389" name="Google Shape;1389;g2f212ad9aed_0_163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439" name="Shape 1439"/>
        <p:cNvGrpSpPr/>
        <p:nvPr/>
      </p:nvGrpSpPr>
      <p:grpSpPr>
        <a:xfrm>
          <a:off x="0" y="0"/>
          <a:ext cx="0" cy="0"/>
        </a:xfrm>
      </p:grpSpPr>
      <p:sp>
        <p:nvSpPr>
          <p:cNvPr id="1440" name="Google Shape;1440;g2f212ad9aed_0_169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441" name="Google Shape;1441;g2f212ad9aed_0_169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480" name="Shape 1480"/>
        <p:cNvGrpSpPr/>
        <p:nvPr/>
      </p:nvGrpSpPr>
      <p:grpSpPr>
        <a:xfrm>
          <a:off x="0" y="0"/>
          <a:ext cx="0" cy="0"/>
        </a:xfrm>
      </p:grpSpPr>
      <p:sp>
        <p:nvSpPr>
          <p:cNvPr id="1481" name="Google Shape;1481;g2f212ad9aed_0_173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482" name="Google Shape;1482;g2f212ad9aed_0_17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19" name="Shape 1519"/>
        <p:cNvGrpSpPr/>
        <p:nvPr/>
      </p:nvGrpSpPr>
      <p:grpSpPr>
        <a:xfrm>
          <a:off x="0" y="0"/>
          <a:ext cx="0" cy="0"/>
        </a:xfrm>
      </p:grpSpPr>
      <p:sp>
        <p:nvSpPr>
          <p:cNvPr id="1520" name="Google Shape;1520;g2f212ad9aed_0_1768: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21" name="Google Shape;1521;g2f212ad9aed_0_176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38" name="Shape 1538"/>
        <p:cNvGrpSpPr/>
        <p:nvPr/>
      </p:nvGrpSpPr>
      <p:grpSpPr>
        <a:xfrm>
          <a:off x="0" y="0"/>
          <a:ext cx="0" cy="0"/>
        </a:xfrm>
      </p:grpSpPr>
      <p:sp>
        <p:nvSpPr>
          <p:cNvPr id="1539" name="Google Shape;1539;g2f212ad9aed_0_1786: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40" name="Google Shape;1540;g2f212ad9aed_0_178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56" name="Shape 1556"/>
        <p:cNvGrpSpPr/>
        <p:nvPr/>
      </p:nvGrpSpPr>
      <p:grpSpPr>
        <a:xfrm>
          <a:off x="0" y="0"/>
          <a:ext cx="0" cy="0"/>
        </a:xfrm>
      </p:grpSpPr>
      <p:sp>
        <p:nvSpPr>
          <p:cNvPr id="1557" name="Google Shape;1557;g2f212ad9aed_0_180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58" name="Google Shape;1558;g2f212ad9aed_0_180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82" name="Shape 1582"/>
        <p:cNvGrpSpPr/>
        <p:nvPr/>
      </p:nvGrpSpPr>
      <p:grpSpPr>
        <a:xfrm>
          <a:off x="0" y="0"/>
          <a:ext cx="0" cy="0"/>
        </a:xfrm>
      </p:grpSpPr>
      <p:sp>
        <p:nvSpPr>
          <p:cNvPr id="1583" name="Google Shape;1583;g2f212ad9aed_0_1828: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84" name="Google Shape;1584;g2f212ad9aed_0_182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35" name="Shape 1635"/>
        <p:cNvGrpSpPr/>
        <p:nvPr/>
      </p:nvGrpSpPr>
      <p:grpSpPr>
        <a:xfrm>
          <a:off x="0" y="0"/>
          <a:ext cx="0" cy="0"/>
        </a:xfrm>
      </p:grpSpPr>
      <p:sp>
        <p:nvSpPr>
          <p:cNvPr id="1636" name="Google Shape;1636;g2f212ad9aed_0_188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637" name="Google Shape;1637;g2f212ad9aed_0_188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88" name="Shape 1688"/>
        <p:cNvGrpSpPr/>
        <p:nvPr/>
      </p:nvGrpSpPr>
      <p:grpSpPr>
        <a:xfrm>
          <a:off x="0" y="0"/>
          <a:ext cx="0" cy="0"/>
        </a:xfrm>
      </p:grpSpPr>
      <p:sp>
        <p:nvSpPr>
          <p:cNvPr id="1689" name="Google Shape;1689;g2f212ad9aed_0_1932: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690" name="Google Shape;1690;g2f212ad9aed_0_193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741" name="Shape 1741"/>
        <p:cNvGrpSpPr/>
        <p:nvPr/>
      </p:nvGrpSpPr>
      <p:grpSpPr>
        <a:xfrm>
          <a:off x="0" y="0"/>
          <a:ext cx="0" cy="0"/>
        </a:xfrm>
      </p:grpSpPr>
      <p:sp>
        <p:nvSpPr>
          <p:cNvPr id="1742" name="Google Shape;1742;g2f212ad9aed_0_198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743" name="Google Shape;1743;g2f212ad9aed_0_198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749" name="Shape 1749"/>
        <p:cNvGrpSpPr/>
        <p:nvPr/>
      </p:nvGrpSpPr>
      <p:grpSpPr>
        <a:xfrm>
          <a:off x="0" y="0"/>
          <a:ext cx="0" cy="0"/>
        </a:xfrm>
      </p:grpSpPr>
      <p:sp>
        <p:nvSpPr>
          <p:cNvPr id="1750" name="Google Shape;1750;g2f212ad9aed_0_1991: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751" name="Google Shape;1751;g2f212ad9aed_0_199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798" name="Shape 1798"/>
        <p:cNvGrpSpPr/>
        <p:nvPr/>
      </p:nvGrpSpPr>
      <p:grpSpPr>
        <a:xfrm>
          <a:off x="0" y="0"/>
          <a:ext cx="0" cy="0"/>
        </a:xfrm>
      </p:grpSpPr>
      <p:sp>
        <p:nvSpPr>
          <p:cNvPr id="1799" name="Google Shape;1799;g2f212ad9aed_0_204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800" name="Google Shape;1800;g2f212ad9aed_0_204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846" name="Shape 1846"/>
        <p:cNvGrpSpPr/>
        <p:nvPr/>
      </p:nvGrpSpPr>
      <p:grpSpPr>
        <a:xfrm>
          <a:off x="0" y="0"/>
          <a:ext cx="0" cy="0"/>
        </a:xfrm>
      </p:grpSpPr>
      <p:sp>
        <p:nvSpPr>
          <p:cNvPr id="1847" name="Google Shape;1847;g2f212ad9aed_0_2088: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848" name="Google Shape;1848;g2f212ad9aed_0_208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893" name="Shape 1893"/>
        <p:cNvGrpSpPr/>
        <p:nvPr/>
      </p:nvGrpSpPr>
      <p:grpSpPr>
        <a:xfrm>
          <a:off x="0" y="0"/>
          <a:ext cx="0" cy="0"/>
        </a:xfrm>
      </p:grpSpPr>
      <p:sp>
        <p:nvSpPr>
          <p:cNvPr id="1894" name="Google Shape;1894;g2f212ad9aed_0_2135: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895" name="Google Shape;1895;g2f212ad9aed_0_213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986" name="Shape 1986"/>
        <p:cNvGrpSpPr/>
        <p:nvPr/>
      </p:nvGrpSpPr>
      <p:grpSpPr>
        <a:xfrm>
          <a:off x="0" y="0"/>
          <a:ext cx="0" cy="0"/>
        </a:xfrm>
      </p:grpSpPr>
      <p:sp>
        <p:nvSpPr>
          <p:cNvPr id="1987" name="Google Shape;1987;g2f212ad9aed_0_2227: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988" name="Google Shape;1988;g2f212ad9aed_0_222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005" name="Shape 2005"/>
        <p:cNvGrpSpPr/>
        <p:nvPr/>
      </p:nvGrpSpPr>
      <p:grpSpPr>
        <a:xfrm>
          <a:off x="0" y="0"/>
          <a:ext cx="0" cy="0"/>
        </a:xfrm>
      </p:grpSpPr>
      <p:sp>
        <p:nvSpPr>
          <p:cNvPr id="2006" name="Google Shape;2006;g2f212ad9aed_0_2247: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007" name="Google Shape;2007;g2f212ad9aed_0_224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026" name="Shape 2026"/>
        <p:cNvGrpSpPr/>
        <p:nvPr/>
      </p:nvGrpSpPr>
      <p:grpSpPr>
        <a:xfrm>
          <a:off x="0" y="0"/>
          <a:ext cx="0" cy="0"/>
        </a:xfrm>
      </p:grpSpPr>
      <p:sp>
        <p:nvSpPr>
          <p:cNvPr id="2027" name="Google Shape;2027;g2f212ad9aed_0_2269: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028" name="Google Shape;2028;g2f212ad9aed_0_226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048" name="Shape 2048"/>
        <p:cNvGrpSpPr/>
        <p:nvPr/>
      </p:nvGrpSpPr>
      <p:grpSpPr>
        <a:xfrm>
          <a:off x="0" y="0"/>
          <a:ext cx="0" cy="0"/>
        </a:xfrm>
      </p:grpSpPr>
      <p:sp>
        <p:nvSpPr>
          <p:cNvPr id="2049" name="Google Shape;2049;g2f212ad9aed_0_2292: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050" name="Google Shape;2050;g2f212ad9aed_0_229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068" name="Shape 2068"/>
        <p:cNvGrpSpPr/>
        <p:nvPr/>
      </p:nvGrpSpPr>
      <p:grpSpPr>
        <a:xfrm>
          <a:off x="0" y="0"/>
          <a:ext cx="0" cy="0"/>
        </a:xfrm>
      </p:grpSpPr>
      <p:sp>
        <p:nvSpPr>
          <p:cNvPr id="2069" name="Google Shape;2069;g2f212ad9aed_0_2311: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070" name="Google Shape;2070;g2f212ad9aed_0_23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088" name="Shape 2088"/>
        <p:cNvGrpSpPr/>
        <p:nvPr/>
      </p:nvGrpSpPr>
      <p:grpSpPr>
        <a:xfrm>
          <a:off x="0" y="0"/>
          <a:ext cx="0" cy="0"/>
        </a:xfrm>
      </p:grpSpPr>
      <p:sp>
        <p:nvSpPr>
          <p:cNvPr id="2089" name="Google Shape;2089;g2f212ad9aed_0_233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090" name="Google Shape;2090;g2f212ad9aed_0_23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144" name="Shape 2144"/>
        <p:cNvGrpSpPr/>
        <p:nvPr/>
      </p:nvGrpSpPr>
      <p:grpSpPr>
        <a:xfrm>
          <a:off x="0" y="0"/>
          <a:ext cx="0" cy="0"/>
        </a:xfrm>
      </p:grpSpPr>
      <p:sp>
        <p:nvSpPr>
          <p:cNvPr id="2145" name="Google Shape;2145;g2f212ad9aed_0_2385: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146" name="Google Shape;2146;g2f212ad9aed_0_23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190" name="Shape 2190"/>
        <p:cNvGrpSpPr/>
        <p:nvPr/>
      </p:nvGrpSpPr>
      <p:grpSpPr>
        <a:xfrm>
          <a:off x="0" y="0"/>
          <a:ext cx="0" cy="0"/>
        </a:xfrm>
      </p:grpSpPr>
      <p:sp>
        <p:nvSpPr>
          <p:cNvPr id="2191" name="Google Shape;2191;g2f212ad9aed_0_243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192" name="Google Shape;2192;g2f212ad9aed_0_24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245" name="Shape 2245"/>
        <p:cNvGrpSpPr/>
        <p:nvPr/>
      </p:nvGrpSpPr>
      <p:grpSpPr>
        <a:xfrm>
          <a:off x="0" y="0"/>
          <a:ext cx="0" cy="0"/>
        </a:xfrm>
      </p:grpSpPr>
      <p:sp>
        <p:nvSpPr>
          <p:cNvPr id="2246" name="Google Shape;2246;g2f212ad9aed_0_248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247" name="Google Shape;2247;g2f212ad9aed_0_248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279" name="Shape 2279"/>
        <p:cNvGrpSpPr/>
        <p:nvPr/>
      </p:nvGrpSpPr>
      <p:grpSpPr>
        <a:xfrm>
          <a:off x="0" y="0"/>
          <a:ext cx="0" cy="0"/>
        </a:xfrm>
      </p:grpSpPr>
      <p:sp>
        <p:nvSpPr>
          <p:cNvPr id="2280" name="Google Shape;2280;g2f212ad9aed_0_2517: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281" name="Google Shape;2281;g2f212ad9aed_0_25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314" name="Shape 2314"/>
        <p:cNvGrpSpPr/>
        <p:nvPr/>
      </p:nvGrpSpPr>
      <p:grpSpPr>
        <a:xfrm>
          <a:off x="0" y="0"/>
          <a:ext cx="0" cy="0"/>
        </a:xfrm>
      </p:grpSpPr>
      <p:sp>
        <p:nvSpPr>
          <p:cNvPr id="2315" name="Google Shape;2315;g2f212ad9aed_0_2551: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316" name="Google Shape;2316;g2f212ad9aed_0_255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333" name="Shape 2333"/>
        <p:cNvGrpSpPr/>
        <p:nvPr/>
      </p:nvGrpSpPr>
      <p:grpSpPr>
        <a:xfrm>
          <a:off x="0" y="0"/>
          <a:ext cx="0" cy="0"/>
        </a:xfrm>
      </p:grpSpPr>
      <p:sp>
        <p:nvSpPr>
          <p:cNvPr id="2334" name="Google Shape;2334;g2f212ad9aed_0_2571: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335" name="Google Shape;2335;g2f212ad9aed_0_257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359" name="Shape 2359"/>
        <p:cNvGrpSpPr/>
        <p:nvPr/>
      </p:nvGrpSpPr>
      <p:grpSpPr>
        <a:xfrm>
          <a:off x="0" y="0"/>
          <a:ext cx="0" cy="0"/>
        </a:xfrm>
      </p:grpSpPr>
      <p:sp>
        <p:nvSpPr>
          <p:cNvPr id="2360" name="Google Shape;2360;g2f212ad9aed_0_2596: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361" name="Google Shape;2361;g2f212ad9aed_0_259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385" name="Shape 2385"/>
        <p:cNvGrpSpPr/>
        <p:nvPr/>
      </p:nvGrpSpPr>
      <p:grpSpPr>
        <a:xfrm>
          <a:off x="0" y="0"/>
          <a:ext cx="0" cy="0"/>
        </a:xfrm>
      </p:grpSpPr>
      <p:sp>
        <p:nvSpPr>
          <p:cNvPr id="2386" name="Google Shape;2386;g2f212ad9aed_0_2621: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387" name="Google Shape;2387;g2f212ad9aed_0_26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423" name="Shape 2423"/>
        <p:cNvGrpSpPr/>
        <p:nvPr/>
      </p:nvGrpSpPr>
      <p:grpSpPr>
        <a:xfrm>
          <a:off x="0" y="0"/>
          <a:ext cx="0" cy="0"/>
        </a:xfrm>
      </p:grpSpPr>
      <p:sp>
        <p:nvSpPr>
          <p:cNvPr id="2424" name="Google Shape;2424;g2f212ad9aed_0_2658: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425" name="Google Shape;2425;g2f212ad9aed_0_265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443" name="Shape 2443"/>
        <p:cNvGrpSpPr/>
        <p:nvPr/>
      </p:nvGrpSpPr>
      <p:grpSpPr>
        <a:xfrm>
          <a:off x="0" y="0"/>
          <a:ext cx="0" cy="0"/>
        </a:xfrm>
      </p:grpSpPr>
      <p:sp>
        <p:nvSpPr>
          <p:cNvPr id="2444" name="Google Shape;2444;g2f212ad9aed_0_2679: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445" name="Google Shape;2445;g2f212ad9aed_0_267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463" name="Shape 2463"/>
        <p:cNvGrpSpPr/>
        <p:nvPr/>
      </p:nvGrpSpPr>
      <p:grpSpPr>
        <a:xfrm>
          <a:off x="0" y="0"/>
          <a:ext cx="0" cy="0"/>
        </a:xfrm>
      </p:grpSpPr>
      <p:sp>
        <p:nvSpPr>
          <p:cNvPr id="2464" name="Google Shape;2464;g2f212ad9aed_0_270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465" name="Google Shape;2465;g2f212ad9aed_0_270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490" name="Shape 2490"/>
        <p:cNvGrpSpPr/>
        <p:nvPr/>
      </p:nvGrpSpPr>
      <p:grpSpPr>
        <a:xfrm>
          <a:off x="0" y="0"/>
          <a:ext cx="0" cy="0"/>
        </a:xfrm>
      </p:grpSpPr>
      <p:sp>
        <p:nvSpPr>
          <p:cNvPr id="2491" name="Google Shape;2491;g2f212ad9aed_0_2726: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492" name="Google Shape;2492;g2f212ad9aed_0_272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517" name="Shape 2517"/>
        <p:cNvGrpSpPr/>
        <p:nvPr/>
      </p:nvGrpSpPr>
      <p:grpSpPr>
        <a:xfrm>
          <a:off x="0" y="0"/>
          <a:ext cx="0" cy="0"/>
        </a:xfrm>
      </p:grpSpPr>
      <p:sp>
        <p:nvSpPr>
          <p:cNvPr id="2518" name="Google Shape;2518;g2f212ad9aed_0_2752: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519" name="Google Shape;2519;g2f212ad9aed_0_275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555" name="Shape 2555"/>
        <p:cNvGrpSpPr/>
        <p:nvPr/>
      </p:nvGrpSpPr>
      <p:grpSpPr>
        <a:xfrm>
          <a:off x="0" y="0"/>
          <a:ext cx="0" cy="0"/>
        </a:xfrm>
      </p:grpSpPr>
      <p:sp>
        <p:nvSpPr>
          <p:cNvPr id="2556" name="Google Shape;2556;g2f212ad9aed_0_2789: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557" name="Google Shape;2557;g2f212ad9aed_0_278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594" name="Shape 2594"/>
        <p:cNvGrpSpPr/>
        <p:nvPr/>
      </p:nvGrpSpPr>
      <p:grpSpPr>
        <a:xfrm>
          <a:off x="0" y="0"/>
          <a:ext cx="0" cy="0"/>
        </a:xfrm>
      </p:grpSpPr>
      <p:sp>
        <p:nvSpPr>
          <p:cNvPr id="2595" name="Google Shape;2595;g2f212ad9aed_0_2827: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596" name="Google Shape;2596;g2f212ad9aed_0_282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600" name="Shape 2600"/>
        <p:cNvGrpSpPr/>
        <p:nvPr/>
      </p:nvGrpSpPr>
      <p:grpSpPr>
        <a:xfrm>
          <a:off x="0" y="0"/>
          <a:ext cx="0" cy="0"/>
        </a:xfrm>
      </p:grpSpPr>
      <p:sp>
        <p:nvSpPr>
          <p:cNvPr id="2601" name="Google Shape;2601;g2f212ad9aed_0_2832: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602" name="Google Shape;2602;g2f212ad9aed_0_283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image" Target="../media/image4.png" /><Relationship Id="rId5"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5.png" /><Relationship Id="rId3" Type="http://schemas.openxmlformats.org/officeDocument/2006/relationships/image" Target="../media/image1.png" /><Relationship Id="rId4"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1.png" /><Relationship Id="rId3" Type="http://schemas.openxmlformats.org/officeDocument/2006/relationships/image" Target="../media/image2.png" /><Relationship Id="rId4"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1.png" /><Relationship Id="rId3" Type="http://schemas.openxmlformats.org/officeDocument/2006/relationships/image" Target="../media/image2.png" /><Relationship Id="rId4" Type="http://schemas.openxmlformats.org/officeDocument/2006/relationships/image" Target="../media/image6.png" /><Relationship Id="rId5"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1.png" /><Relationship Id="rId3" Type="http://schemas.openxmlformats.org/officeDocument/2006/relationships/image" Target="../media/image2.png" /><Relationship Id="rId4" Type="http://schemas.openxmlformats.org/officeDocument/2006/relationships/image" Target="../media/image7.png" /><Relationship Id="rId5"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1.png" /><Relationship Id="rId3" Type="http://schemas.openxmlformats.org/officeDocument/2006/relationships/image" Target="../media/image2.png" /><Relationship Id="rId4" Type="http://schemas.openxmlformats.org/officeDocument/2006/relationships/image" Target="../media/image8.png" /><Relationship Id="rId5"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1.png" /><Relationship Id="rId3" Type="http://schemas.openxmlformats.org/officeDocument/2006/relationships/image" Target="../media/image9.png"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1.png" /><Relationship Id="rId3" Type="http://schemas.openxmlformats.org/officeDocument/2006/relationships/image" Target="../media/image2.png" /><Relationship Id="rId4" Type="http://schemas.openxmlformats.org/officeDocument/2006/relationships/image" Target="../media/image10.png" /><Relationship Id="rId5"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11.png" /><Relationship Id="rId3" Type="http://schemas.openxmlformats.org/officeDocument/2006/relationships/image" Target="../media/image1.png" /><Relationship Id="rId4"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1.png" /><Relationship Id="rId3" Type="http://schemas.openxmlformats.org/officeDocument/2006/relationships/image" Target="../media/image2.png" /><Relationship Id="rId4" Type="http://schemas.openxmlformats.org/officeDocument/2006/relationships/image" Target="../media/image12.png" /><Relationship Id="rId5"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1.png" /><Relationship Id="rId3" Type="http://schemas.openxmlformats.org/officeDocument/2006/relationships/image" Target="../media/image13.png" /><Relationship Id="rId4" Type="http://schemas.openxmlformats.org/officeDocument/2006/relationships/image" Target="../media/image14.png" /><Relationship Id="rId5"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rId1" Type="http://schemas.openxmlformats.org/officeDocument/2006/relationships/image" Target="../media/image15.png" /><Relationship Id="rId2" Type="http://schemas.openxmlformats.org/officeDocument/2006/relationships/image" Target="../media/image1.png" /><Relationship Id="rId3" Type="http://schemas.openxmlformats.org/officeDocument/2006/relationships/image" Target="../media/image4.png" /><Relationship Id="rId4" Type="http://schemas.openxmlformats.org/officeDocument/2006/relationships/slideMaster" Target="../slideMasters/slideMaster1.xml" /></Relationships>
</file>

<file path=ppt/slideLayouts/_rels/slideLayout13.xml.rels>&#65279;<?xml version="1.0" encoding="utf-8" standalone="yes"?><Relationships xmlns="http://schemas.openxmlformats.org/package/2006/relationships"><Relationship Id="rId1" Type="http://schemas.openxmlformats.org/officeDocument/2006/relationships/image" Target="../media/image16.png" /><Relationship Id="rId2" Type="http://schemas.openxmlformats.org/officeDocument/2006/relationships/image" Target="../media/image1.png" /><Relationship Id="rId3" Type="http://schemas.openxmlformats.org/officeDocument/2006/relationships/image" Target="../media/image4.png" /><Relationship Id="rId4" Type="http://schemas.openxmlformats.org/officeDocument/2006/relationships/slideMaster" Target="../slideMasters/slideMaster1.xml" /></Relationships>
</file>

<file path=ppt/slideLayouts/_rels/slideLayout14.xml.rels>&#65279;<?xml version="1.0" encoding="utf-8" standalone="yes"?><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1.png" /><Relationship Id="rId3" Type="http://schemas.openxmlformats.org/officeDocument/2006/relationships/image" Target="../media/image2.png" /><Relationship Id="rId4" Type="http://schemas.openxmlformats.org/officeDocument/2006/relationships/image" Target="../media/image17.png" /><Relationship Id="rId5" Type="http://schemas.openxmlformats.org/officeDocument/2006/relationships/slideMaster" Target="../slideMasters/slideMaster1.xml" /></Relationships>
</file>

<file path=ppt/slideLayouts/_rels/slideLayout15.xml.rels>&#65279;<?xml version="1.0" encoding="utf-8" standalone="yes"?><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1.png" /><Relationship Id="rId3" Type="http://schemas.openxmlformats.org/officeDocument/2006/relationships/image" Target="../media/image18.png" /><Relationship Id="rId4" Type="http://schemas.openxmlformats.org/officeDocument/2006/relationships/image" Target="../media/image19.png" /><Relationship Id="rId5" Type="http://schemas.openxmlformats.org/officeDocument/2006/relationships/slideMaster" Target="../slideMasters/slideMaster1.xml" /></Relationships>
</file>

<file path=ppt/slideLayouts/_rels/slideLayout1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20.png" /><Relationship Id="rId4" Type="http://schemas.openxmlformats.org/officeDocument/2006/relationships/image" Target="../media/image4.png" /><Relationship Id="rId5" Type="http://schemas.openxmlformats.org/officeDocument/2006/relationships/slideMaster" Target="../slideMasters/slideMaster1.xml" /></Relationships>
</file>

<file path=ppt/slideLayouts/_rels/slideLayout1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20.png" /><Relationship Id="rId4" Type="http://schemas.openxmlformats.org/officeDocument/2006/relationships/image" Target="../media/image4.png" /><Relationship Id="rId5" Type="http://schemas.openxmlformats.org/officeDocument/2006/relationships/slideMaster" Target="../slideMasters/slideMaster1.xml" /></Relationships>
</file>

<file path=ppt/slideLayouts/_rels/slideLayout18.xml.rels>&#65279;<?xml version="1.0" encoding="utf-8" standalone="yes"?><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1.png" /><Relationship Id="rId3" Type="http://schemas.openxmlformats.org/officeDocument/2006/relationships/image" Target="../media/image2.png" /><Relationship Id="rId4" Type="http://schemas.openxmlformats.org/officeDocument/2006/relationships/image" Target="../media/image21.png" /><Relationship Id="rId5" Type="http://schemas.openxmlformats.org/officeDocument/2006/relationships/slideMaster" Target="../slideMasters/slideMaster1.xml" /></Relationships>
</file>

<file path=ppt/slideLayouts/_rels/slideLayout1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22.png" /><Relationship Id="rId4" Type="http://schemas.openxmlformats.org/officeDocument/2006/relationships/image" Target="../media/image23.png" /><Relationship Id="rId5" Type="http://schemas.openxmlformats.org/officeDocument/2006/relationships/slideMaster" Target="../slideMasters/slideMaster1.xml" /></Relationships>
</file>

<file path=ppt/slideLayouts/_rels/slideLayout20.xml.rels>&#65279;<?xml version="1.0" encoding="utf-8" standalone="yes"?><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1.png" /><Relationship Id="rId3" Type="http://schemas.openxmlformats.org/officeDocument/2006/relationships/image" Target="../media/image2.png" /><Relationship Id="rId4" Type="http://schemas.openxmlformats.org/officeDocument/2006/relationships/image" Target="../media/image24.png" /><Relationship Id="rId5" Type="http://schemas.openxmlformats.org/officeDocument/2006/relationships/slideMaster" Target="../slideMasters/slideMaster1.xml" /></Relationships>
</file>

<file path=ppt/slideLayouts/_rels/slideLayout21.xml.rels>&#65279;<?xml version="1.0" encoding="utf-8" standalone="yes"?><Relationships xmlns="http://schemas.openxmlformats.org/package/2006/relationships"><Relationship Id="rId1" Type="http://schemas.openxmlformats.org/officeDocument/2006/relationships/image" Target="../media/image25.png" /><Relationship Id="rId2" Type="http://schemas.openxmlformats.org/officeDocument/2006/relationships/slideMaster" Target="../slideMasters/slideMaster1.xml" /></Relationships>
</file>

<file path=ppt/slideLayouts/_rels/slideLayout22.xml.rels>&#65279;<?xml version="1.0" encoding="utf-8" standalone="yes"?><Relationships xmlns="http://schemas.openxmlformats.org/package/2006/relationships"><Relationship Id="rId1" Type="http://schemas.openxmlformats.org/officeDocument/2006/relationships/image" Target="../media/image26.png" /><Relationship Id="rId2" Type="http://schemas.openxmlformats.org/officeDocument/2006/relationships/image" Target="../media/image27.png" /><Relationship Id="rId3" Type="http://schemas.openxmlformats.org/officeDocument/2006/relationships/image" Target="../media/image28.png" /><Relationship Id="rId4" Type="http://schemas.openxmlformats.org/officeDocument/2006/relationships/image" Target="../media/image29.png" /><Relationship Id="rId5" Type="http://schemas.openxmlformats.org/officeDocument/2006/relationships/image" Target="../media/image30.png" /><Relationship Id="rId6" Type="http://schemas.openxmlformats.org/officeDocument/2006/relationships/image" Target="../media/image31.png" /><Relationship Id="rId7" Type="http://schemas.openxmlformats.org/officeDocument/2006/relationships/slideMaster" Target="../slideMasters/slideMaster1.xml" /></Relationships>
</file>

<file path=ppt/slideLayouts/_rels/slideLayout23.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slideMaster" Target="../slideMasters/slideMaster1.xml" /></Relationships>
</file>

<file path=ppt/slideLayouts/_rels/slideLayout24.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slideMaster" Target="../slideMasters/slideMaster1.xml" /></Relationships>
</file>

<file path=ppt/slideLayouts/_rels/slideLayout25.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slideMaster" Target="../slideMasters/slideMaster1.xml" /></Relationships>
</file>

<file path=ppt/slideLayouts/_rels/slideLayout26.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slideMaster" Target="../slideMasters/slideMaster1.xml" /></Relationships>
</file>

<file path=ppt/slideLayouts/_rels/slideLayout27.xml.rels>&#65279;<?xml version="1.0" encoding="utf-8" standalone="yes"?><Relationships xmlns="http://schemas.openxmlformats.org/package/2006/relationships"><Relationship Id="rId1" Type="http://schemas.openxmlformats.org/officeDocument/2006/relationships/image" Target="../media/image33.png" /><Relationship Id="rId2" Type="http://schemas.openxmlformats.org/officeDocument/2006/relationships/image" Target="../media/image34.png" /><Relationship Id="rId3" Type="http://schemas.openxmlformats.org/officeDocument/2006/relationships/image" Target="../media/image35.png" /><Relationship Id="rId4" Type="http://schemas.openxmlformats.org/officeDocument/2006/relationships/image" Target="../media/image36.png" /><Relationship Id="rId5" Type="http://schemas.openxmlformats.org/officeDocument/2006/relationships/image" Target="../media/image37.png" /><Relationship Id="rId6" Type="http://schemas.openxmlformats.org/officeDocument/2006/relationships/image" Target="../media/image32.png" /><Relationship Id="rId7" Type="http://schemas.openxmlformats.org/officeDocument/2006/relationships/slideMaster" Target="../slideMasters/slideMaster1.xml" /></Relationships>
</file>

<file path=ppt/slideLayouts/_rels/slideLayout28.xml.rels>&#65279;<?xml version="1.0" encoding="utf-8" standalone="yes"?><Relationships xmlns="http://schemas.openxmlformats.org/package/2006/relationships"><Relationship Id="rId1" Type="http://schemas.openxmlformats.org/officeDocument/2006/relationships/image" Target="../media/image38.png" /><Relationship Id="rId2" Type="http://schemas.openxmlformats.org/officeDocument/2006/relationships/image" Target="../media/image35.png" /><Relationship Id="rId3" Type="http://schemas.openxmlformats.org/officeDocument/2006/relationships/image" Target="../media/image33.png" /><Relationship Id="rId4" Type="http://schemas.openxmlformats.org/officeDocument/2006/relationships/image" Target="../media/image34.png" /><Relationship Id="rId5" Type="http://schemas.openxmlformats.org/officeDocument/2006/relationships/image" Target="../media/image39.png" /><Relationship Id="rId6" Type="http://schemas.openxmlformats.org/officeDocument/2006/relationships/image" Target="../media/image36.png" /><Relationship Id="rId7" Type="http://schemas.openxmlformats.org/officeDocument/2006/relationships/image" Target="../media/image37.png" /><Relationship Id="rId8" Type="http://schemas.openxmlformats.org/officeDocument/2006/relationships/image" Target="../media/image32.png" /><Relationship Id="rId9" Type="http://schemas.openxmlformats.org/officeDocument/2006/relationships/slideMaster" Target="../slideMasters/slideMaster1.xml" /></Relationships>
</file>

<file path=ppt/slideLayouts/_rels/slideLayout29.xml.rels>&#65279;<?xml version="1.0" encoding="utf-8" standalone="yes"?><Relationships xmlns="http://schemas.openxmlformats.org/package/2006/relationships"><Relationship Id="rId1" Type="http://schemas.openxmlformats.org/officeDocument/2006/relationships/image" Target="../media/image38.png" /><Relationship Id="rId10" Type="http://schemas.openxmlformats.org/officeDocument/2006/relationships/image" Target="../media/image32.png" /><Relationship Id="rId11" Type="http://schemas.openxmlformats.org/officeDocument/2006/relationships/slideMaster" Target="../slideMasters/slideMaster1.xml" /><Relationship Id="rId2" Type="http://schemas.openxmlformats.org/officeDocument/2006/relationships/image" Target="../media/image35.png" /><Relationship Id="rId3" Type="http://schemas.openxmlformats.org/officeDocument/2006/relationships/image" Target="../media/image40.png" /><Relationship Id="rId4" Type="http://schemas.openxmlformats.org/officeDocument/2006/relationships/image" Target="../media/image33.png" /><Relationship Id="rId5" Type="http://schemas.openxmlformats.org/officeDocument/2006/relationships/image" Target="../media/image34.png" /><Relationship Id="rId6" Type="http://schemas.openxmlformats.org/officeDocument/2006/relationships/image" Target="../media/image39.png" /><Relationship Id="rId7" Type="http://schemas.openxmlformats.org/officeDocument/2006/relationships/image" Target="../media/image36.png" /><Relationship Id="rId8" Type="http://schemas.openxmlformats.org/officeDocument/2006/relationships/image" Target="../media/image37.png" /><Relationship Id="rId9" Type="http://schemas.openxmlformats.org/officeDocument/2006/relationships/image" Target="../media/image41.png" /></Relationships>
</file>

<file path=ppt/slideLayouts/_rels/slideLayout30.xml.rels>&#65279;<?xml version="1.0" encoding="utf-8" standalone="yes"?><Relationships xmlns="http://schemas.openxmlformats.org/package/2006/relationships"><Relationship Id="rId1" Type="http://schemas.openxmlformats.org/officeDocument/2006/relationships/image" Target="../media/image42.png" /><Relationship Id="rId2" Type="http://schemas.openxmlformats.org/officeDocument/2006/relationships/image" Target="../media/image43.png" /><Relationship Id="rId3" Type="http://schemas.openxmlformats.org/officeDocument/2006/relationships/slideMaster" Target="../slideMasters/slideMaster1.xml" /></Relationships>
</file>

<file path=ppt/slideLayouts/_rels/slideLayout31.xml.rels>&#65279;<?xml version="1.0" encoding="utf-8" standalone="yes"?><Relationships xmlns="http://schemas.openxmlformats.org/package/2006/relationships"><Relationship Id="rId1" Type="http://schemas.openxmlformats.org/officeDocument/2006/relationships/image" Target="../media/image44.png" /><Relationship Id="rId2" Type="http://schemas.openxmlformats.org/officeDocument/2006/relationships/image" Target="../media/image43.png" /><Relationship Id="rId3" Type="http://schemas.openxmlformats.org/officeDocument/2006/relationships/slideMaster" Target="../slideMasters/slideMaster1.xml" /></Relationships>
</file>

<file path=ppt/slideLayouts/_rels/slideLayout32.xml.rels>&#65279;<?xml version="1.0" encoding="utf-8" standalone="yes"?><Relationships xmlns="http://schemas.openxmlformats.org/package/2006/relationships"><Relationship Id="rId1" Type="http://schemas.openxmlformats.org/officeDocument/2006/relationships/image" Target="../media/image45.png" /><Relationship Id="rId2" Type="http://schemas.openxmlformats.org/officeDocument/2006/relationships/image" Target="../media/image43.png" /><Relationship Id="rId3" Type="http://schemas.openxmlformats.org/officeDocument/2006/relationships/slideMaster" Target="../slideMasters/slideMaster1.xml" /></Relationships>
</file>

<file path=ppt/slideLayouts/_rels/slideLayout33.xml.rels>&#65279;<?xml version="1.0" encoding="utf-8" standalone="yes"?><Relationships xmlns="http://schemas.openxmlformats.org/package/2006/relationships"><Relationship Id="rId1" Type="http://schemas.openxmlformats.org/officeDocument/2006/relationships/image" Target="../media/image46.png" /><Relationship Id="rId2" Type="http://schemas.openxmlformats.org/officeDocument/2006/relationships/image" Target="../media/image43.png" /><Relationship Id="rId3" Type="http://schemas.openxmlformats.org/officeDocument/2006/relationships/slideMaster" Target="../slideMasters/slideMaster1.xml" /></Relationships>
</file>

<file path=ppt/slideLayouts/_rels/slideLayout34.xml.rels>&#65279;<?xml version="1.0" encoding="utf-8" standalone="yes"?><Relationships xmlns="http://schemas.openxmlformats.org/package/2006/relationships"><Relationship Id="rId1" Type="http://schemas.openxmlformats.org/officeDocument/2006/relationships/image" Target="../media/image42.png" /><Relationship Id="rId2" Type="http://schemas.openxmlformats.org/officeDocument/2006/relationships/image" Target="../media/image43.png" /><Relationship Id="rId3" Type="http://schemas.openxmlformats.org/officeDocument/2006/relationships/image" Target="../media/image47.png" /><Relationship Id="rId4" Type="http://schemas.openxmlformats.org/officeDocument/2006/relationships/slideMaster" Target="../slideMasters/slideMaster1.xml" /></Relationships>
</file>

<file path=ppt/slideLayouts/_rels/slideLayout35.xml.rels>&#65279;<?xml version="1.0" encoding="utf-8" standalone="yes"?><Relationships xmlns="http://schemas.openxmlformats.org/package/2006/relationships"><Relationship Id="rId1" Type="http://schemas.openxmlformats.org/officeDocument/2006/relationships/image" Target="../media/image44.png" /><Relationship Id="rId2" Type="http://schemas.openxmlformats.org/officeDocument/2006/relationships/image" Target="../media/image43.png" /><Relationship Id="rId3" Type="http://schemas.openxmlformats.org/officeDocument/2006/relationships/image" Target="../media/image47.png" /><Relationship Id="rId4" Type="http://schemas.openxmlformats.org/officeDocument/2006/relationships/slideMaster" Target="../slideMasters/slideMaster1.xml" /></Relationships>
</file>

<file path=ppt/slideLayouts/_rels/slideLayout36.xml.rels>&#65279;<?xml version="1.0" encoding="utf-8" standalone="yes"?><Relationships xmlns="http://schemas.openxmlformats.org/package/2006/relationships"><Relationship Id="rId1" Type="http://schemas.openxmlformats.org/officeDocument/2006/relationships/image" Target="../media/image45.png" /><Relationship Id="rId2" Type="http://schemas.openxmlformats.org/officeDocument/2006/relationships/image" Target="../media/image43.png" /><Relationship Id="rId3" Type="http://schemas.openxmlformats.org/officeDocument/2006/relationships/image" Target="../media/image47.png" /><Relationship Id="rId4" Type="http://schemas.openxmlformats.org/officeDocument/2006/relationships/slideMaster" Target="../slideMasters/slideMaster1.xml" /></Relationships>
</file>

<file path=ppt/slideLayouts/_rels/slideLayout37.xml.rels>&#65279;<?xml version="1.0" encoding="utf-8" standalone="yes"?><Relationships xmlns="http://schemas.openxmlformats.org/package/2006/relationships"><Relationship Id="rId1" Type="http://schemas.openxmlformats.org/officeDocument/2006/relationships/image" Target="../media/image46.png" /><Relationship Id="rId2" Type="http://schemas.openxmlformats.org/officeDocument/2006/relationships/image" Target="../media/image43.png" /><Relationship Id="rId3" Type="http://schemas.openxmlformats.org/officeDocument/2006/relationships/image" Target="../media/image47.png" /><Relationship Id="rId4" Type="http://schemas.openxmlformats.org/officeDocument/2006/relationships/slideMaster" Target="../slideMasters/slideMaster1.xml" /></Relationships>
</file>

<file path=ppt/slideLayouts/_rels/slideLayout38.xml.rels>&#65279;<?xml version="1.0" encoding="utf-8" standalone="yes"?><Relationships xmlns="http://schemas.openxmlformats.org/package/2006/relationships"><Relationship Id="rId1" Type="http://schemas.openxmlformats.org/officeDocument/2006/relationships/image" Target="../media/image48.png" /><Relationship Id="rId2" Type="http://schemas.openxmlformats.org/officeDocument/2006/relationships/image" Target="../media/image42.png" /><Relationship Id="rId3" Type="http://schemas.openxmlformats.org/officeDocument/2006/relationships/image" Target="../media/image47.png" /><Relationship Id="rId4" Type="http://schemas.openxmlformats.org/officeDocument/2006/relationships/slideMaster" Target="../slideMasters/slideMaster1.xml" /></Relationships>
</file>

<file path=ppt/slideLayouts/_rels/slideLayout39.xml.rels>&#65279;<?xml version="1.0" encoding="utf-8" standalone="yes"?><Relationships xmlns="http://schemas.openxmlformats.org/package/2006/relationships"><Relationship Id="rId1" Type="http://schemas.openxmlformats.org/officeDocument/2006/relationships/image" Target="../media/image44.png" /><Relationship Id="rId2" Type="http://schemas.openxmlformats.org/officeDocument/2006/relationships/image" Target="../media/image47.png" /><Relationship Id="rId3" Type="http://schemas.openxmlformats.org/officeDocument/2006/relationships/image" Target="../media/image48.png" /><Relationship Id="rId4" Type="http://schemas.openxmlformats.org/officeDocument/2006/relationships/slideMaster" Target="../slideMasters/slideMaster1.xml" /></Relationships>
</file>

<file path=ppt/slideLayouts/_rels/slideLayout40.xml.rels>&#65279;<?xml version="1.0" encoding="utf-8" standalone="yes"?><Relationships xmlns="http://schemas.openxmlformats.org/package/2006/relationships"><Relationship Id="rId1" Type="http://schemas.openxmlformats.org/officeDocument/2006/relationships/image" Target="../media/image45.png" /><Relationship Id="rId2" Type="http://schemas.openxmlformats.org/officeDocument/2006/relationships/image" Target="../media/image47.png" /><Relationship Id="rId3" Type="http://schemas.openxmlformats.org/officeDocument/2006/relationships/image" Target="../media/image48.png" /><Relationship Id="rId4" Type="http://schemas.openxmlformats.org/officeDocument/2006/relationships/slideMaster" Target="../slideMasters/slideMaster1.xml" /></Relationships>
</file>

<file path=ppt/slideLayouts/_rels/slideLayout41.xml.rels>&#65279;<?xml version="1.0" encoding="utf-8" standalone="yes"?><Relationships xmlns="http://schemas.openxmlformats.org/package/2006/relationships"><Relationship Id="rId1" Type="http://schemas.openxmlformats.org/officeDocument/2006/relationships/image" Target="../media/image46.png" /><Relationship Id="rId2" Type="http://schemas.openxmlformats.org/officeDocument/2006/relationships/image" Target="../media/image47.png" /><Relationship Id="rId3" Type="http://schemas.openxmlformats.org/officeDocument/2006/relationships/image" Target="../media/image48.png" /><Relationship Id="rId4" Type="http://schemas.openxmlformats.org/officeDocument/2006/relationships/slideMaster" Target="../slideMasters/slideMaster1.xml" /></Relationships>
</file>

<file path=ppt/slideLayouts/_rels/slideLayout42.xml.rels>&#65279;<?xml version="1.0" encoding="utf-8" standalone="yes"?><Relationships xmlns="http://schemas.openxmlformats.org/package/2006/relationships"><Relationship Id="rId1" Type="http://schemas.openxmlformats.org/officeDocument/2006/relationships/image" Target="../media/image42.png" /><Relationship Id="rId2" Type="http://schemas.openxmlformats.org/officeDocument/2006/relationships/image" Target="../media/image47.png" /><Relationship Id="rId3" Type="http://schemas.openxmlformats.org/officeDocument/2006/relationships/image" Target="../media/image49.png" /><Relationship Id="rId4" Type="http://schemas.openxmlformats.org/officeDocument/2006/relationships/slideMaster" Target="../slideMasters/slideMaster1.xml" /></Relationships>
</file>

<file path=ppt/slideLayouts/_rels/slideLayout43.xml.rels>&#65279;<?xml version="1.0" encoding="utf-8" standalone="yes"?><Relationships xmlns="http://schemas.openxmlformats.org/package/2006/relationships"><Relationship Id="rId1" Type="http://schemas.openxmlformats.org/officeDocument/2006/relationships/image" Target="../media/image44.png" /><Relationship Id="rId2" Type="http://schemas.openxmlformats.org/officeDocument/2006/relationships/image" Target="../media/image47.png" /><Relationship Id="rId3" Type="http://schemas.openxmlformats.org/officeDocument/2006/relationships/image" Target="../media/image49.png" /><Relationship Id="rId4" Type="http://schemas.openxmlformats.org/officeDocument/2006/relationships/slideMaster" Target="../slideMasters/slideMaster1.xml" /></Relationships>
</file>

<file path=ppt/slideLayouts/_rels/slideLayout44.xml.rels>&#65279;<?xml version="1.0" encoding="utf-8" standalone="yes"?><Relationships xmlns="http://schemas.openxmlformats.org/package/2006/relationships"><Relationship Id="rId1" Type="http://schemas.openxmlformats.org/officeDocument/2006/relationships/image" Target="../media/image45.png" /><Relationship Id="rId2" Type="http://schemas.openxmlformats.org/officeDocument/2006/relationships/image" Target="../media/image47.png" /><Relationship Id="rId3" Type="http://schemas.openxmlformats.org/officeDocument/2006/relationships/image" Target="../media/image49.png" /><Relationship Id="rId4" Type="http://schemas.openxmlformats.org/officeDocument/2006/relationships/slideMaster" Target="../slideMasters/slideMaster1.xml" /></Relationships>
</file>

<file path=ppt/slideLayouts/_rels/slideLayout45.xml.rels>&#65279;<?xml version="1.0" encoding="utf-8" standalone="yes"?><Relationships xmlns="http://schemas.openxmlformats.org/package/2006/relationships"><Relationship Id="rId1" Type="http://schemas.openxmlformats.org/officeDocument/2006/relationships/image" Target="../media/image46.png" /><Relationship Id="rId2" Type="http://schemas.openxmlformats.org/officeDocument/2006/relationships/image" Target="../media/image47.png" /><Relationship Id="rId3" Type="http://schemas.openxmlformats.org/officeDocument/2006/relationships/image" Target="../media/image49.png" /><Relationship Id="rId4" Type="http://schemas.openxmlformats.org/officeDocument/2006/relationships/slideMaster" Target="../slideMasters/slideMaster1.xml" /></Relationships>
</file>

<file path=ppt/slideLayouts/_rels/slideLayout46.xml.rels>&#65279;<?xml version="1.0" encoding="utf-8" standalone="yes"?><Relationships xmlns="http://schemas.openxmlformats.org/package/2006/relationships"><Relationship Id="rId1" Type="http://schemas.openxmlformats.org/officeDocument/2006/relationships/image" Target="../media/image42.png" /><Relationship Id="rId2" Type="http://schemas.openxmlformats.org/officeDocument/2006/relationships/image" Target="../media/image47.png" /><Relationship Id="rId3" Type="http://schemas.openxmlformats.org/officeDocument/2006/relationships/image" Target="../media/image49.png" /><Relationship Id="rId4" Type="http://schemas.openxmlformats.org/officeDocument/2006/relationships/slideMaster" Target="../slideMasters/slideMaster1.xml" /></Relationships>
</file>

<file path=ppt/slideLayouts/_rels/slideLayout47.xml.rels>&#65279;<?xml version="1.0" encoding="utf-8" standalone="yes"?><Relationships xmlns="http://schemas.openxmlformats.org/package/2006/relationships"><Relationship Id="rId1" Type="http://schemas.openxmlformats.org/officeDocument/2006/relationships/image" Target="../media/image44.png" /><Relationship Id="rId2" Type="http://schemas.openxmlformats.org/officeDocument/2006/relationships/image" Target="../media/image47.png" /><Relationship Id="rId3" Type="http://schemas.openxmlformats.org/officeDocument/2006/relationships/image" Target="../media/image49.png" /><Relationship Id="rId4" Type="http://schemas.openxmlformats.org/officeDocument/2006/relationships/slideMaster" Target="../slideMasters/slideMaster1.xml" /></Relationships>
</file>

<file path=ppt/slideLayouts/_rels/slideLayout48.xml.rels>&#65279;<?xml version="1.0" encoding="utf-8" standalone="yes"?><Relationships xmlns="http://schemas.openxmlformats.org/package/2006/relationships"><Relationship Id="rId1" Type="http://schemas.openxmlformats.org/officeDocument/2006/relationships/image" Target="../media/image45.png" /><Relationship Id="rId2" Type="http://schemas.openxmlformats.org/officeDocument/2006/relationships/image" Target="../media/image47.png" /><Relationship Id="rId3" Type="http://schemas.openxmlformats.org/officeDocument/2006/relationships/image" Target="../media/image49.png" /><Relationship Id="rId4" Type="http://schemas.openxmlformats.org/officeDocument/2006/relationships/slideMaster" Target="../slideMasters/slideMaster1.xml" /></Relationships>
</file>

<file path=ppt/slideLayouts/_rels/slideLayout49.xml.rels>&#65279;<?xml version="1.0" encoding="utf-8" standalone="yes"?><Relationships xmlns="http://schemas.openxmlformats.org/package/2006/relationships"><Relationship Id="rId1" Type="http://schemas.openxmlformats.org/officeDocument/2006/relationships/image" Target="../media/image46.png" /><Relationship Id="rId2" Type="http://schemas.openxmlformats.org/officeDocument/2006/relationships/image" Target="../media/image47.png" /><Relationship Id="rId3" Type="http://schemas.openxmlformats.org/officeDocument/2006/relationships/image" Target="../media/image49.png" /><Relationship Id="rId4" Type="http://schemas.openxmlformats.org/officeDocument/2006/relationships/slideMaster" Target="../slideMasters/slideMaster1.xml" /></Relationships>
</file>

<file path=ppt/slideLayouts/_rels/slideLayout50.xml.rels>&#65279;<?xml version="1.0" encoding="utf-8" standalone="yes"?><Relationships xmlns="http://schemas.openxmlformats.org/package/2006/relationships"><Relationship Id="rId1" Type="http://schemas.openxmlformats.org/officeDocument/2006/relationships/image" Target="../media/image42.png" /><Relationship Id="rId2" Type="http://schemas.openxmlformats.org/officeDocument/2006/relationships/image" Target="../media/image47.png" /><Relationship Id="rId3" Type="http://schemas.openxmlformats.org/officeDocument/2006/relationships/image" Target="../media/image49.png" /><Relationship Id="rId4" Type="http://schemas.openxmlformats.org/officeDocument/2006/relationships/slideMaster" Target="../slideMasters/slideMaster1.xml" /></Relationships>
</file>

<file path=ppt/slideLayouts/_rels/slideLayout51.xml.rels>&#65279;<?xml version="1.0" encoding="utf-8" standalone="yes"?><Relationships xmlns="http://schemas.openxmlformats.org/package/2006/relationships"><Relationship Id="rId1" Type="http://schemas.openxmlformats.org/officeDocument/2006/relationships/image" Target="../media/image44.png" /><Relationship Id="rId2" Type="http://schemas.openxmlformats.org/officeDocument/2006/relationships/image" Target="../media/image47.png" /><Relationship Id="rId3" Type="http://schemas.openxmlformats.org/officeDocument/2006/relationships/image" Target="../media/image49.png" /><Relationship Id="rId4" Type="http://schemas.openxmlformats.org/officeDocument/2006/relationships/slideMaster" Target="../slideMasters/slideMaster1.xml" /></Relationships>
</file>

<file path=ppt/slideLayouts/_rels/slideLayout52.xml.rels>&#65279;<?xml version="1.0" encoding="utf-8" standalone="yes"?><Relationships xmlns="http://schemas.openxmlformats.org/package/2006/relationships"><Relationship Id="rId1" Type="http://schemas.openxmlformats.org/officeDocument/2006/relationships/image" Target="../media/image45.png" /><Relationship Id="rId2" Type="http://schemas.openxmlformats.org/officeDocument/2006/relationships/image" Target="../media/image47.png" /><Relationship Id="rId3" Type="http://schemas.openxmlformats.org/officeDocument/2006/relationships/image" Target="../media/image49.png" /><Relationship Id="rId4" Type="http://schemas.openxmlformats.org/officeDocument/2006/relationships/slideMaster" Target="../slideMasters/slideMaster1.xml" /></Relationships>
</file>

<file path=ppt/slideLayouts/_rels/slideLayout53.xml.rels>&#65279;<?xml version="1.0" encoding="utf-8" standalone="yes"?><Relationships xmlns="http://schemas.openxmlformats.org/package/2006/relationships"><Relationship Id="rId1" Type="http://schemas.openxmlformats.org/officeDocument/2006/relationships/image" Target="../media/image46.png" /><Relationship Id="rId2" Type="http://schemas.openxmlformats.org/officeDocument/2006/relationships/image" Target="../media/image47.png" /><Relationship Id="rId3" Type="http://schemas.openxmlformats.org/officeDocument/2006/relationships/image" Target="../media/image49.png" /><Relationship Id="rId4" Type="http://schemas.openxmlformats.org/officeDocument/2006/relationships/slideMaster" Target="../slideMasters/slideMaster1.xml" /></Relationships>
</file>

<file path=ppt/slideLayouts/_rels/slideLayout54.xml.rels>&#65279;<?xml version="1.0" encoding="utf-8" standalone="yes"?><Relationships xmlns="http://schemas.openxmlformats.org/package/2006/relationships"><Relationship Id="rId1" Type="http://schemas.openxmlformats.org/officeDocument/2006/relationships/image" Target="../media/image42.png" /><Relationship Id="rId2" Type="http://schemas.openxmlformats.org/officeDocument/2006/relationships/image" Target="../media/image47.png" /><Relationship Id="rId3" Type="http://schemas.openxmlformats.org/officeDocument/2006/relationships/slideMaster" Target="../slideMasters/slideMaster1.xml" /></Relationships>
</file>

<file path=ppt/slideLayouts/_rels/slideLayout55.xml.rels>&#65279;<?xml version="1.0" encoding="utf-8" standalone="yes"?><Relationships xmlns="http://schemas.openxmlformats.org/package/2006/relationships"><Relationship Id="rId1" Type="http://schemas.openxmlformats.org/officeDocument/2006/relationships/image" Target="../media/image44.png" /><Relationship Id="rId2" Type="http://schemas.openxmlformats.org/officeDocument/2006/relationships/image" Target="../media/image47.png" /><Relationship Id="rId3" Type="http://schemas.openxmlformats.org/officeDocument/2006/relationships/slideMaster" Target="../slideMasters/slideMaster1.xml" /></Relationships>
</file>

<file path=ppt/slideLayouts/_rels/slideLayout56.xml.rels>&#65279;<?xml version="1.0" encoding="utf-8" standalone="yes"?><Relationships xmlns="http://schemas.openxmlformats.org/package/2006/relationships"><Relationship Id="rId1" Type="http://schemas.openxmlformats.org/officeDocument/2006/relationships/image" Target="../media/image45.png" /><Relationship Id="rId2" Type="http://schemas.openxmlformats.org/officeDocument/2006/relationships/image" Target="../media/image47.png" /><Relationship Id="rId3" Type="http://schemas.openxmlformats.org/officeDocument/2006/relationships/slideMaster" Target="../slideMasters/slideMaster1.xml" /></Relationships>
</file>

<file path=ppt/slideLayouts/_rels/slideLayout57.xml.rels>&#65279;<?xml version="1.0" encoding="utf-8" standalone="yes"?><Relationships xmlns="http://schemas.openxmlformats.org/package/2006/relationships"><Relationship Id="rId1" Type="http://schemas.openxmlformats.org/officeDocument/2006/relationships/image" Target="../media/image46.png" /><Relationship Id="rId2" Type="http://schemas.openxmlformats.org/officeDocument/2006/relationships/image" Target="../media/image47.png" /><Relationship Id="rId3" Type="http://schemas.openxmlformats.org/officeDocument/2006/relationships/slideMaster" Target="../slideMasters/slideMaster1.xml" /></Relationships>
</file>

<file path=ppt/slideLayouts/_rels/slideLayout58.xml.rels>&#65279;<?xml version="1.0" encoding="utf-8" standalone="yes"?><Relationships xmlns="http://schemas.openxmlformats.org/package/2006/relationships"><Relationship Id="rId1" Type="http://schemas.openxmlformats.org/officeDocument/2006/relationships/image" Target="../media/image42.png" /><Relationship Id="rId2" Type="http://schemas.openxmlformats.org/officeDocument/2006/relationships/image" Target="../media/image50.png" /><Relationship Id="rId3" Type="http://schemas.openxmlformats.org/officeDocument/2006/relationships/slideMaster" Target="../slideMasters/slideMaster1.xml" /></Relationships>
</file>

<file path=ppt/slideLayouts/_rels/slideLayout59.xml.rels>&#65279;<?xml version="1.0" encoding="utf-8" standalone="yes"?><Relationships xmlns="http://schemas.openxmlformats.org/package/2006/relationships"><Relationship Id="rId1" Type="http://schemas.openxmlformats.org/officeDocument/2006/relationships/image" Target="../media/image44.png" /><Relationship Id="rId2" Type="http://schemas.openxmlformats.org/officeDocument/2006/relationships/image" Target="../media/image50.png" /><Relationship Id="rId3" Type="http://schemas.openxmlformats.org/officeDocument/2006/relationships/slideMaster" Target="../slideMasters/slideMaster1.xml" /></Relationships>
</file>

<file path=ppt/slideLayouts/_rels/slideLayout60.xml.rels>&#65279;<?xml version="1.0" encoding="utf-8" standalone="yes"?><Relationships xmlns="http://schemas.openxmlformats.org/package/2006/relationships"><Relationship Id="rId1" Type="http://schemas.openxmlformats.org/officeDocument/2006/relationships/image" Target="../media/image45.png" /><Relationship Id="rId2" Type="http://schemas.openxmlformats.org/officeDocument/2006/relationships/image" Target="../media/image50.png" /><Relationship Id="rId3" Type="http://schemas.openxmlformats.org/officeDocument/2006/relationships/slideMaster" Target="../slideMasters/slideMaster1.xml" /></Relationships>
</file>

<file path=ppt/slideLayouts/_rels/slideLayout61.xml.rels>&#65279;<?xml version="1.0" encoding="utf-8" standalone="yes"?><Relationships xmlns="http://schemas.openxmlformats.org/package/2006/relationships"><Relationship Id="rId1" Type="http://schemas.openxmlformats.org/officeDocument/2006/relationships/image" Target="../media/image46.png" /><Relationship Id="rId2" Type="http://schemas.openxmlformats.org/officeDocument/2006/relationships/image" Target="../media/image50.png" /><Relationship Id="rId3" Type="http://schemas.openxmlformats.org/officeDocument/2006/relationships/slideMaster" Target="../slideMasters/slideMaster1.xml" /></Relationships>
</file>

<file path=ppt/slideLayouts/_rels/slideLayout62.xml.rels>&#65279;<?xml version="1.0" encoding="utf-8" standalone="yes"?><Relationships xmlns="http://schemas.openxmlformats.org/package/2006/relationships"><Relationship Id="rId1" Type="http://schemas.openxmlformats.org/officeDocument/2006/relationships/image" Target="../media/image42.png" /><Relationship Id="rId2" Type="http://schemas.openxmlformats.org/officeDocument/2006/relationships/image" Target="../media/image51.png" /><Relationship Id="rId3" Type="http://schemas.openxmlformats.org/officeDocument/2006/relationships/slideMaster" Target="../slideMasters/slideMaster1.xml" /></Relationships>
</file>

<file path=ppt/slideLayouts/_rels/slideLayout63.xml.rels>&#65279;<?xml version="1.0" encoding="utf-8" standalone="yes"?><Relationships xmlns="http://schemas.openxmlformats.org/package/2006/relationships"><Relationship Id="rId1" Type="http://schemas.openxmlformats.org/officeDocument/2006/relationships/image" Target="../media/image44.png" /><Relationship Id="rId2" Type="http://schemas.openxmlformats.org/officeDocument/2006/relationships/image" Target="../media/image51.png" /><Relationship Id="rId3" Type="http://schemas.openxmlformats.org/officeDocument/2006/relationships/slideMaster" Target="../slideMasters/slideMaster1.xml" /></Relationships>
</file>

<file path=ppt/slideLayouts/_rels/slideLayout64.xml.rels>&#65279;<?xml version="1.0" encoding="utf-8" standalone="yes"?><Relationships xmlns="http://schemas.openxmlformats.org/package/2006/relationships"><Relationship Id="rId1" Type="http://schemas.openxmlformats.org/officeDocument/2006/relationships/image" Target="../media/image45.png" /><Relationship Id="rId2" Type="http://schemas.openxmlformats.org/officeDocument/2006/relationships/image" Target="../media/image51.png" /><Relationship Id="rId3" Type="http://schemas.openxmlformats.org/officeDocument/2006/relationships/slideMaster" Target="../slideMasters/slideMaster1.xml" /></Relationships>
</file>

<file path=ppt/slideLayouts/_rels/slideLayout65.xml.rels>&#65279;<?xml version="1.0" encoding="utf-8" standalone="yes"?><Relationships xmlns="http://schemas.openxmlformats.org/package/2006/relationships"><Relationship Id="rId1" Type="http://schemas.openxmlformats.org/officeDocument/2006/relationships/image" Target="../media/image46.png" /><Relationship Id="rId2" Type="http://schemas.openxmlformats.org/officeDocument/2006/relationships/image" Target="../media/image51.png" /><Relationship Id="rId3" Type="http://schemas.openxmlformats.org/officeDocument/2006/relationships/slideMaster" Target="../slideMasters/slideMaster1.xml" /></Relationships>
</file>

<file path=ppt/slideLayouts/_rels/slideLayout66.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slideMaster" Target="../slideMasters/slideMaster1.xml" /></Relationships>
</file>

<file path=ppt/slideLayouts/_rels/slideLayout67.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slideMaster" Target="../slideMasters/slideMaster1.xml" /></Relationships>
</file>

<file path=ppt/slideLayouts/_rels/slideLayout68.xml.rels>&#65279;<?xml version="1.0" encoding="utf-8" standalone="yes"?><Relationships xmlns="http://schemas.openxmlformats.org/package/2006/relationships"><Relationship Id="rId1" Type="http://schemas.openxmlformats.org/officeDocument/2006/relationships/image" Target="../media/image52.png" /><Relationship Id="rId2" Type="http://schemas.openxmlformats.org/officeDocument/2006/relationships/slideMaster" Target="../slideMasters/slideMaster1.xml" /></Relationships>
</file>

<file path=ppt/slideLayouts/_rels/slideLayout6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0.xml.rels>&#65279;<?xml version="1.0" encoding="utf-8" standalone="yes"?><Relationships xmlns="http://schemas.openxmlformats.org/package/2006/relationships"><Relationship Id="rId1" Type="http://schemas.openxmlformats.org/officeDocument/2006/relationships/image" Target="../media/image25.png" /><Relationship Id="rId2" Type="http://schemas.openxmlformats.org/officeDocument/2006/relationships/slideMaster" Target="../slideMasters/slideMaster1.xml" /></Relationships>
</file>

<file path=ppt/slideLayouts/_rels/slideLayout7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Art and design">
  <p:cSld name="Title Slide 2_1">
    <p:bg>
      <p:bgPr>
        <a:solidFill>
          <a:srgbClr val="BEF2BD"/>
        </a:solidFill>
      </p:bgPr>
    </p:bg>
    <p:spTree>
      <p:nvGrpSpPr>
        <p:cNvPr id="9" name="Shape 9"/>
        <p:cNvGrpSpPr/>
        <p:nvPr/>
      </p:nvGrpSpPr>
      <p:grpSpPr>
        <a:xfrm>
          <a:off x="0" y="0"/>
          <a:ext cx="0" cy="0"/>
        </a:xfrm>
      </p:grpSpPr>
      <p:sp>
        <p:nvSpPr>
          <p:cNvPr id="10" name="Google Shape;10;p2"/>
          <p:cNvSpPr txBox="1"/>
          <p:nvPr>
            <p:ph type="ctrTitle"/>
          </p:nvPr>
        </p:nvSpPr>
        <p:spPr>
          <a:xfrm>
            <a:off x="323850" y="810000"/>
            <a:ext cx="54507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11" name="Google Shape;11;p2"/>
          <p:cNvPicPr preferRelativeResize="0"/>
          <p:nvPr/>
        </p:nvPicPr>
        <p:blipFill>
          <a:blip r:embed="rId1">
            <a:alphaModFix/>
          </a:blip>
          <a:stretch>
            <a:fillRect/>
          </a:stretch>
        </p:blipFill>
        <p:spPr>
          <a:xfrm>
            <a:off x="7690424" y="4098434"/>
            <a:ext cx="1052750" cy="482825"/>
          </a:xfrm>
          <a:prstGeom prst="rect">
            <a:avLst/>
          </a:prstGeom>
          <a:noFill/>
          <a:ln>
            <a:noFill/>
          </a:ln>
        </p:spPr>
      </p:pic>
      <p:grpSp>
        <p:nvGrpSpPr>
          <p:cNvPr id="12" name="Google Shape;12;p2"/>
          <p:cNvGrpSpPr/>
          <p:nvPr/>
        </p:nvGrpSpPr>
        <p:grpSpPr>
          <a:xfrm>
            <a:off x="6156975" y="0"/>
            <a:ext cx="2987025" cy="3854074"/>
            <a:chOff x="6156975" y="0"/>
            <a:chExt cx="2987025" cy="3854074"/>
          </a:xfrm>
        </p:grpSpPr>
        <p:pic>
          <p:nvPicPr>
            <p:cNvPr id="13" name="Google Shape;13;p2"/>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14" name="Google Shape;14;p2"/>
            <p:cNvSpPr/>
            <p:nvPr/>
          </p:nvSpPr>
          <p:spPr>
            <a:xfrm>
              <a:off x="6858000" y="868200"/>
              <a:ext cx="2210100" cy="2196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pic>
        <p:nvPicPr>
          <p:cNvPr id="15" name="Google Shape;15;p2"/>
          <p:cNvPicPr preferRelativeResize="0"/>
          <p:nvPr/>
        </p:nvPicPr>
        <p:blipFill>
          <a:blip r:embed="rId3">
            <a:alphaModFix/>
          </a:blip>
          <a:stretch>
            <a:fillRect/>
          </a:stretch>
        </p:blipFill>
        <p:spPr>
          <a:xfrm rot="-360030">
            <a:off x="6753315" y="1132068"/>
            <a:ext cx="2063340" cy="1643031"/>
          </a:xfrm>
          <a:prstGeom prst="rect">
            <a:avLst/>
          </a:prstGeom>
          <a:noFill/>
          <a:ln>
            <a:noFill/>
          </a:ln>
        </p:spPr>
      </p:pic>
      <p:pic>
        <p:nvPicPr>
          <p:cNvPr id="16" name="Google Shape;16;p2"/>
          <p:cNvPicPr preferRelativeResize="0"/>
          <p:nvPr/>
        </p:nvPicPr>
        <p:blipFill>
          <a:blip r:embed="rId4">
            <a:alphaModFix/>
          </a:blip>
          <a:srcRect l="6209" r="6210"/>
          <a:stretch>
            <a:fillRect/>
          </a:stretch>
        </p:blipFill>
        <p:spPr>
          <a:xfrm>
            <a:off x="324000" y="4008600"/>
            <a:ext cx="1705150" cy="128000"/>
          </a:xfrm>
          <a:prstGeom prst="rect">
            <a:avLst/>
          </a:prstGeom>
          <a:noFill/>
          <a:ln>
            <a:noFill/>
          </a:ln>
        </p:spPr>
      </p:pic>
      <p:sp>
        <p:nvSpPr>
          <p:cNvPr id="17" name="Google Shape;17;p2"/>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Art and design</a:t>
            </a:r>
            <a:endParaRPr sz="1700" b="1">
              <a:latin typeface="Lexend"/>
              <a:ea typeface="Lexend"/>
              <a:cs typeface="Lexend"/>
              <a:sym typeface="Lexend"/>
            </a:endParaRPr>
          </a:p>
        </p:txBody>
      </p:sp>
      <p:sp>
        <p:nvSpPr>
          <p:cNvPr id="18" name="Google Shape;18;p2"/>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19" name="Google Shape;19;p2"/>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2867" userDrawn="1">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Biology">
  <p:cSld name="Title Slide 2_1_1_1_1_1_1_1">
    <p:bg>
      <p:bgPr>
        <a:solidFill>
          <a:srgbClr val="BEF2BD"/>
        </a:solidFill>
      </p:bgPr>
    </p:bg>
    <p:spTree>
      <p:nvGrpSpPr>
        <p:cNvPr id="20" name="Shape 20"/>
        <p:cNvGrpSpPr/>
        <p:nvPr/>
      </p:nvGrpSpPr>
      <p:grpSpPr>
        <a:xfrm>
          <a:off x="0" y="0"/>
          <a:ext cx="0" cy="0"/>
        </a:xfrm>
      </p:grpSpPr>
      <p:pic>
        <p:nvPicPr>
          <p:cNvPr id="21" name="Google Shape;21;p3"/>
          <p:cNvPicPr preferRelativeResize="0"/>
          <p:nvPr/>
        </p:nvPicPr>
        <p:blipFill>
          <a:blip r:embed="rId1">
            <a:alphaModFix/>
          </a:blip>
          <a:srcRect l="6209" r="6210"/>
          <a:stretch>
            <a:fillRect/>
          </a:stretch>
        </p:blipFill>
        <p:spPr>
          <a:xfrm>
            <a:off x="324000" y="4008600"/>
            <a:ext cx="859400" cy="127996"/>
          </a:xfrm>
          <a:prstGeom prst="rect">
            <a:avLst/>
          </a:prstGeom>
          <a:noFill/>
          <a:ln>
            <a:noFill/>
          </a:ln>
        </p:spPr>
      </p:pic>
      <p:pic>
        <p:nvPicPr>
          <p:cNvPr id="22" name="Google Shape;22;p3"/>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23" name="Google Shape;23;p3"/>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24" name="Google Shape;24;p3"/>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Biology</a:t>
            </a:r>
            <a:endParaRPr sz="1700" b="1">
              <a:latin typeface="Lexend"/>
              <a:ea typeface="Lexend"/>
              <a:cs typeface="Lexend"/>
              <a:sym typeface="Lexend"/>
            </a:endParaRPr>
          </a:p>
        </p:txBody>
      </p:sp>
      <p:pic>
        <p:nvPicPr>
          <p:cNvPr id="25" name="Google Shape;25;p3"/>
          <p:cNvPicPr preferRelativeResize="0"/>
          <p:nvPr/>
        </p:nvPicPr>
        <p:blipFill>
          <a:blip r:embed="rId3">
            <a:alphaModFix/>
          </a:blip>
          <a:stretch>
            <a:fillRect/>
          </a:stretch>
        </p:blipFill>
        <p:spPr>
          <a:xfrm>
            <a:off x="7690424" y="4098434"/>
            <a:ext cx="1052750" cy="482825"/>
          </a:xfrm>
          <a:prstGeom prst="rect">
            <a:avLst/>
          </a:prstGeom>
          <a:noFill/>
          <a:ln>
            <a:noFill/>
          </a:ln>
        </p:spPr>
      </p:pic>
      <p:sp>
        <p:nvSpPr>
          <p:cNvPr id="26" name="Google Shape;26;p3"/>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27" name="Google Shape;27;p3"/>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Chemistry">
  <p:cSld name="Title Slide 2_1_1_1_1_1_1_1_1_1">
    <p:bg>
      <p:bgPr>
        <a:solidFill>
          <a:srgbClr val="BEF2BD"/>
        </a:solidFill>
      </p:bgPr>
    </p:bg>
    <p:spTree>
      <p:nvGrpSpPr>
        <p:cNvPr id="28" name="Shape 28"/>
        <p:cNvGrpSpPr/>
        <p:nvPr/>
      </p:nvGrpSpPr>
      <p:grpSpPr>
        <a:xfrm>
          <a:off x="0" y="0"/>
          <a:ext cx="0" cy="0"/>
        </a:xfrm>
      </p:grpSpPr>
      <p:pic>
        <p:nvPicPr>
          <p:cNvPr id="29" name="Google Shape;29;p4"/>
          <p:cNvPicPr preferRelativeResize="0"/>
          <p:nvPr/>
        </p:nvPicPr>
        <p:blipFill>
          <a:blip r:embed="rId1">
            <a:alphaModFix/>
          </a:blip>
          <a:srcRect l="6209" r="6210"/>
          <a:stretch>
            <a:fillRect/>
          </a:stretch>
        </p:blipFill>
        <p:spPr>
          <a:xfrm>
            <a:off x="324000" y="4008600"/>
            <a:ext cx="1117400" cy="128000"/>
          </a:xfrm>
          <a:prstGeom prst="rect">
            <a:avLst/>
          </a:prstGeom>
          <a:noFill/>
          <a:ln>
            <a:noFill/>
          </a:ln>
        </p:spPr>
      </p:pic>
      <p:sp>
        <p:nvSpPr>
          <p:cNvPr id="30" name="Google Shape;30;p4"/>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31" name="Google Shape;31;p4"/>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Chemistry</a:t>
            </a:r>
            <a:endParaRPr sz="1700" b="1">
              <a:latin typeface="Lexend"/>
              <a:ea typeface="Lexend"/>
              <a:cs typeface="Lexend"/>
              <a:sym typeface="Lexend"/>
            </a:endParaRPr>
          </a:p>
        </p:txBody>
      </p:sp>
      <p:pic>
        <p:nvPicPr>
          <p:cNvPr id="32" name="Google Shape;32;p4"/>
          <p:cNvPicPr preferRelativeResize="0"/>
          <p:nvPr/>
        </p:nvPicPr>
        <p:blipFill>
          <a:blip r:embed="rId2">
            <a:alphaModFix/>
          </a:blip>
          <a:stretch>
            <a:fillRect/>
          </a:stretch>
        </p:blipFill>
        <p:spPr>
          <a:xfrm>
            <a:off x="7690424" y="4098434"/>
            <a:ext cx="1052750" cy="482825"/>
          </a:xfrm>
          <a:prstGeom prst="rect">
            <a:avLst/>
          </a:prstGeom>
          <a:noFill/>
          <a:ln>
            <a:noFill/>
          </a:ln>
        </p:spPr>
      </p:pic>
      <p:pic>
        <p:nvPicPr>
          <p:cNvPr id="33" name="Google Shape;33;p4"/>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34" name="Google Shape;34;p4"/>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35" name="Google Shape;35;p4"/>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Citizenship">
  <p:cSld name="Title Slide 2_1_1_1_1_1_1_1_1_1_1_5">
    <p:bg>
      <p:bgPr>
        <a:solidFill>
          <a:srgbClr val="BEF2BD"/>
        </a:solidFill>
      </p:bgPr>
    </p:bg>
    <p:spTree>
      <p:nvGrpSpPr>
        <p:cNvPr id="36" name="Shape 36"/>
        <p:cNvGrpSpPr/>
        <p:nvPr/>
      </p:nvGrpSpPr>
      <p:grpSpPr>
        <a:xfrm>
          <a:off x="0" y="0"/>
          <a:ext cx="0" cy="0"/>
        </a:xfrm>
      </p:grpSpPr>
      <p:pic>
        <p:nvPicPr>
          <p:cNvPr id="37" name="Google Shape;37;p5"/>
          <p:cNvPicPr preferRelativeResize="0"/>
          <p:nvPr/>
        </p:nvPicPr>
        <p:blipFill>
          <a:blip r:embed="rId1">
            <a:alphaModFix/>
          </a:blip>
          <a:srcRect l="6209" r="6210"/>
          <a:stretch>
            <a:fillRect/>
          </a:stretch>
        </p:blipFill>
        <p:spPr>
          <a:xfrm>
            <a:off x="324000" y="4008600"/>
            <a:ext cx="1245800" cy="128000"/>
          </a:xfrm>
          <a:prstGeom prst="rect">
            <a:avLst/>
          </a:prstGeom>
          <a:noFill/>
          <a:ln>
            <a:noFill/>
          </a:ln>
        </p:spPr>
      </p:pic>
      <p:sp>
        <p:nvSpPr>
          <p:cNvPr id="38" name="Google Shape;38;p5"/>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39" name="Google Shape;39;p5"/>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Citizenship</a:t>
            </a:r>
            <a:endParaRPr sz="1700" b="1">
              <a:latin typeface="Lexend"/>
              <a:ea typeface="Lexend"/>
              <a:cs typeface="Lexend"/>
              <a:sym typeface="Lexend"/>
            </a:endParaRPr>
          </a:p>
        </p:txBody>
      </p:sp>
      <p:pic>
        <p:nvPicPr>
          <p:cNvPr id="40" name="Google Shape;40;p5"/>
          <p:cNvPicPr preferRelativeResize="0"/>
          <p:nvPr/>
        </p:nvPicPr>
        <p:blipFill>
          <a:blip r:embed="rId2">
            <a:alphaModFix/>
          </a:blip>
          <a:stretch>
            <a:fillRect/>
          </a:stretch>
        </p:blipFill>
        <p:spPr>
          <a:xfrm>
            <a:off x="7690424" y="4098434"/>
            <a:ext cx="1052750" cy="482825"/>
          </a:xfrm>
          <a:prstGeom prst="rect">
            <a:avLst/>
          </a:prstGeom>
          <a:noFill/>
          <a:ln>
            <a:noFill/>
          </a:ln>
        </p:spPr>
      </p:pic>
      <p:grpSp>
        <p:nvGrpSpPr>
          <p:cNvPr id="41" name="Google Shape;41;p5"/>
          <p:cNvGrpSpPr/>
          <p:nvPr/>
        </p:nvGrpSpPr>
        <p:grpSpPr>
          <a:xfrm>
            <a:off x="6156975" y="0"/>
            <a:ext cx="2987025" cy="3854074"/>
            <a:chOff x="6156975" y="0"/>
            <a:chExt cx="2987025" cy="3854074"/>
          </a:xfrm>
        </p:grpSpPr>
        <p:pic>
          <p:nvPicPr>
            <p:cNvPr id="42" name="Google Shape;42;p5"/>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43" name="Google Shape;43;p5"/>
            <p:cNvSpPr/>
            <p:nvPr/>
          </p:nvSpPr>
          <p:spPr>
            <a:xfrm>
              <a:off x="6858000" y="868200"/>
              <a:ext cx="2210100" cy="2196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pic>
        <p:nvPicPr>
          <p:cNvPr id="44" name="Google Shape;44;p5"/>
          <p:cNvPicPr preferRelativeResize="0"/>
          <p:nvPr/>
        </p:nvPicPr>
        <p:blipFill>
          <a:blip r:embed="rId4">
            <a:alphaModFix/>
          </a:blip>
          <a:stretch>
            <a:fillRect/>
          </a:stretch>
        </p:blipFill>
        <p:spPr>
          <a:xfrm rot="-360025">
            <a:off x="6945328" y="787504"/>
            <a:ext cx="1710318" cy="2052380"/>
          </a:xfrm>
          <a:prstGeom prst="rect">
            <a:avLst/>
          </a:prstGeom>
          <a:noFill/>
          <a:ln>
            <a:noFill/>
          </a:ln>
        </p:spPr>
      </p:pic>
      <p:sp>
        <p:nvSpPr>
          <p:cNvPr id="45" name="Google Shape;45;p5"/>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46" name="Google Shape;46;p5"/>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Computing">
  <p:cSld name="Title Slide 2_1_1_1_1_1_1_1_1_1_1_3">
    <p:bg>
      <p:bgPr>
        <a:solidFill>
          <a:srgbClr val="BEF2BD"/>
        </a:solidFill>
      </p:bgPr>
    </p:bg>
    <p:spTree>
      <p:nvGrpSpPr>
        <p:cNvPr id="47" name="Shape 47"/>
        <p:cNvGrpSpPr/>
        <p:nvPr/>
      </p:nvGrpSpPr>
      <p:grpSpPr>
        <a:xfrm>
          <a:off x="0" y="0"/>
          <a:ext cx="0" cy="0"/>
        </a:xfrm>
      </p:grpSpPr>
      <p:pic>
        <p:nvPicPr>
          <p:cNvPr id="48" name="Google Shape;48;p6"/>
          <p:cNvPicPr preferRelativeResize="0"/>
          <p:nvPr/>
        </p:nvPicPr>
        <p:blipFill>
          <a:blip r:embed="rId1">
            <a:alphaModFix/>
          </a:blip>
          <a:srcRect l="6209" r="6210"/>
          <a:stretch>
            <a:fillRect/>
          </a:stretch>
        </p:blipFill>
        <p:spPr>
          <a:xfrm>
            <a:off x="324000" y="4008600"/>
            <a:ext cx="1258950" cy="128000"/>
          </a:xfrm>
          <a:prstGeom prst="rect">
            <a:avLst/>
          </a:prstGeom>
          <a:noFill/>
          <a:ln>
            <a:noFill/>
          </a:ln>
        </p:spPr>
      </p:pic>
      <p:sp>
        <p:nvSpPr>
          <p:cNvPr id="49" name="Google Shape;49;p6"/>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0" name="Google Shape;50;p6"/>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Computing</a:t>
            </a:r>
            <a:endParaRPr sz="1700" b="1">
              <a:latin typeface="Lexend"/>
              <a:ea typeface="Lexend"/>
              <a:cs typeface="Lexend"/>
              <a:sym typeface="Lexend"/>
            </a:endParaRPr>
          </a:p>
        </p:txBody>
      </p:sp>
      <p:pic>
        <p:nvPicPr>
          <p:cNvPr id="51" name="Google Shape;51;p6"/>
          <p:cNvPicPr preferRelativeResize="0"/>
          <p:nvPr/>
        </p:nvPicPr>
        <p:blipFill>
          <a:blip r:embed="rId2">
            <a:alphaModFix/>
          </a:blip>
          <a:stretch>
            <a:fillRect/>
          </a:stretch>
        </p:blipFill>
        <p:spPr>
          <a:xfrm>
            <a:off x="7690424" y="4098434"/>
            <a:ext cx="1052750" cy="482825"/>
          </a:xfrm>
          <a:prstGeom prst="rect">
            <a:avLst/>
          </a:prstGeom>
          <a:noFill/>
          <a:ln>
            <a:noFill/>
          </a:ln>
        </p:spPr>
      </p:pic>
      <p:grpSp>
        <p:nvGrpSpPr>
          <p:cNvPr id="52" name="Google Shape;52;p6"/>
          <p:cNvGrpSpPr/>
          <p:nvPr/>
        </p:nvGrpSpPr>
        <p:grpSpPr>
          <a:xfrm>
            <a:off x="6156975" y="0"/>
            <a:ext cx="2987025" cy="3854074"/>
            <a:chOff x="6156975" y="0"/>
            <a:chExt cx="2987025" cy="3854074"/>
          </a:xfrm>
        </p:grpSpPr>
        <p:pic>
          <p:nvPicPr>
            <p:cNvPr id="53" name="Google Shape;53;p6"/>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54" name="Google Shape;54;p6"/>
            <p:cNvSpPr/>
            <p:nvPr/>
          </p:nvSpPr>
          <p:spPr>
            <a:xfrm>
              <a:off x="6858000" y="868200"/>
              <a:ext cx="2210100" cy="2196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pic>
        <p:nvPicPr>
          <p:cNvPr id="55" name="Google Shape;55;p6"/>
          <p:cNvPicPr preferRelativeResize="0"/>
          <p:nvPr/>
        </p:nvPicPr>
        <p:blipFill>
          <a:blip r:embed="rId4">
            <a:alphaModFix/>
          </a:blip>
          <a:stretch>
            <a:fillRect/>
          </a:stretch>
        </p:blipFill>
        <p:spPr>
          <a:xfrm rot="-359982">
            <a:off x="6923956" y="1273792"/>
            <a:ext cx="1784155" cy="1404547"/>
          </a:xfrm>
          <a:prstGeom prst="rect">
            <a:avLst/>
          </a:prstGeom>
          <a:noFill/>
          <a:ln>
            <a:noFill/>
          </a:ln>
        </p:spPr>
      </p:pic>
      <p:sp>
        <p:nvSpPr>
          <p:cNvPr id="56" name="Google Shape;56;p6"/>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57" name="Google Shape;57;p6"/>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Design and technology">
  <p:cSld name="Title Slide 2_1_1_1_1_1_1_1_1_1_1_2">
    <p:bg>
      <p:bgPr>
        <a:solidFill>
          <a:srgbClr val="BEF2BD"/>
        </a:solidFill>
      </p:bgPr>
    </p:bg>
    <p:spTree>
      <p:nvGrpSpPr>
        <p:cNvPr id="58" name="Shape 58"/>
        <p:cNvGrpSpPr/>
        <p:nvPr/>
      </p:nvGrpSpPr>
      <p:grpSpPr>
        <a:xfrm>
          <a:off x="0" y="0"/>
          <a:ext cx="0" cy="0"/>
        </a:xfrm>
      </p:grpSpPr>
      <p:pic>
        <p:nvPicPr>
          <p:cNvPr id="59" name="Google Shape;59;p7"/>
          <p:cNvPicPr preferRelativeResize="0"/>
          <p:nvPr/>
        </p:nvPicPr>
        <p:blipFill>
          <a:blip r:embed="rId1">
            <a:alphaModFix/>
          </a:blip>
          <a:srcRect l="6209" r="6210"/>
          <a:stretch>
            <a:fillRect/>
          </a:stretch>
        </p:blipFill>
        <p:spPr>
          <a:xfrm>
            <a:off x="324000" y="4008600"/>
            <a:ext cx="2705850" cy="128000"/>
          </a:xfrm>
          <a:prstGeom prst="rect">
            <a:avLst/>
          </a:prstGeom>
          <a:noFill/>
          <a:ln>
            <a:noFill/>
          </a:ln>
        </p:spPr>
      </p:pic>
      <p:sp>
        <p:nvSpPr>
          <p:cNvPr id="60" name="Google Shape;60;p7"/>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1" name="Google Shape;61;p7"/>
          <p:cNvSpPr txBox="1"/>
          <p:nvPr/>
        </p:nvSpPr>
        <p:spPr>
          <a:xfrm>
            <a:off x="323850" y="3781525"/>
            <a:ext cx="27060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Design and technology</a:t>
            </a:r>
            <a:endParaRPr sz="1700" b="1">
              <a:latin typeface="Lexend"/>
              <a:ea typeface="Lexend"/>
              <a:cs typeface="Lexend"/>
              <a:sym typeface="Lexend"/>
            </a:endParaRPr>
          </a:p>
        </p:txBody>
      </p:sp>
      <p:pic>
        <p:nvPicPr>
          <p:cNvPr id="62" name="Google Shape;62;p7"/>
          <p:cNvPicPr preferRelativeResize="0"/>
          <p:nvPr/>
        </p:nvPicPr>
        <p:blipFill>
          <a:blip r:embed="rId2">
            <a:alphaModFix/>
          </a:blip>
          <a:stretch>
            <a:fillRect/>
          </a:stretch>
        </p:blipFill>
        <p:spPr>
          <a:xfrm>
            <a:off x="7690424" y="4098434"/>
            <a:ext cx="1052750" cy="482825"/>
          </a:xfrm>
          <a:prstGeom prst="rect">
            <a:avLst/>
          </a:prstGeom>
          <a:noFill/>
          <a:ln>
            <a:noFill/>
          </a:ln>
        </p:spPr>
      </p:pic>
      <p:grpSp>
        <p:nvGrpSpPr>
          <p:cNvPr id="63" name="Google Shape;63;p7"/>
          <p:cNvGrpSpPr/>
          <p:nvPr/>
        </p:nvGrpSpPr>
        <p:grpSpPr>
          <a:xfrm>
            <a:off x="6156975" y="0"/>
            <a:ext cx="2987025" cy="3854074"/>
            <a:chOff x="6156975" y="0"/>
            <a:chExt cx="2987025" cy="3854074"/>
          </a:xfrm>
        </p:grpSpPr>
        <p:pic>
          <p:nvPicPr>
            <p:cNvPr id="64" name="Google Shape;64;p7"/>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65" name="Google Shape;65;p7"/>
            <p:cNvSpPr/>
            <p:nvPr/>
          </p:nvSpPr>
          <p:spPr>
            <a:xfrm>
              <a:off x="6858000" y="868200"/>
              <a:ext cx="2210100" cy="2196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pic>
        <p:nvPicPr>
          <p:cNvPr id="66" name="Google Shape;66;p7"/>
          <p:cNvPicPr preferRelativeResize="0"/>
          <p:nvPr/>
        </p:nvPicPr>
        <p:blipFill>
          <a:blip r:embed="rId4">
            <a:alphaModFix/>
          </a:blip>
          <a:stretch>
            <a:fillRect/>
          </a:stretch>
        </p:blipFill>
        <p:spPr>
          <a:xfrm rot="-362791">
            <a:off x="6884379" y="985388"/>
            <a:ext cx="1846116" cy="1852594"/>
          </a:xfrm>
          <a:prstGeom prst="rect">
            <a:avLst/>
          </a:prstGeom>
          <a:noFill/>
          <a:ln>
            <a:noFill/>
          </a:ln>
        </p:spPr>
      </p:pic>
      <p:sp>
        <p:nvSpPr>
          <p:cNvPr id="67" name="Google Shape;67;p7"/>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68" name="Google Shape;68;p7"/>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English">
  <p:cSld name="Title Slide 2_1_2">
    <p:bg>
      <p:bgPr>
        <a:solidFill>
          <a:srgbClr val="BEF2BD"/>
        </a:solidFill>
      </p:bgPr>
    </p:bg>
    <p:spTree>
      <p:nvGrpSpPr>
        <p:cNvPr id="69" name="Shape 69"/>
        <p:cNvGrpSpPr/>
        <p:nvPr/>
      </p:nvGrpSpPr>
      <p:grpSpPr>
        <a:xfrm>
          <a:off x="0" y="0"/>
          <a:ext cx="0" cy="0"/>
        </a:xfrm>
      </p:grpSpPr>
      <p:pic>
        <p:nvPicPr>
          <p:cNvPr id="70" name="Google Shape;70;p8"/>
          <p:cNvPicPr preferRelativeResize="0"/>
          <p:nvPr/>
        </p:nvPicPr>
        <p:blipFill>
          <a:blip r:embed="rId1">
            <a:alphaModFix/>
          </a:blip>
          <a:srcRect l="6209" r="6210"/>
          <a:stretch>
            <a:fillRect/>
          </a:stretch>
        </p:blipFill>
        <p:spPr>
          <a:xfrm>
            <a:off x="324000" y="4008600"/>
            <a:ext cx="859400" cy="127996"/>
          </a:xfrm>
          <a:prstGeom prst="rect">
            <a:avLst/>
          </a:prstGeom>
          <a:noFill/>
          <a:ln>
            <a:noFill/>
          </a:ln>
        </p:spPr>
      </p:pic>
      <p:sp>
        <p:nvSpPr>
          <p:cNvPr id="71" name="Google Shape;71;p8"/>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English</a:t>
            </a:r>
            <a:endParaRPr sz="1700" b="1">
              <a:latin typeface="Lexend"/>
              <a:ea typeface="Lexend"/>
              <a:cs typeface="Lexend"/>
              <a:sym typeface="Lexend"/>
            </a:endParaRPr>
          </a:p>
        </p:txBody>
      </p:sp>
      <p:sp>
        <p:nvSpPr>
          <p:cNvPr id="72" name="Google Shape;72;p8"/>
          <p:cNvSpPr txBox="1"/>
          <p:nvPr>
            <p:ph type="ctrTitle"/>
          </p:nvPr>
        </p:nvSpPr>
        <p:spPr>
          <a:xfrm>
            <a:off x="323850" y="810000"/>
            <a:ext cx="54507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73" name="Google Shape;73;p8"/>
          <p:cNvPicPr preferRelativeResize="0"/>
          <p:nvPr/>
        </p:nvPicPr>
        <p:blipFill>
          <a:blip r:embed="rId2">
            <a:alphaModFix/>
          </a:blip>
          <a:stretch>
            <a:fillRect/>
          </a:stretch>
        </p:blipFill>
        <p:spPr>
          <a:xfrm>
            <a:off x="7690424" y="4098434"/>
            <a:ext cx="1052750" cy="482825"/>
          </a:xfrm>
          <a:prstGeom prst="rect">
            <a:avLst/>
          </a:prstGeom>
          <a:noFill/>
          <a:ln>
            <a:noFill/>
          </a:ln>
        </p:spPr>
      </p:pic>
      <p:pic>
        <p:nvPicPr>
          <p:cNvPr id="74" name="Google Shape;74;p8"/>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75" name="Google Shape;75;p8"/>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76" name="Google Shape;76;p8"/>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2867" userDrawn="1">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French">
  <p:cSld name="Title Slide 2_1_1_1_1_1_1_1_1_1_1_1">
    <p:bg>
      <p:bgPr>
        <a:solidFill>
          <a:srgbClr val="BEF2BD"/>
        </a:solidFill>
      </p:bgPr>
    </p:bg>
    <p:spTree>
      <p:nvGrpSpPr>
        <p:cNvPr id="77" name="Shape 77"/>
        <p:cNvGrpSpPr/>
        <p:nvPr/>
      </p:nvGrpSpPr>
      <p:grpSpPr>
        <a:xfrm>
          <a:off x="0" y="0"/>
          <a:ext cx="0" cy="0"/>
        </a:xfrm>
      </p:grpSpPr>
      <p:pic>
        <p:nvPicPr>
          <p:cNvPr id="78" name="Google Shape;78;p9"/>
          <p:cNvPicPr preferRelativeResize="0"/>
          <p:nvPr/>
        </p:nvPicPr>
        <p:blipFill>
          <a:blip r:embed="rId1">
            <a:alphaModFix/>
          </a:blip>
          <a:srcRect l="6209" r="6210"/>
          <a:stretch>
            <a:fillRect/>
          </a:stretch>
        </p:blipFill>
        <p:spPr>
          <a:xfrm>
            <a:off x="324000" y="4008600"/>
            <a:ext cx="772225" cy="128000"/>
          </a:xfrm>
          <a:prstGeom prst="rect">
            <a:avLst/>
          </a:prstGeom>
          <a:noFill/>
          <a:ln>
            <a:noFill/>
          </a:ln>
        </p:spPr>
      </p:pic>
      <p:sp>
        <p:nvSpPr>
          <p:cNvPr id="79" name="Google Shape;79;p9"/>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80" name="Google Shape;80;p9"/>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French</a:t>
            </a:r>
            <a:endParaRPr sz="1700" b="1">
              <a:latin typeface="Lexend"/>
              <a:ea typeface="Lexend"/>
              <a:cs typeface="Lexend"/>
              <a:sym typeface="Lexend"/>
            </a:endParaRPr>
          </a:p>
        </p:txBody>
      </p:sp>
      <p:pic>
        <p:nvPicPr>
          <p:cNvPr id="81" name="Google Shape;81;p9"/>
          <p:cNvPicPr preferRelativeResize="0"/>
          <p:nvPr/>
        </p:nvPicPr>
        <p:blipFill>
          <a:blip r:embed="rId2">
            <a:alphaModFix/>
          </a:blip>
          <a:stretch>
            <a:fillRect/>
          </a:stretch>
        </p:blipFill>
        <p:spPr>
          <a:xfrm>
            <a:off x="7690424" y="4098434"/>
            <a:ext cx="1052750" cy="482825"/>
          </a:xfrm>
          <a:prstGeom prst="rect">
            <a:avLst/>
          </a:prstGeom>
          <a:noFill/>
          <a:ln>
            <a:noFill/>
          </a:ln>
        </p:spPr>
      </p:pic>
      <p:grpSp>
        <p:nvGrpSpPr>
          <p:cNvPr id="82" name="Google Shape;82;p9"/>
          <p:cNvGrpSpPr/>
          <p:nvPr/>
        </p:nvGrpSpPr>
        <p:grpSpPr>
          <a:xfrm>
            <a:off x="6156975" y="0"/>
            <a:ext cx="2987025" cy="3854074"/>
            <a:chOff x="6156975" y="0"/>
            <a:chExt cx="2987025" cy="3854074"/>
          </a:xfrm>
        </p:grpSpPr>
        <p:pic>
          <p:nvPicPr>
            <p:cNvPr id="83" name="Google Shape;83;p9"/>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84" name="Google Shape;84;p9"/>
            <p:cNvSpPr/>
            <p:nvPr/>
          </p:nvSpPr>
          <p:spPr>
            <a:xfrm>
              <a:off x="6858000" y="868200"/>
              <a:ext cx="2210100" cy="2196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pic>
        <p:nvPicPr>
          <p:cNvPr id="85" name="Google Shape;85;p9"/>
          <p:cNvPicPr preferRelativeResize="0"/>
          <p:nvPr/>
        </p:nvPicPr>
        <p:blipFill>
          <a:blip r:embed="rId4">
            <a:alphaModFix/>
          </a:blip>
          <a:stretch>
            <a:fillRect/>
          </a:stretch>
        </p:blipFill>
        <p:spPr>
          <a:xfrm rot="-388119">
            <a:off x="6742284" y="969390"/>
            <a:ext cx="2161157" cy="1915295"/>
          </a:xfrm>
          <a:prstGeom prst="rect">
            <a:avLst/>
          </a:prstGeom>
          <a:noFill/>
          <a:ln>
            <a:noFill/>
          </a:ln>
        </p:spPr>
      </p:pic>
      <p:sp>
        <p:nvSpPr>
          <p:cNvPr id="86" name="Google Shape;86;p9"/>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87" name="Google Shape;87;p9"/>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Geography">
  <p:cSld name="Title Slide 2_1_1_1">
    <p:bg>
      <p:bgPr>
        <a:solidFill>
          <a:srgbClr val="BEF2BD"/>
        </a:solidFill>
      </p:bgPr>
    </p:bg>
    <p:spTree>
      <p:nvGrpSpPr>
        <p:cNvPr id="88" name="Shape 88"/>
        <p:cNvGrpSpPr/>
        <p:nvPr/>
      </p:nvGrpSpPr>
      <p:grpSpPr>
        <a:xfrm>
          <a:off x="0" y="0"/>
          <a:ext cx="0" cy="0"/>
        </a:xfrm>
      </p:grpSpPr>
      <p:pic>
        <p:nvPicPr>
          <p:cNvPr id="89" name="Google Shape;89;p10"/>
          <p:cNvPicPr preferRelativeResize="0"/>
          <p:nvPr/>
        </p:nvPicPr>
        <p:blipFill>
          <a:blip r:embed="rId1">
            <a:alphaModFix/>
          </a:blip>
          <a:srcRect l="6209" r="6210"/>
          <a:stretch>
            <a:fillRect/>
          </a:stretch>
        </p:blipFill>
        <p:spPr>
          <a:xfrm>
            <a:off x="324000" y="4008600"/>
            <a:ext cx="1259825" cy="128000"/>
          </a:xfrm>
          <a:prstGeom prst="rect">
            <a:avLst/>
          </a:prstGeom>
          <a:noFill/>
          <a:ln>
            <a:noFill/>
          </a:ln>
        </p:spPr>
      </p:pic>
      <p:pic>
        <p:nvPicPr>
          <p:cNvPr id="90" name="Google Shape;90;p10"/>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91" name="Google Shape;91;p10"/>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92" name="Google Shape;92;p10"/>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Geography</a:t>
            </a:r>
            <a:endParaRPr sz="1700" b="1">
              <a:latin typeface="Lexend"/>
              <a:ea typeface="Lexend"/>
              <a:cs typeface="Lexend"/>
              <a:sym typeface="Lexend"/>
            </a:endParaRPr>
          </a:p>
        </p:txBody>
      </p:sp>
      <p:pic>
        <p:nvPicPr>
          <p:cNvPr id="93" name="Google Shape;93;p10"/>
          <p:cNvPicPr preferRelativeResize="0"/>
          <p:nvPr/>
        </p:nvPicPr>
        <p:blipFill>
          <a:blip r:embed="rId3">
            <a:alphaModFix/>
          </a:blip>
          <a:stretch>
            <a:fillRect/>
          </a:stretch>
        </p:blipFill>
        <p:spPr>
          <a:xfrm>
            <a:off x="7690424" y="4098434"/>
            <a:ext cx="1052750" cy="482825"/>
          </a:xfrm>
          <a:prstGeom prst="rect">
            <a:avLst/>
          </a:prstGeom>
          <a:noFill/>
          <a:ln>
            <a:noFill/>
          </a:ln>
        </p:spPr>
      </p:pic>
      <p:sp>
        <p:nvSpPr>
          <p:cNvPr id="94" name="Google Shape;94;p10"/>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95" name="Google Shape;95;p10"/>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German">
  <p:cSld name="Title Slide 2_1_1_1_1_1_1_1_1_1_1_1_1">
    <p:bg>
      <p:bgPr>
        <a:solidFill>
          <a:srgbClr val="BEF2BD"/>
        </a:solidFill>
      </p:bgPr>
    </p:bg>
    <p:spTree>
      <p:nvGrpSpPr>
        <p:cNvPr id="96" name="Shape 96"/>
        <p:cNvGrpSpPr/>
        <p:nvPr/>
      </p:nvGrpSpPr>
      <p:grpSpPr>
        <a:xfrm>
          <a:off x="0" y="0"/>
          <a:ext cx="0" cy="0"/>
        </a:xfrm>
      </p:grpSpPr>
      <p:pic>
        <p:nvPicPr>
          <p:cNvPr id="97" name="Google Shape;97;p11"/>
          <p:cNvPicPr preferRelativeResize="0"/>
          <p:nvPr/>
        </p:nvPicPr>
        <p:blipFill>
          <a:blip r:embed="rId1">
            <a:alphaModFix/>
          </a:blip>
          <a:srcRect l="6209" r="6210"/>
          <a:stretch>
            <a:fillRect/>
          </a:stretch>
        </p:blipFill>
        <p:spPr>
          <a:xfrm>
            <a:off x="324000" y="4008600"/>
            <a:ext cx="916925" cy="128000"/>
          </a:xfrm>
          <a:prstGeom prst="rect">
            <a:avLst/>
          </a:prstGeom>
          <a:noFill/>
          <a:ln>
            <a:noFill/>
          </a:ln>
        </p:spPr>
      </p:pic>
      <p:sp>
        <p:nvSpPr>
          <p:cNvPr id="98" name="Google Shape;98;p11"/>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99" name="Google Shape;99;p11"/>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German</a:t>
            </a:r>
            <a:endParaRPr sz="1700" b="1">
              <a:latin typeface="Lexend"/>
              <a:ea typeface="Lexend"/>
              <a:cs typeface="Lexend"/>
              <a:sym typeface="Lexend"/>
            </a:endParaRPr>
          </a:p>
        </p:txBody>
      </p:sp>
      <p:pic>
        <p:nvPicPr>
          <p:cNvPr id="100" name="Google Shape;100;p11"/>
          <p:cNvPicPr preferRelativeResize="0"/>
          <p:nvPr/>
        </p:nvPicPr>
        <p:blipFill>
          <a:blip r:embed="rId2">
            <a:alphaModFix/>
          </a:blip>
          <a:stretch>
            <a:fillRect/>
          </a:stretch>
        </p:blipFill>
        <p:spPr>
          <a:xfrm>
            <a:off x="7690424" y="4098434"/>
            <a:ext cx="1052750" cy="482825"/>
          </a:xfrm>
          <a:prstGeom prst="rect">
            <a:avLst/>
          </a:prstGeom>
          <a:noFill/>
          <a:ln>
            <a:noFill/>
          </a:ln>
        </p:spPr>
      </p:pic>
      <p:grpSp>
        <p:nvGrpSpPr>
          <p:cNvPr id="101" name="Google Shape;101;p11"/>
          <p:cNvGrpSpPr/>
          <p:nvPr/>
        </p:nvGrpSpPr>
        <p:grpSpPr>
          <a:xfrm>
            <a:off x="6156975" y="0"/>
            <a:ext cx="2987025" cy="3854074"/>
            <a:chOff x="6156975" y="0"/>
            <a:chExt cx="2987025" cy="3854074"/>
          </a:xfrm>
        </p:grpSpPr>
        <p:pic>
          <p:nvPicPr>
            <p:cNvPr id="102" name="Google Shape;102;p11"/>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103" name="Google Shape;103;p11"/>
            <p:cNvSpPr/>
            <p:nvPr/>
          </p:nvSpPr>
          <p:spPr>
            <a:xfrm>
              <a:off x="6858000" y="868200"/>
              <a:ext cx="2210100" cy="2196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pic>
        <p:nvPicPr>
          <p:cNvPr id="104" name="Google Shape;104;p11"/>
          <p:cNvPicPr preferRelativeResize="0"/>
          <p:nvPr/>
        </p:nvPicPr>
        <p:blipFill>
          <a:blip r:embed="rId4">
            <a:alphaModFix/>
          </a:blip>
          <a:stretch>
            <a:fillRect/>
          </a:stretch>
        </p:blipFill>
        <p:spPr>
          <a:xfrm rot="-366027">
            <a:off x="6626180" y="831797"/>
            <a:ext cx="2331091" cy="2089577"/>
          </a:xfrm>
          <a:prstGeom prst="rect">
            <a:avLst/>
          </a:prstGeom>
          <a:noFill/>
          <a:ln>
            <a:noFill/>
          </a:ln>
        </p:spPr>
      </p:pic>
      <p:sp>
        <p:nvSpPr>
          <p:cNvPr id="105" name="Google Shape;105;p11"/>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106" name="Google Shape;106;p11"/>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History">
  <p:cSld name="Title Slide 2_1_1_1_1_2">
    <p:bg>
      <p:bgPr>
        <a:solidFill>
          <a:srgbClr val="BEF2BD"/>
        </a:solidFill>
      </p:bgPr>
    </p:bg>
    <p:spTree>
      <p:nvGrpSpPr>
        <p:cNvPr id="107" name="Shape 107"/>
        <p:cNvGrpSpPr/>
        <p:nvPr/>
      </p:nvGrpSpPr>
      <p:grpSpPr>
        <a:xfrm>
          <a:off x="0" y="0"/>
          <a:ext cx="0" cy="0"/>
        </a:xfrm>
      </p:grpSpPr>
      <p:pic>
        <p:nvPicPr>
          <p:cNvPr id="108" name="Google Shape;108;p12"/>
          <p:cNvPicPr preferRelativeResize="0"/>
          <p:nvPr/>
        </p:nvPicPr>
        <p:blipFill>
          <a:blip r:embed="rId1">
            <a:alphaModFix/>
          </a:blip>
          <a:srcRect l="6209" r="6210"/>
          <a:stretch>
            <a:fillRect/>
          </a:stretch>
        </p:blipFill>
        <p:spPr>
          <a:xfrm>
            <a:off x="324000" y="4008600"/>
            <a:ext cx="859400" cy="127996"/>
          </a:xfrm>
          <a:prstGeom prst="rect">
            <a:avLst/>
          </a:prstGeom>
          <a:noFill/>
          <a:ln>
            <a:noFill/>
          </a:ln>
        </p:spPr>
      </p:pic>
      <p:sp>
        <p:nvSpPr>
          <p:cNvPr id="109" name="Google Shape;109;p12"/>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10" name="Google Shape;110;p12"/>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History</a:t>
            </a:r>
            <a:endParaRPr sz="1700" b="1">
              <a:latin typeface="Lexend"/>
              <a:ea typeface="Lexend"/>
              <a:cs typeface="Lexend"/>
              <a:sym typeface="Lexend"/>
            </a:endParaRPr>
          </a:p>
        </p:txBody>
      </p:sp>
      <p:pic>
        <p:nvPicPr>
          <p:cNvPr id="111" name="Google Shape;111;p12"/>
          <p:cNvPicPr preferRelativeResize="0"/>
          <p:nvPr/>
        </p:nvPicPr>
        <p:blipFill>
          <a:blip r:embed="rId2">
            <a:alphaModFix/>
          </a:blip>
          <a:stretch>
            <a:fillRect/>
          </a:stretch>
        </p:blipFill>
        <p:spPr>
          <a:xfrm>
            <a:off x="7690424" y="4098434"/>
            <a:ext cx="1052750" cy="482825"/>
          </a:xfrm>
          <a:prstGeom prst="rect">
            <a:avLst/>
          </a:prstGeom>
          <a:noFill/>
          <a:ln>
            <a:noFill/>
          </a:ln>
        </p:spPr>
      </p:pic>
      <p:grpSp>
        <p:nvGrpSpPr>
          <p:cNvPr id="112" name="Google Shape;112;p12"/>
          <p:cNvGrpSpPr/>
          <p:nvPr/>
        </p:nvGrpSpPr>
        <p:grpSpPr>
          <a:xfrm>
            <a:off x="6156975" y="0"/>
            <a:ext cx="2987025" cy="3854074"/>
            <a:chOff x="6156975" y="0"/>
            <a:chExt cx="2987025" cy="3854074"/>
          </a:xfrm>
        </p:grpSpPr>
        <p:pic>
          <p:nvPicPr>
            <p:cNvPr id="113" name="Google Shape;113;p12"/>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114" name="Google Shape;114;p12"/>
            <p:cNvSpPr/>
            <p:nvPr/>
          </p:nvSpPr>
          <p:spPr>
            <a:xfrm>
              <a:off x="6860400" y="1205850"/>
              <a:ext cx="1959600" cy="13659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15" name="Google Shape;115;p12"/>
            <p:cNvPicPr preferRelativeResize="0"/>
            <p:nvPr/>
          </p:nvPicPr>
          <p:blipFill>
            <a:blip r:embed="rId4">
              <a:alphaModFix/>
            </a:blip>
            <a:stretch>
              <a:fillRect/>
            </a:stretch>
          </p:blipFill>
          <p:spPr>
            <a:xfrm rot="-378432">
              <a:off x="7001357" y="1317070"/>
              <a:ext cx="1677682" cy="1143462"/>
            </a:xfrm>
            <a:prstGeom prst="rect">
              <a:avLst/>
            </a:prstGeom>
            <a:noFill/>
            <a:ln>
              <a:noFill/>
            </a:ln>
          </p:spPr>
        </p:pic>
      </p:grpSp>
      <p:sp>
        <p:nvSpPr>
          <p:cNvPr id="116" name="Google Shape;116;p12"/>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117" name="Google Shape;117;p12"/>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spTree>
  </p:cSld>
  <p:clrMapOvr>
    <a:masterClrMapping/>
  </p:clrMapOvr>
  <p:transition/>
  <p:timing/>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Maths">
  <p:cSld name="Title Slide 2_1_1_2">
    <p:bg>
      <p:bgPr>
        <a:solidFill>
          <a:srgbClr val="BEF2BD"/>
        </a:solidFill>
      </p:bgPr>
    </p:bg>
    <p:spTree>
      <p:nvGrpSpPr>
        <p:cNvPr id="118" name="Shape 118"/>
        <p:cNvGrpSpPr/>
        <p:nvPr/>
      </p:nvGrpSpPr>
      <p:grpSpPr>
        <a:xfrm>
          <a:off x="0" y="0"/>
          <a:ext cx="0" cy="0"/>
        </a:xfrm>
      </p:grpSpPr>
      <p:pic>
        <p:nvPicPr>
          <p:cNvPr id="119" name="Google Shape;119;p13"/>
          <p:cNvPicPr preferRelativeResize="0"/>
          <p:nvPr/>
        </p:nvPicPr>
        <p:blipFill>
          <a:blip r:embed="rId1">
            <a:alphaModFix/>
          </a:blip>
          <a:stretch>
            <a:fillRect/>
          </a:stretch>
        </p:blipFill>
        <p:spPr>
          <a:xfrm>
            <a:off x="6156975" y="0"/>
            <a:ext cx="2987025" cy="3854074"/>
          </a:xfrm>
          <a:prstGeom prst="rect">
            <a:avLst/>
          </a:prstGeom>
          <a:noFill/>
          <a:ln>
            <a:noFill/>
          </a:ln>
        </p:spPr>
      </p:pic>
      <p:sp>
        <p:nvSpPr>
          <p:cNvPr id="120" name="Google Shape;120;p13"/>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21" name="Google Shape;121;p13"/>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Maths</a:t>
            </a:r>
            <a:endParaRPr sz="1700" b="1">
              <a:latin typeface="Lexend"/>
              <a:ea typeface="Lexend"/>
              <a:cs typeface="Lexend"/>
              <a:sym typeface="Lexend"/>
            </a:endParaRPr>
          </a:p>
        </p:txBody>
      </p:sp>
      <p:pic>
        <p:nvPicPr>
          <p:cNvPr id="122" name="Google Shape;122;p13"/>
          <p:cNvPicPr preferRelativeResize="0"/>
          <p:nvPr/>
        </p:nvPicPr>
        <p:blipFill>
          <a:blip r:embed="rId2">
            <a:alphaModFix/>
          </a:blip>
          <a:stretch>
            <a:fillRect/>
          </a:stretch>
        </p:blipFill>
        <p:spPr>
          <a:xfrm>
            <a:off x="7690424" y="4098434"/>
            <a:ext cx="1052750" cy="482825"/>
          </a:xfrm>
          <a:prstGeom prst="rect">
            <a:avLst/>
          </a:prstGeom>
          <a:noFill/>
          <a:ln>
            <a:noFill/>
          </a:ln>
        </p:spPr>
      </p:pic>
      <p:pic>
        <p:nvPicPr>
          <p:cNvPr id="123" name="Google Shape;123;p13"/>
          <p:cNvPicPr preferRelativeResize="0"/>
          <p:nvPr/>
        </p:nvPicPr>
        <p:blipFill>
          <a:blip r:embed="rId3">
            <a:alphaModFix/>
          </a:blip>
          <a:srcRect l="6209" r="6210"/>
          <a:stretch>
            <a:fillRect/>
          </a:stretch>
        </p:blipFill>
        <p:spPr>
          <a:xfrm>
            <a:off x="324000" y="4008600"/>
            <a:ext cx="707200" cy="128000"/>
          </a:xfrm>
          <a:prstGeom prst="rect">
            <a:avLst/>
          </a:prstGeom>
          <a:noFill/>
          <a:ln>
            <a:noFill/>
          </a:ln>
        </p:spPr>
      </p:pic>
      <p:sp>
        <p:nvSpPr>
          <p:cNvPr id="124" name="Google Shape;124;p13"/>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125" name="Google Shape;125;p13"/>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spTree>
  </p:cSld>
  <p:clrMapOvr>
    <a:masterClrMapping/>
  </p:clrMapOvr>
  <p:transition/>
  <p:timing/>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Music">
  <p:cSld name="Title Slide 2_1_1_1_1_1">
    <p:bg>
      <p:bgPr>
        <a:solidFill>
          <a:srgbClr val="BEF2BD"/>
        </a:solidFill>
      </p:bgPr>
    </p:bg>
    <p:spTree>
      <p:nvGrpSpPr>
        <p:cNvPr id="126" name="Shape 126"/>
        <p:cNvGrpSpPr/>
        <p:nvPr/>
      </p:nvGrpSpPr>
      <p:grpSpPr>
        <a:xfrm>
          <a:off x="0" y="0"/>
          <a:ext cx="0" cy="0"/>
        </a:xfrm>
      </p:grpSpPr>
      <p:pic>
        <p:nvPicPr>
          <p:cNvPr id="127" name="Google Shape;127;p14"/>
          <p:cNvPicPr preferRelativeResize="0"/>
          <p:nvPr/>
        </p:nvPicPr>
        <p:blipFill>
          <a:blip r:embed="rId1">
            <a:alphaModFix/>
          </a:blip>
          <a:stretch>
            <a:fillRect/>
          </a:stretch>
        </p:blipFill>
        <p:spPr>
          <a:xfrm>
            <a:off x="6156975" y="0"/>
            <a:ext cx="2987025" cy="3854074"/>
          </a:xfrm>
          <a:prstGeom prst="rect">
            <a:avLst/>
          </a:prstGeom>
          <a:noFill/>
          <a:ln>
            <a:noFill/>
          </a:ln>
        </p:spPr>
      </p:pic>
      <p:sp>
        <p:nvSpPr>
          <p:cNvPr id="128" name="Google Shape;128;p14"/>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29" name="Google Shape;129;p14"/>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Music</a:t>
            </a:r>
            <a:endParaRPr sz="1700" b="1">
              <a:latin typeface="Lexend"/>
              <a:ea typeface="Lexend"/>
              <a:cs typeface="Lexend"/>
              <a:sym typeface="Lexend"/>
            </a:endParaRPr>
          </a:p>
        </p:txBody>
      </p:sp>
      <p:pic>
        <p:nvPicPr>
          <p:cNvPr id="130" name="Google Shape;130;p14"/>
          <p:cNvPicPr preferRelativeResize="0"/>
          <p:nvPr/>
        </p:nvPicPr>
        <p:blipFill>
          <a:blip r:embed="rId2">
            <a:alphaModFix/>
          </a:blip>
          <a:stretch>
            <a:fillRect/>
          </a:stretch>
        </p:blipFill>
        <p:spPr>
          <a:xfrm>
            <a:off x="7690424" y="4098434"/>
            <a:ext cx="1052750" cy="482825"/>
          </a:xfrm>
          <a:prstGeom prst="rect">
            <a:avLst/>
          </a:prstGeom>
          <a:noFill/>
          <a:ln>
            <a:noFill/>
          </a:ln>
        </p:spPr>
      </p:pic>
      <p:pic>
        <p:nvPicPr>
          <p:cNvPr id="131" name="Google Shape;131;p14"/>
          <p:cNvPicPr preferRelativeResize="0"/>
          <p:nvPr/>
        </p:nvPicPr>
        <p:blipFill>
          <a:blip r:embed="rId3">
            <a:alphaModFix/>
          </a:blip>
          <a:srcRect l="6209" r="6210"/>
          <a:stretch>
            <a:fillRect/>
          </a:stretch>
        </p:blipFill>
        <p:spPr>
          <a:xfrm>
            <a:off x="324000" y="4008600"/>
            <a:ext cx="661625" cy="128000"/>
          </a:xfrm>
          <a:prstGeom prst="rect">
            <a:avLst/>
          </a:prstGeom>
          <a:noFill/>
          <a:ln>
            <a:noFill/>
          </a:ln>
        </p:spPr>
      </p:pic>
      <p:sp>
        <p:nvSpPr>
          <p:cNvPr id="132" name="Google Shape;132;p14"/>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133" name="Google Shape;133;p14"/>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spTree>
  </p:cSld>
  <p:clrMapOvr>
    <a:masterClrMapping/>
  </p:clrMapOvr>
  <p:transition/>
  <p:timing/>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Physical education">
  <p:cSld name="Title Slide 2_1_1_1_1_1_1_1_1_1_1_1_1_2">
    <p:bg>
      <p:bgPr>
        <a:solidFill>
          <a:srgbClr val="BEF2BD"/>
        </a:solidFill>
      </p:bgPr>
    </p:bg>
    <p:spTree>
      <p:nvGrpSpPr>
        <p:cNvPr id="134" name="Shape 134"/>
        <p:cNvGrpSpPr/>
        <p:nvPr/>
      </p:nvGrpSpPr>
      <p:grpSpPr>
        <a:xfrm>
          <a:off x="0" y="0"/>
          <a:ext cx="0" cy="0"/>
        </a:xfrm>
      </p:grpSpPr>
      <p:pic>
        <p:nvPicPr>
          <p:cNvPr id="135" name="Google Shape;135;p15"/>
          <p:cNvPicPr preferRelativeResize="0"/>
          <p:nvPr/>
        </p:nvPicPr>
        <p:blipFill>
          <a:blip r:embed="rId1">
            <a:alphaModFix/>
          </a:blip>
          <a:srcRect l="6209" r="6210"/>
          <a:stretch>
            <a:fillRect/>
          </a:stretch>
        </p:blipFill>
        <p:spPr>
          <a:xfrm>
            <a:off x="324000" y="4008600"/>
            <a:ext cx="2192950" cy="128000"/>
          </a:xfrm>
          <a:prstGeom prst="rect">
            <a:avLst/>
          </a:prstGeom>
          <a:noFill/>
          <a:ln>
            <a:noFill/>
          </a:ln>
        </p:spPr>
      </p:pic>
      <p:sp>
        <p:nvSpPr>
          <p:cNvPr id="136" name="Google Shape;136;p15"/>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37" name="Google Shape;137;p15"/>
          <p:cNvSpPr txBox="1"/>
          <p:nvPr/>
        </p:nvSpPr>
        <p:spPr>
          <a:xfrm>
            <a:off x="323850" y="3781525"/>
            <a:ext cx="24561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Physical education</a:t>
            </a:r>
            <a:endParaRPr sz="1700" b="1">
              <a:latin typeface="Lexend"/>
              <a:ea typeface="Lexend"/>
              <a:cs typeface="Lexend"/>
              <a:sym typeface="Lexend"/>
            </a:endParaRPr>
          </a:p>
        </p:txBody>
      </p:sp>
      <p:pic>
        <p:nvPicPr>
          <p:cNvPr id="138" name="Google Shape;138;p15"/>
          <p:cNvPicPr preferRelativeResize="0"/>
          <p:nvPr/>
        </p:nvPicPr>
        <p:blipFill>
          <a:blip r:embed="rId2">
            <a:alphaModFix/>
          </a:blip>
          <a:stretch>
            <a:fillRect/>
          </a:stretch>
        </p:blipFill>
        <p:spPr>
          <a:xfrm>
            <a:off x="7690424" y="4098434"/>
            <a:ext cx="1052750" cy="482825"/>
          </a:xfrm>
          <a:prstGeom prst="rect">
            <a:avLst/>
          </a:prstGeom>
          <a:noFill/>
          <a:ln>
            <a:noFill/>
          </a:ln>
        </p:spPr>
      </p:pic>
      <p:grpSp>
        <p:nvGrpSpPr>
          <p:cNvPr id="139" name="Google Shape;139;p15"/>
          <p:cNvGrpSpPr/>
          <p:nvPr/>
        </p:nvGrpSpPr>
        <p:grpSpPr>
          <a:xfrm>
            <a:off x="6156975" y="0"/>
            <a:ext cx="2987025" cy="3854074"/>
            <a:chOff x="6156975" y="0"/>
            <a:chExt cx="2987025" cy="3854074"/>
          </a:xfrm>
        </p:grpSpPr>
        <p:pic>
          <p:nvPicPr>
            <p:cNvPr id="140" name="Google Shape;140;p15"/>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141" name="Google Shape;141;p15"/>
            <p:cNvSpPr/>
            <p:nvPr/>
          </p:nvSpPr>
          <p:spPr>
            <a:xfrm>
              <a:off x="6858000" y="868200"/>
              <a:ext cx="2210100" cy="2196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sp>
        <p:nvSpPr>
          <p:cNvPr id="142" name="Google Shape;142;p15"/>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143" name="Google Shape;143;p15"/>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144" name="Google Shape;144;p15"/>
          <p:cNvPicPr preferRelativeResize="0"/>
          <p:nvPr/>
        </p:nvPicPr>
        <p:blipFill>
          <a:blip r:embed="rId4">
            <a:alphaModFix/>
          </a:blip>
          <a:stretch>
            <a:fillRect/>
          </a:stretch>
        </p:blipFill>
        <p:spPr>
          <a:xfrm rot="-375628">
            <a:off x="6551506" y="729991"/>
            <a:ext cx="2546513" cy="2546493"/>
          </a:xfrm>
          <a:prstGeom prst="rect">
            <a:avLst/>
          </a:prstGeom>
          <a:noFill/>
          <a:ln>
            <a:noFill/>
          </a:ln>
        </p:spPr>
      </p:pic>
    </p:spTree>
  </p:cSld>
  <p:clrMapOvr>
    <a:masterClrMapping/>
  </p:clrMapOvr>
  <p:transition/>
  <p:timing/>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Physics">
  <p:cSld name="Title Slide 2_1_1_1_1_1_1_1_1_2">
    <p:bg>
      <p:bgPr>
        <a:solidFill>
          <a:srgbClr val="BEF2BD"/>
        </a:solidFill>
      </p:bgPr>
    </p:bg>
    <p:spTree>
      <p:nvGrpSpPr>
        <p:cNvPr id="145" name="Shape 145"/>
        <p:cNvGrpSpPr/>
        <p:nvPr/>
      </p:nvGrpSpPr>
      <p:grpSpPr>
        <a:xfrm>
          <a:off x="0" y="0"/>
          <a:ext cx="0" cy="0"/>
        </a:xfrm>
      </p:grpSpPr>
      <p:pic>
        <p:nvPicPr>
          <p:cNvPr id="146" name="Google Shape;146;p16"/>
          <p:cNvPicPr preferRelativeResize="0"/>
          <p:nvPr/>
        </p:nvPicPr>
        <p:blipFill>
          <a:blip r:embed="rId1">
            <a:alphaModFix/>
          </a:blip>
          <a:srcRect l="6209" r="6210"/>
          <a:stretch>
            <a:fillRect/>
          </a:stretch>
        </p:blipFill>
        <p:spPr>
          <a:xfrm>
            <a:off x="324000" y="4008600"/>
            <a:ext cx="859400" cy="127996"/>
          </a:xfrm>
          <a:prstGeom prst="rect">
            <a:avLst/>
          </a:prstGeom>
          <a:noFill/>
          <a:ln>
            <a:noFill/>
          </a:ln>
        </p:spPr>
      </p:pic>
      <p:sp>
        <p:nvSpPr>
          <p:cNvPr id="147" name="Google Shape;147;p16"/>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48" name="Google Shape;148;p16"/>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Physics</a:t>
            </a:r>
            <a:endParaRPr sz="1700" b="1">
              <a:latin typeface="Lexend"/>
              <a:ea typeface="Lexend"/>
              <a:cs typeface="Lexend"/>
              <a:sym typeface="Lexend"/>
            </a:endParaRPr>
          </a:p>
        </p:txBody>
      </p:sp>
      <p:pic>
        <p:nvPicPr>
          <p:cNvPr id="149" name="Google Shape;149;p16"/>
          <p:cNvPicPr preferRelativeResize="0"/>
          <p:nvPr/>
        </p:nvPicPr>
        <p:blipFill>
          <a:blip r:embed="rId2">
            <a:alphaModFix/>
          </a:blip>
          <a:stretch>
            <a:fillRect/>
          </a:stretch>
        </p:blipFill>
        <p:spPr>
          <a:xfrm>
            <a:off x="7690424" y="4098434"/>
            <a:ext cx="1052750" cy="482825"/>
          </a:xfrm>
          <a:prstGeom prst="rect">
            <a:avLst/>
          </a:prstGeom>
          <a:noFill/>
          <a:ln>
            <a:noFill/>
          </a:ln>
        </p:spPr>
      </p:pic>
      <p:grpSp>
        <p:nvGrpSpPr>
          <p:cNvPr id="150" name="Google Shape;150;p16"/>
          <p:cNvGrpSpPr/>
          <p:nvPr/>
        </p:nvGrpSpPr>
        <p:grpSpPr>
          <a:xfrm>
            <a:off x="6156975" y="0"/>
            <a:ext cx="2987025" cy="3854074"/>
            <a:chOff x="6156975" y="0"/>
            <a:chExt cx="2987025" cy="3854074"/>
          </a:xfrm>
        </p:grpSpPr>
        <p:pic>
          <p:nvPicPr>
            <p:cNvPr id="151" name="Google Shape;151;p16"/>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152" name="Google Shape;152;p16"/>
            <p:cNvSpPr/>
            <p:nvPr/>
          </p:nvSpPr>
          <p:spPr>
            <a:xfrm>
              <a:off x="6898050" y="839288"/>
              <a:ext cx="1959600" cy="23547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53" name="Google Shape;153;p16"/>
            <p:cNvPicPr preferRelativeResize="0"/>
            <p:nvPr/>
          </p:nvPicPr>
          <p:blipFill>
            <a:blip r:embed="rId4">
              <a:alphaModFix/>
            </a:blip>
            <a:stretch>
              <a:fillRect/>
            </a:stretch>
          </p:blipFill>
          <p:spPr>
            <a:xfrm rot="-384492">
              <a:off x="7235674" y="1037850"/>
              <a:ext cx="1204851" cy="1957577"/>
            </a:xfrm>
            <a:prstGeom prst="rect">
              <a:avLst/>
            </a:prstGeom>
            <a:noFill/>
            <a:ln>
              <a:noFill/>
            </a:ln>
          </p:spPr>
        </p:pic>
      </p:grpSp>
      <p:sp>
        <p:nvSpPr>
          <p:cNvPr id="154" name="Google Shape;154;p16"/>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155" name="Google Shape;155;p16"/>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spTree>
  </p:cSld>
  <p:clrMapOvr>
    <a:masterClrMapping/>
  </p:clrMapOvr>
  <p:transition/>
  <p:timing/>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Relationships and health education">
  <p:cSld name="Title Slide 2_1_1_1_1_1_1_1_1_1_1_7">
    <p:bg>
      <p:bgPr>
        <a:solidFill>
          <a:srgbClr val="BEF2BD"/>
        </a:solidFill>
      </p:bgPr>
    </p:bg>
    <p:spTree>
      <p:nvGrpSpPr>
        <p:cNvPr id="156" name="Shape 156"/>
        <p:cNvGrpSpPr/>
        <p:nvPr/>
      </p:nvGrpSpPr>
      <p:grpSpPr>
        <a:xfrm>
          <a:off x="0" y="0"/>
          <a:ext cx="0" cy="0"/>
        </a:xfrm>
      </p:grpSpPr>
      <p:sp>
        <p:nvSpPr>
          <p:cNvPr id="157" name="Google Shape;157;p17"/>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158" name="Google Shape;158;p17"/>
          <p:cNvPicPr preferRelativeResize="0"/>
          <p:nvPr/>
        </p:nvPicPr>
        <p:blipFill>
          <a:blip r:embed="rId1">
            <a:alphaModFix/>
          </a:blip>
          <a:stretch>
            <a:fillRect/>
          </a:stretch>
        </p:blipFill>
        <p:spPr>
          <a:xfrm>
            <a:off x="7690424" y="4098434"/>
            <a:ext cx="1052750" cy="482825"/>
          </a:xfrm>
          <a:prstGeom prst="rect">
            <a:avLst/>
          </a:prstGeom>
          <a:noFill/>
          <a:ln>
            <a:noFill/>
          </a:ln>
        </p:spPr>
      </p:pic>
      <p:grpSp>
        <p:nvGrpSpPr>
          <p:cNvPr id="159" name="Google Shape;159;p17"/>
          <p:cNvGrpSpPr/>
          <p:nvPr/>
        </p:nvGrpSpPr>
        <p:grpSpPr>
          <a:xfrm>
            <a:off x="6156975" y="0"/>
            <a:ext cx="2987025" cy="3854074"/>
            <a:chOff x="6156975" y="0"/>
            <a:chExt cx="2987025" cy="3854074"/>
          </a:xfrm>
        </p:grpSpPr>
        <p:pic>
          <p:nvPicPr>
            <p:cNvPr id="160" name="Google Shape;160;p17"/>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161" name="Google Shape;161;p17"/>
            <p:cNvSpPr/>
            <p:nvPr/>
          </p:nvSpPr>
          <p:spPr>
            <a:xfrm>
              <a:off x="6858000" y="868200"/>
              <a:ext cx="2210100" cy="2196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pic>
        <p:nvPicPr>
          <p:cNvPr id="162" name="Google Shape;162;p17"/>
          <p:cNvPicPr preferRelativeResize="0"/>
          <p:nvPr/>
        </p:nvPicPr>
        <p:blipFill>
          <a:blip r:embed="rId3">
            <a:alphaModFix/>
          </a:blip>
          <a:stretch>
            <a:fillRect/>
          </a:stretch>
        </p:blipFill>
        <p:spPr>
          <a:xfrm rot="-360033">
            <a:off x="6814806" y="1250542"/>
            <a:ext cx="1965462" cy="1393693"/>
          </a:xfrm>
          <a:prstGeom prst="rect">
            <a:avLst/>
          </a:prstGeom>
          <a:noFill/>
          <a:ln>
            <a:noFill/>
          </a:ln>
        </p:spPr>
      </p:pic>
      <p:sp>
        <p:nvSpPr>
          <p:cNvPr id="163" name="Google Shape;163;p17"/>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164" name="Google Shape;164;p17"/>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165" name="Google Shape;165;p17"/>
          <p:cNvPicPr preferRelativeResize="0"/>
          <p:nvPr/>
        </p:nvPicPr>
        <p:blipFill>
          <a:blip r:embed="rId4">
            <a:alphaModFix/>
          </a:blip>
          <a:srcRect l="6209" r="6210"/>
          <a:stretch>
            <a:fillRect/>
          </a:stretch>
        </p:blipFill>
        <p:spPr>
          <a:xfrm>
            <a:off x="324000" y="4008600"/>
            <a:ext cx="1360800" cy="128000"/>
          </a:xfrm>
          <a:prstGeom prst="rect">
            <a:avLst/>
          </a:prstGeom>
          <a:noFill/>
          <a:ln>
            <a:noFill/>
          </a:ln>
        </p:spPr>
      </p:pic>
      <p:sp>
        <p:nvSpPr>
          <p:cNvPr id="166" name="Google Shape;166;p17"/>
          <p:cNvSpPr txBox="1"/>
          <p:nvPr/>
        </p:nvSpPr>
        <p:spPr>
          <a:xfrm>
            <a:off x="323850" y="3781525"/>
            <a:ext cx="46233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RHE (PSHE)</a:t>
            </a:r>
            <a:endParaRPr sz="1700" b="1">
              <a:latin typeface="Lexend"/>
              <a:ea typeface="Lexend"/>
              <a:cs typeface="Lexend"/>
              <a:sym typeface="Lexend"/>
            </a:endParaRPr>
          </a:p>
        </p:txBody>
      </p:sp>
    </p:spTree>
  </p:cSld>
  <p:clrMapOvr>
    <a:masterClrMapping/>
  </p:clrMapOvr>
  <p:transition/>
  <p:timing/>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Relationships, sex and health education">
  <p:cSld name="Title Slide 2_1_1_1_1_1_1_1_1_1_1_7_1">
    <p:bg>
      <p:bgPr>
        <a:solidFill>
          <a:srgbClr val="BEF2BD"/>
        </a:solidFill>
      </p:bgPr>
    </p:bg>
    <p:spTree>
      <p:nvGrpSpPr>
        <p:cNvPr id="167" name="Shape 167"/>
        <p:cNvGrpSpPr/>
        <p:nvPr/>
      </p:nvGrpSpPr>
      <p:grpSpPr>
        <a:xfrm>
          <a:off x="0" y="0"/>
          <a:ext cx="0" cy="0"/>
        </a:xfrm>
      </p:grpSpPr>
      <p:sp>
        <p:nvSpPr>
          <p:cNvPr id="168" name="Google Shape;168;p18"/>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169" name="Google Shape;169;p18"/>
          <p:cNvPicPr preferRelativeResize="0"/>
          <p:nvPr/>
        </p:nvPicPr>
        <p:blipFill>
          <a:blip r:embed="rId1">
            <a:alphaModFix/>
          </a:blip>
          <a:stretch>
            <a:fillRect/>
          </a:stretch>
        </p:blipFill>
        <p:spPr>
          <a:xfrm>
            <a:off x="7690424" y="4098434"/>
            <a:ext cx="1052750" cy="482825"/>
          </a:xfrm>
          <a:prstGeom prst="rect">
            <a:avLst/>
          </a:prstGeom>
          <a:noFill/>
          <a:ln>
            <a:noFill/>
          </a:ln>
        </p:spPr>
      </p:pic>
      <p:grpSp>
        <p:nvGrpSpPr>
          <p:cNvPr id="170" name="Google Shape;170;p18"/>
          <p:cNvGrpSpPr/>
          <p:nvPr/>
        </p:nvGrpSpPr>
        <p:grpSpPr>
          <a:xfrm>
            <a:off x="6156975" y="0"/>
            <a:ext cx="2987025" cy="3854074"/>
            <a:chOff x="6156975" y="0"/>
            <a:chExt cx="2987025" cy="3854074"/>
          </a:xfrm>
        </p:grpSpPr>
        <p:pic>
          <p:nvPicPr>
            <p:cNvPr id="171" name="Google Shape;171;p18"/>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172" name="Google Shape;172;p18"/>
            <p:cNvSpPr/>
            <p:nvPr/>
          </p:nvSpPr>
          <p:spPr>
            <a:xfrm>
              <a:off x="6858000" y="868200"/>
              <a:ext cx="2210100" cy="2196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pic>
        <p:nvPicPr>
          <p:cNvPr id="173" name="Google Shape;173;p18"/>
          <p:cNvPicPr preferRelativeResize="0"/>
          <p:nvPr/>
        </p:nvPicPr>
        <p:blipFill>
          <a:blip r:embed="rId3">
            <a:alphaModFix/>
          </a:blip>
          <a:stretch>
            <a:fillRect/>
          </a:stretch>
        </p:blipFill>
        <p:spPr>
          <a:xfrm rot="-360033">
            <a:off x="6814806" y="1250542"/>
            <a:ext cx="1965462" cy="1393693"/>
          </a:xfrm>
          <a:prstGeom prst="rect">
            <a:avLst/>
          </a:prstGeom>
          <a:noFill/>
          <a:ln>
            <a:noFill/>
          </a:ln>
        </p:spPr>
      </p:pic>
      <p:sp>
        <p:nvSpPr>
          <p:cNvPr id="174" name="Google Shape;174;p18"/>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175" name="Google Shape;175;p18"/>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176" name="Google Shape;176;p18"/>
          <p:cNvPicPr preferRelativeResize="0"/>
          <p:nvPr/>
        </p:nvPicPr>
        <p:blipFill>
          <a:blip r:embed="rId4">
            <a:alphaModFix/>
          </a:blip>
          <a:srcRect l="6209" r="6210"/>
          <a:stretch>
            <a:fillRect/>
          </a:stretch>
        </p:blipFill>
        <p:spPr>
          <a:xfrm>
            <a:off x="324000" y="4008600"/>
            <a:ext cx="1511900" cy="128000"/>
          </a:xfrm>
          <a:prstGeom prst="rect">
            <a:avLst/>
          </a:prstGeom>
          <a:noFill/>
          <a:ln>
            <a:noFill/>
          </a:ln>
        </p:spPr>
      </p:pic>
      <p:sp>
        <p:nvSpPr>
          <p:cNvPr id="177" name="Google Shape;177;p18"/>
          <p:cNvSpPr txBox="1"/>
          <p:nvPr/>
        </p:nvSpPr>
        <p:spPr>
          <a:xfrm>
            <a:off x="323850" y="3781525"/>
            <a:ext cx="50871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RSHE (PSHE)</a:t>
            </a:r>
            <a:endParaRPr sz="1700" b="1">
              <a:latin typeface="Lexend"/>
              <a:ea typeface="Lexend"/>
              <a:cs typeface="Lexend"/>
              <a:sym typeface="Lexend"/>
            </a:endParaRPr>
          </a:p>
        </p:txBody>
      </p:sp>
    </p:spTree>
  </p:cSld>
  <p:clrMapOvr>
    <a:masterClrMapping/>
  </p:clrMapOvr>
  <p:transition/>
  <p:timing/>
</p:sldLayout>
</file>

<file path=ppt/slideLayouts/slideLayout1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Religious education">
  <p:cSld name="Title Slide 2_1_1_1_1_1_1_1_1_1_1_1_1_1">
    <p:bg>
      <p:bgPr>
        <a:solidFill>
          <a:srgbClr val="BEF2BD"/>
        </a:solidFill>
      </p:bgPr>
    </p:bg>
    <p:spTree>
      <p:nvGrpSpPr>
        <p:cNvPr id="178" name="Shape 178"/>
        <p:cNvGrpSpPr/>
        <p:nvPr/>
      </p:nvGrpSpPr>
      <p:grpSpPr>
        <a:xfrm>
          <a:off x="0" y="0"/>
          <a:ext cx="0" cy="0"/>
        </a:xfrm>
      </p:grpSpPr>
      <p:pic>
        <p:nvPicPr>
          <p:cNvPr id="179" name="Google Shape;179;p19"/>
          <p:cNvPicPr preferRelativeResize="0"/>
          <p:nvPr/>
        </p:nvPicPr>
        <p:blipFill>
          <a:blip r:embed="rId1">
            <a:alphaModFix/>
          </a:blip>
          <a:srcRect l="6209" r="6210"/>
          <a:stretch>
            <a:fillRect/>
          </a:stretch>
        </p:blipFill>
        <p:spPr>
          <a:xfrm>
            <a:off x="324000" y="4008600"/>
            <a:ext cx="2271875" cy="128000"/>
          </a:xfrm>
          <a:prstGeom prst="rect">
            <a:avLst/>
          </a:prstGeom>
          <a:noFill/>
          <a:ln>
            <a:noFill/>
          </a:ln>
        </p:spPr>
      </p:pic>
      <p:sp>
        <p:nvSpPr>
          <p:cNvPr id="180" name="Google Shape;180;p19"/>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81" name="Google Shape;181;p19"/>
          <p:cNvSpPr txBox="1"/>
          <p:nvPr/>
        </p:nvSpPr>
        <p:spPr>
          <a:xfrm>
            <a:off x="323850" y="3781525"/>
            <a:ext cx="27981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Religious education</a:t>
            </a:r>
            <a:endParaRPr sz="1700" b="1">
              <a:latin typeface="Lexend"/>
              <a:ea typeface="Lexend"/>
              <a:cs typeface="Lexend"/>
              <a:sym typeface="Lexend"/>
            </a:endParaRPr>
          </a:p>
        </p:txBody>
      </p:sp>
      <p:pic>
        <p:nvPicPr>
          <p:cNvPr id="182" name="Google Shape;182;p19"/>
          <p:cNvPicPr preferRelativeResize="0"/>
          <p:nvPr/>
        </p:nvPicPr>
        <p:blipFill>
          <a:blip r:embed="rId2">
            <a:alphaModFix/>
          </a:blip>
          <a:stretch>
            <a:fillRect/>
          </a:stretch>
        </p:blipFill>
        <p:spPr>
          <a:xfrm>
            <a:off x="7690424" y="4098434"/>
            <a:ext cx="1052750" cy="482825"/>
          </a:xfrm>
          <a:prstGeom prst="rect">
            <a:avLst/>
          </a:prstGeom>
          <a:noFill/>
          <a:ln>
            <a:noFill/>
          </a:ln>
        </p:spPr>
      </p:pic>
      <p:grpSp>
        <p:nvGrpSpPr>
          <p:cNvPr id="183" name="Google Shape;183;p19"/>
          <p:cNvGrpSpPr/>
          <p:nvPr/>
        </p:nvGrpSpPr>
        <p:grpSpPr>
          <a:xfrm>
            <a:off x="6156975" y="0"/>
            <a:ext cx="2987025" cy="3854074"/>
            <a:chOff x="6156975" y="0"/>
            <a:chExt cx="2987025" cy="3854074"/>
          </a:xfrm>
        </p:grpSpPr>
        <p:pic>
          <p:nvPicPr>
            <p:cNvPr id="184" name="Google Shape;184;p19"/>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185" name="Google Shape;185;p19"/>
            <p:cNvSpPr/>
            <p:nvPr/>
          </p:nvSpPr>
          <p:spPr>
            <a:xfrm>
              <a:off x="6858000" y="868200"/>
              <a:ext cx="2210100" cy="2196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pic>
        <p:nvPicPr>
          <p:cNvPr id="186" name="Google Shape;186;p19"/>
          <p:cNvPicPr preferRelativeResize="0"/>
          <p:nvPr/>
        </p:nvPicPr>
        <p:blipFill>
          <a:blip r:embed="rId4">
            <a:alphaModFix/>
          </a:blip>
          <a:stretch>
            <a:fillRect/>
          </a:stretch>
        </p:blipFill>
        <p:spPr>
          <a:xfrm rot="-360003">
            <a:off x="6754136" y="1062731"/>
            <a:ext cx="2012844" cy="1854018"/>
          </a:xfrm>
          <a:prstGeom prst="rect">
            <a:avLst/>
          </a:prstGeom>
          <a:noFill/>
          <a:ln>
            <a:noFill/>
          </a:ln>
        </p:spPr>
      </p:pic>
      <p:sp>
        <p:nvSpPr>
          <p:cNvPr id="187" name="Google Shape;187;p19"/>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188" name="Google Shape;188;p19"/>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spTree>
  </p:cSld>
  <p:clrMapOvr>
    <a:masterClrMapping/>
  </p:clrMapOvr>
  <p:transition/>
  <p:timing/>
</p:sldLayout>
</file>

<file path=ppt/slideLayouts/slideLayout1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Science">
  <p:cSld name="Title Slide 2_1_1_1_1_1_1_2">
    <p:bg>
      <p:bgPr>
        <a:solidFill>
          <a:srgbClr val="BEF2BD"/>
        </a:solidFill>
      </p:bgPr>
    </p:bg>
    <p:spTree>
      <p:nvGrpSpPr>
        <p:cNvPr id="189" name="Shape 189"/>
        <p:cNvGrpSpPr/>
        <p:nvPr/>
      </p:nvGrpSpPr>
      <p:grpSpPr>
        <a:xfrm>
          <a:off x="0" y="0"/>
          <a:ext cx="0" cy="0"/>
        </a:xfrm>
      </p:grpSpPr>
      <p:sp>
        <p:nvSpPr>
          <p:cNvPr id="190" name="Google Shape;190;p20"/>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91" name="Google Shape;191;p20"/>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Science</a:t>
            </a:r>
            <a:endParaRPr sz="1700" b="1">
              <a:latin typeface="Lexend"/>
              <a:ea typeface="Lexend"/>
              <a:cs typeface="Lexend"/>
              <a:sym typeface="Lexend"/>
            </a:endParaRPr>
          </a:p>
        </p:txBody>
      </p:sp>
      <p:pic>
        <p:nvPicPr>
          <p:cNvPr id="192" name="Google Shape;192;p20"/>
          <p:cNvPicPr preferRelativeResize="0"/>
          <p:nvPr/>
        </p:nvPicPr>
        <p:blipFill>
          <a:blip r:embed="rId1">
            <a:alphaModFix/>
          </a:blip>
          <a:stretch>
            <a:fillRect/>
          </a:stretch>
        </p:blipFill>
        <p:spPr>
          <a:xfrm>
            <a:off x="7690424" y="4098434"/>
            <a:ext cx="1052750" cy="482825"/>
          </a:xfrm>
          <a:prstGeom prst="rect">
            <a:avLst/>
          </a:prstGeom>
          <a:noFill/>
          <a:ln>
            <a:noFill/>
          </a:ln>
        </p:spPr>
      </p:pic>
      <p:pic>
        <p:nvPicPr>
          <p:cNvPr id="193" name="Google Shape;193;p20"/>
          <p:cNvPicPr preferRelativeResize="0"/>
          <p:nvPr/>
        </p:nvPicPr>
        <p:blipFill>
          <a:blip r:embed="rId2">
            <a:alphaModFix/>
          </a:blip>
          <a:srcRect l="6209" r="6210"/>
          <a:stretch>
            <a:fillRect/>
          </a:stretch>
        </p:blipFill>
        <p:spPr>
          <a:xfrm>
            <a:off x="324000" y="4008600"/>
            <a:ext cx="859400" cy="127996"/>
          </a:xfrm>
          <a:prstGeom prst="rect">
            <a:avLst/>
          </a:prstGeom>
          <a:noFill/>
          <a:ln>
            <a:noFill/>
          </a:ln>
        </p:spPr>
      </p:pic>
      <p:grpSp>
        <p:nvGrpSpPr>
          <p:cNvPr id="194" name="Google Shape;194;p20"/>
          <p:cNvGrpSpPr/>
          <p:nvPr/>
        </p:nvGrpSpPr>
        <p:grpSpPr>
          <a:xfrm>
            <a:off x="6156975" y="0"/>
            <a:ext cx="2987025" cy="3854074"/>
            <a:chOff x="6156975" y="0"/>
            <a:chExt cx="2987025" cy="3854074"/>
          </a:xfrm>
        </p:grpSpPr>
        <p:pic>
          <p:nvPicPr>
            <p:cNvPr id="195" name="Google Shape;195;p20"/>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196" name="Google Shape;196;p20"/>
            <p:cNvSpPr/>
            <p:nvPr/>
          </p:nvSpPr>
          <p:spPr>
            <a:xfrm>
              <a:off x="6860400" y="869975"/>
              <a:ext cx="1959600" cy="20070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97" name="Google Shape;197;p20"/>
            <p:cNvPicPr preferRelativeResize="0"/>
            <p:nvPr/>
          </p:nvPicPr>
          <p:blipFill>
            <a:blip r:embed="rId4">
              <a:alphaModFix/>
            </a:blip>
            <a:stretch>
              <a:fillRect/>
            </a:stretch>
          </p:blipFill>
          <p:spPr>
            <a:xfrm rot="-311816">
              <a:off x="7083000" y="1110274"/>
              <a:ext cx="1514398" cy="1526398"/>
            </a:xfrm>
            <a:prstGeom prst="rect">
              <a:avLst/>
            </a:prstGeom>
            <a:noFill/>
            <a:ln>
              <a:noFill/>
            </a:ln>
          </p:spPr>
        </p:pic>
      </p:grpSp>
      <p:sp>
        <p:nvSpPr>
          <p:cNvPr id="198" name="Google Shape;198;p20"/>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199" name="Google Shape;199;p20"/>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spTree>
  </p:cSld>
  <p:clrMapOvr>
    <a:masterClrMapping/>
  </p:clrMapOvr>
  <p:transition/>
  <p:timing/>
</p:sldLayout>
</file>

<file path=ppt/slideLayouts/slideLayout2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Spanish">
  <p:cSld name="Title Slide 2_1_1_1_1_1_1_1_1_1_1_1_2_1">
    <p:bg>
      <p:bgPr>
        <a:solidFill>
          <a:srgbClr val="BEF2BD"/>
        </a:solidFill>
      </p:bgPr>
    </p:bg>
    <p:spTree>
      <p:nvGrpSpPr>
        <p:cNvPr id="200" name="Shape 200"/>
        <p:cNvGrpSpPr/>
        <p:nvPr/>
      </p:nvGrpSpPr>
      <p:grpSpPr>
        <a:xfrm>
          <a:off x="0" y="0"/>
          <a:ext cx="0" cy="0"/>
        </a:xfrm>
      </p:grpSpPr>
      <p:pic>
        <p:nvPicPr>
          <p:cNvPr id="201" name="Google Shape;201;p21"/>
          <p:cNvPicPr preferRelativeResize="0"/>
          <p:nvPr/>
        </p:nvPicPr>
        <p:blipFill>
          <a:blip r:embed="rId1">
            <a:alphaModFix/>
          </a:blip>
          <a:srcRect l="6209" r="6210"/>
          <a:stretch>
            <a:fillRect/>
          </a:stretch>
        </p:blipFill>
        <p:spPr>
          <a:xfrm>
            <a:off x="324000" y="4008600"/>
            <a:ext cx="890625" cy="128000"/>
          </a:xfrm>
          <a:prstGeom prst="rect">
            <a:avLst/>
          </a:prstGeom>
          <a:noFill/>
          <a:ln>
            <a:noFill/>
          </a:ln>
        </p:spPr>
      </p:pic>
      <p:sp>
        <p:nvSpPr>
          <p:cNvPr id="202" name="Google Shape;202;p21"/>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203" name="Google Shape;203;p21"/>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Spanish</a:t>
            </a:r>
            <a:endParaRPr sz="1700" b="1">
              <a:latin typeface="Lexend"/>
              <a:ea typeface="Lexend"/>
              <a:cs typeface="Lexend"/>
              <a:sym typeface="Lexend"/>
            </a:endParaRPr>
          </a:p>
        </p:txBody>
      </p:sp>
      <p:pic>
        <p:nvPicPr>
          <p:cNvPr id="204" name="Google Shape;204;p21"/>
          <p:cNvPicPr preferRelativeResize="0"/>
          <p:nvPr/>
        </p:nvPicPr>
        <p:blipFill>
          <a:blip r:embed="rId2">
            <a:alphaModFix/>
          </a:blip>
          <a:stretch>
            <a:fillRect/>
          </a:stretch>
        </p:blipFill>
        <p:spPr>
          <a:xfrm>
            <a:off x="7690424" y="4098434"/>
            <a:ext cx="1052750" cy="482825"/>
          </a:xfrm>
          <a:prstGeom prst="rect">
            <a:avLst/>
          </a:prstGeom>
          <a:noFill/>
          <a:ln>
            <a:noFill/>
          </a:ln>
        </p:spPr>
      </p:pic>
      <p:grpSp>
        <p:nvGrpSpPr>
          <p:cNvPr id="205" name="Google Shape;205;p21"/>
          <p:cNvGrpSpPr/>
          <p:nvPr/>
        </p:nvGrpSpPr>
        <p:grpSpPr>
          <a:xfrm>
            <a:off x="6156975" y="0"/>
            <a:ext cx="2987025" cy="3854074"/>
            <a:chOff x="6156975" y="0"/>
            <a:chExt cx="2987025" cy="3854074"/>
          </a:xfrm>
        </p:grpSpPr>
        <p:pic>
          <p:nvPicPr>
            <p:cNvPr id="206" name="Google Shape;206;p21"/>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207" name="Google Shape;207;p21"/>
            <p:cNvSpPr/>
            <p:nvPr/>
          </p:nvSpPr>
          <p:spPr>
            <a:xfrm>
              <a:off x="6858000" y="868200"/>
              <a:ext cx="2210100" cy="2196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pic>
        <p:nvPicPr>
          <p:cNvPr id="208" name="Google Shape;208;p21"/>
          <p:cNvPicPr preferRelativeResize="0"/>
          <p:nvPr/>
        </p:nvPicPr>
        <p:blipFill>
          <a:blip r:embed="rId4">
            <a:alphaModFix/>
          </a:blip>
          <a:stretch>
            <a:fillRect/>
          </a:stretch>
        </p:blipFill>
        <p:spPr>
          <a:xfrm rot="-360339">
            <a:off x="6714634" y="840073"/>
            <a:ext cx="2165107" cy="2173929"/>
          </a:xfrm>
          <a:prstGeom prst="rect">
            <a:avLst/>
          </a:prstGeom>
          <a:noFill/>
          <a:ln>
            <a:noFill/>
          </a:ln>
        </p:spPr>
      </p:pic>
      <p:sp>
        <p:nvSpPr>
          <p:cNvPr id="209" name="Google Shape;209;p21"/>
          <p:cNvSpPr txBox="1"/>
          <p:nvPr/>
        </p:nvSpPr>
        <p:spPr>
          <a:xfrm>
            <a:off x="323850" y="4327975"/>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b="1">
                <a:latin typeface="Lexend"/>
                <a:ea typeface="Lexend"/>
                <a:cs typeface="Lexend"/>
                <a:sym typeface="Lexend"/>
              </a:rPr>
              <a:t>Unit</a:t>
            </a:r>
            <a:endParaRPr sz="1800" b="1">
              <a:latin typeface="Lexend"/>
              <a:ea typeface="Lexend"/>
              <a:cs typeface="Lexend"/>
              <a:sym typeface="Lexend"/>
            </a:endParaRPr>
          </a:p>
        </p:txBody>
      </p:sp>
      <p:sp>
        <p:nvSpPr>
          <p:cNvPr id="210" name="Google Shape;210;p21"/>
          <p:cNvSpPr txBox="1"/>
          <p:nvPr>
            <p:ph type="subTitle" idx="1"/>
          </p:nvPr>
        </p:nvSpPr>
        <p:spPr>
          <a:xfrm>
            <a:off x="966425" y="4327975"/>
            <a:ext cx="59424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spTree>
  </p:cSld>
  <p:clrMapOvr>
    <a:masterClrMapping/>
  </p:clrMapOvr>
  <p:transition/>
  <p:timing/>
</p:sldLayout>
</file>

<file path=ppt/slideLayouts/slideLayout2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1 Outcome">
  <p:cSld name="CUSTOM_5">
    <p:bg>
      <p:bgPr>
        <a:solidFill>
          <a:srgbClr val="BEF2BD"/>
        </a:solidFill>
      </p:bgPr>
    </p:bg>
    <p:spTree>
      <p:nvGrpSpPr>
        <p:cNvPr id="211" name="Shape 211"/>
        <p:cNvGrpSpPr/>
        <p:nvPr/>
      </p:nvGrpSpPr>
      <p:grpSpPr>
        <a:xfrm>
          <a:off x="0" y="0"/>
          <a:ext cx="0" cy="0"/>
        </a:xfrm>
      </p:grpSpPr>
      <p:pic>
        <p:nvPicPr>
          <p:cNvPr id="212" name="Google Shape;212;p22"/>
          <p:cNvPicPr preferRelativeResize="0"/>
          <p:nvPr/>
        </p:nvPicPr>
        <p:blipFill>
          <a:blip r:embed="rId1">
            <a:alphaModFix/>
          </a:blip>
          <a:stretch>
            <a:fillRect/>
          </a:stretch>
        </p:blipFill>
        <p:spPr>
          <a:xfrm>
            <a:off x="343225" y="1388370"/>
            <a:ext cx="7945600" cy="2919776"/>
          </a:xfrm>
          <a:prstGeom prst="rect">
            <a:avLst/>
          </a:prstGeom>
          <a:noFill/>
          <a:ln>
            <a:noFill/>
          </a:ln>
        </p:spPr>
      </p:pic>
      <p:sp>
        <p:nvSpPr>
          <p:cNvPr id="213" name="Google Shape;213;p22"/>
          <p:cNvSpPr txBox="1"/>
          <p:nvPr/>
        </p:nvSpPr>
        <p:spPr>
          <a:xfrm>
            <a:off x="325207" y="454765"/>
            <a:ext cx="4575600" cy="4311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800" b="1">
                <a:latin typeface="Lexend"/>
                <a:ea typeface="Lexend"/>
                <a:cs typeface="Lexend"/>
                <a:sym typeface="Lexend"/>
              </a:rPr>
              <a:t>Outcome</a:t>
            </a:r>
            <a:endParaRPr sz="2800" b="1">
              <a:latin typeface="Lexend"/>
              <a:ea typeface="Lexend"/>
              <a:cs typeface="Lexend"/>
              <a:sym typeface="Lexend"/>
            </a:endParaRPr>
          </a:p>
        </p:txBody>
      </p:sp>
      <p:sp>
        <p:nvSpPr>
          <p:cNvPr id="214" name="Google Shape;214;p22"/>
          <p:cNvSpPr txBox="1"/>
          <p:nvPr>
            <p:ph type="subTitle" idx="1"/>
          </p:nvPr>
        </p:nvSpPr>
        <p:spPr>
          <a:xfrm>
            <a:off x="585575" y="1463950"/>
            <a:ext cx="7351200" cy="2762700"/>
          </a:xfrm>
          <a:prstGeom prst="rect">
            <a:avLst/>
          </a:prstGeom>
        </p:spPr>
        <p:txBody>
          <a:bodyPr spcFirstLastPara="1" wrap="square" lIns="0" tIns="0" rIns="0" bIns="0" anchor="ctr" anchorCtr="0">
            <a:noAutofit/>
          </a:bodyPr>
          <a:lstStyle>
            <a:lvl1pPr lvl="0">
              <a:lnSpc>
                <a:spcPct val="115000"/>
              </a:lnSpc>
              <a:spcBef>
                <a:spcPct val="0"/>
              </a:spcBef>
              <a:spcAft>
                <a:spcPct val="0"/>
              </a:spcAft>
              <a:buSzPts val="2000"/>
              <a:buNone/>
              <a:defRPr sz="2000"/>
            </a:lvl1pPr>
            <a:lvl2pPr lvl="1">
              <a:spcBef>
                <a:spcPts val="1000"/>
              </a:spcBef>
              <a:spcAft>
                <a:spcPct val="0"/>
              </a:spcAft>
              <a:buSzPts val="2100"/>
              <a:buNone/>
              <a:defRPr/>
            </a:lvl2pPr>
            <a:lvl3pPr lvl="2">
              <a:spcBef>
                <a:spcPts val="1000"/>
              </a:spcBef>
              <a:spcAft>
                <a:spcPct val="0"/>
              </a:spcAft>
              <a:buSzPts val="2000"/>
              <a:buNone/>
              <a:defRPr/>
            </a:lvl3pPr>
            <a:lvl4pPr lvl="3">
              <a:spcBef>
                <a:spcPts val="800"/>
              </a:spcBef>
              <a:spcAft>
                <a:spcPct val="0"/>
              </a:spcAft>
              <a:buSzPts val="1900"/>
              <a:buNone/>
              <a:defRPr/>
            </a:lvl4pPr>
            <a:lvl5pPr lvl="4">
              <a:spcBef>
                <a:spcPts val="800"/>
              </a:spcBef>
              <a:spcAft>
                <a:spcPct val="0"/>
              </a:spcAft>
              <a:buSzPts val="1800"/>
              <a:buNone/>
              <a:defRPr/>
            </a:lvl5pPr>
            <a:lvl6pPr lvl="5">
              <a:spcBef>
                <a:spcPts val="600"/>
              </a:spcBef>
              <a:spcAft>
                <a:spcPct val="0"/>
              </a:spcAft>
              <a:buSzPts val="1800"/>
              <a:buNone/>
              <a:defRPr/>
            </a:lvl6pPr>
            <a:lvl7pPr lvl="6">
              <a:spcBef>
                <a:spcPts val="600"/>
              </a:spcBef>
              <a:spcAft>
                <a:spcPct val="0"/>
              </a:spcAft>
              <a:buSzPts val="1800"/>
              <a:buNone/>
              <a:defRPr/>
            </a:lvl7pPr>
            <a:lvl8pPr lvl="7">
              <a:spcBef>
                <a:spcPts val="400"/>
              </a:spcBef>
              <a:spcAft>
                <a:spcPct val="0"/>
              </a:spcAft>
              <a:buSzPts val="1800"/>
              <a:buNone/>
              <a:defRPr/>
            </a:lvl8pPr>
            <a:lvl9pPr lvl="8">
              <a:spcBef>
                <a:spcPts val="400"/>
              </a:spcBef>
              <a:spcAft>
                <a:spcPts val="200"/>
              </a:spcAft>
              <a:buSzPts val="1800"/>
              <a:buNone/>
              <a:defRPr/>
            </a:lvl9pPr>
          </a:lstStyle>
          <a:p/>
        </p:txBody>
      </p:sp>
    </p:spTree>
  </p:cSld>
  <p:clrMapOvr>
    <a:masterClrMapping/>
  </p:clrMapOvr>
  <p:transition/>
  <p:timing/>
</p:sldLayout>
</file>

<file path=ppt/slideLayouts/slideLayout2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2 Hidden guidance slide">
  <p:cSld name="CUSTOM_1">
    <p:spTree>
      <p:nvGrpSpPr>
        <p:cNvPr id="215" name="Shape 215"/>
        <p:cNvGrpSpPr/>
        <p:nvPr/>
      </p:nvGrpSpPr>
      <p:grpSpPr>
        <a:xfrm>
          <a:off x="0" y="0"/>
          <a:ext cx="0" cy="0"/>
        </a:xfrm>
      </p:grpSpPr>
      <p:sp>
        <p:nvSpPr>
          <p:cNvPr id="216" name="Google Shape;216;p23"/>
          <p:cNvSpPr txBox="1"/>
          <p:nvPr/>
        </p:nvSpPr>
        <p:spPr>
          <a:xfrm>
            <a:off x="329775" y="953475"/>
            <a:ext cx="4241400" cy="6465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ct val="0"/>
              </a:spcBef>
              <a:spcAft>
                <a:spcPts val="1000"/>
              </a:spcAft>
              <a:buNone/>
            </a:pPr>
            <a:r>
              <a:rPr lang="en-GB" sz="1200">
                <a:latin typeface="Lexend"/>
                <a:ea typeface="Lexend"/>
                <a:cs typeface="Lexend"/>
                <a:sym typeface="Lexend"/>
              </a:rPr>
              <a:t>Oak’s lessons are structured around </a:t>
            </a:r>
            <a:r>
              <a:rPr lang="en-GB" sz="1200" b="1">
                <a:latin typeface="Lexend"/>
                <a:ea typeface="Lexend"/>
                <a:cs typeface="Lexend"/>
                <a:sym typeface="Lexend"/>
              </a:rPr>
              <a:t>learning cycles</a:t>
            </a:r>
            <a:r>
              <a:rPr lang="en-GB" sz="1200" i="1">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217" name="Google Shape;217;p23"/>
          <p:cNvSpPr txBox="1"/>
          <p:nvPr/>
        </p:nvSpPr>
        <p:spPr>
          <a:xfrm>
            <a:off x="329775" y="629475"/>
            <a:ext cx="4241400" cy="4311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600" b="1">
                <a:latin typeface="Lexend"/>
                <a:ea typeface="Lexend"/>
                <a:cs typeface="Lexend"/>
                <a:sym typeface="Lexend"/>
              </a:rPr>
              <a:t>Oak’s lesson structure</a:t>
            </a:r>
            <a:endParaRPr sz="1600" b="1">
              <a:latin typeface="Lexend"/>
              <a:ea typeface="Lexend"/>
              <a:cs typeface="Lexend"/>
              <a:sym typeface="Lexend"/>
            </a:endParaRPr>
          </a:p>
        </p:txBody>
      </p:sp>
      <p:sp>
        <p:nvSpPr>
          <p:cNvPr id="218" name="Google Shape;218;p23"/>
          <p:cNvSpPr txBox="1"/>
          <p:nvPr/>
        </p:nvSpPr>
        <p:spPr>
          <a:xfrm>
            <a:off x="4901925" y="629475"/>
            <a:ext cx="4012800" cy="4311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600" b="1">
                <a:latin typeface="Lexend"/>
                <a:ea typeface="Lexend"/>
                <a:cs typeface="Lexend"/>
                <a:sym typeface="Lexend"/>
              </a:rPr>
              <a:t>Useful links</a:t>
            </a:r>
            <a:endParaRPr sz="1600" b="1">
              <a:latin typeface="Lexend"/>
              <a:ea typeface="Lexend"/>
              <a:cs typeface="Lexend"/>
              <a:sym typeface="Lexend"/>
            </a:endParaRPr>
          </a:p>
        </p:txBody>
      </p:sp>
      <p:sp>
        <p:nvSpPr>
          <p:cNvPr id="219" name="Google Shape;219;p23"/>
          <p:cNvSpPr txBox="1"/>
          <p:nvPr/>
        </p:nvSpPr>
        <p:spPr>
          <a:xfrm>
            <a:off x="329775" y="3205950"/>
            <a:ext cx="4207200" cy="369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ct val="0"/>
              </a:spcBef>
              <a:spcAft>
                <a:spcPts val="1000"/>
              </a:spcAft>
              <a:buNone/>
            </a:pPr>
            <a:r>
              <a:rPr lang="en-GB" sz="1200">
                <a:latin typeface="Lexend"/>
                <a:ea typeface="Lexend"/>
                <a:cs typeface="Lexend"/>
                <a:sym typeface="Lexend"/>
              </a:rPr>
              <a:t>Each</a:t>
            </a:r>
            <a:r>
              <a:rPr lang="en-GB" sz="1200" b="1">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220" name="Google Shape;220;p23"/>
          <p:cNvGrpSpPr/>
          <p:nvPr/>
        </p:nvGrpSpPr>
        <p:grpSpPr>
          <a:xfrm>
            <a:off x="2650916" y="1644417"/>
            <a:ext cx="1745270" cy="1430724"/>
            <a:chOff x="2642961" y="1644312"/>
            <a:chExt cx="1454634" cy="1195657"/>
          </a:xfrm>
        </p:grpSpPr>
        <p:pic>
          <p:nvPicPr>
            <p:cNvPr id="221" name="Google Shape;221;p23"/>
            <p:cNvPicPr preferRelativeResize="0"/>
            <p:nvPr/>
          </p:nvPicPr>
          <p:blipFill>
            <a:blip r:embed="rId1">
              <a:alphaModFix/>
            </a:blip>
            <a:stretch>
              <a:fillRect/>
            </a:stretch>
          </p:blipFill>
          <p:spPr>
            <a:xfrm>
              <a:off x="2642975" y="1644312"/>
              <a:ext cx="1454621" cy="287396"/>
            </a:xfrm>
            <a:prstGeom prst="rect">
              <a:avLst/>
            </a:prstGeom>
            <a:noFill/>
            <a:ln>
              <a:noFill/>
            </a:ln>
            <a:effectLst>
              <a:outerShdw blurRad="57150" dist="19050" dir="5400000" algn="bl" rotWithShape="0">
                <a:srgbClr val="000000">
                  <a:alpha val="50000"/>
                </a:srgbClr>
              </a:outerShdw>
            </a:effectLst>
          </p:spPr>
        </p:pic>
        <p:pic>
          <p:nvPicPr>
            <p:cNvPr id="222" name="Google Shape;222;p23"/>
            <p:cNvPicPr preferRelativeResize="0"/>
            <p:nvPr/>
          </p:nvPicPr>
          <p:blipFill>
            <a:blip r:embed="rId2">
              <a:alphaModFix/>
            </a:blip>
            <a:stretch>
              <a:fillRect/>
            </a:stretch>
          </p:blipFill>
          <p:spPr>
            <a:xfrm>
              <a:off x="2642975" y="1936215"/>
              <a:ext cx="1454618" cy="287940"/>
            </a:xfrm>
            <a:prstGeom prst="rect">
              <a:avLst/>
            </a:prstGeom>
            <a:noFill/>
            <a:ln>
              <a:noFill/>
            </a:ln>
            <a:effectLst>
              <a:outerShdw blurRad="57150" dist="19050" dir="5400000" algn="bl" rotWithShape="0">
                <a:srgbClr val="000000">
                  <a:alpha val="50000"/>
                </a:srgbClr>
              </a:outerShdw>
            </a:effectLst>
          </p:spPr>
        </p:pic>
        <p:pic>
          <p:nvPicPr>
            <p:cNvPr id="223" name="Google Shape;223;p23"/>
            <p:cNvPicPr preferRelativeResize="0"/>
            <p:nvPr/>
          </p:nvPicPr>
          <p:blipFill>
            <a:blip r:embed="rId3">
              <a:alphaModFix/>
            </a:blip>
            <a:stretch>
              <a:fillRect/>
            </a:stretch>
          </p:blipFill>
          <p:spPr>
            <a:xfrm>
              <a:off x="2642965" y="2251391"/>
              <a:ext cx="1454621" cy="284581"/>
            </a:xfrm>
            <a:prstGeom prst="rect">
              <a:avLst/>
            </a:prstGeom>
            <a:noFill/>
            <a:ln>
              <a:noFill/>
            </a:ln>
            <a:effectLst>
              <a:outerShdw blurRad="57150" dist="19050" dir="5400000" algn="bl" rotWithShape="0">
                <a:srgbClr val="000000">
                  <a:alpha val="50000"/>
                </a:srgbClr>
              </a:outerShdw>
            </a:effectLst>
          </p:spPr>
        </p:pic>
        <p:pic>
          <p:nvPicPr>
            <p:cNvPr id="224" name="Google Shape;224;p23"/>
            <p:cNvPicPr preferRelativeResize="0"/>
            <p:nvPr/>
          </p:nvPicPr>
          <p:blipFill>
            <a:blip r:embed="rId4">
              <a:alphaModFix/>
            </a:blip>
            <a:stretch>
              <a:fillRect/>
            </a:stretch>
          </p:blipFill>
          <p:spPr>
            <a:xfrm>
              <a:off x="2642961" y="2563206"/>
              <a:ext cx="1454620" cy="276764"/>
            </a:xfrm>
            <a:prstGeom prst="rect">
              <a:avLst/>
            </a:prstGeom>
            <a:noFill/>
            <a:ln>
              <a:noFill/>
            </a:ln>
            <a:effectLst>
              <a:outerShdw blurRad="57150" dist="19050" dir="5400000" algn="bl" rotWithShape="0">
                <a:srgbClr val="000000">
                  <a:alpha val="50000"/>
                </a:srgbClr>
              </a:outerShdw>
            </a:effectLst>
          </p:spPr>
        </p:pic>
      </p:grpSp>
      <p:pic>
        <p:nvPicPr>
          <p:cNvPr id="225" name="Google Shape;225;p23"/>
          <p:cNvPicPr preferRelativeResize="0"/>
          <p:nvPr/>
        </p:nvPicPr>
        <p:blipFill>
          <a:blip r:embed="rId5">
            <a:alphaModFix/>
          </a:blip>
          <a:srcRect l="3911" b="5222"/>
          <a:stretch>
            <a:fillRect/>
          </a:stretch>
        </p:blipFill>
        <p:spPr>
          <a:xfrm>
            <a:off x="1328513" y="3569750"/>
            <a:ext cx="2057336" cy="1195675"/>
          </a:xfrm>
          <a:prstGeom prst="rect">
            <a:avLst/>
          </a:prstGeom>
          <a:noFill/>
          <a:ln>
            <a:noFill/>
          </a:ln>
        </p:spPr>
      </p:pic>
      <p:pic>
        <p:nvPicPr>
          <p:cNvPr id="226" name="Google Shape;226;p23"/>
          <p:cNvPicPr preferRelativeResize="0"/>
          <p:nvPr/>
        </p:nvPicPr>
        <p:blipFill>
          <a:blip r:embed="rId6">
            <a:alphaModFix/>
          </a:blip>
          <a:stretch>
            <a:fillRect/>
          </a:stretch>
        </p:blipFill>
        <p:spPr>
          <a:xfrm>
            <a:off x="398750" y="1778088"/>
            <a:ext cx="2057324" cy="1163398"/>
          </a:xfrm>
          <a:prstGeom prst="rect">
            <a:avLst/>
          </a:prstGeom>
          <a:noFill/>
          <a:ln>
            <a:noFill/>
          </a:ln>
          <a:effectLst>
            <a:outerShdw blurRad="57150" dist="19050" dir="5400000" algn="bl" rotWithShape="0">
              <a:srgbClr val="000000">
                <a:alpha val="50000"/>
              </a:srgbClr>
            </a:outerShdw>
          </a:effectLst>
        </p:spPr>
      </p:pic>
      <p:sp>
        <p:nvSpPr>
          <p:cNvPr id="227" name="Google Shape;227;p23"/>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a:solidFill>
                  <a:srgbClr val="282828"/>
                </a:solidFill>
                <a:latin typeface="Lexend"/>
                <a:ea typeface="Lexend"/>
                <a:cs typeface="Lexend"/>
                <a:sym typeface="Lexend"/>
              </a:rPr>
              <a:t>Teacher Guidance</a:t>
            </a:r>
            <a:endParaRPr sz="2000" b="0" i="0" u="none" strike="noStrike" cap="none">
              <a:solidFill>
                <a:srgbClr val="282828"/>
              </a:solidFill>
              <a:latin typeface="Calibri"/>
              <a:ea typeface="Calibri"/>
              <a:cs typeface="Calibri"/>
              <a:sym typeface="Calibri"/>
            </a:endParaRPr>
          </a:p>
        </p:txBody>
      </p:sp>
    </p:spTree>
  </p:cSld>
  <p:clrMapOvr>
    <a:masterClrMapping/>
  </p:clrMapOvr>
  <p:transition/>
  <p:timing/>
</p:sldLayout>
</file>

<file path=ppt/slideLayouts/slideLayout2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0 Keywords (3)">
  <p:cSld name="CUSTOM_3_1">
    <p:spTree>
      <p:nvGrpSpPr>
        <p:cNvPr id="228" name="Shape 228"/>
        <p:cNvGrpSpPr/>
        <p:nvPr/>
      </p:nvGrpSpPr>
      <p:grpSpPr>
        <a:xfrm>
          <a:off x="0" y="0"/>
          <a:ext cx="0" cy="0"/>
        </a:xfrm>
      </p:grpSpPr>
      <p:sp>
        <p:nvSpPr>
          <p:cNvPr id="229" name="Google Shape;229;p24"/>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30" name="Google Shape;230;p24"/>
          <p:cNvPicPr preferRelativeResize="0"/>
          <p:nvPr/>
        </p:nvPicPr>
        <p:blipFill>
          <a:blip r:embed="rId1">
            <a:alphaModFix/>
          </a:blip>
          <a:srcRect t="1700" b="1710"/>
          <a:stretch>
            <a:fillRect/>
          </a:stretch>
        </p:blipFill>
        <p:spPr>
          <a:xfrm>
            <a:off x="0" y="532525"/>
            <a:ext cx="9151202" cy="116709"/>
          </a:xfrm>
          <a:prstGeom prst="rect">
            <a:avLst/>
          </a:prstGeom>
          <a:noFill/>
          <a:ln>
            <a:noFill/>
          </a:ln>
        </p:spPr>
      </p:pic>
      <p:sp>
        <p:nvSpPr>
          <p:cNvPr id="231" name="Google Shape;231;p24"/>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
        <p:nvSpPr>
          <p:cNvPr id="232" name="Google Shape;232;p24"/>
          <p:cNvSpPr txBox="1"/>
          <p:nvPr>
            <p:ph type="subTitle" idx="1"/>
          </p:nvPr>
        </p:nvSpPr>
        <p:spPr>
          <a:xfrm>
            <a:off x="324000" y="8100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3" name="Google Shape;233;p24"/>
          <p:cNvSpPr txBox="1"/>
          <p:nvPr>
            <p:ph type="subTitle" idx="2"/>
          </p:nvPr>
        </p:nvSpPr>
        <p:spPr>
          <a:xfrm>
            <a:off x="2699325" y="8100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4" name="Google Shape;234;p24"/>
          <p:cNvSpPr txBox="1"/>
          <p:nvPr>
            <p:ph type="subTitle" idx="3"/>
          </p:nvPr>
        </p:nvSpPr>
        <p:spPr>
          <a:xfrm>
            <a:off x="324000" y="21054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5" name="Google Shape;235;p24"/>
          <p:cNvSpPr txBox="1"/>
          <p:nvPr>
            <p:ph type="subTitle" idx="4"/>
          </p:nvPr>
        </p:nvSpPr>
        <p:spPr>
          <a:xfrm>
            <a:off x="2699325" y="21054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6" name="Google Shape;236;p24"/>
          <p:cNvSpPr txBox="1"/>
          <p:nvPr>
            <p:ph type="subTitle" idx="5"/>
          </p:nvPr>
        </p:nvSpPr>
        <p:spPr>
          <a:xfrm>
            <a:off x="324000" y="34008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7" name="Google Shape;237;p24"/>
          <p:cNvSpPr txBox="1"/>
          <p:nvPr>
            <p:ph type="subTitle" idx="6"/>
          </p:nvPr>
        </p:nvSpPr>
        <p:spPr>
          <a:xfrm>
            <a:off x="2699325" y="34008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transition/>
  <p:timing/>
</p:sldLayout>
</file>

<file path=ppt/slideLayouts/slideLayout2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0 Keywords (4)">
  <p:cSld name="CUSTOM_3_1_1">
    <p:spTree>
      <p:nvGrpSpPr>
        <p:cNvPr id="238" name="Shape 238"/>
        <p:cNvGrpSpPr/>
        <p:nvPr/>
      </p:nvGrpSpPr>
      <p:grpSpPr>
        <a:xfrm>
          <a:off x="0" y="0"/>
          <a:ext cx="0" cy="0"/>
        </a:xfrm>
      </p:grpSpPr>
      <p:sp>
        <p:nvSpPr>
          <p:cNvPr id="239" name="Google Shape;239;p25"/>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40" name="Google Shape;240;p25"/>
          <p:cNvPicPr preferRelativeResize="0"/>
          <p:nvPr/>
        </p:nvPicPr>
        <p:blipFill>
          <a:blip r:embed="rId1">
            <a:alphaModFix/>
          </a:blip>
          <a:srcRect t="1700" b="1710"/>
          <a:stretch>
            <a:fillRect/>
          </a:stretch>
        </p:blipFill>
        <p:spPr>
          <a:xfrm>
            <a:off x="0" y="532525"/>
            <a:ext cx="9151202" cy="116709"/>
          </a:xfrm>
          <a:prstGeom prst="rect">
            <a:avLst/>
          </a:prstGeom>
          <a:noFill/>
          <a:ln>
            <a:noFill/>
          </a:ln>
        </p:spPr>
      </p:pic>
      <p:sp>
        <p:nvSpPr>
          <p:cNvPr id="241" name="Google Shape;241;p25"/>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
        <p:nvSpPr>
          <p:cNvPr id="242" name="Google Shape;242;p25"/>
          <p:cNvSpPr txBox="1"/>
          <p:nvPr>
            <p:ph type="subTitle" idx="1"/>
          </p:nvPr>
        </p:nvSpPr>
        <p:spPr>
          <a:xfrm>
            <a:off x="324000" y="8100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3" name="Google Shape;243;p25"/>
          <p:cNvSpPr txBox="1"/>
          <p:nvPr>
            <p:ph type="subTitle" idx="2"/>
          </p:nvPr>
        </p:nvSpPr>
        <p:spPr>
          <a:xfrm>
            <a:off x="2699325" y="8100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4" name="Google Shape;244;p25"/>
          <p:cNvSpPr txBox="1"/>
          <p:nvPr>
            <p:ph type="subTitle" idx="3"/>
          </p:nvPr>
        </p:nvSpPr>
        <p:spPr>
          <a:xfrm>
            <a:off x="324000" y="18006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5" name="Google Shape;245;p25"/>
          <p:cNvSpPr txBox="1"/>
          <p:nvPr>
            <p:ph type="subTitle" idx="4"/>
          </p:nvPr>
        </p:nvSpPr>
        <p:spPr>
          <a:xfrm>
            <a:off x="2699325" y="18006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6" name="Google Shape;246;p25"/>
          <p:cNvSpPr txBox="1"/>
          <p:nvPr>
            <p:ph type="subTitle" idx="5"/>
          </p:nvPr>
        </p:nvSpPr>
        <p:spPr>
          <a:xfrm>
            <a:off x="324000" y="27912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7" name="Google Shape;247;p25"/>
          <p:cNvSpPr txBox="1"/>
          <p:nvPr>
            <p:ph type="subTitle" idx="6"/>
          </p:nvPr>
        </p:nvSpPr>
        <p:spPr>
          <a:xfrm>
            <a:off x="2699325" y="27912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8" name="Google Shape;248;p25"/>
          <p:cNvSpPr txBox="1"/>
          <p:nvPr>
            <p:ph type="subTitle" idx="7"/>
          </p:nvPr>
        </p:nvSpPr>
        <p:spPr>
          <a:xfrm>
            <a:off x="324000" y="37818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9" name="Google Shape;249;p25"/>
          <p:cNvSpPr txBox="1"/>
          <p:nvPr>
            <p:ph type="subTitle" idx="8"/>
          </p:nvPr>
        </p:nvSpPr>
        <p:spPr>
          <a:xfrm>
            <a:off x="2699325" y="37818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transition/>
  <p:timing/>
</p:sldLayout>
</file>

<file path=ppt/slideLayouts/slideLayout2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0 Keywords (5)">
  <p:cSld name="CUSTOM_3_1_1_1">
    <p:spTree>
      <p:nvGrpSpPr>
        <p:cNvPr id="250" name="Shape 250"/>
        <p:cNvGrpSpPr/>
        <p:nvPr/>
      </p:nvGrpSpPr>
      <p:grpSpPr>
        <a:xfrm>
          <a:off x="0" y="0"/>
          <a:ext cx="0" cy="0"/>
        </a:xfrm>
      </p:grpSpPr>
      <p:sp>
        <p:nvSpPr>
          <p:cNvPr id="251" name="Google Shape;251;p26"/>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52" name="Google Shape;252;p26"/>
          <p:cNvPicPr preferRelativeResize="0"/>
          <p:nvPr/>
        </p:nvPicPr>
        <p:blipFill>
          <a:blip r:embed="rId1">
            <a:alphaModFix/>
          </a:blip>
          <a:srcRect t="1700" b="1710"/>
          <a:stretch>
            <a:fillRect/>
          </a:stretch>
        </p:blipFill>
        <p:spPr>
          <a:xfrm>
            <a:off x="0" y="532525"/>
            <a:ext cx="9151202" cy="116709"/>
          </a:xfrm>
          <a:prstGeom prst="rect">
            <a:avLst/>
          </a:prstGeom>
          <a:noFill/>
          <a:ln>
            <a:noFill/>
          </a:ln>
        </p:spPr>
      </p:pic>
      <p:sp>
        <p:nvSpPr>
          <p:cNvPr id="253" name="Google Shape;253;p26"/>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
        <p:nvSpPr>
          <p:cNvPr id="254" name="Google Shape;254;p26"/>
          <p:cNvSpPr txBox="1"/>
          <p:nvPr>
            <p:ph type="subTitle" idx="1"/>
          </p:nvPr>
        </p:nvSpPr>
        <p:spPr>
          <a:xfrm>
            <a:off x="324000" y="8100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5" name="Google Shape;255;p26"/>
          <p:cNvSpPr txBox="1"/>
          <p:nvPr>
            <p:ph type="subTitle" idx="2"/>
          </p:nvPr>
        </p:nvSpPr>
        <p:spPr>
          <a:xfrm>
            <a:off x="2699325" y="8100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6" name="Google Shape;256;p26"/>
          <p:cNvSpPr txBox="1"/>
          <p:nvPr>
            <p:ph type="subTitle" idx="3"/>
          </p:nvPr>
        </p:nvSpPr>
        <p:spPr>
          <a:xfrm>
            <a:off x="324000" y="24864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7" name="Google Shape;257;p26"/>
          <p:cNvSpPr txBox="1"/>
          <p:nvPr>
            <p:ph type="subTitle" idx="4"/>
          </p:nvPr>
        </p:nvSpPr>
        <p:spPr>
          <a:xfrm>
            <a:off x="2699325" y="24864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8" name="Google Shape;258;p26"/>
          <p:cNvSpPr txBox="1"/>
          <p:nvPr>
            <p:ph type="subTitle" idx="5"/>
          </p:nvPr>
        </p:nvSpPr>
        <p:spPr>
          <a:xfrm>
            <a:off x="324000" y="41628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9" name="Google Shape;259;p26"/>
          <p:cNvSpPr txBox="1"/>
          <p:nvPr>
            <p:ph type="subTitle" idx="6"/>
          </p:nvPr>
        </p:nvSpPr>
        <p:spPr>
          <a:xfrm>
            <a:off x="2699325" y="41628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0" name="Google Shape;260;p26"/>
          <p:cNvSpPr txBox="1"/>
          <p:nvPr>
            <p:ph type="subTitle" idx="7"/>
          </p:nvPr>
        </p:nvSpPr>
        <p:spPr>
          <a:xfrm>
            <a:off x="324000" y="16482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1" name="Google Shape;261;p26"/>
          <p:cNvSpPr txBox="1"/>
          <p:nvPr>
            <p:ph type="subTitle" idx="8"/>
          </p:nvPr>
        </p:nvSpPr>
        <p:spPr>
          <a:xfrm>
            <a:off x="2699325" y="16482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2" name="Google Shape;262;p26"/>
          <p:cNvSpPr txBox="1"/>
          <p:nvPr>
            <p:ph type="subTitle" idx="9"/>
          </p:nvPr>
        </p:nvSpPr>
        <p:spPr>
          <a:xfrm>
            <a:off x="324000" y="33246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3" name="Google Shape;263;p26"/>
          <p:cNvSpPr txBox="1"/>
          <p:nvPr>
            <p:ph type="subTitle" idx="13"/>
          </p:nvPr>
        </p:nvSpPr>
        <p:spPr>
          <a:xfrm>
            <a:off x="2699325" y="33246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transition/>
  <p:timing/>
</p:sldLayout>
</file>

<file path=ppt/slideLayouts/slideLayout2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0 Keywords (p2, 2)">
  <p:cSld name="CUSTOM_3_1_1_1_1">
    <p:spTree>
      <p:nvGrpSpPr>
        <p:cNvPr id="264" name="Shape 264"/>
        <p:cNvGrpSpPr/>
        <p:nvPr/>
      </p:nvGrpSpPr>
      <p:grpSpPr>
        <a:xfrm>
          <a:off x="0" y="0"/>
          <a:ext cx="0" cy="0"/>
        </a:xfrm>
      </p:grpSpPr>
      <p:sp>
        <p:nvSpPr>
          <p:cNvPr id="265" name="Google Shape;265;p27"/>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66" name="Google Shape;266;p27"/>
          <p:cNvPicPr preferRelativeResize="0"/>
          <p:nvPr/>
        </p:nvPicPr>
        <p:blipFill>
          <a:blip r:embed="rId1">
            <a:alphaModFix/>
          </a:blip>
          <a:srcRect t="1700" b="1710"/>
          <a:stretch>
            <a:fillRect/>
          </a:stretch>
        </p:blipFill>
        <p:spPr>
          <a:xfrm>
            <a:off x="0" y="532525"/>
            <a:ext cx="9151202" cy="116709"/>
          </a:xfrm>
          <a:prstGeom prst="rect">
            <a:avLst/>
          </a:prstGeom>
          <a:noFill/>
          <a:ln>
            <a:noFill/>
          </a:ln>
        </p:spPr>
      </p:pic>
      <p:sp>
        <p:nvSpPr>
          <p:cNvPr id="267" name="Google Shape;267;p27"/>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
        <p:nvSpPr>
          <p:cNvPr id="268" name="Google Shape;268;p27"/>
          <p:cNvSpPr txBox="1"/>
          <p:nvPr>
            <p:ph type="subTitle" idx="1"/>
          </p:nvPr>
        </p:nvSpPr>
        <p:spPr>
          <a:xfrm>
            <a:off x="324000" y="8100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9" name="Google Shape;269;p27"/>
          <p:cNvSpPr txBox="1"/>
          <p:nvPr>
            <p:ph type="subTitle" idx="2"/>
          </p:nvPr>
        </p:nvSpPr>
        <p:spPr>
          <a:xfrm>
            <a:off x="2699325" y="8100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70" name="Google Shape;270;p27"/>
          <p:cNvSpPr txBox="1"/>
          <p:nvPr>
            <p:ph type="subTitle" idx="3"/>
          </p:nvPr>
        </p:nvSpPr>
        <p:spPr>
          <a:xfrm>
            <a:off x="324000" y="25626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71" name="Google Shape;271;p27"/>
          <p:cNvSpPr txBox="1"/>
          <p:nvPr>
            <p:ph type="subTitle" idx="4"/>
          </p:nvPr>
        </p:nvSpPr>
        <p:spPr>
          <a:xfrm>
            <a:off x="2699325" y="25626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transition/>
  <p:timing/>
</p:sldLayout>
</file>

<file path=ppt/slideLayouts/slideLayout2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3 Lesson outline (2)">
  <p:cSld name="CUSTOM_3">
    <p:spTree>
      <p:nvGrpSpPr>
        <p:cNvPr id="272" name="Shape 272"/>
        <p:cNvGrpSpPr/>
        <p:nvPr/>
      </p:nvGrpSpPr>
      <p:grpSpPr>
        <a:xfrm>
          <a:off x="0" y="0"/>
          <a:ext cx="0" cy="0"/>
        </a:xfrm>
      </p:grpSpPr>
      <p:sp>
        <p:nvSpPr>
          <p:cNvPr id="273" name="Google Shape;273;p28"/>
          <p:cNvSpPr/>
          <p:nvPr/>
        </p:nvSpPr>
        <p:spPr>
          <a:xfrm>
            <a:off x="0" y="0"/>
            <a:ext cx="9144300" cy="48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74" name="Google Shape;274;p28"/>
          <p:cNvPicPr preferRelativeResize="0"/>
          <p:nvPr/>
        </p:nvPicPr>
        <p:blipFill>
          <a:blip r:embed="rId1">
            <a:alphaModFix/>
          </a:blip>
          <a:srcRect t="3678" b="3669"/>
          <a:stretch>
            <a:fillRect/>
          </a:stretch>
        </p:blipFill>
        <p:spPr>
          <a:xfrm>
            <a:off x="863550" y="2926472"/>
            <a:ext cx="7439126" cy="572078"/>
          </a:xfrm>
          <a:prstGeom prst="rect">
            <a:avLst/>
          </a:prstGeom>
          <a:noFill/>
          <a:ln>
            <a:noFill/>
          </a:ln>
        </p:spPr>
      </p:pic>
      <p:pic>
        <p:nvPicPr>
          <p:cNvPr id="275" name="Google Shape;275;p28"/>
          <p:cNvPicPr preferRelativeResize="0"/>
          <p:nvPr/>
        </p:nvPicPr>
        <p:blipFill>
          <a:blip r:embed="rId2">
            <a:alphaModFix/>
          </a:blip>
          <a:srcRect t="3678" b="3669"/>
          <a:stretch>
            <a:fillRect/>
          </a:stretch>
        </p:blipFill>
        <p:spPr>
          <a:xfrm>
            <a:off x="863550" y="1989425"/>
            <a:ext cx="7439126" cy="572078"/>
          </a:xfrm>
          <a:prstGeom prst="rect">
            <a:avLst/>
          </a:prstGeom>
          <a:noFill/>
          <a:ln>
            <a:noFill/>
          </a:ln>
        </p:spPr>
      </p:pic>
      <p:pic>
        <p:nvPicPr>
          <p:cNvPr id="276" name="Google Shape;276;p28"/>
          <p:cNvPicPr preferRelativeResize="0"/>
          <p:nvPr/>
        </p:nvPicPr>
        <p:blipFill>
          <a:blip r:embed="rId3">
            <a:alphaModFix/>
          </a:blip>
          <a:srcRect l="74624"/>
          <a:stretch>
            <a:fillRect/>
          </a:stretch>
        </p:blipFill>
        <p:spPr>
          <a:xfrm>
            <a:off x="863550" y="1954586"/>
            <a:ext cx="145900" cy="645874"/>
          </a:xfrm>
          <a:prstGeom prst="rect">
            <a:avLst/>
          </a:prstGeom>
          <a:noFill/>
          <a:ln>
            <a:noFill/>
          </a:ln>
        </p:spPr>
      </p:pic>
      <p:cxnSp>
        <p:nvCxnSpPr>
          <p:cNvPr id="277" name="Google Shape;277;p28"/>
          <p:cNvCxnSpPr>
            <a:endCxn id="278" idx="2"/>
          </p:cNvCxnSpPr>
          <p:nvPr/>
        </p:nvCxnSpPr>
        <p:spPr>
          <a:xfrm flipH="1">
            <a:off x="645063" y="2017282"/>
            <a:ext cx="2700" cy="1480500"/>
          </a:xfrm>
          <a:prstGeom prst="straightConnector1">
            <a:avLst/>
          </a:prstGeom>
          <a:noFill/>
          <a:ln w="38100" cap="flat" cmpd="sng">
            <a:solidFill>
              <a:srgbClr val="282828"/>
            </a:solidFill>
            <a:prstDash val="solid"/>
            <a:round/>
            <a:headEnd type="none" w="med" len="med"/>
            <a:tailEnd type="none" w="med" len="med"/>
          </a:ln>
        </p:spPr>
      </p:cxnSp>
      <p:pic>
        <p:nvPicPr>
          <p:cNvPr id="279" name="Google Shape;279;p28"/>
          <p:cNvPicPr preferRelativeResize="0"/>
          <p:nvPr/>
        </p:nvPicPr>
        <p:blipFill>
          <a:blip r:embed="rId4">
            <a:alphaModFix/>
          </a:blip>
          <a:stretch>
            <a:fillRect/>
          </a:stretch>
        </p:blipFill>
        <p:spPr>
          <a:xfrm>
            <a:off x="363482" y="1993619"/>
            <a:ext cx="563185" cy="572092"/>
          </a:xfrm>
          <a:prstGeom prst="rect">
            <a:avLst/>
          </a:prstGeom>
          <a:noFill/>
          <a:ln>
            <a:noFill/>
          </a:ln>
        </p:spPr>
      </p:pic>
      <p:sp>
        <p:nvSpPr>
          <p:cNvPr id="280" name="Google Shape;280;p28"/>
          <p:cNvSpPr txBox="1"/>
          <p:nvPr>
            <p:ph type="title"/>
          </p:nvPr>
        </p:nvSpPr>
        <p:spPr>
          <a:xfrm>
            <a:off x="1225225" y="2090813"/>
            <a:ext cx="6852300" cy="3693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281" name="Google Shape;281;p28"/>
          <p:cNvSpPr txBox="1"/>
          <p:nvPr>
            <p:ph type="title" idx="2"/>
          </p:nvPr>
        </p:nvSpPr>
        <p:spPr>
          <a:xfrm>
            <a:off x="1225225" y="3027088"/>
            <a:ext cx="6852300" cy="3693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278" name="Google Shape;278;p28"/>
          <p:cNvPicPr preferRelativeResize="0"/>
          <p:nvPr/>
        </p:nvPicPr>
        <p:blipFill>
          <a:blip r:embed="rId5">
            <a:alphaModFix/>
          </a:blip>
          <a:stretch>
            <a:fillRect/>
          </a:stretch>
        </p:blipFill>
        <p:spPr>
          <a:xfrm>
            <a:off x="363340" y="2925705"/>
            <a:ext cx="563446" cy="572077"/>
          </a:xfrm>
          <a:prstGeom prst="rect">
            <a:avLst/>
          </a:prstGeom>
          <a:noFill/>
          <a:ln>
            <a:noFill/>
          </a:ln>
        </p:spPr>
      </p:pic>
      <p:pic>
        <p:nvPicPr>
          <p:cNvPr id="282" name="Google Shape;282;p28"/>
          <p:cNvPicPr preferRelativeResize="0"/>
          <p:nvPr/>
        </p:nvPicPr>
        <p:blipFill>
          <a:blip r:embed="rId6">
            <a:alphaModFix/>
          </a:blip>
          <a:srcRect t="1700" b="1710"/>
          <a:stretch>
            <a:fillRect/>
          </a:stretch>
        </p:blipFill>
        <p:spPr>
          <a:xfrm>
            <a:off x="-12" y="481650"/>
            <a:ext cx="9151202" cy="116709"/>
          </a:xfrm>
          <a:prstGeom prst="rect">
            <a:avLst/>
          </a:prstGeom>
          <a:noFill/>
          <a:ln>
            <a:noFill/>
          </a:ln>
        </p:spPr>
      </p:pic>
      <p:sp>
        <p:nvSpPr>
          <p:cNvPr id="283" name="Google Shape;283;p28"/>
          <p:cNvSpPr txBox="1"/>
          <p:nvPr/>
        </p:nvSpPr>
        <p:spPr>
          <a:xfrm>
            <a:off x="324000" y="112500"/>
            <a:ext cx="23049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Lesson outline</a:t>
            </a:r>
            <a:endParaRPr sz="2000" b="1">
              <a:solidFill>
                <a:schemeClr val="dk1"/>
              </a:solidFill>
              <a:latin typeface="Lexend"/>
              <a:ea typeface="Lexend"/>
              <a:cs typeface="Lexend"/>
              <a:sym typeface="Lexend"/>
            </a:endParaRPr>
          </a:p>
        </p:txBody>
      </p:sp>
      <p:sp>
        <p:nvSpPr>
          <p:cNvPr id="284" name="Google Shape;284;p28"/>
          <p:cNvSpPr txBox="1"/>
          <p:nvPr>
            <p:ph type="title" idx="3"/>
          </p:nvPr>
        </p:nvSpPr>
        <p:spPr>
          <a:xfrm>
            <a:off x="324000" y="657600"/>
            <a:ext cx="5741400" cy="615600"/>
          </a:xfrm>
          <a:prstGeom prst="rect">
            <a:avLst/>
          </a:prstGeom>
        </p:spPr>
        <p:txBody>
          <a:bodyPr spcFirstLastPara="1" wrap="square" lIns="0" tIns="0" rIns="0" bIns="0" anchor="t" anchorCtr="0">
            <a:noAutofit/>
          </a:bodyPr>
          <a:lstStyle>
            <a:lvl1pPr lvl="0" rtl="0">
              <a:spcBef>
                <a:spcPct val="0"/>
              </a:spcBef>
              <a:spcAft>
                <a:spcPct val="0"/>
              </a:spcAft>
              <a:buSzPts val="1800"/>
              <a:buFont typeface="Lexend"/>
              <a:buNone/>
              <a:defRPr sz="1800" b="0">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Tree>
  </p:cSld>
  <p:clrMapOvr>
    <a:masterClrMapping/>
  </p:clrMapOvr>
  <p:transition/>
  <p:timing/>
</p:sldLayout>
</file>

<file path=ppt/slideLayouts/slideLayout2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3 Lesson outline (3)">
  <p:cSld name="CUSTOM_3_2">
    <p:spTree>
      <p:nvGrpSpPr>
        <p:cNvPr id="285" name="Shape 285"/>
        <p:cNvGrpSpPr/>
        <p:nvPr/>
      </p:nvGrpSpPr>
      <p:grpSpPr>
        <a:xfrm>
          <a:off x="0" y="0"/>
          <a:ext cx="0" cy="0"/>
        </a:xfrm>
      </p:grpSpPr>
      <p:pic>
        <p:nvPicPr>
          <p:cNvPr id="286" name="Google Shape;286;p29"/>
          <p:cNvPicPr preferRelativeResize="0"/>
          <p:nvPr/>
        </p:nvPicPr>
        <p:blipFill>
          <a:blip r:embed="rId1">
            <a:alphaModFix/>
          </a:blip>
          <a:srcRect t="4429" b="4438"/>
          <a:stretch>
            <a:fillRect/>
          </a:stretch>
        </p:blipFill>
        <p:spPr>
          <a:xfrm>
            <a:off x="863550" y="3642223"/>
            <a:ext cx="7439125" cy="563227"/>
          </a:xfrm>
          <a:prstGeom prst="rect">
            <a:avLst/>
          </a:prstGeom>
          <a:noFill/>
          <a:ln>
            <a:noFill/>
          </a:ln>
        </p:spPr>
      </p:pic>
      <p:pic>
        <p:nvPicPr>
          <p:cNvPr id="287" name="Google Shape;287;p29"/>
          <p:cNvPicPr preferRelativeResize="0"/>
          <p:nvPr/>
        </p:nvPicPr>
        <p:blipFill>
          <a:blip r:embed="rId2">
            <a:alphaModFix/>
          </a:blip>
          <a:srcRect l="74624"/>
          <a:stretch>
            <a:fillRect/>
          </a:stretch>
        </p:blipFill>
        <p:spPr>
          <a:xfrm>
            <a:off x="863550" y="3600900"/>
            <a:ext cx="145900" cy="645874"/>
          </a:xfrm>
          <a:prstGeom prst="rect">
            <a:avLst/>
          </a:prstGeom>
          <a:noFill/>
          <a:ln>
            <a:noFill/>
          </a:ln>
        </p:spPr>
      </p:pic>
      <p:pic>
        <p:nvPicPr>
          <p:cNvPr id="288" name="Google Shape;288;p29"/>
          <p:cNvPicPr preferRelativeResize="0"/>
          <p:nvPr/>
        </p:nvPicPr>
        <p:blipFill>
          <a:blip r:embed="rId3">
            <a:alphaModFix/>
          </a:blip>
          <a:srcRect t="3678" b="3669"/>
          <a:stretch>
            <a:fillRect/>
          </a:stretch>
        </p:blipFill>
        <p:spPr>
          <a:xfrm>
            <a:off x="863550" y="2704186"/>
            <a:ext cx="7439126" cy="572074"/>
          </a:xfrm>
          <a:prstGeom prst="rect">
            <a:avLst/>
          </a:prstGeom>
          <a:noFill/>
          <a:ln>
            <a:noFill/>
          </a:ln>
        </p:spPr>
      </p:pic>
      <p:pic>
        <p:nvPicPr>
          <p:cNvPr id="289" name="Google Shape;289;p29"/>
          <p:cNvPicPr preferRelativeResize="0"/>
          <p:nvPr/>
        </p:nvPicPr>
        <p:blipFill>
          <a:blip r:embed="rId2">
            <a:alphaModFix/>
          </a:blip>
          <a:srcRect l="74624"/>
          <a:stretch>
            <a:fillRect/>
          </a:stretch>
        </p:blipFill>
        <p:spPr>
          <a:xfrm>
            <a:off x="863550" y="2677988"/>
            <a:ext cx="145900" cy="645874"/>
          </a:xfrm>
          <a:prstGeom prst="rect">
            <a:avLst/>
          </a:prstGeom>
          <a:noFill/>
          <a:ln>
            <a:noFill/>
          </a:ln>
        </p:spPr>
      </p:pic>
      <p:pic>
        <p:nvPicPr>
          <p:cNvPr id="290" name="Google Shape;290;p29"/>
          <p:cNvPicPr preferRelativeResize="0"/>
          <p:nvPr/>
        </p:nvPicPr>
        <p:blipFill>
          <a:blip r:embed="rId4">
            <a:alphaModFix/>
          </a:blip>
          <a:srcRect t="3678" b="3669"/>
          <a:stretch>
            <a:fillRect/>
          </a:stretch>
        </p:blipFill>
        <p:spPr>
          <a:xfrm>
            <a:off x="863550" y="1678325"/>
            <a:ext cx="7439126" cy="572074"/>
          </a:xfrm>
          <a:prstGeom prst="rect">
            <a:avLst/>
          </a:prstGeom>
          <a:noFill/>
          <a:ln>
            <a:noFill/>
          </a:ln>
        </p:spPr>
      </p:pic>
      <p:pic>
        <p:nvPicPr>
          <p:cNvPr id="291" name="Google Shape;291;p29"/>
          <p:cNvPicPr preferRelativeResize="0"/>
          <p:nvPr/>
        </p:nvPicPr>
        <p:blipFill>
          <a:blip r:embed="rId2">
            <a:alphaModFix/>
          </a:blip>
          <a:srcRect l="74624"/>
          <a:stretch>
            <a:fillRect/>
          </a:stretch>
        </p:blipFill>
        <p:spPr>
          <a:xfrm>
            <a:off x="863550" y="1643475"/>
            <a:ext cx="145900" cy="645874"/>
          </a:xfrm>
          <a:prstGeom prst="rect">
            <a:avLst/>
          </a:prstGeom>
          <a:noFill/>
          <a:ln>
            <a:noFill/>
          </a:ln>
        </p:spPr>
      </p:pic>
      <p:cxnSp>
        <p:nvCxnSpPr>
          <p:cNvPr id="292" name="Google Shape;292;p29"/>
          <p:cNvCxnSpPr>
            <a:endCxn id="293" idx="2"/>
          </p:cNvCxnSpPr>
          <p:nvPr/>
        </p:nvCxnSpPr>
        <p:spPr>
          <a:xfrm flipH="1">
            <a:off x="647802" y="1841898"/>
            <a:ext cx="0" cy="2366400"/>
          </a:xfrm>
          <a:prstGeom prst="straightConnector1">
            <a:avLst/>
          </a:prstGeom>
          <a:noFill/>
          <a:ln w="38100" cap="flat" cmpd="sng">
            <a:solidFill>
              <a:srgbClr val="282828"/>
            </a:solidFill>
            <a:prstDash val="solid"/>
            <a:round/>
            <a:headEnd type="none" w="med" len="med"/>
            <a:tailEnd type="none" w="med" len="med"/>
          </a:ln>
        </p:spPr>
      </p:cxnSp>
      <p:pic>
        <p:nvPicPr>
          <p:cNvPr id="293" name="Google Shape;293;p29"/>
          <p:cNvPicPr preferRelativeResize="0"/>
          <p:nvPr/>
        </p:nvPicPr>
        <p:blipFill>
          <a:blip r:embed="rId5">
            <a:alphaModFix/>
          </a:blip>
          <a:stretch>
            <a:fillRect/>
          </a:stretch>
        </p:blipFill>
        <p:spPr>
          <a:xfrm>
            <a:off x="366079" y="3636220"/>
            <a:ext cx="563446" cy="572077"/>
          </a:xfrm>
          <a:prstGeom prst="rect">
            <a:avLst/>
          </a:prstGeom>
          <a:noFill/>
          <a:ln>
            <a:noFill/>
          </a:ln>
        </p:spPr>
      </p:pic>
      <p:pic>
        <p:nvPicPr>
          <p:cNvPr id="294" name="Google Shape;294;p29"/>
          <p:cNvPicPr preferRelativeResize="0"/>
          <p:nvPr/>
        </p:nvPicPr>
        <p:blipFill>
          <a:blip r:embed="rId6">
            <a:alphaModFix/>
          </a:blip>
          <a:stretch>
            <a:fillRect/>
          </a:stretch>
        </p:blipFill>
        <p:spPr>
          <a:xfrm>
            <a:off x="363482" y="1682508"/>
            <a:ext cx="563185" cy="572092"/>
          </a:xfrm>
          <a:prstGeom prst="rect">
            <a:avLst/>
          </a:prstGeom>
          <a:noFill/>
          <a:ln>
            <a:noFill/>
          </a:ln>
        </p:spPr>
      </p:pic>
      <p:sp>
        <p:nvSpPr>
          <p:cNvPr id="295" name="Google Shape;295;p29"/>
          <p:cNvSpPr txBox="1"/>
          <p:nvPr>
            <p:ph type="title"/>
          </p:nvPr>
        </p:nvSpPr>
        <p:spPr>
          <a:xfrm>
            <a:off x="1225200" y="1779713"/>
            <a:ext cx="6850800" cy="3693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296" name="Google Shape;296;p29"/>
          <p:cNvSpPr txBox="1"/>
          <p:nvPr>
            <p:ph type="title" idx="2"/>
          </p:nvPr>
        </p:nvSpPr>
        <p:spPr>
          <a:xfrm>
            <a:off x="1225200" y="2804800"/>
            <a:ext cx="6850800" cy="3693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297" name="Google Shape;297;p29"/>
          <p:cNvSpPr txBox="1"/>
          <p:nvPr>
            <p:ph type="title" idx="3"/>
          </p:nvPr>
        </p:nvSpPr>
        <p:spPr>
          <a:xfrm>
            <a:off x="1225200" y="3739189"/>
            <a:ext cx="6850800" cy="3693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298" name="Google Shape;298;p29"/>
          <p:cNvPicPr preferRelativeResize="0"/>
          <p:nvPr/>
        </p:nvPicPr>
        <p:blipFill>
          <a:blip r:embed="rId7">
            <a:alphaModFix/>
          </a:blip>
          <a:stretch>
            <a:fillRect/>
          </a:stretch>
        </p:blipFill>
        <p:spPr>
          <a:xfrm>
            <a:off x="363340" y="2703416"/>
            <a:ext cx="563446" cy="572077"/>
          </a:xfrm>
          <a:prstGeom prst="rect">
            <a:avLst/>
          </a:prstGeom>
          <a:noFill/>
          <a:ln>
            <a:noFill/>
          </a:ln>
        </p:spPr>
      </p:pic>
      <p:sp>
        <p:nvSpPr>
          <p:cNvPr id="299" name="Google Shape;299;p29"/>
          <p:cNvSpPr/>
          <p:nvPr/>
        </p:nvSpPr>
        <p:spPr>
          <a:xfrm>
            <a:off x="0" y="0"/>
            <a:ext cx="9144300" cy="48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300" name="Google Shape;300;p29"/>
          <p:cNvPicPr preferRelativeResize="0"/>
          <p:nvPr/>
        </p:nvPicPr>
        <p:blipFill>
          <a:blip r:embed="rId8">
            <a:alphaModFix/>
          </a:blip>
          <a:srcRect t="1700" b="1710"/>
          <a:stretch>
            <a:fillRect/>
          </a:stretch>
        </p:blipFill>
        <p:spPr>
          <a:xfrm>
            <a:off x="-12" y="481650"/>
            <a:ext cx="9151202" cy="116709"/>
          </a:xfrm>
          <a:prstGeom prst="rect">
            <a:avLst/>
          </a:prstGeom>
          <a:noFill/>
          <a:ln>
            <a:noFill/>
          </a:ln>
        </p:spPr>
      </p:pic>
      <p:sp>
        <p:nvSpPr>
          <p:cNvPr id="301" name="Google Shape;301;p29"/>
          <p:cNvSpPr txBox="1"/>
          <p:nvPr/>
        </p:nvSpPr>
        <p:spPr>
          <a:xfrm>
            <a:off x="324000" y="112500"/>
            <a:ext cx="23049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Lesson outline</a:t>
            </a:r>
            <a:endParaRPr sz="2000" b="1">
              <a:solidFill>
                <a:schemeClr val="dk1"/>
              </a:solidFill>
              <a:latin typeface="Lexend"/>
              <a:ea typeface="Lexend"/>
              <a:cs typeface="Lexend"/>
              <a:sym typeface="Lexend"/>
            </a:endParaRPr>
          </a:p>
        </p:txBody>
      </p:sp>
      <p:sp>
        <p:nvSpPr>
          <p:cNvPr id="302" name="Google Shape;302;p29"/>
          <p:cNvSpPr txBox="1"/>
          <p:nvPr>
            <p:ph type="title" idx="4"/>
          </p:nvPr>
        </p:nvSpPr>
        <p:spPr>
          <a:xfrm>
            <a:off x="324000" y="657600"/>
            <a:ext cx="5741400" cy="615600"/>
          </a:xfrm>
          <a:prstGeom prst="rect">
            <a:avLst/>
          </a:prstGeom>
        </p:spPr>
        <p:txBody>
          <a:bodyPr spcFirstLastPara="1" wrap="square" lIns="0" tIns="0" rIns="0" bIns="0" anchor="t" anchorCtr="0">
            <a:noAutofit/>
          </a:bodyPr>
          <a:lstStyle>
            <a:lvl1pPr lvl="0" rtl="0">
              <a:spcBef>
                <a:spcPct val="0"/>
              </a:spcBef>
              <a:spcAft>
                <a:spcPct val="0"/>
              </a:spcAft>
              <a:buSzPts val="1800"/>
              <a:buFont typeface="Lexend"/>
              <a:buNone/>
              <a:defRPr sz="1800" b="0">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Tree>
  </p:cSld>
  <p:clrMapOvr>
    <a:masterClrMapping/>
  </p:clrMapOvr>
  <p:transition/>
  <p:timing/>
</p:sldLayout>
</file>

<file path=ppt/slideLayouts/slideLayout2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3 Lesson outline (4)">
  <p:cSld name="CUSTOM_4">
    <p:spTree>
      <p:nvGrpSpPr>
        <p:cNvPr id="303" name="Shape 303"/>
        <p:cNvGrpSpPr/>
        <p:nvPr/>
      </p:nvGrpSpPr>
      <p:grpSpPr>
        <a:xfrm>
          <a:off x="0" y="0"/>
          <a:ext cx="0" cy="0"/>
        </a:xfrm>
      </p:grpSpPr>
      <p:pic>
        <p:nvPicPr>
          <p:cNvPr id="304" name="Google Shape;304;p30"/>
          <p:cNvPicPr preferRelativeResize="0"/>
          <p:nvPr/>
        </p:nvPicPr>
        <p:blipFill>
          <a:blip r:embed="rId1">
            <a:alphaModFix/>
          </a:blip>
          <a:srcRect t="4429" b="4438"/>
          <a:stretch>
            <a:fillRect/>
          </a:stretch>
        </p:blipFill>
        <p:spPr>
          <a:xfrm>
            <a:off x="863550" y="3146932"/>
            <a:ext cx="7439125" cy="563230"/>
          </a:xfrm>
          <a:prstGeom prst="rect">
            <a:avLst/>
          </a:prstGeom>
          <a:noFill/>
          <a:ln>
            <a:noFill/>
          </a:ln>
        </p:spPr>
      </p:pic>
      <p:pic>
        <p:nvPicPr>
          <p:cNvPr id="305" name="Google Shape;305;p30"/>
          <p:cNvPicPr preferRelativeResize="0"/>
          <p:nvPr/>
        </p:nvPicPr>
        <p:blipFill>
          <a:blip r:embed="rId2">
            <a:alphaModFix/>
          </a:blip>
          <a:srcRect l="74624"/>
          <a:stretch>
            <a:fillRect/>
          </a:stretch>
        </p:blipFill>
        <p:spPr>
          <a:xfrm>
            <a:off x="863550" y="3105610"/>
            <a:ext cx="145900" cy="645874"/>
          </a:xfrm>
          <a:prstGeom prst="rect">
            <a:avLst/>
          </a:prstGeom>
          <a:noFill/>
          <a:ln>
            <a:noFill/>
          </a:ln>
        </p:spPr>
      </p:pic>
      <p:pic>
        <p:nvPicPr>
          <p:cNvPr id="306" name="Google Shape;306;p30"/>
          <p:cNvPicPr preferRelativeResize="0"/>
          <p:nvPr/>
        </p:nvPicPr>
        <p:blipFill>
          <a:blip r:embed="rId3">
            <a:alphaModFix/>
          </a:blip>
          <a:srcRect t="4387" b="4397"/>
          <a:stretch>
            <a:fillRect/>
          </a:stretch>
        </p:blipFill>
        <p:spPr>
          <a:xfrm>
            <a:off x="863550" y="3971358"/>
            <a:ext cx="7439126" cy="563217"/>
          </a:xfrm>
          <a:prstGeom prst="rect">
            <a:avLst/>
          </a:prstGeom>
          <a:noFill/>
          <a:ln>
            <a:noFill/>
          </a:ln>
        </p:spPr>
      </p:pic>
      <p:pic>
        <p:nvPicPr>
          <p:cNvPr id="307" name="Google Shape;307;p30"/>
          <p:cNvPicPr preferRelativeResize="0"/>
          <p:nvPr/>
        </p:nvPicPr>
        <p:blipFill>
          <a:blip r:embed="rId2">
            <a:alphaModFix/>
          </a:blip>
          <a:srcRect l="74624"/>
          <a:stretch>
            <a:fillRect/>
          </a:stretch>
        </p:blipFill>
        <p:spPr>
          <a:xfrm>
            <a:off x="863550" y="3939648"/>
            <a:ext cx="145900" cy="645874"/>
          </a:xfrm>
          <a:prstGeom prst="rect">
            <a:avLst/>
          </a:prstGeom>
          <a:noFill/>
          <a:ln>
            <a:noFill/>
          </a:ln>
        </p:spPr>
      </p:pic>
      <p:pic>
        <p:nvPicPr>
          <p:cNvPr id="308" name="Google Shape;308;p30"/>
          <p:cNvPicPr preferRelativeResize="0"/>
          <p:nvPr/>
        </p:nvPicPr>
        <p:blipFill>
          <a:blip r:embed="rId4">
            <a:alphaModFix/>
          </a:blip>
          <a:srcRect t="3678" b="3669"/>
          <a:stretch>
            <a:fillRect/>
          </a:stretch>
        </p:blipFill>
        <p:spPr>
          <a:xfrm>
            <a:off x="863550" y="2292191"/>
            <a:ext cx="7439126" cy="572077"/>
          </a:xfrm>
          <a:prstGeom prst="rect">
            <a:avLst/>
          </a:prstGeom>
          <a:noFill/>
          <a:ln>
            <a:noFill/>
          </a:ln>
        </p:spPr>
      </p:pic>
      <p:pic>
        <p:nvPicPr>
          <p:cNvPr id="309" name="Google Shape;309;p30"/>
          <p:cNvPicPr preferRelativeResize="0"/>
          <p:nvPr/>
        </p:nvPicPr>
        <p:blipFill>
          <a:blip r:embed="rId2">
            <a:alphaModFix/>
          </a:blip>
          <a:srcRect l="74624"/>
          <a:stretch>
            <a:fillRect/>
          </a:stretch>
        </p:blipFill>
        <p:spPr>
          <a:xfrm>
            <a:off x="863550" y="2265998"/>
            <a:ext cx="145900" cy="645874"/>
          </a:xfrm>
          <a:prstGeom prst="rect">
            <a:avLst/>
          </a:prstGeom>
          <a:noFill/>
          <a:ln>
            <a:noFill/>
          </a:ln>
        </p:spPr>
      </p:pic>
      <p:pic>
        <p:nvPicPr>
          <p:cNvPr id="310" name="Google Shape;310;p30"/>
          <p:cNvPicPr preferRelativeResize="0"/>
          <p:nvPr/>
        </p:nvPicPr>
        <p:blipFill>
          <a:blip r:embed="rId5">
            <a:alphaModFix/>
          </a:blip>
          <a:srcRect t="3678" b="3669"/>
          <a:stretch>
            <a:fillRect/>
          </a:stretch>
        </p:blipFill>
        <p:spPr>
          <a:xfrm>
            <a:off x="863550" y="1457950"/>
            <a:ext cx="7439126" cy="572077"/>
          </a:xfrm>
          <a:prstGeom prst="rect">
            <a:avLst/>
          </a:prstGeom>
          <a:noFill/>
          <a:ln>
            <a:noFill/>
          </a:ln>
        </p:spPr>
      </p:pic>
      <p:pic>
        <p:nvPicPr>
          <p:cNvPr id="311" name="Google Shape;311;p30"/>
          <p:cNvPicPr preferRelativeResize="0"/>
          <p:nvPr/>
        </p:nvPicPr>
        <p:blipFill>
          <a:blip r:embed="rId2">
            <a:alphaModFix/>
          </a:blip>
          <a:srcRect l="74624"/>
          <a:stretch>
            <a:fillRect/>
          </a:stretch>
        </p:blipFill>
        <p:spPr>
          <a:xfrm>
            <a:off x="863550" y="1423110"/>
            <a:ext cx="145900" cy="645874"/>
          </a:xfrm>
          <a:prstGeom prst="rect">
            <a:avLst/>
          </a:prstGeom>
          <a:noFill/>
          <a:ln>
            <a:noFill/>
          </a:ln>
        </p:spPr>
      </p:pic>
      <p:cxnSp>
        <p:nvCxnSpPr>
          <p:cNvPr id="312" name="Google Shape;312;p30"/>
          <p:cNvCxnSpPr/>
          <p:nvPr/>
        </p:nvCxnSpPr>
        <p:spPr>
          <a:xfrm>
            <a:off x="647802" y="1725234"/>
            <a:ext cx="600" cy="2679900"/>
          </a:xfrm>
          <a:prstGeom prst="straightConnector1">
            <a:avLst/>
          </a:prstGeom>
          <a:noFill/>
          <a:ln w="38100" cap="flat" cmpd="sng">
            <a:solidFill>
              <a:srgbClr val="282828"/>
            </a:solidFill>
            <a:prstDash val="solid"/>
            <a:round/>
            <a:headEnd type="none" w="med" len="med"/>
            <a:tailEnd type="none" w="med" len="med"/>
          </a:ln>
        </p:spPr>
      </p:cxnSp>
      <p:pic>
        <p:nvPicPr>
          <p:cNvPr id="313" name="Google Shape;313;p30"/>
          <p:cNvPicPr preferRelativeResize="0"/>
          <p:nvPr/>
        </p:nvPicPr>
        <p:blipFill>
          <a:blip r:embed="rId6">
            <a:alphaModFix/>
          </a:blip>
          <a:stretch>
            <a:fillRect/>
          </a:stretch>
        </p:blipFill>
        <p:spPr>
          <a:xfrm>
            <a:off x="366079" y="3134650"/>
            <a:ext cx="563446" cy="572077"/>
          </a:xfrm>
          <a:prstGeom prst="rect">
            <a:avLst/>
          </a:prstGeom>
          <a:noFill/>
          <a:ln>
            <a:noFill/>
          </a:ln>
        </p:spPr>
      </p:pic>
      <p:pic>
        <p:nvPicPr>
          <p:cNvPr id="314" name="Google Shape;314;p30"/>
          <p:cNvPicPr preferRelativeResize="0"/>
          <p:nvPr/>
        </p:nvPicPr>
        <p:blipFill>
          <a:blip r:embed="rId7">
            <a:alphaModFix/>
          </a:blip>
          <a:stretch>
            <a:fillRect/>
          </a:stretch>
        </p:blipFill>
        <p:spPr>
          <a:xfrm>
            <a:off x="363357" y="1462166"/>
            <a:ext cx="563185" cy="572092"/>
          </a:xfrm>
          <a:prstGeom prst="rect">
            <a:avLst/>
          </a:prstGeom>
          <a:noFill/>
          <a:ln>
            <a:noFill/>
          </a:ln>
        </p:spPr>
      </p:pic>
      <p:pic>
        <p:nvPicPr>
          <p:cNvPr id="315" name="Google Shape;315;p30"/>
          <p:cNvPicPr preferRelativeResize="0"/>
          <p:nvPr/>
        </p:nvPicPr>
        <p:blipFill>
          <a:blip r:embed="rId8">
            <a:alphaModFix/>
          </a:blip>
          <a:stretch>
            <a:fillRect/>
          </a:stretch>
        </p:blipFill>
        <p:spPr>
          <a:xfrm>
            <a:off x="363340" y="2287588"/>
            <a:ext cx="563446" cy="572077"/>
          </a:xfrm>
          <a:prstGeom prst="rect">
            <a:avLst/>
          </a:prstGeom>
          <a:noFill/>
          <a:ln>
            <a:noFill/>
          </a:ln>
        </p:spPr>
      </p:pic>
      <p:sp>
        <p:nvSpPr>
          <p:cNvPr id="316" name="Google Shape;316;p30"/>
          <p:cNvSpPr txBox="1"/>
          <p:nvPr>
            <p:ph type="title"/>
          </p:nvPr>
        </p:nvSpPr>
        <p:spPr>
          <a:xfrm>
            <a:off x="1224600" y="1466663"/>
            <a:ext cx="6850800" cy="5631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317" name="Google Shape;317;p30"/>
          <p:cNvSpPr txBox="1"/>
          <p:nvPr>
            <p:ph type="title" idx="2"/>
          </p:nvPr>
        </p:nvSpPr>
        <p:spPr>
          <a:xfrm>
            <a:off x="1224600" y="2285700"/>
            <a:ext cx="6850800" cy="5721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318" name="Google Shape;318;p30"/>
          <p:cNvSpPr txBox="1"/>
          <p:nvPr>
            <p:ph type="title" idx="3"/>
          </p:nvPr>
        </p:nvSpPr>
        <p:spPr>
          <a:xfrm>
            <a:off x="1224600" y="3160338"/>
            <a:ext cx="6850800" cy="5364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319" name="Google Shape;319;p30"/>
          <p:cNvSpPr txBox="1"/>
          <p:nvPr>
            <p:ph type="title" idx="4"/>
          </p:nvPr>
        </p:nvSpPr>
        <p:spPr>
          <a:xfrm>
            <a:off x="1224600" y="3971414"/>
            <a:ext cx="6850800" cy="5631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320" name="Google Shape;320;p30"/>
          <p:cNvPicPr preferRelativeResize="0"/>
          <p:nvPr/>
        </p:nvPicPr>
        <p:blipFill>
          <a:blip r:embed="rId9">
            <a:alphaModFix/>
          </a:blip>
          <a:stretch>
            <a:fillRect/>
          </a:stretch>
        </p:blipFill>
        <p:spPr>
          <a:xfrm>
            <a:off x="363341" y="3969363"/>
            <a:ext cx="563446" cy="572077"/>
          </a:xfrm>
          <a:prstGeom prst="rect">
            <a:avLst/>
          </a:prstGeom>
          <a:noFill/>
          <a:ln>
            <a:noFill/>
          </a:ln>
        </p:spPr>
      </p:pic>
      <p:sp>
        <p:nvSpPr>
          <p:cNvPr id="321" name="Google Shape;321;p30"/>
          <p:cNvSpPr/>
          <p:nvPr/>
        </p:nvSpPr>
        <p:spPr>
          <a:xfrm>
            <a:off x="0" y="0"/>
            <a:ext cx="9144300" cy="48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322" name="Google Shape;322;p30"/>
          <p:cNvPicPr preferRelativeResize="0"/>
          <p:nvPr/>
        </p:nvPicPr>
        <p:blipFill>
          <a:blip r:embed="rId10">
            <a:alphaModFix/>
          </a:blip>
          <a:srcRect t="1700" b="1710"/>
          <a:stretch>
            <a:fillRect/>
          </a:stretch>
        </p:blipFill>
        <p:spPr>
          <a:xfrm>
            <a:off x="-12" y="481650"/>
            <a:ext cx="9151202" cy="116709"/>
          </a:xfrm>
          <a:prstGeom prst="rect">
            <a:avLst/>
          </a:prstGeom>
          <a:noFill/>
          <a:ln>
            <a:noFill/>
          </a:ln>
        </p:spPr>
      </p:pic>
      <p:sp>
        <p:nvSpPr>
          <p:cNvPr id="323" name="Google Shape;323;p30"/>
          <p:cNvSpPr txBox="1"/>
          <p:nvPr/>
        </p:nvSpPr>
        <p:spPr>
          <a:xfrm>
            <a:off x="324000" y="112500"/>
            <a:ext cx="23049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Lesson outline</a:t>
            </a:r>
            <a:endParaRPr sz="2000" b="1">
              <a:solidFill>
                <a:schemeClr val="dk1"/>
              </a:solidFill>
              <a:latin typeface="Lexend"/>
              <a:ea typeface="Lexend"/>
              <a:cs typeface="Lexend"/>
              <a:sym typeface="Lexend"/>
            </a:endParaRPr>
          </a:p>
        </p:txBody>
      </p:sp>
      <p:sp>
        <p:nvSpPr>
          <p:cNvPr id="324" name="Google Shape;324;p30"/>
          <p:cNvSpPr txBox="1"/>
          <p:nvPr>
            <p:ph type="title" idx="5"/>
          </p:nvPr>
        </p:nvSpPr>
        <p:spPr>
          <a:xfrm>
            <a:off x="324000" y="657600"/>
            <a:ext cx="5741400" cy="615600"/>
          </a:xfrm>
          <a:prstGeom prst="rect">
            <a:avLst/>
          </a:prstGeom>
        </p:spPr>
        <p:txBody>
          <a:bodyPr spcFirstLastPara="1" wrap="square" lIns="0" tIns="0" rIns="0" bIns="0" anchor="t" anchorCtr="0">
            <a:noAutofit/>
          </a:bodyPr>
          <a:lstStyle>
            <a:lvl1pPr lvl="0" rtl="0">
              <a:spcBef>
                <a:spcPct val="0"/>
              </a:spcBef>
              <a:spcAft>
                <a:spcPct val="0"/>
              </a:spcAft>
              <a:buSzPts val="1800"/>
              <a:buFont typeface="Lexend"/>
              <a:buNone/>
              <a:defRPr sz="1800" b="0">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Tree>
  </p:cSld>
  <p:clrMapOvr>
    <a:masterClrMapping/>
  </p:clrMapOvr>
  <p:transition/>
  <p:timing/>
</p:sldLayout>
</file>

<file path=ppt/slideLayouts/slideLayout3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0 Explanation blank - purple ">
  <p:cSld name="TITLE_AND_TWO_COLUMNS_1_1_6_2_1_4">
    <p:spTree>
      <p:nvGrpSpPr>
        <p:cNvPr id="325" name="Shape 325"/>
        <p:cNvGrpSpPr/>
        <p:nvPr/>
      </p:nvGrpSpPr>
      <p:grpSpPr>
        <a:xfrm>
          <a:off x="0" y="0"/>
          <a:ext cx="0" cy="0"/>
        </a:xfrm>
      </p:grpSpPr>
      <p:pic>
        <p:nvPicPr>
          <p:cNvPr id="326" name="Google Shape;326;p31"/>
          <p:cNvPicPr preferRelativeResize="0"/>
          <p:nvPr/>
        </p:nvPicPr>
        <p:blipFill>
          <a:blip r:embed="rId1">
            <a:alphaModFix/>
          </a:blip>
          <a:stretch>
            <a:fillRect/>
          </a:stretch>
        </p:blipFill>
        <p:spPr>
          <a:xfrm>
            <a:off x="0" y="532525"/>
            <a:ext cx="9151202" cy="116700"/>
          </a:xfrm>
          <a:prstGeom prst="rect">
            <a:avLst/>
          </a:prstGeom>
          <a:noFill/>
          <a:ln>
            <a:noFill/>
          </a:ln>
        </p:spPr>
      </p:pic>
      <p:sp>
        <p:nvSpPr>
          <p:cNvPr id="327" name="Google Shape;327;p31"/>
          <p:cNvSpPr/>
          <p:nvPr/>
        </p:nvSpPr>
        <p:spPr>
          <a:xfrm>
            <a:off x="-1" y="-2"/>
            <a:ext cx="91476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28" name="Google Shape;328;p31"/>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329" name="Google Shape;329;p31"/>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330" name="Google Shape;330;p31"/>
          <p:cNvPicPr preferRelativeResize="0"/>
          <p:nvPr/>
        </p:nvPicPr>
        <p:blipFill>
          <a:blip r:embed="rId2">
            <a:alphaModFix/>
          </a:blip>
          <a:stretch>
            <a:fillRect/>
          </a:stretch>
        </p:blipFill>
        <p:spPr>
          <a:xfrm>
            <a:off x="8426950" y="-562"/>
            <a:ext cx="499700" cy="499700"/>
          </a:xfrm>
          <a:prstGeom prst="rect">
            <a:avLst/>
          </a:prstGeom>
          <a:noFill/>
          <a:ln>
            <a:noFill/>
          </a:ln>
        </p:spPr>
      </p:pic>
      <p:sp>
        <p:nvSpPr>
          <p:cNvPr id="331" name="Google Shape;331;p31"/>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3EEFB"/>
                </a:solidFill>
                <a:latin typeface="Lexend"/>
                <a:ea typeface="Lexend"/>
                <a:cs typeface="Lexend"/>
                <a:sym typeface="Lexend"/>
              </a:rPr>
              <a:t>Explanation</a:t>
            </a:r>
            <a:endParaRPr sz="900" b="1">
              <a:solidFill>
                <a:srgbClr val="F3EEFB"/>
              </a:solidFill>
              <a:latin typeface="Lexend"/>
              <a:ea typeface="Lexend"/>
              <a:cs typeface="Lexend"/>
              <a:sym typeface="Lexend"/>
            </a:endParaRPr>
          </a:p>
        </p:txBody>
      </p:sp>
    </p:spTree>
  </p:cSld>
  <p:clrMapOvr>
    <a:masterClrMapping/>
  </p:clrMapOvr>
  <p:transition/>
  <p:timing/>
</p:sldLayout>
</file>

<file path=ppt/slideLayouts/slideLayout3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0 Explanation blank - jade">
  <p:cSld name="TITLE_AND_TWO_COLUMNS_1_1_6_2_1_2">
    <p:spTree>
      <p:nvGrpSpPr>
        <p:cNvPr id="332" name="Shape 332"/>
        <p:cNvGrpSpPr/>
        <p:nvPr/>
      </p:nvGrpSpPr>
      <p:grpSpPr>
        <a:xfrm>
          <a:off x="0" y="0"/>
          <a:ext cx="0" cy="0"/>
        </a:xfrm>
      </p:grpSpPr>
      <p:pic>
        <p:nvPicPr>
          <p:cNvPr id="333" name="Google Shape;333;p32"/>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334" name="Google Shape;334;p32"/>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35" name="Google Shape;335;p32"/>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336" name="Google Shape;336;p32"/>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Explanation</a:t>
            </a:r>
            <a:endParaRPr sz="900" b="1">
              <a:solidFill>
                <a:srgbClr val="E6F2F2"/>
              </a:solidFill>
              <a:latin typeface="Lexend"/>
              <a:ea typeface="Lexend"/>
              <a:cs typeface="Lexend"/>
              <a:sym typeface="Lexend"/>
            </a:endParaRPr>
          </a:p>
        </p:txBody>
      </p:sp>
      <p:sp>
        <p:nvSpPr>
          <p:cNvPr id="337" name="Google Shape;337;p32"/>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338" name="Google Shape;338;p32"/>
          <p:cNvPicPr preferRelativeResize="0"/>
          <p:nvPr/>
        </p:nvPicPr>
        <p:blipFill>
          <a:blip r:embed="rId2">
            <a:alphaModFix/>
          </a:blip>
          <a:stretch>
            <a:fillRect/>
          </a:stretch>
        </p:blipFill>
        <p:spPr>
          <a:xfrm>
            <a:off x="8426950" y="-562"/>
            <a:ext cx="499700" cy="499700"/>
          </a:xfrm>
          <a:prstGeom prst="rect">
            <a:avLst/>
          </a:prstGeom>
          <a:noFill/>
          <a:ln>
            <a:noFill/>
          </a:ln>
        </p:spPr>
      </p:pic>
    </p:spTree>
  </p:cSld>
  <p:clrMapOvr>
    <a:masterClrMapping/>
  </p:clrMapOvr>
  <p:transition/>
  <p:timing/>
</p:sldLayout>
</file>

<file path=ppt/slideLayouts/slideLayout3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0 Explanation blank - blue ">
  <p:cSld name="TITLE_AND_TWO_COLUMNS_1_1_6_2_2">
    <p:spTree>
      <p:nvGrpSpPr>
        <p:cNvPr id="339" name="Shape 339"/>
        <p:cNvGrpSpPr/>
        <p:nvPr/>
      </p:nvGrpSpPr>
      <p:grpSpPr>
        <a:xfrm>
          <a:off x="0" y="0"/>
          <a:ext cx="0" cy="0"/>
        </a:xfrm>
      </p:grpSpPr>
      <p:pic>
        <p:nvPicPr>
          <p:cNvPr id="340" name="Google Shape;340;p33"/>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341" name="Google Shape;341;p33"/>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42" name="Google Shape;342;p33"/>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343" name="Google Shape;343;p33"/>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Explanation</a:t>
            </a:r>
            <a:endParaRPr sz="900" b="1">
              <a:solidFill>
                <a:srgbClr val="EBEDFE"/>
              </a:solidFill>
              <a:latin typeface="Lexend"/>
              <a:ea typeface="Lexend"/>
              <a:cs typeface="Lexend"/>
              <a:sym typeface="Lexend"/>
            </a:endParaRPr>
          </a:p>
        </p:txBody>
      </p:sp>
      <p:sp>
        <p:nvSpPr>
          <p:cNvPr id="344" name="Google Shape;344;p33"/>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345" name="Google Shape;345;p33"/>
          <p:cNvPicPr preferRelativeResize="0"/>
          <p:nvPr/>
        </p:nvPicPr>
        <p:blipFill>
          <a:blip r:embed="rId2">
            <a:alphaModFix/>
          </a:blip>
          <a:stretch>
            <a:fillRect/>
          </a:stretch>
        </p:blipFill>
        <p:spPr>
          <a:xfrm>
            <a:off x="8426950" y="-562"/>
            <a:ext cx="499700" cy="499700"/>
          </a:xfrm>
          <a:prstGeom prst="rect">
            <a:avLst/>
          </a:prstGeom>
          <a:noFill/>
          <a:ln>
            <a:noFill/>
          </a:ln>
        </p:spPr>
      </p:pic>
    </p:spTree>
  </p:cSld>
  <p:clrMapOvr>
    <a:masterClrMapping/>
  </p:clrMapOvr>
  <p:transition/>
  <p:timing/>
</p:sldLayout>
</file>

<file path=ppt/slideLayouts/slideLayout3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0 Explanation blank - pink ">
  <p:cSld name="TITLE_AND_TWO_COLUMNS_1_1_6_2_1_1">
    <p:spTree>
      <p:nvGrpSpPr>
        <p:cNvPr id="346" name="Shape 346"/>
        <p:cNvGrpSpPr/>
        <p:nvPr/>
      </p:nvGrpSpPr>
      <p:grpSpPr>
        <a:xfrm>
          <a:off x="0" y="0"/>
          <a:ext cx="0" cy="0"/>
        </a:xfrm>
      </p:grpSpPr>
      <p:pic>
        <p:nvPicPr>
          <p:cNvPr id="347" name="Google Shape;347;p34"/>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348" name="Google Shape;348;p34"/>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49" name="Google Shape;349;p34"/>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350" name="Google Shape;350;p34"/>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Explanation</a:t>
            </a:r>
            <a:endParaRPr sz="900" b="1">
              <a:solidFill>
                <a:srgbClr val="FAEAF6"/>
              </a:solidFill>
              <a:latin typeface="Lexend"/>
              <a:ea typeface="Lexend"/>
              <a:cs typeface="Lexend"/>
              <a:sym typeface="Lexend"/>
            </a:endParaRPr>
          </a:p>
        </p:txBody>
      </p:sp>
      <p:sp>
        <p:nvSpPr>
          <p:cNvPr id="351" name="Google Shape;351;p34"/>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352" name="Google Shape;352;p34"/>
          <p:cNvPicPr preferRelativeResize="0"/>
          <p:nvPr/>
        </p:nvPicPr>
        <p:blipFill>
          <a:blip r:embed="rId2">
            <a:alphaModFix/>
          </a:blip>
          <a:stretch>
            <a:fillRect/>
          </a:stretch>
        </p:blipFill>
        <p:spPr>
          <a:xfrm>
            <a:off x="8426950" y="-562"/>
            <a:ext cx="499700" cy="499700"/>
          </a:xfrm>
          <a:prstGeom prst="rect">
            <a:avLst/>
          </a:prstGeom>
          <a:noFill/>
          <a:ln>
            <a:noFill/>
          </a:ln>
        </p:spPr>
      </p:pic>
    </p:spTree>
  </p:cSld>
  <p:clrMapOvr>
    <a:masterClrMapping/>
  </p:clrMapOvr>
  <p:transition/>
  <p:timing/>
</p:sldLayout>
</file>

<file path=ppt/slideLayouts/slideLayout3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1 I do We do - purple">
  <p:cSld name="TITLE_AND_TWO_COLUMNS_1_1_9_2_2">
    <p:bg>
      <p:bgPr>
        <a:solidFill>
          <a:srgbClr val="F3EEFB"/>
        </a:solidFill>
      </p:bgPr>
    </p:bg>
    <p:spTree>
      <p:nvGrpSpPr>
        <p:cNvPr id="353" name="Shape 353"/>
        <p:cNvGrpSpPr/>
        <p:nvPr/>
      </p:nvGrpSpPr>
      <p:grpSpPr>
        <a:xfrm>
          <a:off x="0" y="0"/>
          <a:ext cx="0" cy="0"/>
        </a:xfrm>
      </p:grpSpPr>
      <p:sp>
        <p:nvSpPr>
          <p:cNvPr id="354" name="Google Shape;354;p35"/>
          <p:cNvSpPr/>
          <p:nvPr/>
        </p:nvSpPr>
        <p:spPr>
          <a:xfrm>
            <a:off x="0" y="18750"/>
            <a:ext cx="4572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355" name="Google Shape;355;p35"/>
          <p:cNvPicPr preferRelativeResize="0"/>
          <p:nvPr/>
        </p:nvPicPr>
        <p:blipFill>
          <a:blip r:embed="rId1">
            <a:alphaModFix/>
          </a:blip>
          <a:stretch>
            <a:fillRect/>
          </a:stretch>
        </p:blipFill>
        <p:spPr>
          <a:xfrm>
            <a:off x="0" y="532525"/>
            <a:ext cx="9151202" cy="116700"/>
          </a:xfrm>
          <a:prstGeom prst="rect">
            <a:avLst/>
          </a:prstGeom>
          <a:noFill/>
          <a:ln>
            <a:noFill/>
          </a:ln>
        </p:spPr>
      </p:pic>
      <p:sp>
        <p:nvSpPr>
          <p:cNvPr id="356" name="Google Shape;356;p35"/>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57" name="Google Shape;357;p35"/>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58" name="Google Shape;358;p35"/>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59" name="Google Shape;359;p35"/>
          <p:cNvSpPr txBox="1"/>
          <p:nvPr>
            <p:ph type="title"/>
          </p:nvPr>
        </p:nvSpPr>
        <p:spPr>
          <a:xfrm>
            <a:off x="324000" y="0"/>
            <a:ext cx="74505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360" name="Google Shape;360;p35"/>
          <p:cNvGrpSpPr/>
          <p:nvPr/>
        </p:nvGrpSpPr>
        <p:grpSpPr>
          <a:xfrm>
            <a:off x="7834231" y="1285"/>
            <a:ext cx="828900" cy="576065"/>
            <a:chOff x="7801496" y="1285"/>
            <a:chExt cx="828900" cy="576065"/>
          </a:xfrm>
        </p:grpSpPr>
        <p:pic>
          <p:nvPicPr>
            <p:cNvPr id="361" name="Google Shape;361;p35"/>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362" name="Google Shape;362;p35"/>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Explanation</a:t>
              </a:r>
              <a:endParaRPr sz="900" b="1">
                <a:solidFill>
                  <a:srgbClr val="EBEDFE"/>
                </a:solidFill>
                <a:latin typeface="Lexend"/>
                <a:ea typeface="Lexend"/>
                <a:cs typeface="Lexend"/>
                <a:sym typeface="Lexend"/>
              </a:endParaRPr>
            </a:p>
          </p:txBody>
        </p:sp>
      </p:grpSp>
      <p:grpSp>
        <p:nvGrpSpPr>
          <p:cNvPr id="363" name="Google Shape;363;p35"/>
          <p:cNvGrpSpPr/>
          <p:nvPr/>
        </p:nvGrpSpPr>
        <p:grpSpPr>
          <a:xfrm>
            <a:off x="8635663" y="1285"/>
            <a:ext cx="499700" cy="576065"/>
            <a:chOff x="8635663" y="1285"/>
            <a:chExt cx="499700" cy="576065"/>
          </a:xfrm>
        </p:grpSpPr>
        <p:pic>
          <p:nvPicPr>
            <p:cNvPr id="364" name="Google Shape;364;p35"/>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365" name="Google Shape;365;p35"/>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grpSp>
    </p:spTree>
  </p:cSld>
  <p:clrMapOvr>
    <a:masterClrMapping/>
  </p:clrMapOvr>
  <p:transition/>
  <p:timing/>
</p:sldLayout>
</file>

<file path=ppt/slideLayouts/slideLayout3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1 I do We do - jade">
  <p:cSld name="TITLE_AND_TWO_COLUMNS_1_1_9_2_2_1_1">
    <p:bg>
      <p:bgPr>
        <a:solidFill>
          <a:srgbClr val="E6F2F2"/>
        </a:solidFill>
      </p:bgPr>
    </p:bg>
    <p:spTree>
      <p:nvGrpSpPr>
        <p:cNvPr id="366" name="Shape 366"/>
        <p:cNvGrpSpPr/>
        <p:nvPr/>
      </p:nvGrpSpPr>
      <p:grpSpPr>
        <a:xfrm>
          <a:off x="0" y="0"/>
          <a:ext cx="0" cy="0"/>
        </a:xfrm>
      </p:grpSpPr>
      <p:sp>
        <p:nvSpPr>
          <p:cNvPr id="367" name="Google Shape;367;p36"/>
          <p:cNvSpPr/>
          <p:nvPr/>
        </p:nvSpPr>
        <p:spPr>
          <a:xfrm>
            <a:off x="0" y="18750"/>
            <a:ext cx="4572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368" name="Google Shape;368;p36"/>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369" name="Google Shape;369;p36"/>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70" name="Google Shape;370;p36"/>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71" name="Google Shape;371;p36"/>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72" name="Google Shape;372;p36"/>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373" name="Google Shape;373;p36"/>
          <p:cNvGrpSpPr/>
          <p:nvPr/>
        </p:nvGrpSpPr>
        <p:grpSpPr>
          <a:xfrm>
            <a:off x="7834231" y="1285"/>
            <a:ext cx="828900" cy="576065"/>
            <a:chOff x="7801496" y="1285"/>
            <a:chExt cx="828900" cy="576065"/>
          </a:xfrm>
        </p:grpSpPr>
        <p:pic>
          <p:nvPicPr>
            <p:cNvPr id="374" name="Google Shape;374;p36"/>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375" name="Google Shape;375;p36"/>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Explanation</a:t>
              </a:r>
              <a:endParaRPr sz="900" b="1">
                <a:solidFill>
                  <a:srgbClr val="E6F2F2"/>
                </a:solidFill>
                <a:latin typeface="Lexend"/>
                <a:ea typeface="Lexend"/>
                <a:cs typeface="Lexend"/>
                <a:sym typeface="Lexend"/>
              </a:endParaRPr>
            </a:p>
          </p:txBody>
        </p:sp>
      </p:grpSp>
      <p:grpSp>
        <p:nvGrpSpPr>
          <p:cNvPr id="376" name="Google Shape;376;p36"/>
          <p:cNvGrpSpPr/>
          <p:nvPr/>
        </p:nvGrpSpPr>
        <p:grpSpPr>
          <a:xfrm>
            <a:off x="8635663" y="1285"/>
            <a:ext cx="499700" cy="576065"/>
            <a:chOff x="8635663" y="1285"/>
            <a:chExt cx="499700" cy="576065"/>
          </a:xfrm>
        </p:grpSpPr>
        <p:pic>
          <p:nvPicPr>
            <p:cNvPr id="377" name="Google Shape;377;p36"/>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378" name="Google Shape;378;p36"/>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grpSp>
    </p:spTree>
  </p:cSld>
  <p:clrMapOvr>
    <a:masterClrMapping/>
  </p:clrMapOvr>
  <p:transition/>
  <p:timing/>
</p:sldLayout>
</file>

<file path=ppt/slideLayouts/slideLayout3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1 I do We do - blue">
  <p:cSld name="TITLE_AND_TWO_COLUMNS_1_1_9_2_3">
    <p:bg>
      <p:bgPr>
        <a:solidFill>
          <a:srgbClr val="EBEDFE"/>
        </a:solidFill>
      </p:bgPr>
    </p:bg>
    <p:spTree>
      <p:nvGrpSpPr>
        <p:cNvPr id="379" name="Shape 379"/>
        <p:cNvGrpSpPr/>
        <p:nvPr/>
      </p:nvGrpSpPr>
      <p:grpSpPr>
        <a:xfrm>
          <a:off x="0" y="0"/>
          <a:ext cx="0" cy="0"/>
        </a:xfrm>
      </p:grpSpPr>
      <p:sp>
        <p:nvSpPr>
          <p:cNvPr id="380" name="Google Shape;380;p37"/>
          <p:cNvSpPr/>
          <p:nvPr/>
        </p:nvSpPr>
        <p:spPr>
          <a:xfrm>
            <a:off x="0" y="18750"/>
            <a:ext cx="4572300" cy="5124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381" name="Google Shape;381;p37"/>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382" name="Google Shape;382;p37"/>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83" name="Google Shape;383;p37"/>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84" name="Google Shape;384;p37"/>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85" name="Google Shape;385;p37"/>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386" name="Google Shape;386;p37"/>
          <p:cNvGrpSpPr/>
          <p:nvPr/>
        </p:nvGrpSpPr>
        <p:grpSpPr>
          <a:xfrm>
            <a:off x="7834231" y="1285"/>
            <a:ext cx="828900" cy="576065"/>
            <a:chOff x="7801496" y="1285"/>
            <a:chExt cx="828900" cy="576065"/>
          </a:xfrm>
        </p:grpSpPr>
        <p:pic>
          <p:nvPicPr>
            <p:cNvPr id="387" name="Google Shape;387;p37"/>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388" name="Google Shape;388;p37"/>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Explanation</a:t>
              </a:r>
              <a:endParaRPr sz="900" b="1">
                <a:solidFill>
                  <a:srgbClr val="E6F2F2"/>
                </a:solidFill>
                <a:latin typeface="Lexend"/>
                <a:ea typeface="Lexend"/>
                <a:cs typeface="Lexend"/>
                <a:sym typeface="Lexend"/>
              </a:endParaRPr>
            </a:p>
          </p:txBody>
        </p:sp>
      </p:grpSp>
      <p:grpSp>
        <p:nvGrpSpPr>
          <p:cNvPr id="389" name="Google Shape;389;p37"/>
          <p:cNvGrpSpPr/>
          <p:nvPr/>
        </p:nvGrpSpPr>
        <p:grpSpPr>
          <a:xfrm>
            <a:off x="8635663" y="1285"/>
            <a:ext cx="499700" cy="576065"/>
            <a:chOff x="8635663" y="1285"/>
            <a:chExt cx="499700" cy="576065"/>
          </a:xfrm>
        </p:grpSpPr>
        <p:pic>
          <p:nvPicPr>
            <p:cNvPr id="390" name="Google Shape;390;p37"/>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391" name="Google Shape;391;p37"/>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grpSp>
    </p:spTree>
  </p:cSld>
  <p:clrMapOvr>
    <a:masterClrMapping/>
  </p:clrMapOvr>
  <p:transition/>
  <p:timing/>
</p:sldLayout>
</file>

<file path=ppt/slideLayouts/slideLayout3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1 I do We do - pink">
  <p:cSld name="TITLE_AND_TWO_COLUMNS_1_1_9_2_2_1_1_1">
    <p:bg>
      <p:bgPr>
        <a:solidFill>
          <a:srgbClr val="FAEAF6"/>
        </a:solidFill>
      </p:bgPr>
    </p:bg>
    <p:spTree>
      <p:nvGrpSpPr>
        <p:cNvPr id="392" name="Shape 392"/>
        <p:cNvGrpSpPr/>
        <p:nvPr/>
      </p:nvGrpSpPr>
      <p:grpSpPr>
        <a:xfrm>
          <a:off x="0" y="0"/>
          <a:ext cx="0" cy="0"/>
        </a:xfrm>
      </p:grpSpPr>
      <p:sp>
        <p:nvSpPr>
          <p:cNvPr id="393" name="Google Shape;393;p38"/>
          <p:cNvSpPr/>
          <p:nvPr/>
        </p:nvSpPr>
        <p:spPr>
          <a:xfrm>
            <a:off x="0" y="18750"/>
            <a:ext cx="4572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394" name="Google Shape;394;p38"/>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395" name="Google Shape;395;p38"/>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96" name="Google Shape;396;p38"/>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97" name="Google Shape;397;p38"/>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98" name="Google Shape;398;p38"/>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399" name="Google Shape;399;p38"/>
          <p:cNvGrpSpPr/>
          <p:nvPr/>
        </p:nvGrpSpPr>
        <p:grpSpPr>
          <a:xfrm>
            <a:off x="7834231" y="1285"/>
            <a:ext cx="828900" cy="576065"/>
            <a:chOff x="7801496" y="1285"/>
            <a:chExt cx="828900" cy="576065"/>
          </a:xfrm>
        </p:grpSpPr>
        <p:pic>
          <p:nvPicPr>
            <p:cNvPr id="400" name="Google Shape;400;p38"/>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401" name="Google Shape;401;p38"/>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Explanation</a:t>
              </a:r>
              <a:endParaRPr sz="900" b="1">
                <a:solidFill>
                  <a:srgbClr val="FAEAF6"/>
                </a:solidFill>
                <a:latin typeface="Lexend"/>
                <a:ea typeface="Lexend"/>
                <a:cs typeface="Lexend"/>
                <a:sym typeface="Lexend"/>
              </a:endParaRPr>
            </a:p>
          </p:txBody>
        </p:sp>
      </p:grpSp>
      <p:grpSp>
        <p:nvGrpSpPr>
          <p:cNvPr id="402" name="Google Shape;402;p38"/>
          <p:cNvGrpSpPr/>
          <p:nvPr/>
        </p:nvGrpSpPr>
        <p:grpSpPr>
          <a:xfrm>
            <a:off x="8635663" y="1285"/>
            <a:ext cx="499700" cy="576065"/>
            <a:chOff x="8635663" y="1285"/>
            <a:chExt cx="499700" cy="576065"/>
          </a:xfrm>
        </p:grpSpPr>
        <p:pic>
          <p:nvPicPr>
            <p:cNvPr id="403" name="Google Shape;403;p38"/>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404" name="Google Shape;404;p38"/>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grpSp>
    </p:spTree>
  </p:cSld>
  <p:clrMapOvr>
    <a:masterClrMapping/>
  </p:clrMapOvr>
  <p:transition/>
  <p:timing/>
</p:sldLayout>
</file>

<file path=ppt/slideLayouts/slideLayout3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2 CfU true/false/why - purple">
  <p:cSld name="TITLE_AND_TWO_COLUMNS_1_1_9_1_3_1">
    <p:bg>
      <p:bgPr>
        <a:solidFill>
          <a:srgbClr val="F3EEFB"/>
        </a:solidFill>
      </p:bgPr>
    </p:bg>
    <p:spTree>
      <p:nvGrpSpPr>
        <p:cNvPr id="405" name="Shape 405"/>
        <p:cNvGrpSpPr/>
        <p:nvPr/>
      </p:nvGrpSpPr>
      <p:grpSpPr>
        <a:xfrm>
          <a:off x="0" y="0"/>
          <a:ext cx="0" cy="0"/>
        </a:xfrm>
      </p:grpSpPr>
      <p:pic>
        <p:nvPicPr>
          <p:cNvPr id="406" name="Google Shape;406;p39"/>
          <p:cNvPicPr preferRelativeResize="0"/>
          <p:nvPr/>
        </p:nvPicPr>
        <p:blipFill>
          <a:blip r:embed="rId1">
            <a:alphaModFix/>
          </a:blip>
          <a:stretch>
            <a:fillRect/>
          </a:stretch>
        </p:blipFill>
        <p:spPr>
          <a:xfrm>
            <a:off x="2429763" y="2085316"/>
            <a:ext cx="457425" cy="457425"/>
          </a:xfrm>
          <a:prstGeom prst="rect">
            <a:avLst/>
          </a:prstGeom>
          <a:noFill/>
          <a:ln>
            <a:noFill/>
          </a:ln>
        </p:spPr>
      </p:pic>
      <p:pic>
        <p:nvPicPr>
          <p:cNvPr id="407" name="Google Shape;407;p39"/>
          <p:cNvPicPr preferRelativeResize="0"/>
          <p:nvPr/>
        </p:nvPicPr>
        <p:blipFill>
          <a:blip r:embed="rId1">
            <a:alphaModFix/>
          </a:blip>
          <a:stretch>
            <a:fillRect/>
          </a:stretch>
        </p:blipFill>
        <p:spPr>
          <a:xfrm>
            <a:off x="4823988" y="2085316"/>
            <a:ext cx="457425" cy="457425"/>
          </a:xfrm>
          <a:prstGeom prst="rect">
            <a:avLst/>
          </a:prstGeom>
          <a:noFill/>
          <a:ln>
            <a:noFill/>
          </a:ln>
        </p:spPr>
      </p:pic>
      <p:pic>
        <p:nvPicPr>
          <p:cNvPr id="408" name="Google Shape;408;p3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09" name="Google Shape;409;p39"/>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10" name="Google Shape;410;p39"/>
          <p:cNvSpPr txBox="1"/>
          <p:nvPr/>
        </p:nvSpPr>
        <p:spPr>
          <a:xfrm>
            <a:off x="3025325" y="21446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411" name="Google Shape;411;p39"/>
          <p:cNvSpPr txBox="1"/>
          <p:nvPr/>
        </p:nvSpPr>
        <p:spPr>
          <a:xfrm>
            <a:off x="5431100" y="21219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412" name="Google Shape;412;p39"/>
          <p:cNvSpPr txBox="1"/>
          <p:nvPr>
            <p:ph type="subTitle" idx="1"/>
          </p:nvPr>
        </p:nvSpPr>
        <p:spPr>
          <a:xfrm>
            <a:off x="324000" y="3577125"/>
            <a:ext cx="81093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Kalam"/>
              <a:buNone/>
              <a:defRPr sz="2200">
                <a:latin typeface="Kalam"/>
                <a:ea typeface="Kalam"/>
                <a:cs typeface="Kalam"/>
                <a:sym typeface="Kalam"/>
              </a:defRPr>
            </a:lvl1pPr>
            <a:lvl2pPr lvl="1" rtl="0">
              <a:spcBef>
                <a:spcPts val="1000"/>
              </a:spcBef>
              <a:spcAft>
                <a:spcPct val="0"/>
              </a:spcAft>
              <a:buSzPts val="2100"/>
              <a:buFont typeface="Kalam"/>
              <a:buNone/>
              <a:defRPr>
                <a:latin typeface="Kalam"/>
                <a:ea typeface="Kalam"/>
                <a:cs typeface="Kalam"/>
                <a:sym typeface="Kalam"/>
              </a:defRPr>
            </a:lvl2pPr>
            <a:lvl3pPr lvl="2" rtl="0">
              <a:spcBef>
                <a:spcPts val="1000"/>
              </a:spcBef>
              <a:spcAft>
                <a:spcPct val="0"/>
              </a:spcAft>
              <a:buSzPts val="2000"/>
              <a:buFont typeface="Kalam"/>
              <a:buNone/>
              <a:defRPr>
                <a:latin typeface="Kalam"/>
                <a:ea typeface="Kalam"/>
                <a:cs typeface="Kalam"/>
                <a:sym typeface="Kalam"/>
              </a:defRPr>
            </a:lvl3pPr>
            <a:lvl4pPr lvl="3" rtl="0">
              <a:spcBef>
                <a:spcPts val="800"/>
              </a:spcBef>
              <a:spcAft>
                <a:spcPct val="0"/>
              </a:spcAft>
              <a:buSzPts val="1900"/>
              <a:buFont typeface="Kalam"/>
              <a:buNone/>
              <a:defRPr>
                <a:latin typeface="Kalam"/>
                <a:ea typeface="Kalam"/>
                <a:cs typeface="Kalam"/>
                <a:sym typeface="Kalam"/>
              </a:defRPr>
            </a:lvl4pPr>
            <a:lvl5pPr lvl="4" rtl="0">
              <a:spcBef>
                <a:spcPts val="800"/>
              </a:spcBef>
              <a:spcAft>
                <a:spcPct val="0"/>
              </a:spcAft>
              <a:buSzPts val="1800"/>
              <a:buFont typeface="Kalam"/>
              <a:buNone/>
              <a:defRPr>
                <a:latin typeface="Kalam"/>
                <a:ea typeface="Kalam"/>
                <a:cs typeface="Kalam"/>
                <a:sym typeface="Kalam"/>
              </a:defRPr>
            </a:lvl5pPr>
            <a:lvl6pPr lvl="5" rtl="0">
              <a:spcBef>
                <a:spcPts val="600"/>
              </a:spcBef>
              <a:spcAft>
                <a:spcPct val="0"/>
              </a:spcAft>
              <a:buSzPts val="1800"/>
              <a:buFont typeface="Kalam"/>
              <a:buNone/>
              <a:defRPr>
                <a:latin typeface="Kalam"/>
                <a:ea typeface="Kalam"/>
                <a:cs typeface="Kalam"/>
                <a:sym typeface="Kalam"/>
              </a:defRPr>
            </a:lvl6pPr>
            <a:lvl7pPr lvl="6" rtl="0">
              <a:spcBef>
                <a:spcPts val="600"/>
              </a:spcBef>
              <a:spcAft>
                <a:spcPct val="0"/>
              </a:spcAft>
              <a:buSzPts val="1800"/>
              <a:buFont typeface="Kalam"/>
              <a:buNone/>
              <a:defRPr>
                <a:latin typeface="Kalam"/>
                <a:ea typeface="Kalam"/>
                <a:cs typeface="Kalam"/>
                <a:sym typeface="Kalam"/>
              </a:defRPr>
            </a:lvl7pPr>
            <a:lvl8pPr lvl="7" rtl="0">
              <a:spcBef>
                <a:spcPts val="400"/>
              </a:spcBef>
              <a:spcAft>
                <a:spcPct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13" name="Google Shape;413;p39"/>
          <p:cNvSpPr txBox="1"/>
          <p:nvPr>
            <p:ph type="subTitle" idx="2"/>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14" name="Google Shape;414;p39"/>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15" name="Google Shape;415;p39"/>
          <p:cNvSpPr txBox="1"/>
          <p:nvPr/>
        </p:nvSpPr>
        <p:spPr>
          <a:xfrm>
            <a:off x="2454488" y="21754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sp>
        <p:nvSpPr>
          <p:cNvPr id="416" name="Google Shape;416;p39"/>
          <p:cNvSpPr txBox="1"/>
          <p:nvPr/>
        </p:nvSpPr>
        <p:spPr>
          <a:xfrm>
            <a:off x="4848713" y="21754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pic>
        <p:nvPicPr>
          <p:cNvPr id="417" name="Google Shape;417;p39"/>
          <p:cNvPicPr preferRelativeResize="0"/>
          <p:nvPr/>
        </p:nvPicPr>
        <p:blipFill>
          <a:blip r:embed="rId3">
            <a:alphaModFix/>
          </a:blip>
          <a:stretch>
            <a:fillRect/>
          </a:stretch>
        </p:blipFill>
        <p:spPr>
          <a:xfrm>
            <a:off x="8528585" y="-11474"/>
            <a:ext cx="499700" cy="499700"/>
          </a:xfrm>
          <a:prstGeom prst="rect">
            <a:avLst/>
          </a:prstGeom>
          <a:noFill/>
          <a:ln>
            <a:noFill/>
          </a:ln>
        </p:spPr>
      </p:pic>
      <p:sp>
        <p:nvSpPr>
          <p:cNvPr id="418" name="Google Shape;418;p39"/>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3EEFB"/>
                </a:solidFill>
                <a:latin typeface="Lexend"/>
                <a:ea typeface="Lexend"/>
                <a:cs typeface="Lexend"/>
                <a:sym typeface="Lexend"/>
              </a:rPr>
              <a:t>Check</a:t>
            </a:r>
            <a:endParaRPr sz="900" b="1">
              <a:solidFill>
                <a:srgbClr val="F3EEFB"/>
              </a:solidFill>
              <a:latin typeface="Lexend"/>
              <a:ea typeface="Lexend"/>
              <a:cs typeface="Lexend"/>
              <a:sym typeface="Lexend"/>
            </a:endParaRPr>
          </a:p>
        </p:txBody>
      </p:sp>
      <p:sp>
        <p:nvSpPr>
          <p:cNvPr id="419" name="Google Shape;419;p39"/>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3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2 CfU true/false/why - jade">
  <p:cSld name="TITLE_AND_TWO_COLUMNS_1_1_9_1_3_1_1_1">
    <p:bg>
      <p:bgPr>
        <a:solidFill>
          <a:srgbClr val="E6F2F2"/>
        </a:solidFill>
      </p:bgPr>
    </p:bg>
    <p:spTree>
      <p:nvGrpSpPr>
        <p:cNvPr id="420" name="Shape 420"/>
        <p:cNvGrpSpPr/>
        <p:nvPr/>
      </p:nvGrpSpPr>
      <p:grpSpPr>
        <a:xfrm>
          <a:off x="0" y="0"/>
          <a:ext cx="0" cy="0"/>
        </a:xfrm>
      </p:grpSpPr>
      <p:pic>
        <p:nvPicPr>
          <p:cNvPr id="421" name="Google Shape;421;p40"/>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422" name="Google Shape;422;p40"/>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423" name="Google Shape;423;p40"/>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424" name="Google Shape;424;p40"/>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425" name="Google Shape;425;p40"/>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426" name="Google Shape;426;p40"/>
          <p:cNvPicPr preferRelativeResize="0"/>
          <p:nvPr/>
        </p:nvPicPr>
        <p:blipFill>
          <a:blip r:embed="rId3">
            <a:alphaModFix/>
          </a:blip>
          <a:stretch>
            <a:fillRect/>
          </a:stretch>
        </p:blipFill>
        <p:spPr>
          <a:xfrm>
            <a:off x="2429763" y="2085316"/>
            <a:ext cx="457425" cy="457425"/>
          </a:xfrm>
          <a:prstGeom prst="rect">
            <a:avLst/>
          </a:prstGeom>
          <a:noFill/>
          <a:ln>
            <a:noFill/>
          </a:ln>
        </p:spPr>
      </p:pic>
      <p:pic>
        <p:nvPicPr>
          <p:cNvPr id="427" name="Google Shape;427;p40"/>
          <p:cNvPicPr preferRelativeResize="0"/>
          <p:nvPr/>
        </p:nvPicPr>
        <p:blipFill>
          <a:blip r:embed="rId3">
            <a:alphaModFix/>
          </a:blip>
          <a:stretch>
            <a:fillRect/>
          </a:stretch>
        </p:blipFill>
        <p:spPr>
          <a:xfrm>
            <a:off x="4823988" y="2085316"/>
            <a:ext cx="457425" cy="457425"/>
          </a:xfrm>
          <a:prstGeom prst="rect">
            <a:avLst/>
          </a:prstGeom>
          <a:noFill/>
          <a:ln>
            <a:noFill/>
          </a:ln>
        </p:spPr>
      </p:pic>
      <p:sp>
        <p:nvSpPr>
          <p:cNvPr id="428" name="Google Shape;428;p40"/>
          <p:cNvSpPr txBox="1"/>
          <p:nvPr/>
        </p:nvSpPr>
        <p:spPr>
          <a:xfrm>
            <a:off x="3025325" y="21446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429" name="Google Shape;429;p40"/>
          <p:cNvSpPr txBox="1"/>
          <p:nvPr/>
        </p:nvSpPr>
        <p:spPr>
          <a:xfrm>
            <a:off x="5431100" y="21219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430" name="Google Shape;430;p40"/>
          <p:cNvSpPr txBox="1"/>
          <p:nvPr>
            <p:ph type="subTitle" idx="1"/>
          </p:nvPr>
        </p:nvSpPr>
        <p:spPr>
          <a:xfrm>
            <a:off x="324000" y="3577125"/>
            <a:ext cx="81093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Kalam"/>
              <a:buNone/>
              <a:defRPr sz="2200">
                <a:latin typeface="Kalam"/>
                <a:ea typeface="Kalam"/>
                <a:cs typeface="Kalam"/>
                <a:sym typeface="Kalam"/>
              </a:defRPr>
            </a:lvl1pPr>
            <a:lvl2pPr lvl="1" rtl="0">
              <a:spcBef>
                <a:spcPts val="1000"/>
              </a:spcBef>
              <a:spcAft>
                <a:spcPct val="0"/>
              </a:spcAft>
              <a:buSzPts val="2100"/>
              <a:buFont typeface="Kalam"/>
              <a:buNone/>
              <a:defRPr>
                <a:latin typeface="Kalam"/>
                <a:ea typeface="Kalam"/>
                <a:cs typeface="Kalam"/>
                <a:sym typeface="Kalam"/>
              </a:defRPr>
            </a:lvl2pPr>
            <a:lvl3pPr lvl="2" rtl="0">
              <a:spcBef>
                <a:spcPts val="1000"/>
              </a:spcBef>
              <a:spcAft>
                <a:spcPct val="0"/>
              </a:spcAft>
              <a:buSzPts val="2000"/>
              <a:buFont typeface="Kalam"/>
              <a:buNone/>
              <a:defRPr>
                <a:latin typeface="Kalam"/>
                <a:ea typeface="Kalam"/>
                <a:cs typeface="Kalam"/>
                <a:sym typeface="Kalam"/>
              </a:defRPr>
            </a:lvl3pPr>
            <a:lvl4pPr lvl="3" rtl="0">
              <a:spcBef>
                <a:spcPts val="800"/>
              </a:spcBef>
              <a:spcAft>
                <a:spcPct val="0"/>
              </a:spcAft>
              <a:buSzPts val="1900"/>
              <a:buFont typeface="Kalam"/>
              <a:buNone/>
              <a:defRPr>
                <a:latin typeface="Kalam"/>
                <a:ea typeface="Kalam"/>
                <a:cs typeface="Kalam"/>
                <a:sym typeface="Kalam"/>
              </a:defRPr>
            </a:lvl4pPr>
            <a:lvl5pPr lvl="4" rtl="0">
              <a:spcBef>
                <a:spcPts val="800"/>
              </a:spcBef>
              <a:spcAft>
                <a:spcPct val="0"/>
              </a:spcAft>
              <a:buSzPts val="1800"/>
              <a:buFont typeface="Kalam"/>
              <a:buNone/>
              <a:defRPr>
                <a:latin typeface="Kalam"/>
                <a:ea typeface="Kalam"/>
                <a:cs typeface="Kalam"/>
                <a:sym typeface="Kalam"/>
              </a:defRPr>
            </a:lvl5pPr>
            <a:lvl6pPr lvl="5" rtl="0">
              <a:spcBef>
                <a:spcPts val="600"/>
              </a:spcBef>
              <a:spcAft>
                <a:spcPct val="0"/>
              </a:spcAft>
              <a:buSzPts val="1800"/>
              <a:buFont typeface="Kalam"/>
              <a:buNone/>
              <a:defRPr>
                <a:latin typeface="Kalam"/>
                <a:ea typeface="Kalam"/>
                <a:cs typeface="Kalam"/>
                <a:sym typeface="Kalam"/>
              </a:defRPr>
            </a:lvl6pPr>
            <a:lvl7pPr lvl="6" rtl="0">
              <a:spcBef>
                <a:spcPts val="600"/>
              </a:spcBef>
              <a:spcAft>
                <a:spcPct val="0"/>
              </a:spcAft>
              <a:buSzPts val="1800"/>
              <a:buFont typeface="Kalam"/>
              <a:buNone/>
              <a:defRPr>
                <a:latin typeface="Kalam"/>
                <a:ea typeface="Kalam"/>
                <a:cs typeface="Kalam"/>
                <a:sym typeface="Kalam"/>
              </a:defRPr>
            </a:lvl7pPr>
            <a:lvl8pPr lvl="7" rtl="0">
              <a:spcBef>
                <a:spcPts val="400"/>
              </a:spcBef>
              <a:spcAft>
                <a:spcPct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31" name="Google Shape;431;p40"/>
          <p:cNvSpPr txBox="1"/>
          <p:nvPr>
            <p:ph type="subTitle" idx="2"/>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32" name="Google Shape;432;p40"/>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33" name="Google Shape;433;p40"/>
          <p:cNvSpPr txBox="1"/>
          <p:nvPr/>
        </p:nvSpPr>
        <p:spPr>
          <a:xfrm>
            <a:off x="2454488" y="21754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sp>
        <p:nvSpPr>
          <p:cNvPr id="434" name="Google Shape;434;p40"/>
          <p:cNvSpPr txBox="1"/>
          <p:nvPr/>
        </p:nvSpPr>
        <p:spPr>
          <a:xfrm>
            <a:off x="4848713" y="21754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spTree>
  </p:cSld>
  <p:clrMapOvr>
    <a:masterClrMapping/>
  </p:clrMapOvr>
  <p:transition/>
  <p:timing/>
</p:sldLayout>
</file>

<file path=ppt/slideLayouts/slideLayout4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2 CfU true/false/why - blue">
  <p:cSld name="TITLE_AND_TWO_COLUMNS_1_1_9_1_3_2">
    <p:bg>
      <p:bgPr>
        <a:solidFill>
          <a:srgbClr val="EBEDFE"/>
        </a:solidFill>
      </p:bgPr>
    </p:bg>
    <p:spTree>
      <p:nvGrpSpPr>
        <p:cNvPr id="435" name="Shape 435"/>
        <p:cNvGrpSpPr/>
        <p:nvPr/>
      </p:nvGrpSpPr>
      <p:grpSpPr>
        <a:xfrm>
          <a:off x="0" y="0"/>
          <a:ext cx="0" cy="0"/>
        </a:xfrm>
      </p:grpSpPr>
      <p:pic>
        <p:nvPicPr>
          <p:cNvPr id="436" name="Google Shape;436;p41"/>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437" name="Google Shape;437;p41"/>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438" name="Google Shape;438;p41"/>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439" name="Google Shape;439;p41"/>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440" name="Google Shape;440;p41"/>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441" name="Google Shape;441;p41"/>
          <p:cNvPicPr preferRelativeResize="0"/>
          <p:nvPr/>
        </p:nvPicPr>
        <p:blipFill>
          <a:blip r:embed="rId3">
            <a:alphaModFix/>
          </a:blip>
          <a:stretch>
            <a:fillRect/>
          </a:stretch>
        </p:blipFill>
        <p:spPr>
          <a:xfrm>
            <a:off x="2429763" y="2085316"/>
            <a:ext cx="457425" cy="457425"/>
          </a:xfrm>
          <a:prstGeom prst="rect">
            <a:avLst/>
          </a:prstGeom>
          <a:noFill/>
          <a:ln>
            <a:noFill/>
          </a:ln>
        </p:spPr>
      </p:pic>
      <p:pic>
        <p:nvPicPr>
          <p:cNvPr id="442" name="Google Shape;442;p41"/>
          <p:cNvPicPr preferRelativeResize="0"/>
          <p:nvPr/>
        </p:nvPicPr>
        <p:blipFill>
          <a:blip r:embed="rId3">
            <a:alphaModFix/>
          </a:blip>
          <a:stretch>
            <a:fillRect/>
          </a:stretch>
        </p:blipFill>
        <p:spPr>
          <a:xfrm>
            <a:off x="4823988" y="2085316"/>
            <a:ext cx="457425" cy="457425"/>
          </a:xfrm>
          <a:prstGeom prst="rect">
            <a:avLst/>
          </a:prstGeom>
          <a:noFill/>
          <a:ln>
            <a:noFill/>
          </a:ln>
        </p:spPr>
      </p:pic>
      <p:sp>
        <p:nvSpPr>
          <p:cNvPr id="443" name="Google Shape;443;p41"/>
          <p:cNvSpPr txBox="1"/>
          <p:nvPr/>
        </p:nvSpPr>
        <p:spPr>
          <a:xfrm>
            <a:off x="3025325" y="21446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444" name="Google Shape;444;p41"/>
          <p:cNvSpPr txBox="1"/>
          <p:nvPr/>
        </p:nvSpPr>
        <p:spPr>
          <a:xfrm>
            <a:off x="5431100" y="21219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445" name="Google Shape;445;p41"/>
          <p:cNvSpPr txBox="1"/>
          <p:nvPr>
            <p:ph type="subTitle" idx="1"/>
          </p:nvPr>
        </p:nvSpPr>
        <p:spPr>
          <a:xfrm>
            <a:off x="324000" y="3577125"/>
            <a:ext cx="81093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Kalam"/>
              <a:buNone/>
              <a:defRPr sz="2200">
                <a:latin typeface="Kalam"/>
                <a:ea typeface="Kalam"/>
                <a:cs typeface="Kalam"/>
                <a:sym typeface="Kalam"/>
              </a:defRPr>
            </a:lvl1pPr>
            <a:lvl2pPr lvl="1" rtl="0">
              <a:spcBef>
                <a:spcPts val="1000"/>
              </a:spcBef>
              <a:spcAft>
                <a:spcPct val="0"/>
              </a:spcAft>
              <a:buSzPts val="2100"/>
              <a:buFont typeface="Kalam"/>
              <a:buNone/>
              <a:defRPr>
                <a:latin typeface="Kalam"/>
                <a:ea typeface="Kalam"/>
                <a:cs typeface="Kalam"/>
                <a:sym typeface="Kalam"/>
              </a:defRPr>
            </a:lvl2pPr>
            <a:lvl3pPr lvl="2" rtl="0">
              <a:spcBef>
                <a:spcPts val="1000"/>
              </a:spcBef>
              <a:spcAft>
                <a:spcPct val="0"/>
              </a:spcAft>
              <a:buSzPts val="2000"/>
              <a:buFont typeface="Kalam"/>
              <a:buNone/>
              <a:defRPr>
                <a:latin typeface="Kalam"/>
                <a:ea typeface="Kalam"/>
                <a:cs typeface="Kalam"/>
                <a:sym typeface="Kalam"/>
              </a:defRPr>
            </a:lvl3pPr>
            <a:lvl4pPr lvl="3" rtl="0">
              <a:spcBef>
                <a:spcPts val="800"/>
              </a:spcBef>
              <a:spcAft>
                <a:spcPct val="0"/>
              </a:spcAft>
              <a:buSzPts val="1900"/>
              <a:buFont typeface="Kalam"/>
              <a:buNone/>
              <a:defRPr>
                <a:latin typeface="Kalam"/>
                <a:ea typeface="Kalam"/>
                <a:cs typeface="Kalam"/>
                <a:sym typeface="Kalam"/>
              </a:defRPr>
            </a:lvl4pPr>
            <a:lvl5pPr lvl="4" rtl="0">
              <a:spcBef>
                <a:spcPts val="800"/>
              </a:spcBef>
              <a:spcAft>
                <a:spcPct val="0"/>
              </a:spcAft>
              <a:buSzPts val="1800"/>
              <a:buFont typeface="Kalam"/>
              <a:buNone/>
              <a:defRPr>
                <a:latin typeface="Kalam"/>
                <a:ea typeface="Kalam"/>
                <a:cs typeface="Kalam"/>
                <a:sym typeface="Kalam"/>
              </a:defRPr>
            </a:lvl5pPr>
            <a:lvl6pPr lvl="5" rtl="0">
              <a:spcBef>
                <a:spcPts val="600"/>
              </a:spcBef>
              <a:spcAft>
                <a:spcPct val="0"/>
              </a:spcAft>
              <a:buSzPts val="1800"/>
              <a:buFont typeface="Kalam"/>
              <a:buNone/>
              <a:defRPr>
                <a:latin typeface="Kalam"/>
                <a:ea typeface="Kalam"/>
                <a:cs typeface="Kalam"/>
                <a:sym typeface="Kalam"/>
              </a:defRPr>
            </a:lvl6pPr>
            <a:lvl7pPr lvl="6" rtl="0">
              <a:spcBef>
                <a:spcPts val="600"/>
              </a:spcBef>
              <a:spcAft>
                <a:spcPct val="0"/>
              </a:spcAft>
              <a:buSzPts val="1800"/>
              <a:buFont typeface="Kalam"/>
              <a:buNone/>
              <a:defRPr>
                <a:latin typeface="Kalam"/>
                <a:ea typeface="Kalam"/>
                <a:cs typeface="Kalam"/>
                <a:sym typeface="Kalam"/>
              </a:defRPr>
            </a:lvl7pPr>
            <a:lvl8pPr lvl="7" rtl="0">
              <a:spcBef>
                <a:spcPts val="400"/>
              </a:spcBef>
              <a:spcAft>
                <a:spcPct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46" name="Google Shape;446;p41"/>
          <p:cNvSpPr txBox="1"/>
          <p:nvPr>
            <p:ph type="subTitle" idx="2"/>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47" name="Google Shape;447;p41"/>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48" name="Google Shape;448;p41"/>
          <p:cNvSpPr txBox="1"/>
          <p:nvPr/>
        </p:nvSpPr>
        <p:spPr>
          <a:xfrm>
            <a:off x="2454488" y="21754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sp>
        <p:nvSpPr>
          <p:cNvPr id="449" name="Google Shape;449;p41"/>
          <p:cNvSpPr txBox="1"/>
          <p:nvPr/>
        </p:nvSpPr>
        <p:spPr>
          <a:xfrm>
            <a:off x="4848713" y="21754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spTree>
  </p:cSld>
  <p:clrMapOvr>
    <a:masterClrMapping/>
  </p:clrMapOvr>
  <p:transition/>
  <p:timing/>
</p:sldLayout>
</file>

<file path=ppt/slideLayouts/slideLayout4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2 CfU true/false/why - pink">
  <p:cSld name="TITLE_AND_TWO_COLUMNS_1_1_9_1_3_1_1_1_1">
    <p:bg>
      <p:bgPr>
        <a:solidFill>
          <a:srgbClr val="FAEAF6"/>
        </a:solidFill>
      </p:bgPr>
    </p:bg>
    <p:spTree>
      <p:nvGrpSpPr>
        <p:cNvPr id="450" name="Shape 450"/>
        <p:cNvGrpSpPr/>
        <p:nvPr/>
      </p:nvGrpSpPr>
      <p:grpSpPr>
        <a:xfrm>
          <a:off x="0" y="0"/>
          <a:ext cx="0" cy="0"/>
        </a:xfrm>
      </p:grpSpPr>
      <p:pic>
        <p:nvPicPr>
          <p:cNvPr id="451" name="Google Shape;451;p42"/>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452" name="Google Shape;452;p42"/>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453" name="Google Shape;453;p42"/>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454" name="Google Shape;454;p42"/>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455" name="Google Shape;455;p42"/>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456" name="Google Shape;456;p42"/>
          <p:cNvPicPr preferRelativeResize="0"/>
          <p:nvPr/>
        </p:nvPicPr>
        <p:blipFill>
          <a:blip r:embed="rId3">
            <a:alphaModFix/>
          </a:blip>
          <a:stretch>
            <a:fillRect/>
          </a:stretch>
        </p:blipFill>
        <p:spPr>
          <a:xfrm>
            <a:off x="2429763" y="2085316"/>
            <a:ext cx="457425" cy="457425"/>
          </a:xfrm>
          <a:prstGeom prst="rect">
            <a:avLst/>
          </a:prstGeom>
          <a:noFill/>
          <a:ln>
            <a:noFill/>
          </a:ln>
        </p:spPr>
      </p:pic>
      <p:pic>
        <p:nvPicPr>
          <p:cNvPr id="457" name="Google Shape;457;p42"/>
          <p:cNvPicPr preferRelativeResize="0"/>
          <p:nvPr/>
        </p:nvPicPr>
        <p:blipFill>
          <a:blip r:embed="rId3">
            <a:alphaModFix/>
          </a:blip>
          <a:stretch>
            <a:fillRect/>
          </a:stretch>
        </p:blipFill>
        <p:spPr>
          <a:xfrm>
            <a:off x="4823988" y="2085316"/>
            <a:ext cx="457425" cy="457425"/>
          </a:xfrm>
          <a:prstGeom prst="rect">
            <a:avLst/>
          </a:prstGeom>
          <a:noFill/>
          <a:ln>
            <a:noFill/>
          </a:ln>
        </p:spPr>
      </p:pic>
      <p:sp>
        <p:nvSpPr>
          <p:cNvPr id="458" name="Google Shape;458;p42"/>
          <p:cNvSpPr txBox="1"/>
          <p:nvPr/>
        </p:nvSpPr>
        <p:spPr>
          <a:xfrm>
            <a:off x="3025325" y="21446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459" name="Google Shape;459;p42"/>
          <p:cNvSpPr txBox="1"/>
          <p:nvPr/>
        </p:nvSpPr>
        <p:spPr>
          <a:xfrm>
            <a:off x="5431100" y="21219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460" name="Google Shape;460;p42"/>
          <p:cNvSpPr txBox="1"/>
          <p:nvPr>
            <p:ph type="subTitle" idx="1"/>
          </p:nvPr>
        </p:nvSpPr>
        <p:spPr>
          <a:xfrm>
            <a:off x="324000" y="3577125"/>
            <a:ext cx="81093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Kalam"/>
              <a:buNone/>
              <a:defRPr sz="2200">
                <a:latin typeface="Kalam"/>
                <a:ea typeface="Kalam"/>
                <a:cs typeface="Kalam"/>
                <a:sym typeface="Kalam"/>
              </a:defRPr>
            </a:lvl1pPr>
            <a:lvl2pPr lvl="1" rtl="0">
              <a:spcBef>
                <a:spcPts val="1000"/>
              </a:spcBef>
              <a:spcAft>
                <a:spcPct val="0"/>
              </a:spcAft>
              <a:buSzPts val="2100"/>
              <a:buFont typeface="Kalam"/>
              <a:buNone/>
              <a:defRPr>
                <a:latin typeface="Kalam"/>
                <a:ea typeface="Kalam"/>
                <a:cs typeface="Kalam"/>
                <a:sym typeface="Kalam"/>
              </a:defRPr>
            </a:lvl2pPr>
            <a:lvl3pPr lvl="2" rtl="0">
              <a:spcBef>
                <a:spcPts val="1000"/>
              </a:spcBef>
              <a:spcAft>
                <a:spcPct val="0"/>
              </a:spcAft>
              <a:buSzPts val="2000"/>
              <a:buFont typeface="Kalam"/>
              <a:buNone/>
              <a:defRPr>
                <a:latin typeface="Kalam"/>
                <a:ea typeface="Kalam"/>
                <a:cs typeface="Kalam"/>
                <a:sym typeface="Kalam"/>
              </a:defRPr>
            </a:lvl3pPr>
            <a:lvl4pPr lvl="3" rtl="0">
              <a:spcBef>
                <a:spcPts val="800"/>
              </a:spcBef>
              <a:spcAft>
                <a:spcPct val="0"/>
              </a:spcAft>
              <a:buSzPts val="1900"/>
              <a:buFont typeface="Kalam"/>
              <a:buNone/>
              <a:defRPr>
                <a:latin typeface="Kalam"/>
                <a:ea typeface="Kalam"/>
                <a:cs typeface="Kalam"/>
                <a:sym typeface="Kalam"/>
              </a:defRPr>
            </a:lvl4pPr>
            <a:lvl5pPr lvl="4" rtl="0">
              <a:spcBef>
                <a:spcPts val="800"/>
              </a:spcBef>
              <a:spcAft>
                <a:spcPct val="0"/>
              </a:spcAft>
              <a:buSzPts val="1800"/>
              <a:buFont typeface="Kalam"/>
              <a:buNone/>
              <a:defRPr>
                <a:latin typeface="Kalam"/>
                <a:ea typeface="Kalam"/>
                <a:cs typeface="Kalam"/>
                <a:sym typeface="Kalam"/>
              </a:defRPr>
            </a:lvl5pPr>
            <a:lvl6pPr lvl="5" rtl="0">
              <a:spcBef>
                <a:spcPts val="600"/>
              </a:spcBef>
              <a:spcAft>
                <a:spcPct val="0"/>
              </a:spcAft>
              <a:buSzPts val="1800"/>
              <a:buFont typeface="Kalam"/>
              <a:buNone/>
              <a:defRPr>
                <a:latin typeface="Kalam"/>
                <a:ea typeface="Kalam"/>
                <a:cs typeface="Kalam"/>
                <a:sym typeface="Kalam"/>
              </a:defRPr>
            </a:lvl6pPr>
            <a:lvl7pPr lvl="6" rtl="0">
              <a:spcBef>
                <a:spcPts val="600"/>
              </a:spcBef>
              <a:spcAft>
                <a:spcPct val="0"/>
              </a:spcAft>
              <a:buSzPts val="1800"/>
              <a:buFont typeface="Kalam"/>
              <a:buNone/>
              <a:defRPr>
                <a:latin typeface="Kalam"/>
                <a:ea typeface="Kalam"/>
                <a:cs typeface="Kalam"/>
                <a:sym typeface="Kalam"/>
              </a:defRPr>
            </a:lvl7pPr>
            <a:lvl8pPr lvl="7" rtl="0">
              <a:spcBef>
                <a:spcPts val="400"/>
              </a:spcBef>
              <a:spcAft>
                <a:spcPct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61" name="Google Shape;461;p42"/>
          <p:cNvSpPr txBox="1"/>
          <p:nvPr>
            <p:ph type="subTitle" idx="2"/>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62" name="Google Shape;462;p42"/>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63" name="Google Shape;463;p42"/>
          <p:cNvSpPr txBox="1"/>
          <p:nvPr/>
        </p:nvSpPr>
        <p:spPr>
          <a:xfrm>
            <a:off x="2454488" y="21754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sp>
        <p:nvSpPr>
          <p:cNvPr id="464" name="Google Shape;464;p42"/>
          <p:cNvSpPr txBox="1"/>
          <p:nvPr/>
        </p:nvSpPr>
        <p:spPr>
          <a:xfrm>
            <a:off x="4848713" y="21754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spTree>
  </p:cSld>
  <p:clrMapOvr>
    <a:masterClrMapping/>
  </p:clrMapOvr>
  <p:transition/>
  <p:timing/>
</p:sldLayout>
</file>

<file path=ppt/slideLayouts/slideLayout4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3 CfU 3 options - purple">
  <p:cSld name="TITLE_AND_TWO_COLUMNS_1_1_7_1">
    <p:bg>
      <p:bgPr>
        <a:solidFill>
          <a:srgbClr val="F3EEFB"/>
        </a:solidFill>
      </p:bgPr>
    </p:bg>
    <p:spTree>
      <p:nvGrpSpPr>
        <p:cNvPr id="465" name="Shape 465"/>
        <p:cNvGrpSpPr/>
        <p:nvPr/>
      </p:nvGrpSpPr>
      <p:grpSpPr>
        <a:xfrm>
          <a:off x="0" y="0"/>
          <a:ext cx="0" cy="0"/>
        </a:xfrm>
      </p:grpSpPr>
      <p:pic>
        <p:nvPicPr>
          <p:cNvPr id="466" name="Google Shape;466;p43"/>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467" name="Google Shape;467;p43"/>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68" name="Google Shape;468;p43"/>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469" name="Google Shape;469;p43"/>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470" name="Google Shape;470;p43"/>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471" name="Google Shape;471;p43"/>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72" name="Google Shape;472;p43"/>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73" name="Google Shape;473;p43"/>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74" name="Google Shape;474;p43"/>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475" name="Google Shape;475;p43"/>
          <p:cNvGrpSpPr/>
          <p:nvPr/>
        </p:nvGrpSpPr>
        <p:grpSpPr>
          <a:xfrm>
            <a:off x="323653" y="1804438"/>
            <a:ext cx="457200" cy="457200"/>
            <a:chOff x="1020916" y="1442088"/>
            <a:chExt cx="457200" cy="457200"/>
          </a:xfrm>
        </p:grpSpPr>
        <p:pic>
          <p:nvPicPr>
            <p:cNvPr id="476" name="Google Shape;476;p4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77" name="Google Shape;477;p4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478" name="Google Shape;478;p43"/>
          <p:cNvGrpSpPr/>
          <p:nvPr/>
        </p:nvGrpSpPr>
        <p:grpSpPr>
          <a:xfrm>
            <a:off x="323653" y="2766575"/>
            <a:ext cx="457200" cy="457200"/>
            <a:chOff x="1020916" y="1442088"/>
            <a:chExt cx="457200" cy="457200"/>
          </a:xfrm>
        </p:grpSpPr>
        <p:pic>
          <p:nvPicPr>
            <p:cNvPr id="479" name="Google Shape;479;p4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80" name="Google Shape;480;p4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481" name="Google Shape;481;p43"/>
          <p:cNvGrpSpPr/>
          <p:nvPr/>
        </p:nvGrpSpPr>
        <p:grpSpPr>
          <a:xfrm>
            <a:off x="323641" y="3729038"/>
            <a:ext cx="457200" cy="457200"/>
            <a:chOff x="1020916" y="1442088"/>
            <a:chExt cx="457200" cy="457200"/>
          </a:xfrm>
        </p:grpSpPr>
        <p:pic>
          <p:nvPicPr>
            <p:cNvPr id="482" name="Google Shape;482;p4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83" name="Google Shape;483;p4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4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3 CfU 3 options - jade">
  <p:cSld name="TITLE_AND_TWO_COLUMNS_1_1_7_1_1_1">
    <p:bg>
      <p:bgPr>
        <a:solidFill>
          <a:srgbClr val="E6F2F2"/>
        </a:solidFill>
      </p:bgPr>
    </p:bg>
    <p:spTree>
      <p:nvGrpSpPr>
        <p:cNvPr id="484" name="Shape 484"/>
        <p:cNvGrpSpPr/>
        <p:nvPr/>
      </p:nvGrpSpPr>
      <p:grpSpPr>
        <a:xfrm>
          <a:off x="0" y="0"/>
          <a:ext cx="0" cy="0"/>
        </a:xfrm>
      </p:grpSpPr>
      <p:pic>
        <p:nvPicPr>
          <p:cNvPr id="485" name="Google Shape;485;p44"/>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486" name="Google Shape;486;p44"/>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87" name="Google Shape;487;p44"/>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488" name="Google Shape;488;p44"/>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489" name="Google Shape;489;p44"/>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490" name="Google Shape;490;p44"/>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91" name="Google Shape;491;p44"/>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92" name="Google Shape;492;p44"/>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93" name="Google Shape;493;p44"/>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494" name="Google Shape;494;p44"/>
          <p:cNvGrpSpPr/>
          <p:nvPr/>
        </p:nvGrpSpPr>
        <p:grpSpPr>
          <a:xfrm>
            <a:off x="323653" y="1804438"/>
            <a:ext cx="457200" cy="457200"/>
            <a:chOff x="1020916" y="1442088"/>
            <a:chExt cx="457200" cy="457200"/>
          </a:xfrm>
        </p:grpSpPr>
        <p:pic>
          <p:nvPicPr>
            <p:cNvPr id="495" name="Google Shape;495;p4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96" name="Google Shape;496;p44"/>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497" name="Google Shape;497;p44"/>
          <p:cNvGrpSpPr/>
          <p:nvPr/>
        </p:nvGrpSpPr>
        <p:grpSpPr>
          <a:xfrm>
            <a:off x="323653" y="2766575"/>
            <a:ext cx="457200" cy="457200"/>
            <a:chOff x="1020916" y="1442088"/>
            <a:chExt cx="457200" cy="457200"/>
          </a:xfrm>
        </p:grpSpPr>
        <p:pic>
          <p:nvPicPr>
            <p:cNvPr id="498" name="Google Shape;498;p4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99" name="Google Shape;499;p44"/>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500" name="Google Shape;500;p44"/>
          <p:cNvGrpSpPr/>
          <p:nvPr/>
        </p:nvGrpSpPr>
        <p:grpSpPr>
          <a:xfrm>
            <a:off x="323641" y="3729038"/>
            <a:ext cx="457200" cy="457200"/>
            <a:chOff x="1020916" y="1442088"/>
            <a:chExt cx="457200" cy="457200"/>
          </a:xfrm>
        </p:grpSpPr>
        <p:pic>
          <p:nvPicPr>
            <p:cNvPr id="501" name="Google Shape;501;p4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02" name="Google Shape;502;p44"/>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4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3 CfU 3 options - blue">
  <p:cSld name="TITLE_AND_TWO_COLUMNS_1_1_7_2">
    <p:bg>
      <p:bgPr>
        <a:solidFill>
          <a:srgbClr val="EBEDFE"/>
        </a:solidFill>
      </p:bgPr>
    </p:bg>
    <p:spTree>
      <p:nvGrpSpPr>
        <p:cNvPr id="503" name="Shape 503"/>
        <p:cNvGrpSpPr/>
        <p:nvPr/>
      </p:nvGrpSpPr>
      <p:grpSpPr>
        <a:xfrm>
          <a:off x="0" y="0"/>
          <a:ext cx="0" cy="0"/>
        </a:xfrm>
      </p:grpSpPr>
      <p:pic>
        <p:nvPicPr>
          <p:cNvPr id="504" name="Google Shape;504;p45"/>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505" name="Google Shape;505;p45"/>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06" name="Google Shape;506;p45"/>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507" name="Google Shape;507;p45"/>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08" name="Google Shape;508;p45"/>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509" name="Google Shape;509;p45"/>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10" name="Google Shape;510;p45"/>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11" name="Google Shape;511;p45"/>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12" name="Google Shape;512;p45"/>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513" name="Google Shape;513;p45"/>
          <p:cNvGrpSpPr/>
          <p:nvPr/>
        </p:nvGrpSpPr>
        <p:grpSpPr>
          <a:xfrm>
            <a:off x="323653" y="1804438"/>
            <a:ext cx="457200" cy="457200"/>
            <a:chOff x="1020916" y="1442088"/>
            <a:chExt cx="457200" cy="457200"/>
          </a:xfrm>
        </p:grpSpPr>
        <p:pic>
          <p:nvPicPr>
            <p:cNvPr id="514" name="Google Shape;514;p4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15" name="Google Shape;515;p45"/>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516" name="Google Shape;516;p45"/>
          <p:cNvGrpSpPr/>
          <p:nvPr/>
        </p:nvGrpSpPr>
        <p:grpSpPr>
          <a:xfrm>
            <a:off x="323653" y="2766575"/>
            <a:ext cx="457200" cy="457200"/>
            <a:chOff x="1020916" y="1442088"/>
            <a:chExt cx="457200" cy="457200"/>
          </a:xfrm>
        </p:grpSpPr>
        <p:pic>
          <p:nvPicPr>
            <p:cNvPr id="517" name="Google Shape;517;p4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18" name="Google Shape;518;p45"/>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519" name="Google Shape;519;p45"/>
          <p:cNvGrpSpPr/>
          <p:nvPr/>
        </p:nvGrpSpPr>
        <p:grpSpPr>
          <a:xfrm>
            <a:off x="323641" y="3729038"/>
            <a:ext cx="457200" cy="457200"/>
            <a:chOff x="1020916" y="1442088"/>
            <a:chExt cx="457200" cy="457200"/>
          </a:xfrm>
        </p:grpSpPr>
        <p:pic>
          <p:nvPicPr>
            <p:cNvPr id="520" name="Google Shape;520;p4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21" name="Google Shape;521;p45"/>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4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3 CfU 3 options - pink">
  <p:cSld name="TITLE_AND_TWO_COLUMNS_1_1_7_1_1_1_1">
    <p:bg>
      <p:bgPr>
        <a:solidFill>
          <a:srgbClr val="FAEAF6"/>
        </a:solidFill>
      </p:bgPr>
    </p:bg>
    <p:spTree>
      <p:nvGrpSpPr>
        <p:cNvPr id="522" name="Shape 522"/>
        <p:cNvGrpSpPr/>
        <p:nvPr/>
      </p:nvGrpSpPr>
      <p:grpSpPr>
        <a:xfrm>
          <a:off x="0" y="0"/>
          <a:ext cx="0" cy="0"/>
        </a:xfrm>
      </p:grpSpPr>
      <p:pic>
        <p:nvPicPr>
          <p:cNvPr id="523" name="Google Shape;523;p46"/>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524" name="Google Shape;524;p46"/>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25" name="Google Shape;525;p46"/>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526" name="Google Shape;526;p46"/>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27" name="Google Shape;527;p46"/>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528" name="Google Shape;528;p46"/>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29" name="Google Shape;529;p46"/>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30" name="Google Shape;530;p46"/>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31" name="Google Shape;531;p46"/>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532" name="Google Shape;532;p46"/>
          <p:cNvGrpSpPr/>
          <p:nvPr/>
        </p:nvGrpSpPr>
        <p:grpSpPr>
          <a:xfrm>
            <a:off x="323653" y="1804438"/>
            <a:ext cx="457200" cy="457200"/>
            <a:chOff x="1020916" y="1442088"/>
            <a:chExt cx="457200" cy="457200"/>
          </a:xfrm>
        </p:grpSpPr>
        <p:pic>
          <p:nvPicPr>
            <p:cNvPr id="533" name="Google Shape;533;p4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34" name="Google Shape;534;p46"/>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535" name="Google Shape;535;p46"/>
          <p:cNvGrpSpPr/>
          <p:nvPr/>
        </p:nvGrpSpPr>
        <p:grpSpPr>
          <a:xfrm>
            <a:off x="323653" y="2766575"/>
            <a:ext cx="457200" cy="457200"/>
            <a:chOff x="1020916" y="1442088"/>
            <a:chExt cx="457200" cy="457200"/>
          </a:xfrm>
        </p:grpSpPr>
        <p:pic>
          <p:nvPicPr>
            <p:cNvPr id="536" name="Google Shape;536;p4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37" name="Google Shape;537;p46"/>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538" name="Google Shape;538;p46"/>
          <p:cNvGrpSpPr/>
          <p:nvPr/>
        </p:nvGrpSpPr>
        <p:grpSpPr>
          <a:xfrm>
            <a:off x="323641" y="3729038"/>
            <a:ext cx="457200" cy="457200"/>
            <a:chOff x="1020916" y="1442088"/>
            <a:chExt cx="457200" cy="457200"/>
          </a:xfrm>
        </p:grpSpPr>
        <p:pic>
          <p:nvPicPr>
            <p:cNvPr id="539" name="Google Shape;539;p4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40" name="Google Shape;540;p46"/>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4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4 CfU 4 options - purple">
  <p:cSld name="TITLE_AND_TWO_COLUMNS_1_1_8_1">
    <p:bg>
      <p:bgPr>
        <a:solidFill>
          <a:srgbClr val="F3EEFB"/>
        </a:solidFill>
      </p:bgPr>
    </p:bg>
    <p:spTree>
      <p:nvGrpSpPr>
        <p:cNvPr id="541" name="Shape 541"/>
        <p:cNvGrpSpPr/>
        <p:nvPr/>
      </p:nvGrpSpPr>
      <p:grpSpPr>
        <a:xfrm>
          <a:off x="0" y="0"/>
          <a:ext cx="0" cy="0"/>
        </a:xfrm>
      </p:grpSpPr>
      <p:pic>
        <p:nvPicPr>
          <p:cNvPr id="542" name="Google Shape;542;p47"/>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543" name="Google Shape;543;p47"/>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44" name="Google Shape;544;p47"/>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545" name="Google Shape;545;p47"/>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46" name="Google Shape;546;p47"/>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547" name="Google Shape;547;p47"/>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48" name="Google Shape;548;p47"/>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49" name="Google Shape;549;p47"/>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50" name="Google Shape;550;p47"/>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51" name="Google Shape;551;p47"/>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552" name="Google Shape;552;p47"/>
          <p:cNvGrpSpPr/>
          <p:nvPr/>
        </p:nvGrpSpPr>
        <p:grpSpPr>
          <a:xfrm>
            <a:off x="323653" y="1652038"/>
            <a:ext cx="457200" cy="457200"/>
            <a:chOff x="1020916" y="1442088"/>
            <a:chExt cx="457200" cy="457200"/>
          </a:xfrm>
        </p:grpSpPr>
        <p:pic>
          <p:nvPicPr>
            <p:cNvPr id="553" name="Google Shape;553;p4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54" name="Google Shape;554;p47"/>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555" name="Google Shape;555;p47"/>
          <p:cNvGrpSpPr/>
          <p:nvPr/>
        </p:nvGrpSpPr>
        <p:grpSpPr>
          <a:xfrm>
            <a:off x="323653" y="2461775"/>
            <a:ext cx="457200" cy="457200"/>
            <a:chOff x="1020916" y="1442088"/>
            <a:chExt cx="457200" cy="457200"/>
          </a:xfrm>
        </p:grpSpPr>
        <p:pic>
          <p:nvPicPr>
            <p:cNvPr id="556" name="Google Shape;556;p4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57" name="Google Shape;557;p47"/>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558" name="Google Shape;558;p47"/>
          <p:cNvGrpSpPr/>
          <p:nvPr/>
        </p:nvGrpSpPr>
        <p:grpSpPr>
          <a:xfrm>
            <a:off x="323641" y="3271838"/>
            <a:ext cx="457200" cy="457200"/>
            <a:chOff x="1020916" y="1442088"/>
            <a:chExt cx="457200" cy="457200"/>
          </a:xfrm>
        </p:grpSpPr>
        <p:pic>
          <p:nvPicPr>
            <p:cNvPr id="559" name="Google Shape;559;p4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60" name="Google Shape;560;p47"/>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561" name="Google Shape;561;p47"/>
          <p:cNvGrpSpPr/>
          <p:nvPr/>
        </p:nvGrpSpPr>
        <p:grpSpPr>
          <a:xfrm>
            <a:off x="323641" y="4081763"/>
            <a:ext cx="457200" cy="457200"/>
            <a:chOff x="1020916" y="1442088"/>
            <a:chExt cx="457200" cy="457200"/>
          </a:xfrm>
        </p:grpSpPr>
        <p:pic>
          <p:nvPicPr>
            <p:cNvPr id="562" name="Google Shape;562;p4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63" name="Google Shape;563;p47"/>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4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4 CfU 4 options - jade">
  <p:cSld name="TITLE_AND_TWO_COLUMNS_1_1_8_1_1_1">
    <p:bg>
      <p:bgPr>
        <a:solidFill>
          <a:srgbClr val="E6F2F2"/>
        </a:solidFill>
      </p:bgPr>
    </p:bg>
    <p:spTree>
      <p:nvGrpSpPr>
        <p:cNvPr id="564" name="Shape 564"/>
        <p:cNvGrpSpPr/>
        <p:nvPr/>
      </p:nvGrpSpPr>
      <p:grpSpPr>
        <a:xfrm>
          <a:off x="0" y="0"/>
          <a:ext cx="0" cy="0"/>
        </a:xfrm>
      </p:grpSpPr>
      <p:pic>
        <p:nvPicPr>
          <p:cNvPr id="565" name="Google Shape;565;p48"/>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566" name="Google Shape;566;p48"/>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67" name="Google Shape;567;p48"/>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568" name="Google Shape;568;p48"/>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69" name="Google Shape;569;p48"/>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570" name="Google Shape;570;p48"/>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71" name="Google Shape;571;p48"/>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72" name="Google Shape;572;p48"/>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73" name="Google Shape;573;p48"/>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74" name="Google Shape;574;p48"/>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575" name="Google Shape;575;p48"/>
          <p:cNvGrpSpPr/>
          <p:nvPr/>
        </p:nvGrpSpPr>
        <p:grpSpPr>
          <a:xfrm>
            <a:off x="323653" y="1652038"/>
            <a:ext cx="457200" cy="457200"/>
            <a:chOff x="1020916" y="1442088"/>
            <a:chExt cx="457200" cy="457200"/>
          </a:xfrm>
        </p:grpSpPr>
        <p:pic>
          <p:nvPicPr>
            <p:cNvPr id="576" name="Google Shape;576;p4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77" name="Google Shape;577;p4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578" name="Google Shape;578;p48"/>
          <p:cNvGrpSpPr/>
          <p:nvPr/>
        </p:nvGrpSpPr>
        <p:grpSpPr>
          <a:xfrm>
            <a:off x="323653" y="2461775"/>
            <a:ext cx="457200" cy="457200"/>
            <a:chOff x="1020916" y="1442088"/>
            <a:chExt cx="457200" cy="457200"/>
          </a:xfrm>
        </p:grpSpPr>
        <p:pic>
          <p:nvPicPr>
            <p:cNvPr id="579" name="Google Shape;579;p4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80" name="Google Shape;580;p4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581" name="Google Shape;581;p48"/>
          <p:cNvGrpSpPr/>
          <p:nvPr/>
        </p:nvGrpSpPr>
        <p:grpSpPr>
          <a:xfrm>
            <a:off x="323641" y="3271838"/>
            <a:ext cx="457200" cy="457200"/>
            <a:chOff x="1020916" y="1442088"/>
            <a:chExt cx="457200" cy="457200"/>
          </a:xfrm>
        </p:grpSpPr>
        <p:pic>
          <p:nvPicPr>
            <p:cNvPr id="582" name="Google Shape;582;p4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83" name="Google Shape;583;p4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584" name="Google Shape;584;p48"/>
          <p:cNvGrpSpPr/>
          <p:nvPr/>
        </p:nvGrpSpPr>
        <p:grpSpPr>
          <a:xfrm>
            <a:off x="323641" y="4081763"/>
            <a:ext cx="457200" cy="457200"/>
            <a:chOff x="1020916" y="1442088"/>
            <a:chExt cx="457200" cy="457200"/>
          </a:xfrm>
        </p:grpSpPr>
        <p:pic>
          <p:nvPicPr>
            <p:cNvPr id="585" name="Google Shape;585;p4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86" name="Google Shape;586;p4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4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4 CfU 4 options - blue">
  <p:cSld name="TITLE_AND_TWO_COLUMNS_1_1_8_2">
    <p:bg>
      <p:bgPr>
        <a:solidFill>
          <a:srgbClr val="EBEDFE"/>
        </a:solidFill>
      </p:bgPr>
    </p:bg>
    <p:spTree>
      <p:nvGrpSpPr>
        <p:cNvPr id="587" name="Shape 587"/>
        <p:cNvGrpSpPr/>
        <p:nvPr/>
      </p:nvGrpSpPr>
      <p:grpSpPr>
        <a:xfrm>
          <a:off x="0" y="0"/>
          <a:ext cx="0" cy="0"/>
        </a:xfrm>
      </p:grpSpPr>
      <p:pic>
        <p:nvPicPr>
          <p:cNvPr id="588" name="Google Shape;588;p49"/>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589" name="Google Shape;589;p49"/>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90" name="Google Shape;590;p49"/>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591" name="Google Shape;591;p49"/>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92" name="Google Shape;592;p49"/>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593" name="Google Shape;593;p49"/>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94" name="Google Shape;594;p49"/>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95" name="Google Shape;595;p49"/>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96" name="Google Shape;596;p49"/>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97" name="Google Shape;597;p49"/>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598" name="Google Shape;598;p49"/>
          <p:cNvGrpSpPr/>
          <p:nvPr/>
        </p:nvGrpSpPr>
        <p:grpSpPr>
          <a:xfrm>
            <a:off x="323653" y="1652038"/>
            <a:ext cx="457200" cy="457200"/>
            <a:chOff x="1020916" y="1442088"/>
            <a:chExt cx="457200" cy="457200"/>
          </a:xfrm>
        </p:grpSpPr>
        <p:pic>
          <p:nvPicPr>
            <p:cNvPr id="599" name="Google Shape;599;p4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00" name="Google Shape;600;p4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601" name="Google Shape;601;p49"/>
          <p:cNvGrpSpPr/>
          <p:nvPr/>
        </p:nvGrpSpPr>
        <p:grpSpPr>
          <a:xfrm>
            <a:off x="323653" y="2461775"/>
            <a:ext cx="457200" cy="457200"/>
            <a:chOff x="1020916" y="1442088"/>
            <a:chExt cx="457200" cy="457200"/>
          </a:xfrm>
        </p:grpSpPr>
        <p:pic>
          <p:nvPicPr>
            <p:cNvPr id="602" name="Google Shape;602;p4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03" name="Google Shape;603;p4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604" name="Google Shape;604;p49"/>
          <p:cNvGrpSpPr/>
          <p:nvPr/>
        </p:nvGrpSpPr>
        <p:grpSpPr>
          <a:xfrm>
            <a:off x="323641" y="3271838"/>
            <a:ext cx="457200" cy="457200"/>
            <a:chOff x="1020916" y="1442088"/>
            <a:chExt cx="457200" cy="457200"/>
          </a:xfrm>
        </p:grpSpPr>
        <p:pic>
          <p:nvPicPr>
            <p:cNvPr id="605" name="Google Shape;605;p4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06" name="Google Shape;606;p4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607" name="Google Shape;607;p49"/>
          <p:cNvGrpSpPr/>
          <p:nvPr/>
        </p:nvGrpSpPr>
        <p:grpSpPr>
          <a:xfrm>
            <a:off x="323641" y="4081763"/>
            <a:ext cx="457200" cy="457200"/>
            <a:chOff x="1020916" y="1442088"/>
            <a:chExt cx="457200" cy="457200"/>
          </a:xfrm>
        </p:grpSpPr>
        <p:pic>
          <p:nvPicPr>
            <p:cNvPr id="608" name="Google Shape;608;p4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09" name="Google Shape;609;p4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4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4 CfU 4 options - pink">
  <p:cSld name="TITLE_AND_TWO_COLUMNS_1_1_8_1_1_1_1">
    <p:bg>
      <p:bgPr>
        <a:solidFill>
          <a:srgbClr val="FAEAF6"/>
        </a:solidFill>
      </p:bgPr>
    </p:bg>
    <p:spTree>
      <p:nvGrpSpPr>
        <p:cNvPr id="610" name="Shape 610"/>
        <p:cNvGrpSpPr/>
        <p:nvPr/>
      </p:nvGrpSpPr>
      <p:grpSpPr>
        <a:xfrm>
          <a:off x="0" y="0"/>
          <a:ext cx="0" cy="0"/>
        </a:xfrm>
      </p:grpSpPr>
      <p:pic>
        <p:nvPicPr>
          <p:cNvPr id="611" name="Google Shape;611;p50"/>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612" name="Google Shape;612;p50"/>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13" name="Google Shape;613;p50"/>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614" name="Google Shape;614;p50"/>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15" name="Google Shape;615;p50"/>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616" name="Google Shape;616;p50"/>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17" name="Google Shape;617;p50"/>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618" name="Google Shape;618;p50"/>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619" name="Google Shape;619;p50"/>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620" name="Google Shape;620;p50"/>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621" name="Google Shape;621;p50"/>
          <p:cNvGrpSpPr/>
          <p:nvPr/>
        </p:nvGrpSpPr>
        <p:grpSpPr>
          <a:xfrm>
            <a:off x="323653" y="1652038"/>
            <a:ext cx="457200" cy="457200"/>
            <a:chOff x="1020916" y="1442088"/>
            <a:chExt cx="457200" cy="457200"/>
          </a:xfrm>
        </p:grpSpPr>
        <p:pic>
          <p:nvPicPr>
            <p:cNvPr id="622" name="Google Shape;622;p5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23" name="Google Shape;623;p5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624" name="Google Shape;624;p50"/>
          <p:cNvGrpSpPr/>
          <p:nvPr/>
        </p:nvGrpSpPr>
        <p:grpSpPr>
          <a:xfrm>
            <a:off x="323653" y="2461775"/>
            <a:ext cx="457200" cy="457200"/>
            <a:chOff x="1020916" y="1442088"/>
            <a:chExt cx="457200" cy="457200"/>
          </a:xfrm>
        </p:grpSpPr>
        <p:pic>
          <p:nvPicPr>
            <p:cNvPr id="625" name="Google Shape;625;p5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26" name="Google Shape;626;p5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627" name="Google Shape;627;p50"/>
          <p:cNvGrpSpPr/>
          <p:nvPr/>
        </p:nvGrpSpPr>
        <p:grpSpPr>
          <a:xfrm>
            <a:off x="323641" y="3271838"/>
            <a:ext cx="457200" cy="457200"/>
            <a:chOff x="1020916" y="1442088"/>
            <a:chExt cx="457200" cy="457200"/>
          </a:xfrm>
        </p:grpSpPr>
        <p:pic>
          <p:nvPicPr>
            <p:cNvPr id="628" name="Google Shape;628;p5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29" name="Google Shape;629;p5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630" name="Google Shape;630;p50"/>
          <p:cNvGrpSpPr/>
          <p:nvPr/>
        </p:nvGrpSpPr>
        <p:grpSpPr>
          <a:xfrm>
            <a:off x="323641" y="4081763"/>
            <a:ext cx="457200" cy="457200"/>
            <a:chOff x="1020916" y="1442088"/>
            <a:chExt cx="457200" cy="457200"/>
          </a:xfrm>
        </p:grpSpPr>
        <p:pic>
          <p:nvPicPr>
            <p:cNvPr id="631" name="Google Shape;631;p5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32" name="Google Shape;632;p5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5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5 CfU 3 image options - purple">
  <p:cSld name="TITLE_AND_TWO_COLUMNS_1_1_7_1_1_2">
    <p:bg>
      <p:bgPr>
        <a:solidFill>
          <a:srgbClr val="F3EEFB"/>
        </a:solidFill>
      </p:bgPr>
    </p:bg>
    <p:spTree>
      <p:nvGrpSpPr>
        <p:cNvPr id="633" name="Shape 633"/>
        <p:cNvGrpSpPr/>
        <p:nvPr/>
      </p:nvGrpSpPr>
      <p:grpSpPr>
        <a:xfrm>
          <a:off x="0" y="0"/>
          <a:ext cx="0" cy="0"/>
        </a:xfrm>
      </p:grpSpPr>
      <p:pic>
        <p:nvPicPr>
          <p:cNvPr id="634" name="Google Shape;634;p51"/>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635" name="Google Shape;635;p51"/>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36" name="Google Shape;636;p51"/>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637" name="Google Shape;637;p51"/>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38" name="Google Shape;638;p51"/>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639" name="Google Shape;639;p51"/>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40" name="Google Shape;640;p51"/>
          <p:cNvSpPr/>
          <p:nvPr>
            <p:ph type="pic" idx="3"/>
          </p:nvPr>
        </p:nvSpPr>
        <p:spPr>
          <a:xfrm>
            <a:off x="324000" y="1893950"/>
            <a:ext cx="2555400" cy="1939500"/>
          </a:xfrm>
          <a:prstGeom prst="rect">
            <a:avLst/>
          </a:prstGeom>
          <a:noFill/>
          <a:ln>
            <a:noFill/>
          </a:ln>
        </p:spPr>
        <p:txBody>
          <a:bodyPr/>
          <a:lstStyle/>
          <a:p/>
        </p:txBody>
      </p:sp>
      <p:sp>
        <p:nvSpPr>
          <p:cNvPr id="641" name="Google Shape;641;p51"/>
          <p:cNvSpPr/>
          <p:nvPr>
            <p:ph type="pic" idx="4"/>
          </p:nvPr>
        </p:nvSpPr>
        <p:spPr>
          <a:xfrm>
            <a:off x="6256800" y="1893950"/>
            <a:ext cx="2555400" cy="1939500"/>
          </a:xfrm>
          <a:prstGeom prst="rect">
            <a:avLst/>
          </a:prstGeom>
          <a:noFill/>
          <a:ln>
            <a:noFill/>
          </a:ln>
        </p:spPr>
        <p:txBody>
          <a:bodyPr/>
          <a:lstStyle/>
          <a:p/>
        </p:txBody>
      </p:sp>
      <p:sp>
        <p:nvSpPr>
          <p:cNvPr id="642" name="Google Shape;642;p51"/>
          <p:cNvSpPr/>
          <p:nvPr>
            <p:ph type="pic" idx="5"/>
          </p:nvPr>
        </p:nvSpPr>
        <p:spPr>
          <a:xfrm>
            <a:off x="3294300" y="1893950"/>
            <a:ext cx="2555400" cy="1939500"/>
          </a:xfrm>
          <a:prstGeom prst="rect">
            <a:avLst/>
          </a:prstGeom>
          <a:noFill/>
          <a:ln>
            <a:noFill/>
          </a:ln>
        </p:spPr>
        <p:txBody>
          <a:bodyPr/>
          <a:lstStyle/>
          <a:p/>
        </p:txBody>
      </p:sp>
      <p:grpSp>
        <p:nvGrpSpPr>
          <p:cNvPr id="643" name="Google Shape;643;p51"/>
          <p:cNvGrpSpPr/>
          <p:nvPr/>
        </p:nvGrpSpPr>
        <p:grpSpPr>
          <a:xfrm>
            <a:off x="1381028" y="4148538"/>
            <a:ext cx="457200" cy="457200"/>
            <a:chOff x="1020916" y="1442088"/>
            <a:chExt cx="457200" cy="457200"/>
          </a:xfrm>
        </p:grpSpPr>
        <p:pic>
          <p:nvPicPr>
            <p:cNvPr id="644" name="Google Shape;644;p5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45" name="Google Shape;645;p5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646" name="Google Shape;646;p51"/>
          <p:cNvGrpSpPr/>
          <p:nvPr/>
        </p:nvGrpSpPr>
        <p:grpSpPr>
          <a:xfrm>
            <a:off x="4331066" y="4148550"/>
            <a:ext cx="457200" cy="457200"/>
            <a:chOff x="1020916" y="1442088"/>
            <a:chExt cx="457200" cy="457200"/>
          </a:xfrm>
        </p:grpSpPr>
        <p:pic>
          <p:nvPicPr>
            <p:cNvPr id="647" name="Google Shape;647;p5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48" name="Google Shape;648;p5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649" name="Google Shape;649;p51"/>
          <p:cNvGrpSpPr/>
          <p:nvPr/>
        </p:nvGrpSpPr>
        <p:grpSpPr>
          <a:xfrm>
            <a:off x="7305791" y="4148538"/>
            <a:ext cx="457200" cy="457200"/>
            <a:chOff x="1020916" y="1442088"/>
            <a:chExt cx="457200" cy="457200"/>
          </a:xfrm>
        </p:grpSpPr>
        <p:pic>
          <p:nvPicPr>
            <p:cNvPr id="650" name="Google Shape;650;p5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51" name="Google Shape;651;p5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5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5 CfU 3 image options - jade">
  <p:cSld name="TITLE_AND_TWO_COLUMNS_1_1_7_1_1_1_2">
    <p:bg>
      <p:bgPr>
        <a:solidFill>
          <a:srgbClr val="E6F2F2"/>
        </a:solidFill>
      </p:bgPr>
    </p:bg>
    <p:spTree>
      <p:nvGrpSpPr>
        <p:cNvPr id="652" name="Shape 652"/>
        <p:cNvGrpSpPr/>
        <p:nvPr/>
      </p:nvGrpSpPr>
      <p:grpSpPr>
        <a:xfrm>
          <a:off x="0" y="0"/>
          <a:ext cx="0" cy="0"/>
        </a:xfrm>
      </p:grpSpPr>
      <p:pic>
        <p:nvPicPr>
          <p:cNvPr id="653" name="Google Shape;653;p52"/>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654" name="Google Shape;654;p52"/>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55" name="Google Shape;655;p52"/>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656" name="Google Shape;656;p52"/>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57" name="Google Shape;657;p52"/>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658" name="Google Shape;658;p52"/>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59" name="Google Shape;659;p52"/>
          <p:cNvSpPr/>
          <p:nvPr>
            <p:ph type="pic" idx="3"/>
          </p:nvPr>
        </p:nvSpPr>
        <p:spPr>
          <a:xfrm>
            <a:off x="324000" y="1893950"/>
            <a:ext cx="2555400" cy="1939500"/>
          </a:xfrm>
          <a:prstGeom prst="rect">
            <a:avLst/>
          </a:prstGeom>
          <a:noFill/>
          <a:ln>
            <a:noFill/>
          </a:ln>
        </p:spPr>
        <p:txBody>
          <a:bodyPr/>
          <a:lstStyle/>
          <a:p/>
        </p:txBody>
      </p:sp>
      <p:sp>
        <p:nvSpPr>
          <p:cNvPr id="660" name="Google Shape;660;p52"/>
          <p:cNvSpPr/>
          <p:nvPr>
            <p:ph type="pic" idx="4"/>
          </p:nvPr>
        </p:nvSpPr>
        <p:spPr>
          <a:xfrm>
            <a:off x="6256800" y="1893950"/>
            <a:ext cx="2555400" cy="1939500"/>
          </a:xfrm>
          <a:prstGeom prst="rect">
            <a:avLst/>
          </a:prstGeom>
          <a:noFill/>
          <a:ln>
            <a:noFill/>
          </a:ln>
        </p:spPr>
        <p:txBody>
          <a:bodyPr/>
          <a:lstStyle/>
          <a:p/>
        </p:txBody>
      </p:sp>
      <p:sp>
        <p:nvSpPr>
          <p:cNvPr id="661" name="Google Shape;661;p52"/>
          <p:cNvSpPr/>
          <p:nvPr>
            <p:ph type="pic" idx="5"/>
          </p:nvPr>
        </p:nvSpPr>
        <p:spPr>
          <a:xfrm>
            <a:off x="3294300" y="1893950"/>
            <a:ext cx="2555400" cy="1939500"/>
          </a:xfrm>
          <a:prstGeom prst="rect">
            <a:avLst/>
          </a:prstGeom>
          <a:noFill/>
          <a:ln>
            <a:noFill/>
          </a:ln>
        </p:spPr>
        <p:txBody>
          <a:bodyPr/>
          <a:lstStyle/>
          <a:p/>
        </p:txBody>
      </p:sp>
      <p:grpSp>
        <p:nvGrpSpPr>
          <p:cNvPr id="662" name="Google Shape;662;p52"/>
          <p:cNvGrpSpPr/>
          <p:nvPr/>
        </p:nvGrpSpPr>
        <p:grpSpPr>
          <a:xfrm>
            <a:off x="1381028" y="4148538"/>
            <a:ext cx="457200" cy="457200"/>
            <a:chOff x="1020916" y="1442088"/>
            <a:chExt cx="457200" cy="457200"/>
          </a:xfrm>
        </p:grpSpPr>
        <p:pic>
          <p:nvPicPr>
            <p:cNvPr id="663" name="Google Shape;663;p5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64" name="Google Shape;664;p52"/>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665" name="Google Shape;665;p52"/>
          <p:cNvGrpSpPr/>
          <p:nvPr/>
        </p:nvGrpSpPr>
        <p:grpSpPr>
          <a:xfrm>
            <a:off x="4331066" y="4148550"/>
            <a:ext cx="457200" cy="457200"/>
            <a:chOff x="1020916" y="1442088"/>
            <a:chExt cx="457200" cy="457200"/>
          </a:xfrm>
        </p:grpSpPr>
        <p:pic>
          <p:nvPicPr>
            <p:cNvPr id="666" name="Google Shape;666;p5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67" name="Google Shape;667;p52"/>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668" name="Google Shape;668;p52"/>
          <p:cNvGrpSpPr/>
          <p:nvPr/>
        </p:nvGrpSpPr>
        <p:grpSpPr>
          <a:xfrm>
            <a:off x="7305791" y="4148538"/>
            <a:ext cx="457200" cy="457200"/>
            <a:chOff x="1020916" y="1442088"/>
            <a:chExt cx="457200" cy="457200"/>
          </a:xfrm>
        </p:grpSpPr>
        <p:pic>
          <p:nvPicPr>
            <p:cNvPr id="669" name="Google Shape;669;p5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70" name="Google Shape;670;p52"/>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5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5 CfU 3  image options - blue ">
  <p:cSld name="TITLE_AND_TWO_COLUMNS_1_1_7_2_1">
    <p:bg>
      <p:bgPr>
        <a:solidFill>
          <a:srgbClr val="EBEDFE"/>
        </a:solidFill>
      </p:bgPr>
    </p:bg>
    <p:spTree>
      <p:nvGrpSpPr>
        <p:cNvPr id="671" name="Shape 671"/>
        <p:cNvGrpSpPr/>
        <p:nvPr/>
      </p:nvGrpSpPr>
      <p:grpSpPr>
        <a:xfrm>
          <a:off x="0" y="0"/>
          <a:ext cx="0" cy="0"/>
        </a:xfrm>
      </p:grpSpPr>
      <p:pic>
        <p:nvPicPr>
          <p:cNvPr id="672" name="Google Shape;672;p53"/>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673" name="Google Shape;673;p53"/>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74" name="Google Shape;674;p53"/>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675" name="Google Shape;675;p53"/>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76" name="Google Shape;676;p53"/>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677" name="Google Shape;677;p53"/>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78" name="Google Shape;678;p53"/>
          <p:cNvSpPr/>
          <p:nvPr>
            <p:ph type="pic" idx="3"/>
          </p:nvPr>
        </p:nvSpPr>
        <p:spPr>
          <a:xfrm>
            <a:off x="324000" y="1893950"/>
            <a:ext cx="2555400" cy="1939500"/>
          </a:xfrm>
          <a:prstGeom prst="rect">
            <a:avLst/>
          </a:prstGeom>
          <a:noFill/>
          <a:ln>
            <a:noFill/>
          </a:ln>
        </p:spPr>
        <p:txBody>
          <a:bodyPr/>
          <a:lstStyle/>
          <a:p/>
        </p:txBody>
      </p:sp>
      <p:sp>
        <p:nvSpPr>
          <p:cNvPr id="679" name="Google Shape;679;p53"/>
          <p:cNvSpPr/>
          <p:nvPr>
            <p:ph type="pic" idx="4"/>
          </p:nvPr>
        </p:nvSpPr>
        <p:spPr>
          <a:xfrm>
            <a:off x="6256800" y="1893950"/>
            <a:ext cx="2555400" cy="1939500"/>
          </a:xfrm>
          <a:prstGeom prst="rect">
            <a:avLst/>
          </a:prstGeom>
          <a:noFill/>
          <a:ln>
            <a:noFill/>
          </a:ln>
        </p:spPr>
        <p:txBody>
          <a:bodyPr/>
          <a:lstStyle/>
          <a:p/>
        </p:txBody>
      </p:sp>
      <p:sp>
        <p:nvSpPr>
          <p:cNvPr id="680" name="Google Shape;680;p53"/>
          <p:cNvSpPr/>
          <p:nvPr>
            <p:ph type="pic" idx="5"/>
          </p:nvPr>
        </p:nvSpPr>
        <p:spPr>
          <a:xfrm>
            <a:off x="3294300" y="1893950"/>
            <a:ext cx="2555400" cy="1939500"/>
          </a:xfrm>
          <a:prstGeom prst="rect">
            <a:avLst/>
          </a:prstGeom>
          <a:noFill/>
          <a:ln>
            <a:noFill/>
          </a:ln>
        </p:spPr>
        <p:txBody>
          <a:bodyPr/>
          <a:lstStyle/>
          <a:p/>
        </p:txBody>
      </p:sp>
      <p:grpSp>
        <p:nvGrpSpPr>
          <p:cNvPr id="681" name="Google Shape;681;p53"/>
          <p:cNvGrpSpPr/>
          <p:nvPr/>
        </p:nvGrpSpPr>
        <p:grpSpPr>
          <a:xfrm>
            <a:off x="1381028" y="4148538"/>
            <a:ext cx="457200" cy="457200"/>
            <a:chOff x="1020916" y="1442088"/>
            <a:chExt cx="457200" cy="457200"/>
          </a:xfrm>
        </p:grpSpPr>
        <p:pic>
          <p:nvPicPr>
            <p:cNvPr id="682" name="Google Shape;682;p5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83" name="Google Shape;683;p5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684" name="Google Shape;684;p53"/>
          <p:cNvGrpSpPr/>
          <p:nvPr/>
        </p:nvGrpSpPr>
        <p:grpSpPr>
          <a:xfrm>
            <a:off x="4331066" y="4148550"/>
            <a:ext cx="457200" cy="457200"/>
            <a:chOff x="1020916" y="1442088"/>
            <a:chExt cx="457200" cy="457200"/>
          </a:xfrm>
        </p:grpSpPr>
        <p:pic>
          <p:nvPicPr>
            <p:cNvPr id="685" name="Google Shape;685;p5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86" name="Google Shape;686;p5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687" name="Google Shape;687;p53"/>
          <p:cNvGrpSpPr/>
          <p:nvPr/>
        </p:nvGrpSpPr>
        <p:grpSpPr>
          <a:xfrm>
            <a:off x="7305791" y="4148538"/>
            <a:ext cx="457200" cy="457200"/>
            <a:chOff x="1020916" y="1442088"/>
            <a:chExt cx="457200" cy="457200"/>
          </a:xfrm>
        </p:grpSpPr>
        <p:pic>
          <p:nvPicPr>
            <p:cNvPr id="688" name="Google Shape;688;p5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89" name="Google Shape;689;p5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5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5 CfU 3 image options - pink">
  <p:cSld name="TITLE_AND_TWO_COLUMNS_1_1_7_1_1_1_1_1">
    <p:bg>
      <p:bgPr>
        <a:solidFill>
          <a:srgbClr val="FAEAF6"/>
        </a:solidFill>
      </p:bgPr>
    </p:bg>
    <p:spTree>
      <p:nvGrpSpPr>
        <p:cNvPr id="690" name="Shape 690"/>
        <p:cNvGrpSpPr/>
        <p:nvPr/>
      </p:nvGrpSpPr>
      <p:grpSpPr>
        <a:xfrm>
          <a:off x="0" y="0"/>
          <a:ext cx="0" cy="0"/>
        </a:xfrm>
      </p:grpSpPr>
      <p:pic>
        <p:nvPicPr>
          <p:cNvPr id="691" name="Google Shape;691;p54"/>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692" name="Google Shape;692;p54"/>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93" name="Google Shape;693;p54"/>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694" name="Google Shape;694;p54"/>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95" name="Google Shape;695;p54"/>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696" name="Google Shape;696;p54"/>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97" name="Google Shape;697;p54"/>
          <p:cNvSpPr/>
          <p:nvPr>
            <p:ph type="pic" idx="3"/>
          </p:nvPr>
        </p:nvSpPr>
        <p:spPr>
          <a:xfrm>
            <a:off x="324000" y="1893950"/>
            <a:ext cx="2555400" cy="1939500"/>
          </a:xfrm>
          <a:prstGeom prst="rect">
            <a:avLst/>
          </a:prstGeom>
          <a:noFill/>
          <a:ln>
            <a:noFill/>
          </a:ln>
        </p:spPr>
        <p:txBody>
          <a:bodyPr/>
          <a:lstStyle/>
          <a:p/>
        </p:txBody>
      </p:sp>
      <p:sp>
        <p:nvSpPr>
          <p:cNvPr id="698" name="Google Shape;698;p54"/>
          <p:cNvSpPr/>
          <p:nvPr>
            <p:ph type="pic" idx="4"/>
          </p:nvPr>
        </p:nvSpPr>
        <p:spPr>
          <a:xfrm>
            <a:off x="6256800" y="1893950"/>
            <a:ext cx="2555400" cy="1939500"/>
          </a:xfrm>
          <a:prstGeom prst="rect">
            <a:avLst/>
          </a:prstGeom>
          <a:noFill/>
          <a:ln>
            <a:noFill/>
          </a:ln>
        </p:spPr>
        <p:txBody>
          <a:bodyPr/>
          <a:lstStyle/>
          <a:p/>
        </p:txBody>
      </p:sp>
      <p:sp>
        <p:nvSpPr>
          <p:cNvPr id="699" name="Google Shape;699;p54"/>
          <p:cNvSpPr/>
          <p:nvPr>
            <p:ph type="pic" idx="5"/>
          </p:nvPr>
        </p:nvSpPr>
        <p:spPr>
          <a:xfrm>
            <a:off x="3294300" y="1893950"/>
            <a:ext cx="2555400" cy="1939500"/>
          </a:xfrm>
          <a:prstGeom prst="rect">
            <a:avLst/>
          </a:prstGeom>
          <a:noFill/>
          <a:ln>
            <a:noFill/>
          </a:ln>
        </p:spPr>
        <p:txBody>
          <a:bodyPr/>
          <a:lstStyle/>
          <a:p/>
        </p:txBody>
      </p:sp>
      <p:grpSp>
        <p:nvGrpSpPr>
          <p:cNvPr id="700" name="Google Shape;700;p54"/>
          <p:cNvGrpSpPr/>
          <p:nvPr/>
        </p:nvGrpSpPr>
        <p:grpSpPr>
          <a:xfrm>
            <a:off x="1381028" y="4148538"/>
            <a:ext cx="457200" cy="457200"/>
            <a:chOff x="1020916" y="1442088"/>
            <a:chExt cx="457200" cy="457200"/>
          </a:xfrm>
        </p:grpSpPr>
        <p:pic>
          <p:nvPicPr>
            <p:cNvPr id="701" name="Google Shape;701;p5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702" name="Google Shape;702;p54"/>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703" name="Google Shape;703;p54"/>
          <p:cNvGrpSpPr/>
          <p:nvPr/>
        </p:nvGrpSpPr>
        <p:grpSpPr>
          <a:xfrm>
            <a:off x="4331066" y="4148550"/>
            <a:ext cx="457200" cy="457200"/>
            <a:chOff x="1020916" y="1442088"/>
            <a:chExt cx="457200" cy="457200"/>
          </a:xfrm>
        </p:grpSpPr>
        <p:pic>
          <p:nvPicPr>
            <p:cNvPr id="704" name="Google Shape;704;p5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705" name="Google Shape;705;p54"/>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706" name="Google Shape;706;p54"/>
          <p:cNvGrpSpPr/>
          <p:nvPr/>
        </p:nvGrpSpPr>
        <p:grpSpPr>
          <a:xfrm>
            <a:off x="7305791" y="4148538"/>
            <a:ext cx="457200" cy="457200"/>
            <a:chOff x="1020916" y="1442088"/>
            <a:chExt cx="457200" cy="457200"/>
          </a:xfrm>
        </p:grpSpPr>
        <p:pic>
          <p:nvPicPr>
            <p:cNvPr id="707" name="Google Shape;707;p5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708" name="Google Shape;708;p54"/>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5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6 CfU blank - purple ">
  <p:cSld name="TITLE_AND_TWO_COLUMNS_1_1_6_2">
    <p:bg>
      <p:bgPr>
        <a:solidFill>
          <a:srgbClr val="F3EEFB"/>
        </a:solidFill>
      </p:bgPr>
    </p:bg>
    <p:spTree>
      <p:nvGrpSpPr>
        <p:cNvPr id="709" name="Shape 709"/>
        <p:cNvGrpSpPr/>
        <p:nvPr/>
      </p:nvGrpSpPr>
      <p:grpSpPr>
        <a:xfrm>
          <a:off x="0" y="0"/>
          <a:ext cx="0" cy="0"/>
        </a:xfrm>
      </p:grpSpPr>
      <p:pic>
        <p:nvPicPr>
          <p:cNvPr id="710" name="Google Shape;710;p55"/>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711" name="Google Shape;711;p55"/>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712" name="Google Shape;712;p55"/>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713" name="Google Shape;713;p55"/>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714" name="Google Shape;714;p55"/>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715" name="Google Shape;715;p55"/>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5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6 CfU blank - jade ">
  <p:cSld name="TITLE_AND_TWO_COLUMNS_1_1_6_2_3_1">
    <p:bg>
      <p:bgPr>
        <a:solidFill>
          <a:srgbClr val="E6F2F2"/>
        </a:solidFill>
      </p:bgPr>
    </p:bg>
    <p:spTree>
      <p:nvGrpSpPr>
        <p:cNvPr id="716" name="Shape 716"/>
        <p:cNvGrpSpPr/>
        <p:nvPr/>
      </p:nvGrpSpPr>
      <p:grpSpPr>
        <a:xfrm>
          <a:off x="0" y="0"/>
          <a:ext cx="0" cy="0"/>
        </a:xfrm>
      </p:grpSpPr>
      <p:pic>
        <p:nvPicPr>
          <p:cNvPr id="717" name="Google Shape;717;p56"/>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718" name="Google Shape;718;p56"/>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719" name="Google Shape;719;p56"/>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720" name="Google Shape;720;p56"/>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721" name="Google Shape;721;p56"/>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722" name="Google Shape;722;p56"/>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5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6 CfU blank - blue ">
  <p:cSld name="TITLE_AND_TWO_COLUMNS_1_1_6_3">
    <p:bg>
      <p:bgPr>
        <a:solidFill>
          <a:srgbClr val="EBEDFE"/>
        </a:solidFill>
      </p:bgPr>
    </p:bg>
    <p:spTree>
      <p:nvGrpSpPr>
        <p:cNvPr id="723" name="Shape 723"/>
        <p:cNvGrpSpPr/>
        <p:nvPr/>
      </p:nvGrpSpPr>
      <p:grpSpPr>
        <a:xfrm>
          <a:off x="0" y="0"/>
          <a:ext cx="0" cy="0"/>
        </a:xfrm>
      </p:grpSpPr>
      <p:pic>
        <p:nvPicPr>
          <p:cNvPr id="724" name="Google Shape;724;p57"/>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725" name="Google Shape;725;p57"/>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726" name="Google Shape;726;p57"/>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727" name="Google Shape;727;p57"/>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728" name="Google Shape;728;p57"/>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729" name="Google Shape;729;p57"/>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5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6 CfU blank - pink ">
  <p:cSld name="TITLE_AND_TWO_COLUMNS_1_1_6_2_3_1_1">
    <p:bg>
      <p:bgPr>
        <a:solidFill>
          <a:srgbClr val="FAEAF6"/>
        </a:solidFill>
      </p:bgPr>
    </p:bg>
    <p:spTree>
      <p:nvGrpSpPr>
        <p:cNvPr id="730" name="Shape 730"/>
        <p:cNvGrpSpPr/>
        <p:nvPr/>
      </p:nvGrpSpPr>
      <p:grpSpPr>
        <a:xfrm>
          <a:off x="0" y="0"/>
          <a:ext cx="0" cy="0"/>
        </a:xfrm>
      </p:grpSpPr>
      <p:pic>
        <p:nvPicPr>
          <p:cNvPr id="731" name="Google Shape;731;p58"/>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732" name="Google Shape;732;p58"/>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733" name="Google Shape;733;p58"/>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734" name="Google Shape;734;p58"/>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735" name="Google Shape;735;p58"/>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736" name="Google Shape;736;p58"/>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5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7 Practice - purple ">
  <p:cSld name="TITLE_AND_TWO_COLUMNS_1_1_5_1_3_1_1">
    <p:spTree>
      <p:nvGrpSpPr>
        <p:cNvPr id="737" name="Shape 737"/>
        <p:cNvGrpSpPr/>
        <p:nvPr/>
      </p:nvGrpSpPr>
      <p:grpSpPr>
        <a:xfrm>
          <a:off x="0" y="0"/>
          <a:ext cx="0" cy="0"/>
        </a:xfrm>
      </p:grpSpPr>
      <p:pic>
        <p:nvPicPr>
          <p:cNvPr id="738" name="Google Shape;738;p59"/>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739" name="Google Shape;739;p59"/>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740" name="Google Shape;740;p59"/>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741" name="Google Shape;741;p59"/>
          <p:cNvPicPr preferRelativeResize="0"/>
          <p:nvPr/>
        </p:nvPicPr>
        <p:blipFill>
          <a:blip r:embed="rId2">
            <a:alphaModFix/>
          </a:blip>
          <a:stretch>
            <a:fillRect/>
          </a:stretch>
        </p:blipFill>
        <p:spPr>
          <a:xfrm>
            <a:off x="8517493" y="-11474"/>
            <a:ext cx="499700" cy="499700"/>
          </a:xfrm>
          <a:prstGeom prst="rect">
            <a:avLst/>
          </a:prstGeom>
          <a:noFill/>
          <a:ln>
            <a:noFill/>
          </a:ln>
        </p:spPr>
      </p:pic>
      <p:sp>
        <p:nvSpPr>
          <p:cNvPr id="742" name="Google Shape;742;p59"/>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Practice</a:t>
            </a:r>
            <a:endParaRPr sz="900" b="1">
              <a:solidFill>
                <a:srgbClr val="EBEDFE"/>
              </a:solidFill>
              <a:latin typeface="Lexend"/>
              <a:ea typeface="Lexend"/>
              <a:cs typeface="Lexend"/>
              <a:sym typeface="Lexend"/>
            </a:endParaRPr>
          </a:p>
        </p:txBody>
      </p:sp>
      <p:sp>
        <p:nvSpPr>
          <p:cNvPr id="743" name="Google Shape;743;p59"/>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744" name="Google Shape;744;p59"/>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A</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5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7 Practice - jade">
  <p:cSld name="TITLE_AND_TWO_COLUMNS_1_1_5_1_3_1_1_1_1">
    <p:spTree>
      <p:nvGrpSpPr>
        <p:cNvPr id="745" name="Shape 745"/>
        <p:cNvGrpSpPr/>
        <p:nvPr/>
      </p:nvGrpSpPr>
      <p:grpSpPr>
        <a:xfrm>
          <a:off x="0" y="0"/>
          <a:ext cx="0" cy="0"/>
        </a:xfrm>
      </p:grpSpPr>
      <p:pic>
        <p:nvPicPr>
          <p:cNvPr id="746" name="Google Shape;746;p60"/>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747" name="Google Shape;747;p60"/>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748" name="Google Shape;748;p60"/>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749" name="Google Shape;749;p60"/>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Practice</a:t>
            </a:r>
            <a:endParaRPr sz="900" b="1">
              <a:solidFill>
                <a:srgbClr val="E6F2F2"/>
              </a:solidFill>
              <a:latin typeface="Lexend"/>
              <a:ea typeface="Lexend"/>
              <a:cs typeface="Lexend"/>
              <a:sym typeface="Lexend"/>
            </a:endParaRPr>
          </a:p>
        </p:txBody>
      </p:sp>
      <p:pic>
        <p:nvPicPr>
          <p:cNvPr id="750" name="Google Shape;750;p60"/>
          <p:cNvPicPr preferRelativeResize="0"/>
          <p:nvPr/>
        </p:nvPicPr>
        <p:blipFill>
          <a:blip r:embed="rId2">
            <a:alphaModFix/>
          </a:blip>
          <a:stretch>
            <a:fillRect/>
          </a:stretch>
        </p:blipFill>
        <p:spPr>
          <a:xfrm>
            <a:off x="8517493" y="-11474"/>
            <a:ext cx="499700" cy="499700"/>
          </a:xfrm>
          <a:prstGeom prst="rect">
            <a:avLst/>
          </a:prstGeom>
          <a:noFill/>
          <a:ln>
            <a:noFill/>
          </a:ln>
        </p:spPr>
      </p:pic>
      <p:sp>
        <p:nvSpPr>
          <p:cNvPr id="751" name="Google Shape;751;p60"/>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752" name="Google Shape;752;p60"/>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B</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6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7 Practice - blue ">
  <p:cSld name="TITLE_AND_TWO_COLUMNS_1_1_5_1_3_1_2">
    <p:spTree>
      <p:nvGrpSpPr>
        <p:cNvPr id="753" name="Shape 753"/>
        <p:cNvGrpSpPr/>
        <p:nvPr/>
      </p:nvGrpSpPr>
      <p:grpSpPr>
        <a:xfrm>
          <a:off x="0" y="0"/>
          <a:ext cx="0" cy="0"/>
        </a:xfrm>
      </p:grpSpPr>
      <p:pic>
        <p:nvPicPr>
          <p:cNvPr id="754" name="Google Shape;754;p61"/>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755" name="Google Shape;755;p61"/>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756" name="Google Shape;756;p61"/>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757" name="Google Shape;757;p61"/>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Practice</a:t>
            </a:r>
            <a:endParaRPr sz="900" b="1">
              <a:solidFill>
                <a:srgbClr val="EBEDFE"/>
              </a:solidFill>
              <a:latin typeface="Lexend"/>
              <a:ea typeface="Lexend"/>
              <a:cs typeface="Lexend"/>
              <a:sym typeface="Lexend"/>
            </a:endParaRPr>
          </a:p>
        </p:txBody>
      </p:sp>
      <p:pic>
        <p:nvPicPr>
          <p:cNvPr id="758" name="Google Shape;758;p61"/>
          <p:cNvPicPr preferRelativeResize="0"/>
          <p:nvPr/>
        </p:nvPicPr>
        <p:blipFill>
          <a:blip r:embed="rId2">
            <a:alphaModFix/>
          </a:blip>
          <a:stretch>
            <a:fillRect/>
          </a:stretch>
        </p:blipFill>
        <p:spPr>
          <a:xfrm>
            <a:off x="8517493" y="-11474"/>
            <a:ext cx="499700" cy="499700"/>
          </a:xfrm>
          <a:prstGeom prst="rect">
            <a:avLst/>
          </a:prstGeom>
          <a:noFill/>
          <a:ln>
            <a:noFill/>
          </a:ln>
        </p:spPr>
      </p:pic>
      <p:sp>
        <p:nvSpPr>
          <p:cNvPr id="759" name="Google Shape;759;p61"/>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760" name="Google Shape;760;p61"/>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C</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6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7 Practice - pink">
  <p:cSld name="TITLE_AND_TWO_COLUMNS_1_1_5_1_3_1_1_1_1_1">
    <p:spTree>
      <p:nvGrpSpPr>
        <p:cNvPr id="761" name="Shape 761"/>
        <p:cNvGrpSpPr/>
        <p:nvPr/>
      </p:nvGrpSpPr>
      <p:grpSpPr>
        <a:xfrm>
          <a:off x="0" y="0"/>
          <a:ext cx="0" cy="0"/>
        </a:xfrm>
      </p:grpSpPr>
      <p:pic>
        <p:nvPicPr>
          <p:cNvPr id="762" name="Google Shape;762;p62"/>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763" name="Google Shape;763;p62"/>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764" name="Google Shape;764;p62"/>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765" name="Google Shape;765;p62"/>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Practice</a:t>
            </a:r>
            <a:endParaRPr sz="900" b="1">
              <a:solidFill>
                <a:srgbClr val="FAEAF6"/>
              </a:solidFill>
              <a:latin typeface="Lexend"/>
              <a:ea typeface="Lexend"/>
              <a:cs typeface="Lexend"/>
              <a:sym typeface="Lexend"/>
            </a:endParaRPr>
          </a:p>
        </p:txBody>
      </p:sp>
      <p:pic>
        <p:nvPicPr>
          <p:cNvPr id="766" name="Google Shape;766;p62"/>
          <p:cNvPicPr preferRelativeResize="0"/>
          <p:nvPr/>
        </p:nvPicPr>
        <p:blipFill>
          <a:blip r:embed="rId2">
            <a:alphaModFix/>
          </a:blip>
          <a:stretch>
            <a:fillRect/>
          </a:stretch>
        </p:blipFill>
        <p:spPr>
          <a:xfrm>
            <a:off x="8517493" y="-11474"/>
            <a:ext cx="499700" cy="499700"/>
          </a:xfrm>
          <a:prstGeom prst="rect">
            <a:avLst/>
          </a:prstGeom>
          <a:noFill/>
          <a:ln>
            <a:noFill/>
          </a:ln>
        </p:spPr>
      </p:pic>
      <p:sp>
        <p:nvSpPr>
          <p:cNvPr id="767" name="Google Shape;767;p62"/>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768" name="Google Shape;768;p62"/>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D</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6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8 Feedback - purple">
  <p:cSld name="TITLE_AND_TWO_COLUMNS_1_1_5_1_3_1_1_1">
    <p:bg>
      <p:bgPr>
        <a:solidFill>
          <a:srgbClr val="F3EEFB"/>
        </a:solidFill>
      </p:bgPr>
    </p:bg>
    <p:spTree>
      <p:nvGrpSpPr>
        <p:cNvPr id="769" name="Shape 769"/>
        <p:cNvGrpSpPr/>
        <p:nvPr/>
      </p:nvGrpSpPr>
      <p:grpSpPr>
        <a:xfrm>
          <a:off x="0" y="0"/>
          <a:ext cx="0" cy="0"/>
        </a:xfrm>
      </p:grpSpPr>
      <p:pic>
        <p:nvPicPr>
          <p:cNvPr id="770" name="Google Shape;770;p63"/>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771" name="Google Shape;771;p63"/>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772" name="Google Shape;772;p63"/>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773" name="Google Shape;773;p63"/>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774" name="Google Shape;774;p63"/>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3EEFB"/>
                </a:solidFill>
                <a:latin typeface="Lexend"/>
                <a:ea typeface="Lexend"/>
                <a:cs typeface="Lexend"/>
                <a:sym typeface="Lexend"/>
              </a:rPr>
              <a:t>Feedback</a:t>
            </a:r>
            <a:endParaRPr sz="900" b="1">
              <a:solidFill>
                <a:srgbClr val="F3EEFB"/>
              </a:solidFill>
              <a:latin typeface="Lexend"/>
              <a:ea typeface="Lexend"/>
              <a:cs typeface="Lexend"/>
              <a:sym typeface="Lexend"/>
            </a:endParaRPr>
          </a:p>
        </p:txBody>
      </p:sp>
      <p:sp>
        <p:nvSpPr>
          <p:cNvPr id="775" name="Google Shape;775;p63"/>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776" name="Google Shape;776;p63"/>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A</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6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8 Feedback - jade">
  <p:cSld name="TITLE_AND_TWO_COLUMNS_1_1_5_1_3_1_1_1_1_2">
    <p:bg>
      <p:bgPr>
        <a:solidFill>
          <a:srgbClr val="E6F2F2"/>
        </a:solidFill>
      </p:bgPr>
    </p:bg>
    <p:spTree>
      <p:nvGrpSpPr>
        <p:cNvPr id="777" name="Shape 777"/>
        <p:cNvGrpSpPr/>
        <p:nvPr/>
      </p:nvGrpSpPr>
      <p:grpSpPr>
        <a:xfrm>
          <a:off x="0" y="0"/>
          <a:ext cx="0" cy="0"/>
        </a:xfrm>
      </p:grpSpPr>
      <p:pic>
        <p:nvPicPr>
          <p:cNvPr id="778" name="Google Shape;778;p64"/>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779" name="Google Shape;779;p64"/>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780" name="Google Shape;780;p64"/>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781" name="Google Shape;781;p64"/>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Feedback</a:t>
            </a:r>
            <a:endParaRPr sz="900" b="1">
              <a:solidFill>
                <a:srgbClr val="E6F2F2"/>
              </a:solidFill>
              <a:latin typeface="Lexend"/>
              <a:ea typeface="Lexend"/>
              <a:cs typeface="Lexend"/>
              <a:sym typeface="Lexend"/>
            </a:endParaRPr>
          </a:p>
        </p:txBody>
      </p:sp>
      <p:pic>
        <p:nvPicPr>
          <p:cNvPr id="782" name="Google Shape;782;p64"/>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783" name="Google Shape;783;p64"/>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784" name="Google Shape;784;p64"/>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B</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6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8 Feedback - blue">
  <p:cSld name="TITLE_AND_TWO_COLUMNS_1_1_5_1_3_1_2_1">
    <p:bg>
      <p:bgPr>
        <a:solidFill>
          <a:srgbClr val="EBEDFE"/>
        </a:solidFill>
      </p:bgPr>
    </p:bg>
    <p:spTree>
      <p:nvGrpSpPr>
        <p:cNvPr id="785" name="Shape 785"/>
        <p:cNvGrpSpPr/>
        <p:nvPr/>
      </p:nvGrpSpPr>
      <p:grpSpPr>
        <a:xfrm>
          <a:off x="0" y="0"/>
          <a:ext cx="0" cy="0"/>
        </a:xfrm>
      </p:grpSpPr>
      <p:pic>
        <p:nvPicPr>
          <p:cNvPr id="786" name="Google Shape;786;p65"/>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787" name="Google Shape;787;p65"/>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788" name="Google Shape;788;p65"/>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789" name="Google Shape;789;p65"/>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Feedback</a:t>
            </a:r>
            <a:endParaRPr sz="900" b="1">
              <a:solidFill>
                <a:srgbClr val="E6F2F2"/>
              </a:solidFill>
              <a:latin typeface="Lexend"/>
              <a:ea typeface="Lexend"/>
              <a:cs typeface="Lexend"/>
              <a:sym typeface="Lexend"/>
            </a:endParaRPr>
          </a:p>
        </p:txBody>
      </p:sp>
      <p:pic>
        <p:nvPicPr>
          <p:cNvPr id="790" name="Google Shape;790;p65"/>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791" name="Google Shape;791;p65"/>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792" name="Google Shape;792;p65"/>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C</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6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8 Feedback - pink">
  <p:cSld name="TITLE_AND_TWO_COLUMNS_1_1_5_1_3_1_1_1_1_1_1">
    <p:bg>
      <p:bgPr>
        <a:solidFill>
          <a:srgbClr val="FAEAF6"/>
        </a:solidFill>
      </p:bgPr>
    </p:bg>
    <p:spTree>
      <p:nvGrpSpPr>
        <p:cNvPr id="793" name="Shape 793"/>
        <p:cNvGrpSpPr/>
        <p:nvPr/>
      </p:nvGrpSpPr>
      <p:grpSpPr>
        <a:xfrm>
          <a:off x="0" y="0"/>
          <a:ext cx="0" cy="0"/>
        </a:xfrm>
      </p:grpSpPr>
      <p:grpSp>
        <p:nvGrpSpPr>
          <p:cNvPr id="794" name="Google Shape;794;p66"/>
          <p:cNvGrpSpPr/>
          <p:nvPr/>
        </p:nvGrpSpPr>
        <p:grpSpPr>
          <a:xfrm>
            <a:off x="0" y="1"/>
            <a:ext cx="9151202" cy="649234"/>
            <a:chOff x="0" y="1"/>
            <a:chExt cx="9151202" cy="649234"/>
          </a:xfrm>
        </p:grpSpPr>
        <p:pic>
          <p:nvPicPr>
            <p:cNvPr id="795" name="Google Shape;795;p66"/>
            <p:cNvPicPr preferRelativeResize="0"/>
            <p:nvPr/>
          </p:nvPicPr>
          <p:blipFill>
            <a:blip r:embed="rId1">
              <a:alphaModFix/>
            </a:blip>
            <a:srcRect t="1663" b="1672"/>
            <a:stretch>
              <a:fillRect/>
            </a:stretch>
          </p:blipFill>
          <p:spPr>
            <a:xfrm>
              <a:off x="0" y="532525"/>
              <a:ext cx="9151202" cy="116709"/>
            </a:xfrm>
            <a:prstGeom prst="rect">
              <a:avLst/>
            </a:prstGeom>
            <a:noFill/>
            <a:ln>
              <a:noFill/>
            </a:ln>
          </p:spPr>
        </p:pic>
        <p:sp>
          <p:nvSpPr>
            <p:cNvPr id="796" name="Google Shape;796;p66"/>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grpSp>
      <p:sp>
        <p:nvSpPr>
          <p:cNvPr id="797" name="Google Shape;797;p66"/>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798" name="Google Shape;798;p66"/>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Feedback</a:t>
            </a:r>
            <a:endParaRPr sz="900" b="1">
              <a:solidFill>
                <a:srgbClr val="FAEAF6"/>
              </a:solidFill>
              <a:latin typeface="Lexend"/>
              <a:ea typeface="Lexend"/>
              <a:cs typeface="Lexend"/>
              <a:sym typeface="Lexend"/>
            </a:endParaRPr>
          </a:p>
        </p:txBody>
      </p:sp>
      <p:pic>
        <p:nvPicPr>
          <p:cNvPr id="799" name="Google Shape;799;p66"/>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800" name="Google Shape;800;p66"/>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chemeClr val="lt1"/>
                </a:solidFill>
                <a:latin typeface="Lexend"/>
                <a:ea typeface="Lexend"/>
                <a:cs typeface="Lexend"/>
                <a:sym typeface="Lexend"/>
              </a:rPr>
              <a:t>Task D</a:t>
            </a:r>
            <a:endParaRPr sz="2000" b="1">
              <a:solidFill>
                <a:schemeClr val="lt1"/>
              </a:solidFill>
              <a:latin typeface="Lexend"/>
              <a:ea typeface="Lexend"/>
              <a:cs typeface="Lexend"/>
              <a:sym typeface="Lexend"/>
            </a:endParaRPr>
          </a:p>
        </p:txBody>
      </p:sp>
      <p:sp>
        <p:nvSpPr>
          <p:cNvPr id="801" name="Google Shape;801;p66"/>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Tree>
  </p:cSld>
  <p:clrMapOvr>
    <a:masterClrMapping/>
  </p:clrMapOvr>
  <p:transition/>
  <p:timing/>
</p:sldLayout>
</file>

<file path=ppt/slideLayouts/slideLayout6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6 Summary 1">
  <p:cSld name="TITLE_AND_TWO_COLUMNS_1_1_5_1_2_1_1">
    <p:spTree>
      <p:nvGrpSpPr>
        <p:cNvPr id="802" name="Shape 802"/>
        <p:cNvGrpSpPr/>
        <p:nvPr/>
      </p:nvGrpSpPr>
      <p:grpSpPr>
        <a:xfrm>
          <a:off x="0" y="0"/>
          <a:ext cx="0" cy="0"/>
        </a:xfrm>
      </p:grpSpPr>
      <p:sp>
        <p:nvSpPr>
          <p:cNvPr id="803" name="Google Shape;803;p67"/>
          <p:cNvSpPr/>
          <p:nvPr/>
        </p:nvSpPr>
        <p:spPr>
          <a:xfrm>
            <a:off x="0" y="0"/>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804" name="Google Shape;804;p67"/>
          <p:cNvPicPr preferRelativeResize="0"/>
          <p:nvPr/>
        </p:nvPicPr>
        <p:blipFill>
          <a:blip r:embed="rId1">
            <a:alphaModFix/>
          </a:blip>
          <a:srcRect t="1700" b="1710"/>
          <a:stretch>
            <a:fillRect/>
          </a:stretch>
        </p:blipFill>
        <p:spPr>
          <a:xfrm>
            <a:off x="0" y="535825"/>
            <a:ext cx="9151202" cy="116709"/>
          </a:xfrm>
          <a:prstGeom prst="rect">
            <a:avLst/>
          </a:prstGeom>
          <a:noFill/>
          <a:ln>
            <a:noFill/>
          </a:ln>
        </p:spPr>
      </p:pic>
      <p:sp>
        <p:nvSpPr>
          <p:cNvPr id="805" name="Google Shape;805;p67"/>
          <p:cNvSpPr txBox="1"/>
          <p:nvPr>
            <p:ph type="body" idx="1"/>
          </p:nvPr>
        </p:nvSpPr>
        <p:spPr>
          <a:xfrm>
            <a:off x="324000" y="1080000"/>
            <a:ext cx="8113800" cy="37404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806" name="Google Shape;806;p67"/>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Summary</a:t>
            </a:r>
            <a:endParaRPr sz="2000" b="1">
              <a:solidFill>
                <a:schemeClr val="dk1"/>
              </a:solidFill>
              <a:latin typeface="Lexend"/>
              <a:ea typeface="Lexend"/>
              <a:cs typeface="Lexend"/>
              <a:sym typeface="Lexend"/>
            </a:endParaRPr>
          </a:p>
        </p:txBody>
      </p:sp>
      <p:sp>
        <p:nvSpPr>
          <p:cNvPr id="807" name="Google Shape;807;p67"/>
          <p:cNvSpPr txBox="1"/>
          <p:nvPr>
            <p:ph type="title"/>
          </p:nvPr>
        </p:nvSpPr>
        <p:spPr>
          <a:xfrm>
            <a:off x="1684800" y="43825"/>
            <a:ext cx="57414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SzPts val="2000"/>
              <a:buFont typeface="Lexend"/>
              <a:buNone/>
              <a:defRPr sz="2000" b="0">
                <a:latin typeface="Lexend"/>
                <a:ea typeface="Lexend"/>
                <a:cs typeface="Lexend"/>
                <a:sym typeface="Lexend"/>
              </a:defRPr>
            </a:lvl1pPr>
            <a:lvl2pPr lvl="1" rtl="0">
              <a:lnSpc>
                <a:spcPct val="100000"/>
              </a:lnSpc>
              <a:spcBef>
                <a:spcPct val="0"/>
              </a:spcBef>
              <a:spcAft>
                <a:spcPct val="0"/>
              </a:spcAft>
              <a:buSzPts val="2000"/>
              <a:buNone/>
              <a:defRPr sz="2000"/>
            </a:lvl2pPr>
            <a:lvl3pPr lvl="2" rtl="0">
              <a:lnSpc>
                <a:spcPct val="100000"/>
              </a:lnSpc>
              <a:spcBef>
                <a:spcPct val="0"/>
              </a:spcBef>
              <a:spcAft>
                <a:spcPct val="0"/>
              </a:spcAft>
              <a:buSzPts val="2000"/>
              <a:buNone/>
              <a:defRPr sz="2000"/>
            </a:lvl3pPr>
            <a:lvl4pPr lvl="3" rtl="0">
              <a:lnSpc>
                <a:spcPct val="100000"/>
              </a:lnSpc>
              <a:spcBef>
                <a:spcPct val="0"/>
              </a:spcBef>
              <a:spcAft>
                <a:spcPct val="0"/>
              </a:spcAft>
              <a:buSzPts val="2000"/>
              <a:buNone/>
              <a:defRPr sz="2000"/>
            </a:lvl4pPr>
            <a:lvl5pPr lvl="4" rtl="0">
              <a:lnSpc>
                <a:spcPct val="100000"/>
              </a:lnSpc>
              <a:spcBef>
                <a:spcPct val="0"/>
              </a:spcBef>
              <a:spcAft>
                <a:spcPct val="0"/>
              </a:spcAft>
              <a:buSzPts val="2000"/>
              <a:buNone/>
              <a:defRPr sz="2000"/>
            </a:lvl5pPr>
            <a:lvl6pPr lvl="5" rtl="0">
              <a:lnSpc>
                <a:spcPct val="100000"/>
              </a:lnSpc>
              <a:spcBef>
                <a:spcPct val="0"/>
              </a:spcBef>
              <a:spcAft>
                <a:spcPct val="0"/>
              </a:spcAft>
              <a:buSzPts val="2000"/>
              <a:buNone/>
              <a:defRPr sz="2000"/>
            </a:lvl6pPr>
            <a:lvl7pPr lvl="6" rtl="0">
              <a:lnSpc>
                <a:spcPct val="100000"/>
              </a:lnSpc>
              <a:spcBef>
                <a:spcPct val="0"/>
              </a:spcBef>
              <a:spcAft>
                <a:spcPct val="0"/>
              </a:spcAft>
              <a:buSzPts val="2000"/>
              <a:buNone/>
              <a:defRPr sz="2000"/>
            </a:lvl7pPr>
            <a:lvl8pPr lvl="7" rtl="0">
              <a:lnSpc>
                <a:spcPct val="100000"/>
              </a:lnSpc>
              <a:spcBef>
                <a:spcPct val="0"/>
              </a:spcBef>
              <a:spcAft>
                <a:spcPct val="0"/>
              </a:spcAft>
              <a:buSzPts val="2000"/>
              <a:buNone/>
              <a:defRPr sz="2000"/>
            </a:lvl8pPr>
            <a:lvl9pPr lvl="8" rtl="0">
              <a:lnSpc>
                <a:spcPct val="100000"/>
              </a:lnSpc>
              <a:spcBef>
                <a:spcPct val="0"/>
              </a:spcBef>
              <a:spcAft>
                <a:spcPct val="0"/>
              </a:spcAft>
              <a:buSzPts val="2000"/>
              <a:buNone/>
              <a:defRPr sz="2000"/>
            </a:lvl9pPr>
          </a:lstStyle>
          <a:p/>
        </p:txBody>
      </p:sp>
    </p:spTree>
  </p:cSld>
  <p:clrMapOvr>
    <a:masterClrMapping/>
  </p:clrMapOvr>
  <p:transition/>
  <p:timing/>
</p:sldLayout>
</file>

<file path=ppt/slideLayouts/slideLayout6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6 Summary 2">
  <p:cSld name="TITLE_AND_TWO_COLUMNS_1_1_5_1_2">
    <p:spTree>
      <p:nvGrpSpPr>
        <p:cNvPr id="808" name="Shape 808"/>
        <p:cNvGrpSpPr/>
        <p:nvPr/>
      </p:nvGrpSpPr>
      <p:grpSpPr>
        <a:xfrm>
          <a:off x="0" y="0"/>
          <a:ext cx="0" cy="0"/>
        </a:xfrm>
      </p:grpSpPr>
      <p:sp>
        <p:nvSpPr>
          <p:cNvPr id="809" name="Google Shape;809;p68"/>
          <p:cNvSpPr/>
          <p:nvPr/>
        </p:nvSpPr>
        <p:spPr>
          <a:xfrm>
            <a:off x="0" y="0"/>
            <a:ext cx="9144300" cy="77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810" name="Google Shape;810;p68"/>
          <p:cNvPicPr preferRelativeResize="0"/>
          <p:nvPr/>
        </p:nvPicPr>
        <p:blipFill>
          <a:blip r:embed="rId1">
            <a:alphaModFix/>
          </a:blip>
          <a:srcRect t="1700" b="1710"/>
          <a:stretch>
            <a:fillRect/>
          </a:stretch>
        </p:blipFill>
        <p:spPr>
          <a:xfrm>
            <a:off x="0" y="769550"/>
            <a:ext cx="9151202" cy="116709"/>
          </a:xfrm>
          <a:prstGeom prst="rect">
            <a:avLst/>
          </a:prstGeom>
          <a:noFill/>
          <a:ln>
            <a:noFill/>
          </a:ln>
        </p:spPr>
      </p:pic>
      <p:sp>
        <p:nvSpPr>
          <p:cNvPr id="811" name="Google Shape;811;p68"/>
          <p:cNvSpPr txBox="1"/>
          <p:nvPr>
            <p:ph type="body" idx="1"/>
          </p:nvPr>
        </p:nvSpPr>
        <p:spPr>
          <a:xfrm>
            <a:off x="324000" y="1080000"/>
            <a:ext cx="8113800" cy="37404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812" name="Google Shape;812;p68"/>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Summary</a:t>
            </a:r>
            <a:endParaRPr sz="2000" b="1">
              <a:solidFill>
                <a:schemeClr val="dk1"/>
              </a:solidFill>
              <a:latin typeface="Lexend"/>
              <a:ea typeface="Lexend"/>
              <a:cs typeface="Lexend"/>
              <a:sym typeface="Lexend"/>
            </a:endParaRPr>
          </a:p>
        </p:txBody>
      </p:sp>
      <p:sp>
        <p:nvSpPr>
          <p:cNvPr id="813" name="Google Shape;813;p68"/>
          <p:cNvSpPr txBox="1"/>
          <p:nvPr>
            <p:ph type="title"/>
          </p:nvPr>
        </p:nvSpPr>
        <p:spPr>
          <a:xfrm>
            <a:off x="1684800" y="43825"/>
            <a:ext cx="57414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SzPts val="2000"/>
              <a:buFont typeface="Lexend"/>
              <a:buNone/>
              <a:defRPr sz="2000" b="0">
                <a:latin typeface="Lexend"/>
                <a:ea typeface="Lexend"/>
                <a:cs typeface="Lexend"/>
                <a:sym typeface="Lexend"/>
              </a:defRPr>
            </a:lvl1pPr>
            <a:lvl2pPr lvl="1" rtl="0">
              <a:lnSpc>
                <a:spcPct val="100000"/>
              </a:lnSpc>
              <a:spcBef>
                <a:spcPct val="0"/>
              </a:spcBef>
              <a:spcAft>
                <a:spcPct val="0"/>
              </a:spcAft>
              <a:buSzPts val="2000"/>
              <a:buNone/>
              <a:defRPr sz="2000"/>
            </a:lvl2pPr>
            <a:lvl3pPr lvl="2" rtl="0">
              <a:lnSpc>
                <a:spcPct val="100000"/>
              </a:lnSpc>
              <a:spcBef>
                <a:spcPct val="0"/>
              </a:spcBef>
              <a:spcAft>
                <a:spcPct val="0"/>
              </a:spcAft>
              <a:buSzPts val="2000"/>
              <a:buNone/>
              <a:defRPr sz="2000"/>
            </a:lvl3pPr>
            <a:lvl4pPr lvl="3" rtl="0">
              <a:lnSpc>
                <a:spcPct val="100000"/>
              </a:lnSpc>
              <a:spcBef>
                <a:spcPct val="0"/>
              </a:spcBef>
              <a:spcAft>
                <a:spcPct val="0"/>
              </a:spcAft>
              <a:buSzPts val="2000"/>
              <a:buNone/>
              <a:defRPr sz="2000"/>
            </a:lvl4pPr>
            <a:lvl5pPr lvl="4" rtl="0">
              <a:lnSpc>
                <a:spcPct val="100000"/>
              </a:lnSpc>
              <a:spcBef>
                <a:spcPct val="0"/>
              </a:spcBef>
              <a:spcAft>
                <a:spcPct val="0"/>
              </a:spcAft>
              <a:buSzPts val="2000"/>
              <a:buNone/>
              <a:defRPr sz="2000"/>
            </a:lvl5pPr>
            <a:lvl6pPr lvl="5" rtl="0">
              <a:lnSpc>
                <a:spcPct val="100000"/>
              </a:lnSpc>
              <a:spcBef>
                <a:spcPct val="0"/>
              </a:spcBef>
              <a:spcAft>
                <a:spcPct val="0"/>
              </a:spcAft>
              <a:buSzPts val="2000"/>
              <a:buNone/>
              <a:defRPr sz="2000"/>
            </a:lvl6pPr>
            <a:lvl7pPr lvl="6" rtl="0">
              <a:lnSpc>
                <a:spcPct val="100000"/>
              </a:lnSpc>
              <a:spcBef>
                <a:spcPct val="0"/>
              </a:spcBef>
              <a:spcAft>
                <a:spcPct val="0"/>
              </a:spcAft>
              <a:buSzPts val="2000"/>
              <a:buNone/>
              <a:defRPr sz="2000"/>
            </a:lvl7pPr>
            <a:lvl8pPr lvl="7" rtl="0">
              <a:lnSpc>
                <a:spcPct val="100000"/>
              </a:lnSpc>
              <a:spcBef>
                <a:spcPct val="0"/>
              </a:spcBef>
              <a:spcAft>
                <a:spcPct val="0"/>
              </a:spcAft>
              <a:buSzPts val="2000"/>
              <a:buNone/>
              <a:defRPr sz="2000"/>
            </a:lvl8pPr>
            <a:lvl9pPr lvl="8" rtl="0">
              <a:lnSpc>
                <a:spcPct val="100000"/>
              </a:lnSpc>
              <a:spcBef>
                <a:spcPct val="0"/>
              </a:spcBef>
              <a:spcAft>
                <a:spcPct val="0"/>
              </a:spcAft>
              <a:buSzPts val="2000"/>
              <a:buNone/>
              <a:defRPr sz="2000"/>
            </a:lvl9pPr>
          </a:lstStyle>
          <a:p/>
        </p:txBody>
      </p:sp>
    </p:spTree>
  </p:cSld>
  <p:clrMapOvr>
    <a:masterClrMapping/>
  </p:clrMapOvr>
  <p:transition/>
  <p:timing/>
</p:sldLayout>
</file>

<file path=ppt/slideLayouts/slideLayout6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3 Projectable quiz">
  <p:cSld name="Title Slide 3_1">
    <p:bg>
      <p:bgPr>
        <a:solidFill>
          <a:schemeClr val="lt1"/>
        </a:solidFill>
      </p:bgPr>
    </p:bg>
    <p:spTree>
      <p:nvGrpSpPr>
        <p:cNvPr id="814" name="Shape 814"/>
        <p:cNvGrpSpPr/>
        <p:nvPr/>
      </p:nvGrpSpPr>
      <p:grpSpPr>
        <a:xfrm>
          <a:off x="0" y="0"/>
          <a:ext cx="0" cy="0"/>
        </a:xfrm>
      </p:grpSpPr>
      <p:pic>
        <p:nvPicPr>
          <p:cNvPr id="815" name="Google Shape;815;p69"/>
          <p:cNvPicPr preferRelativeResize="0"/>
          <p:nvPr/>
        </p:nvPicPr>
        <p:blipFill>
          <a:blip r:embed="rId1">
            <a:alphaModFix/>
          </a:blip>
          <a:stretch>
            <a:fillRect/>
          </a:stretch>
        </p:blipFill>
        <p:spPr>
          <a:xfrm>
            <a:off x="8524129" y="4430050"/>
            <a:ext cx="234000" cy="318241"/>
          </a:xfrm>
          <a:prstGeom prst="rect">
            <a:avLst/>
          </a:prstGeom>
          <a:noFill/>
          <a:ln>
            <a:noFill/>
          </a:ln>
        </p:spPr>
      </p:pic>
      <p:sp>
        <p:nvSpPr>
          <p:cNvPr id="816" name="Google Shape;816;p69"/>
          <p:cNvSpPr txBox="1"/>
          <p:nvPr/>
        </p:nvSpPr>
        <p:spPr>
          <a:xfrm>
            <a:off x="1977450" y="3132468"/>
            <a:ext cx="5189100" cy="431100"/>
          </a:xfrm>
          <a:prstGeom prst="rect">
            <a:avLst/>
          </a:prstGeom>
          <a:noFill/>
          <a:ln>
            <a:noFill/>
          </a:ln>
        </p:spPr>
        <p:txBody>
          <a:bodyPr spcFirstLastPara="1" wrap="square" lIns="91425" tIns="91425" rIns="91425" bIns="91425" anchor="t" anchorCtr="0">
            <a:spAutoFit/>
          </a:bodyPr>
          <a:lstStyle/>
          <a:p>
            <a:pPr marL="0" lvl="0" indent="0" algn="ctr" rtl="0">
              <a:spcBef>
                <a:spcPct val="0"/>
              </a:spcBef>
              <a:spcAft>
                <a:spcPct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transition/>
  <p:timing/>
</p:sldLayout>
</file>

<file path=ppt/slideLayouts/slideLayout6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4 Items to copy-paste">
  <p:cSld name="CUSTOM_104_1_2_1_1">
    <p:spTree>
      <p:nvGrpSpPr>
        <p:cNvPr id="817" name="Shape 817"/>
        <p:cNvGrpSpPr/>
        <p:nvPr/>
      </p:nvGrpSpPr>
      <p:grpSpPr>
        <a:xfrm>
          <a:off x="0" y="0"/>
          <a:ext cx="0" cy="0"/>
        </a:xfrm>
      </p:grpSpPr>
      <p:sp>
        <p:nvSpPr>
          <p:cNvPr id="818" name="Google Shape;818;p70"/>
          <p:cNvSpPr/>
          <p:nvPr/>
        </p:nvSpPr>
        <p:spPr>
          <a:xfrm>
            <a:off x="3217188" y="4171902"/>
            <a:ext cx="521400" cy="2634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Tick</a:t>
            </a:r>
            <a:endParaRPr sz="1600" i="0" u="none" strike="noStrike" cap="none">
              <a:solidFill>
                <a:schemeClr val="dk1"/>
              </a:solidFill>
              <a:latin typeface="Lexend"/>
              <a:ea typeface="Lexend"/>
              <a:cs typeface="Lexend"/>
              <a:sym typeface="Lexend"/>
            </a:endParaRPr>
          </a:p>
        </p:txBody>
      </p:sp>
      <p:sp>
        <p:nvSpPr>
          <p:cNvPr id="819" name="Google Shape;819;p70"/>
          <p:cNvSpPr/>
          <p:nvPr/>
        </p:nvSpPr>
        <p:spPr>
          <a:xfrm>
            <a:off x="483925" y="193075"/>
            <a:ext cx="6671700" cy="3747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chemeClr val="dk1"/>
                </a:solidFill>
                <a:latin typeface="Lexend"/>
                <a:ea typeface="Lexend"/>
                <a:cs typeface="Lexend"/>
                <a:sym typeface="Lexend"/>
              </a:rPr>
              <a:t>Items to copy and paste</a:t>
            </a:r>
            <a:endParaRPr sz="2000" b="0" i="0" u="none" strike="noStrike" cap="none">
              <a:solidFill>
                <a:schemeClr val="dk1"/>
              </a:solidFill>
              <a:latin typeface="Calibri"/>
              <a:ea typeface="Calibri"/>
              <a:cs typeface="Calibri"/>
              <a:sym typeface="Calibri"/>
            </a:endParaRPr>
          </a:p>
        </p:txBody>
      </p:sp>
      <p:sp>
        <p:nvSpPr>
          <p:cNvPr id="820" name="Google Shape;820;p70"/>
          <p:cNvSpPr/>
          <p:nvPr/>
        </p:nvSpPr>
        <p:spPr>
          <a:xfrm>
            <a:off x="7459200" y="352650"/>
            <a:ext cx="1684800" cy="3747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i="0" u="none" strike="noStrike" cap="none">
                <a:solidFill>
                  <a:schemeClr val="dk1"/>
                </a:solidFill>
                <a:latin typeface="Lexend"/>
                <a:ea typeface="Lexend"/>
                <a:cs typeface="Lexend"/>
                <a:sym typeface="Lexend"/>
              </a:rPr>
              <a:t>Video frame</a:t>
            </a:r>
            <a:endParaRPr sz="1600" i="0" u="none" strike="noStrike" cap="none">
              <a:solidFill>
                <a:schemeClr val="dk1"/>
              </a:solidFill>
              <a:latin typeface="Lexend"/>
              <a:ea typeface="Lexend"/>
              <a:cs typeface="Lexend"/>
              <a:sym typeface="Lexend"/>
            </a:endParaRPr>
          </a:p>
        </p:txBody>
      </p:sp>
      <p:sp>
        <p:nvSpPr>
          <p:cNvPr id="821" name="Google Shape;821;p70"/>
          <p:cNvSpPr/>
          <p:nvPr/>
        </p:nvSpPr>
        <p:spPr>
          <a:xfrm>
            <a:off x="628788" y="4171893"/>
            <a:ext cx="1579200" cy="263400"/>
          </a:xfrm>
          <a:prstGeom prst="rect">
            <a:avLst/>
          </a:prstGeom>
          <a:noFill/>
          <a:ln>
            <a:noFill/>
          </a:ln>
        </p:spPr>
        <p:txBody>
          <a:bodyPr spcFirstLastPara="1" wrap="square" lIns="0" tIns="0" rIns="0" bIns="0" anchor="ctr" anchorCtr="0">
            <a:noAutofit/>
          </a:bodyPr>
          <a:lstStyle/>
          <a:p>
            <a:pPr marL="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822" name="Google Shape;822;p70"/>
          <p:cNvSpPr/>
          <p:nvPr/>
        </p:nvSpPr>
        <p:spPr>
          <a:xfrm>
            <a:off x="5891525" y="2313000"/>
            <a:ext cx="1796400" cy="3807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CfU option letters</a:t>
            </a:r>
            <a:endParaRPr sz="1600" i="0" u="none" strike="noStrike" cap="none">
              <a:solidFill>
                <a:schemeClr val="dk1"/>
              </a:solidFill>
              <a:latin typeface="Lexend"/>
              <a:ea typeface="Lexend"/>
              <a:cs typeface="Lexend"/>
              <a:sym typeface="Lexend"/>
            </a:endParaRPr>
          </a:p>
        </p:txBody>
      </p:sp>
      <p:sp>
        <p:nvSpPr>
          <p:cNvPr id="823" name="Google Shape;823;p70"/>
          <p:cNvSpPr/>
          <p:nvPr/>
        </p:nvSpPr>
        <p:spPr>
          <a:xfrm>
            <a:off x="933601" y="2371650"/>
            <a:ext cx="1179900" cy="2634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Play audio</a:t>
            </a:r>
            <a:endParaRPr sz="1600" i="0" u="none" strike="noStrike" cap="none">
              <a:solidFill>
                <a:schemeClr val="dk1"/>
              </a:solidFill>
              <a:latin typeface="Lexend"/>
              <a:ea typeface="Lexend"/>
              <a:cs typeface="Lexend"/>
              <a:sym typeface="Lexend"/>
            </a:endParaRPr>
          </a:p>
        </p:txBody>
      </p:sp>
      <p:sp>
        <p:nvSpPr>
          <p:cNvPr id="824" name="Google Shape;824;p70"/>
          <p:cNvSpPr/>
          <p:nvPr/>
        </p:nvSpPr>
        <p:spPr>
          <a:xfrm>
            <a:off x="3444210" y="2377200"/>
            <a:ext cx="1116600" cy="2523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Play video</a:t>
            </a:r>
            <a:endParaRPr sz="1600" i="0" u="none" strike="noStrike" cap="none">
              <a:solidFill>
                <a:schemeClr val="dk1"/>
              </a:solidFill>
              <a:latin typeface="Lexend"/>
              <a:ea typeface="Lexend"/>
              <a:cs typeface="Lexend"/>
              <a:sym typeface="Lexend"/>
            </a:endParaRPr>
          </a:p>
        </p:txBody>
      </p:sp>
      <p:sp>
        <p:nvSpPr>
          <p:cNvPr id="825" name="Google Shape;825;p70"/>
          <p:cNvSpPr/>
          <p:nvPr/>
        </p:nvSpPr>
        <p:spPr>
          <a:xfrm>
            <a:off x="4747799" y="4171900"/>
            <a:ext cx="694200" cy="2634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Cross</a:t>
            </a:r>
            <a:endParaRPr sz="1600" i="0" u="none" strike="noStrike" cap="none">
              <a:solidFill>
                <a:schemeClr val="dk1"/>
              </a:solidFill>
              <a:latin typeface="Lexend"/>
              <a:ea typeface="Lexend"/>
              <a:cs typeface="Lexend"/>
              <a:sym typeface="Lexend"/>
            </a:endParaRPr>
          </a:p>
        </p:txBody>
      </p:sp>
      <p:sp>
        <p:nvSpPr>
          <p:cNvPr id="826" name="Google Shape;826;p70"/>
          <p:cNvSpPr/>
          <p:nvPr/>
        </p:nvSpPr>
        <p:spPr>
          <a:xfrm>
            <a:off x="6451200" y="4171900"/>
            <a:ext cx="1421700" cy="2634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Reading icon</a:t>
            </a:r>
            <a:endParaRPr sz="1600" i="0" u="none" strike="noStrike" cap="none">
              <a:solidFill>
                <a:schemeClr val="dk1"/>
              </a:solidFill>
              <a:latin typeface="Lexend"/>
              <a:ea typeface="Lexend"/>
              <a:cs typeface="Lexend"/>
              <a:sym typeface="Lexend"/>
            </a:endParaRPr>
          </a:p>
        </p:txBody>
      </p:sp>
    </p:spTree>
  </p:cSld>
  <p:clrMapOvr>
    <a:masterClrMapping/>
  </p:clrMapOvr>
  <p:transition/>
  <p:timing/>
</p:sldLayout>
</file>

<file path=ppt/slideLayouts/slideLayout7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5 OGL">
  <p:cSld name="CUSTOM_5_1">
    <p:bg>
      <p:bgPr>
        <a:solidFill>
          <a:srgbClr val="BEF2BD"/>
        </a:solidFill>
      </p:bgPr>
    </p:bg>
    <p:spTree>
      <p:nvGrpSpPr>
        <p:cNvPr id="827" name="Shape 827"/>
        <p:cNvGrpSpPr/>
        <p:nvPr/>
      </p:nvGrpSpPr>
      <p:grpSpPr>
        <a:xfrm>
          <a:off x="0" y="0"/>
          <a:ext cx="0" cy="0"/>
        </a:xfrm>
      </p:grpSpPr>
      <p:pic>
        <p:nvPicPr>
          <p:cNvPr id="828" name="Google Shape;828;p71"/>
          <p:cNvPicPr preferRelativeResize="0"/>
          <p:nvPr/>
        </p:nvPicPr>
        <p:blipFill>
          <a:blip r:embed="rId1">
            <a:alphaModFix/>
          </a:blip>
          <a:stretch>
            <a:fillRect/>
          </a:stretch>
        </p:blipFill>
        <p:spPr>
          <a:xfrm>
            <a:off x="347200" y="1111870"/>
            <a:ext cx="7945600" cy="2919776"/>
          </a:xfrm>
          <a:prstGeom prst="rect">
            <a:avLst/>
          </a:prstGeom>
          <a:noFill/>
          <a:ln>
            <a:noFill/>
          </a:ln>
        </p:spPr>
      </p:pic>
      <p:sp>
        <p:nvSpPr>
          <p:cNvPr id="829" name="Google Shape;829;p71"/>
          <p:cNvSpPr txBox="1"/>
          <p:nvPr>
            <p:ph type="subTitle" idx="1"/>
          </p:nvPr>
        </p:nvSpPr>
        <p:spPr>
          <a:xfrm>
            <a:off x="661775" y="1190413"/>
            <a:ext cx="7351200" cy="2762700"/>
          </a:xfrm>
          <a:prstGeom prst="rect">
            <a:avLst/>
          </a:prstGeom>
        </p:spPr>
        <p:txBody>
          <a:bodyPr spcFirstLastPara="1" wrap="square" lIns="0" tIns="0" rIns="0" bIns="0" anchor="ctr" anchorCtr="0">
            <a:noAutofit/>
          </a:bodyPr>
          <a:lstStyle>
            <a:lvl1pPr lvl="0" rtl="0">
              <a:lnSpc>
                <a:spcPct val="115000"/>
              </a:lnSpc>
              <a:spcBef>
                <a:spcPct val="0"/>
              </a:spcBef>
              <a:spcAft>
                <a:spcPct val="0"/>
              </a:spcAft>
              <a:buSzPts val="1800"/>
              <a:buNone/>
              <a:defRPr sz="1800"/>
            </a:lvl1pPr>
            <a:lvl2pPr lvl="1" rtl="0">
              <a:spcBef>
                <a:spcPts val="1000"/>
              </a:spcBef>
              <a:spcAft>
                <a:spcPct val="0"/>
              </a:spcAft>
              <a:buSzPts val="1800"/>
              <a:buNone/>
              <a:defRPr sz="1800"/>
            </a:lvl2pPr>
            <a:lvl3pPr lvl="2" rtl="0">
              <a:spcBef>
                <a:spcPts val="1000"/>
              </a:spcBef>
              <a:spcAft>
                <a:spcPct val="0"/>
              </a:spcAft>
              <a:buSzPts val="1800"/>
              <a:buNone/>
              <a:defRPr sz="1800"/>
            </a:lvl3pPr>
            <a:lvl4pPr lvl="3" rtl="0">
              <a:spcBef>
                <a:spcPts val="800"/>
              </a:spcBef>
              <a:spcAft>
                <a:spcPct val="0"/>
              </a:spcAft>
              <a:buSzPts val="1800"/>
              <a:buNone/>
              <a:defRPr sz="1800"/>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Tree>
  </p:cSld>
  <p:clrMapOvr>
    <a:masterClrMapping/>
  </p:clrMapOvr>
  <p:transition/>
  <p:timing/>
</p:sldLayout>
</file>

<file path=ppt/slideLayouts/slideLayout7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6 Blank">
  <p:cSld name="CUSTOM_6">
    <p:spTree>
      <p:nvGrpSpPr>
        <p:cNvPr id="830" name="Shape 830"/>
        <p:cNvGrpSpPr/>
        <p:nvPr/>
      </p:nvGrpSpPr>
      <p:grpSpPr>
        <a:xfrm>
          <a:off x="0" y="0"/>
          <a:ext cx="0" cy="0"/>
        </a:xfrm>
      </p:grpSpPr>
      <p:sp>
        <p:nvSpPr>
          <p:cNvPr id="831" name="Google Shape;831;p72"/>
          <p:cNvSpPr txBox="1"/>
          <p:nvPr>
            <p:ph type="title"/>
          </p:nvPr>
        </p:nvSpPr>
        <p:spPr>
          <a:xfrm>
            <a:off x="459000" y="73800"/>
            <a:ext cx="6600600" cy="814500"/>
          </a:xfrm>
          <a:prstGeom prst="rect">
            <a:avLst/>
          </a:prstGeom>
        </p:spPr>
        <p:txBody>
          <a:bodyPr spcFirstLastPara="1" wrap="square" lIns="0" tIns="0" rIns="0" bIns="0" anchor="t" anchorCtr="0">
            <a:noAutofit/>
          </a:bodyPr>
          <a:lstStyle>
            <a:lvl1pPr lvl="0">
              <a:spcBef>
                <a:spcPct val="0"/>
              </a:spcBef>
              <a:spcAft>
                <a:spcPct val="0"/>
              </a:spcAft>
              <a:buSzPts val="2200"/>
              <a:buNone/>
              <a:defRPr/>
            </a:lvl1pPr>
            <a:lvl2pPr lvl="1">
              <a:spcBef>
                <a:spcPct val="0"/>
              </a:spcBef>
              <a:spcAft>
                <a:spcPct val="0"/>
              </a:spcAft>
              <a:buSzPts val="2800"/>
              <a:buNone/>
              <a:defRPr/>
            </a:lvl2pPr>
            <a:lvl3pPr lvl="2">
              <a:spcBef>
                <a:spcPct val="0"/>
              </a:spcBef>
              <a:spcAft>
                <a:spcPct val="0"/>
              </a:spcAft>
              <a:buSzPts val="2800"/>
              <a:buNone/>
              <a:defRPr/>
            </a:lvl3pPr>
            <a:lvl4pPr lvl="3">
              <a:spcBef>
                <a:spcPct val="0"/>
              </a:spcBef>
              <a:spcAft>
                <a:spcPct val="0"/>
              </a:spcAft>
              <a:buSzPts val="2800"/>
              <a:buNone/>
              <a:defRPr/>
            </a:lvl4pPr>
            <a:lvl5pPr lvl="4">
              <a:spcBef>
                <a:spcPct val="0"/>
              </a:spcBef>
              <a:spcAft>
                <a:spcPct val="0"/>
              </a:spcAft>
              <a:buSzPts val="2800"/>
              <a:buNone/>
              <a:defRPr/>
            </a:lvl5pPr>
            <a:lvl6pPr lvl="5">
              <a:spcBef>
                <a:spcPct val="0"/>
              </a:spcBef>
              <a:spcAft>
                <a:spcPct val="0"/>
              </a:spcAft>
              <a:buSzPts val="2800"/>
              <a:buNone/>
              <a:defRPr/>
            </a:lvl6pPr>
            <a:lvl7pPr lvl="6">
              <a:spcBef>
                <a:spcPct val="0"/>
              </a:spcBef>
              <a:spcAft>
                <a:spcPct val="0"/>
              </a:spcAft>
              <a:buSzPts val="2800"/>
              <a:buNone/>
              <a:defRPr/>
            </a:lvl7pPr>
            <a:lvl8pPr lvl="7">
              <a:spcBef>
                <a:spcPct val="0"/>
              </a:spcBef>
              <a:spcAft>
                <a:spcPct val="0"/>
              </a:spcAft>
              <a:buSzPts val="2800"/>
              <a:buNone/>
              <a:defRPr/>
            </a:lvl8pPr>
            <a:lvl9pPr lvl="8">
              <a:spcBef>
                <a:spcPct val="0"/>
              </a:spcBef>
              <a:spcAft>
                <a:spcPct val="0"/>
              </a:spcAft>
              <a:buSzPts val="2800"/>
              <a:buNone/>
              <a:defRPr/>
            </a:lvl9pPr>
          </a:lstStyle>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slideLayout" Target="../slideLayouts/slideLayout12.xml" /><Relationship Id="rId13" Type="http://schemas.openxmlformats.org/officeDocument/2006/relationships/slideLayout" Target="../slideLayouts/slideLayout13.xml" /><Relationship Id="rId14" Type="http://schemas.openxmlformats.org/officeDocument/2006/relationships/slideLayout" Target="../slideLayouts/slideLayout14.xml" /><Relationship Id="rId15" Type="http://schemas.openxmlformats.org/officeDocument/2006/relationships/slideLayout" Target="../slideLayouts/slideLayout15.xml" /><Relationship Id="rId16" Type="http://schemas.openxmlformats.org/officeDocument/2006/relationships/slideLayout" Target="../slideLayouts/slideLayout16.xml" /><Relationship Id="rId17" Type="http://schemas.openxmlformats.org/officeDocument/2006/relationships/slideLayout" Target="../slideLayouts/slideLayout17.xml" /><Relationship Id="rId18" Type="http://schemas.openxmlformats.org/officeDocument/2006/relationships/slideLayout" Target="../slideLayouts/slideLayout18.xml" /><Relationship Id="rId19" Type="http://schemas.openxmlformats.org/officeDocument/2006/relationships/slideLayout" Target="../slideLayouts/slideLayout19.xml" /><Relationship Id="rId2" Type="http://schemas.openxmlformats.org/officeDocument/2006/relationships/slideLayout" Target="../slideLayouts/slideLayout2.xml" /><Relationship Id="rId20" Type="http://schemas.openxmlformats.org/officeDocument/2006/relationships/slideLayout" Target="../slideLayouts/slideLayout20.xml" /><Relationship Id="rId21" Type="http://schemas.openxmlformats.org/officeDocument/2006/relationships/slideLayout" Target="../slideLayouts/slideLayout21.xml" /><Relationship Id="rId22" Type="http://schemas.openxmlformats.org/officeDocument/2006/relationships/slideLayout" Target="../slideLayouts/slideLayout22.xml" /><Relationship Id="rId23" Type="http://schemas.openxmlformats.org/officeDocument/2006/relationships/slideLayout" Target="../slideLayouts/slideLayout23.xml" /><Relationship Id="rId24" Type="http://schemas.openxmlformats.org/officeDocument/2006/relationships/slideLayout" Target="../slideLayouts/slideLayout24.xml" /><Relationship Id="rId25" Type="http://schemas.openxmlformats.org/officeDocument/2006/relationships/slideLayout" Target="../slideLayouts/slideLayout25.xml" /><Relationship Id="rId26" Type="http://schemas.openxmlformats.org/officeDocument/2006/relationships/slideLayout" Target="../slideLayouts/slideLayout26.xml" /><Relationship Id="rId27" Type="http://schemas.openxmlformats.org/officeDocument/2006/relationships/slideLayout" Target="../slideLayouts/slideLayout27.xml" /><Relationship Id="rId28" Type="http://schemas.openxmlformats.org/officeDocument/2006/relationships/slideLayout" Target="../slideLayouts/slideLayout28.xml" /><Relationship Id="rId29" Type="http://schemas.openxmlformats.org/officeDocument/2006/relationships/slideLayout" Target="../slideLayouts/slideLayout29.xml" /><Relationship Id="rId3" Type="http://schemas.openxmlformats.org/officeDocument/2006/relationships/slideLayout" Target="../slideLayouts/slideLayout3.xml" /><Relationship Id="rId30" Type="http://schemas.openxmlformats.org/officeDocument/2006/relationships/slideLayout" Target="../slideLayouts/slideLayout30.xml" /><Relationship Id="rId31" Type="http://schemas.openxmlformats.org/officeDocument/2006/relationships/slideLayout" Target="../slideLayouts/slideLayout31.xml" /><Relationship Id="rId32" Type="http://schemas.openxmlformats.org/officeDocument/2006/relationships/slideLayout" Target="../slideLayouts/slideLayout32.xml" /><Relationship Id="rId33" Type="http://schemas.openxmlformats.org/officeDocument/2006/relationships/slideLayout" Target="../slideLayouts/slideLayout33.xml" /><Relationship Id="rId34" Type="http://schemas.openxmlformats.org/officeDocument/2006/relationships/slideLayout" Target="../slideLayouts/slideLayout34.xml" /><Relationship Id="rId35" Type="http://schemas.openxmlformats.org/officeDocument/2006/relationships/slideLayout" Target="../slideLayouts/slideLayout35.xml" /><Relationship Id="rId36" Type="http://schemas.openxmlformats.org/officeDocument/2006/relationships/slideLayout" Target="../slideLayouts/slideLayout36.xml" /><Relationship Id="rId37" Type="http://schemas.openxmlformats.org/officeDocument/2006/relationships/slideLayout" Target="../slideLayouts/slideLayout37.xml" /><Relationship Id="rId38" Type="http://schemas.openxmlformats.org/officeDocument/2006/relationships/slideLayout" Target="../slideLayouts/slideLayout38.xml" /><Relationship Id="rId39" Type="http://schemas.openxmlformats.org/officeDocument/2006/relationships/slideLayout" Target="../slideLayouts/slideLayout39.xml" /><Relationship Id="rId4" Type="http://schemas.openxmlformats.org/officeDocument/2006/relationships/slideLayout" Target="../slideLayouts/slideLayout4.xml" /><Relationship Id="rId40" Type="http://schemas.openxmlformats.org/officeDocument/2006/relationships/slideLayout" Target="../slideLayouts/slideLayout40.xml" /><Relationship Id="rId41" Type="http://schemas.openxmlformats.org/officeDocument/2006/relationships/slideLayout" Target="../slideLayouts/slideLayout41.xml" /><Relationship Id="rId42" Type="http://schemas.openxmlformats.org/officeDocument/2006/relationships/slideLayout" Target="../slideLayouts/slideLayout42.xml" /><Relationship Id="rId43" Type="http://schemas.openxmlformats.org/officeDocument/2006/relationships/slideLayout" Target="../slideLayouts/slideLayout43.xml" /><Relationship Id="rId44" Type="http://schemas.openxmlformats.org/officeDocument/2006/relationships/slideLayout" Target="../slideLayouts/slideLayout44.xml" /><Relationship Id="rId45" Type="http://schemas.openxmlformats.org/officeDocument/2006/relationships/slideLayout" Target="../slideLayouts/slideLayout45.xml" /><Relationship Id="rId46" Type="http://schemas.openxmlformats.org/officeDocument/2006/relationships/slideLayout" Target="../slideLayouts/slideLayout46.xml" /><Relationship Id="rId47" Type="http://schemas.openxmlformats.org/officeDocument/2006/relationships/slideLayout" Target="../slideLayouts/slideLayout47.xml" /><Relationship Id="rId48" Type="http://schemas.openxmlformats.org/officeDocument/2006/relationships/slideLayout" Target="../slideLayouts/slideLayout48.xml" /><Relationship Id="rId49" Type="http://schemas.openxmlformats.org/officeDocument/2006/relationships/slideLayout" Target="../slideLayouts/slideLayout49.xml" /><Relationship Id="rId5" Type="http://schemas.openxmlformats.org/officeDocument/2006/relationships/slideLayout" Target="../slideLayouts/slideLayout5.xml" /><Relationship Id="rId50" Type="http://schemas.openxmlformats.org/officeDocument/2006/relationships/slideLayout" Target="../slideLayouts/slideLayout50.xml" /><Relationship Id="rId51" Type="http://schemas.openxmlformats.org/officeDocument/2006/relationships/slideLayout" Target="../slideLayouts/slideLayout51.xml" /><Relationship Id="rId52" Type="http://schemas.openxmlformats.org/officeDocument/2006/relationships/slideLayout" Target="../slideLayouts/slideLayout52.xml" /><Relationship Id="rId53" Type="http://schemas.openxmlformats.org/officeDocument/2006/relationships/slideLayout" Target="../slideLayouts/slideLayout53.xml" /><Relationship Id="rId54" Type="http://schemas.openxmlformats.org/officeDocument/2006/relationships/slideLayout" Target="../slideLayouts/slideLayout54.xml" /><Relationship Id="rId55" Type="http://schemas.openxmlformats.org/officeDocument/2006/relationships/slideLayout" Target="../slideLayouts/slideLayout55.xml" /><Relationship Id="rId56" Type="http://schemas.openxmlformats.org/officeDocument/2006/relationships/slideLayout" Target="../slideLayouts/slideLayout56.xml" /><Relationship Id="rId57" Type="http://schemas.openxmlformats.org/officeDocument/2006/relationships/slideLayout" Target="../slideLayouts/slideLayout57.xml" /><Relationship Id="rId58" Type="http://schemas.openxmlformats.org/officeDocument/2006/relationships/slideLayout" Target="../slideLayouts/slideLayout58.xml" /><Relationship Id="rId59" Type="http://schemas.openxmlformats.org/officeDocument/2006/relationships/slideLayout" Target="../slideLayouts/slideLayout59.xml" /><Relationship Id="rId6" Type="http://schemas.openxmlformats.org/officeDocument/2006/relationships/slideLayout" Target="../slideLayouts/slideLayout6.xml" /><Relationship Id="rId60" Type="http://schemas.openxmlformats.org/officeDocument/2006/relationships/slideLayout" Target="../slideLayouts/slideLayout60.xml" /><Relationship Id="rId61" Type="http://schemas.openxmlformats.org/officeDocument/2006/relationships/slideLayout" Target="../slideLayouts/slideLayout61.xml" /><Relationship Id="rId62" Type="http://schemas.openxmlformats.org/officeDocument/2006/relationships/slideLayout" Target="../slideLayouts/slideLayout62.xml" /><Relationship Id="rId63" Type="http://schemas.openxmlformats.org/officeDocument/2006/relationships/slideLayout" Target="../slideLayouts/slideLayout63.xml" /><Relationship Id="rId64" Type="http://schemas.openxmlformats.org/officeDocument/2006/relationships/slideLayout" Target="../slideLayouts/slideLayout64.xml" /><Relationship Id="rId65" Type="http://schemas.openxmlformats.org/officeDocument/2006/relationships/slideLayout" Target="../slideLayouts/slideLayout65.xml" /><Relationship Id="rId66" Type="http://schemas.openxmlformats.org/officeDocument/2006/relationships/slideLayout" Target="../slideLayouts/slideLayout66.xml" /><Relationship Id="rId67" Type="http://schemas.openxmlformats.org/officeDocument/2006/relationships/slideLayout" Target="../slideLayouts/slideLayout67.xml" /><Relationship Id="rId68" Type="http://schemas.openxmlformats.org/officeDocument/2006/relationships/slideLayout" Target="../slideLayouts/slideLayout68.xml" /><Relationship Id="rId69" Type="http://schemas.openxmlformats.org/officeDocument/2006/relationships/slideLayout" Target="../slideLayouts/slideLayout69.xml" /><Relationship Id="rId7" Type="http://schemas.openxmlformats.org/officeDocument/2006/relationships/slideLayout" Target="../slideLayouts/slideLayout7.xml" /><Relationship Id="rId70" Type="http://schemas.openxmlformats.org/officeDocument/2006/relationships/slideLayout" Target="../slideLayouts/slideLayout70.xml" /><Relationship Id="rId71" Type="http://schemas.openxmlformats.org/officeDocument/2006/relationships/slideLayout" Target="../slideLayouts/slideLayout71.xml" /><Relationship Id="rId72" Type="http://schemas.openxmlformats.org/officeDocument/2006/relationships/image" Target="../media/image52.png" /><Relationship Id="rId73" Type="http://schemas.openxmlformats.org/officeDocument/2006/relationships/theme" Target="../theme/theme1.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5" name="Shape 5"/>
        <p:cNvGrpSpPr/>
        <p:nvPr/>
      </p:nvGrpSpPr>
      <p:grpSpPr>
        <a:xfrm>
          <a:off x="0" y="0"/>
          <a:ext cx="0" cy="0"/>
        </a:xfrm>
      </p:grpSpPr>
      <p:sp>
        <p:nvSpPr>
          <p:cNvPr id="6" name="Google Shape;6;p1"/>
          <p:cNvSpPr txBox="1"/>
          <p:nvPr>
            <p:ph type="title"/>
          </p:nvPr>
        </p:nvSpPr>
        <p:spPr>
          <a:xfrm>
            <a:off x="459000" y="73800"/>
            <a:ext cx="6600600" cy="814500"/>
          </a:xfrm>
          <a:prstGeom prst="rect">
            <a:avLst/>
          </a:prstGeom>
          <a:noFill/>
          <a:ln>
            <a:noFill/>
          </a:ln>
        </p:spPr>
        <p:txBody>
          <a:bodyPr spcFirstLastPara="1" wrap="square" lIns="0" tIns="0" rIns="0" bIns="0" anchor="t" anchorCtr="0">
            <a:noAutofit/>
          </a:bodyPr>
          <a:lstStyle>
            <a:lvl1pPr lvl="0" rtl="0">
              <a:lnSpc>
                <a:spcPct val="115000"/>
              </a:lnSpc>
              <a:spcBef>
                <a:spcPct val="0"/>
              </a:spcBef>
              <a:spcAft>
                <a:spcPct val="0"/>
              </a:spcAft>
              <a:buClr>
                <a:schemeClr val="dk1"/>
              </a:buClr>
              <a:buSzPts val="2200"/>
              <a:buFont typeface="Lexend"/>
              <a:buNone/>
              <a:defRPr sz="2200" b="1">
                <a:solidFill>
                  <a:schemeClr val="dk1"/>
                </a:solidFill>
                <a:latin typeface="Lexend"/>
                <a:ea typeface="Lexend"/>
                <a:cs typeface="Lexend"/>
                <a:sym typeface="Lexend"/>
              </a:defRPr>
            </a:lvl1pPr>
            <a:lvl2pPr lvl="1"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type="body" idx="1"/>
          </p:nvPr>
        </p:nvSpPr>
        <p:spPr>
          <a:xfrm>
            <a:off x="459000" y="523400"/>
            <a:ext cx="8226000" cy="3159900"/>
          </a:xfrm>
          <a:prstGeom prst="rect">
            <a:avLst/>
          </a:prstGeom>
          <a:noFill/>
          <a:ln>
            <a:noFill/>
          </a:ln>
        </p:spPr>
        <p:txBody>
          <a:bodyPr spcFirstLastPara="1" wrap="square" lIns="0" tIns="0" rIns="0" bIns="0" anchor="t" anchorCtr="0">
            <a:noAutofit/>
          </a:bodyPr>
          <a:lstStyle>
            <a:lvl1pPr marL="457200" lvl="0" indent="-368300" rtl="0">
              <a:lnSpc>
                <a:spcPct val="130000"/>
              </a:lnSpc>
              <a:spcBef>
                <a:spcPct val="0"/>
              </a:spcBef>
              <a:spcAft>
                <a:spcPct val="0"/>
              </a:spcAft>
              <a:buClr>
                <a:schemeClr val="dk1"/>
              </a:buClr>
              <a:buSzPts val="2200"/>
              <a:buFont typeface="Lexend"/>
              <a:buChar char="●"/>
              <a:defRPr sz="2200">
                <a:solidFill>
                  <a:schemeClr val="dk1"/>
                </a:solidFill>
                <a:latin typeface="Lexend"/>
                <a:ea typeface="Lexend"/>
                <a:cs typeface="Lexend"/>
                <a:sym typeface="Lexend"/>
              </a:defRPr>
            </a:lvl1pPr>
            <a:lvl2pPr marL="914400" lvl="1" indent="-361950" rtl="0">
              <a:lnSpc>
                <a:spcPct val="130000"/>
              </a:lnSpc>
              <a:spcBef>
                <a:spcPts val="1000"/>
              </a:spcBef>
              <a:spcAft>
                <a:spcPct val="0"/>
              </a:spcAft>
              <a:buClr>
                <a:schemeClr val="dk1"/>
              </a:buClr>
              <a:buSzPts val="2100"/>
              <a:buFont typeface="Lexend"/>
              <a:buChar char="–"/>
              <a:defRPr sz="2100">
                <a:solidFill>
                  <a:schemeClr val="dk1"/>
                </a:solidFill>
                <a:latin typeface="Lexend"/>
                <a:ea typeface="Lexend"/>
                <a:cs typeface="Lexend"/>
                <a:sym typeface="Lexend"/>
              </a:defRPr>
            </a:lvl2pPr>
            <a:lvl3pPr marL="1371600" lvl="2" indent="-355600" rtl="0">
              <a:lnSpc>
                <a:spcPct val="130000"/>
              </a:lnSpc>
              <a:spcBef>
                <a:spcPts val="1000"/>
              </a:spcBef>
              <a:spcAft>
                <a:spcPct val="0"/>
              </a:spcAft>
              <a:buClr>
                <a:schemeClr val="dk1"/>
              </a:buClr>
              <a:buSzPts val="2000"/>
              <a:buFont typeface="Lexend"/>
              <a:buChar char="–"/>
              <a:defRPr sz="2000">
                <a:solidFill>
                  <a:schemeClr val="dk1"/>
                </a:solidFill>
                <a:latin typeface="Lexend"/>
                <a:ea typeface="Lexend"/>
                <a:cs typeface="Lexend"/>
                <a:sym typeface="Lexend"/>
              </a:defRPr>
            </a:lvl3pPr>
            <a:lvl4pPr marL="1828800" lvl="3" indent="-349250" rtl="0">
              <a:lnSpc>
                <a:spcPct val="130000"/>
              </a:lnSpc>
              <a:spcBef>
                <a:spcPts val="800"/>
              </a:spcBef>
              <a:spcAft>
                <a:spcPct val="0"/>
              </a:spcAft>
              <a:buClr>
                <a:schemeClr val="dk1"/>
              </a:buClr>
              <a:buSzPts val="1900"/>
              <a:buFont typeface="Lexend"/>
              <a:buChar char="–"/>
              <a:defRPr sz="1900">
                <a:solidFill>
                  <a:schemeClr val="dk1"/>
                </a:solidFill>
                <a:latin typeface="Lexend"/>
                <a:ea typeface="Lexend"/>
                <a:cs typeface="Lexend"/>
                <a:sym typeface="Lexend"/>
              </a:defRPr>
            </a:lvl4pPr>
            <a:lvl5pPr marL="2286000" lvl="4" indent="-342900" rtl="0">
              <a:lnSpc>
                <a:spcPct val="130000"/>
              </a:lnSpc>
              <a:spcBef>
                <a:spcPts val="800"/>
              </a:spcBef>
              <a:spcAft>
                <a:spcPct val="0"/>
              </a:spcAft>
              <a:buClr>
                <a:schemeClr val="dk1"/>
              </a:buClr>
              <a:buSzPts val="1800"/>
              <a:buFont typeface="Lexend"/>
              <a:buChar char="–"/>
              <a:defRPr sz="1800">
                <a:solidFill>
                  <a:schemeClr val="dk1"/>
                </a:solidFill>
                <a:latin typeface="Lexend"/>
                <a:ea typeface="Lexend"/>
                <a:cs typeface="Lexend"/>
                <a:sym typeface="Lexend"/>
              </a:defRPr>
            </a:lvl5pPr>
            <a:lvl6pPr marL="2743200" lvl="5" indent="-342900" rtl="0">
              <a:lnSpc>
                <a:spcPct val="130000"/>
              </a:lnSpc>
              <a:spcBef>
                <a:spcPts val="600"/>
              </a:spcBef>
              <a:spcAft>
                <a:spcPct val="0"/>
              </a:spcAft>
              <a:buClr>
                <a:schemeClr val="dk1"/>
              </a:buClr>
              <a:buSzPts val="1800"/>
              <a:buFont typeface="Lexend"/>
              <a:buChar char="–"/>
              <a:defRPr sz="1800">
                <a:solidFill>
                  <a:schemeClr val="dk1"/>
                </a:solidFill>
                <a:latin typeface="Lexend"/>
                <a:ea typeface="Lexend"/>
                <a:cs typeface="Lexend"/>
                <a:sym typeface="Lexend"/>
              </a:defRPr>
            </a:lvl6pPr>
            <a:lvl7pPr marL="3200400" lvl="6" indent="-342900" rtl="0">
              <a:lnSpc>
                <a:spcPct val="130000"/>
              </a:lnSpc>
              <a:spcBef>
                <a:spcPts val="600"/>
              </a:spcBef>
              <a:spcAft>
                <a:spcPct val="0"/>
              </a:spcAft>
              <a:buClr>
                <a:schemeClr val="dk1"/>
              </a:buClr>
              <a:buSzPts val="1800"/>
              <a:buFont typeface="Lexend"/>
              <a:buChar char="–"/>
              <a:defRPr sz="1800">
                <a:solidFill>
                  <a:schemeClr val="dk1"/>
                </a:solidFill>
                <a:latin typeface="Lexend"/>
                <a:ea typeface="Lexend"/>
                <a:cs typeface="Lexend"/>
                <a:sym typeface="Lexend"/>
              </a:defRPr>
            </a:lvl7pPr>
            <a:lvl8pPr marL="3657600" lvl="7" indent="-342900" rtl="0">
              <a:lnSpc>
                <a:spcPct val="130000"/>
              </a:lnSpc>
              <a:spcBef>
                <a:spcPts val="400"/>
              </a:spcBef>
              <a:spcAft>
                <a:spcPct val="0"/>
              </a:spcAft>
              <a:buClr>
                <a:schemeClr val="dk1"/>
              </a:buClr>
              <a:buSzPts val="1800"/>
              <a:buFont typeface="Lexend"/>
              <a:buChar char="–"/>
              <a:defRPr sz="1800">
                <a:solidFill>
                  <a:schemeClr val="dk1"/>
                </a:solidFill>
                <a:latin typeface="Lexend"/>
                <a:ea typeface="Lexend"/>
                <a:cs typeface="Lexend"/>
                <a:sym typeface="Lexend"/>
              </a:defRPr>
            </a:lvl8pPr>
            <a:lvl9pPr marL="4114800" lvl="8" indent="-3429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72">
            <a:alphaModFix/>
          </a:blip>
          <a:stretch>
            <a:fillRect/>
          </a:stretch>
        </p:blipFill>
        <p:spPr>
          <a:xfrm>
            <a:off x="8524129" y="4430050"/>
            <a:ext cx="234000" cy="31824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04" userDrawn="1">
          <p15:clr>
            <a:srgbClr val="000000"/>
          </p15:clr>
        </p15:guide>
        <p15:guide id="2" pos="1819" userDrawn="1">
          <p15:clr>
            <a:srgbClr val="0000FF"/>
          </p15:clr>
        </p15:guide>
        <p15:guide id="3" orient="horz" pos="340" userDrawn="1">
          <p15:clr>
            <a:srgbClr val="222222"/>
          </p15:clr>
        </p15:guide>
        <p15:guide id="4" pos="2123" userDrawn="1">
          <p15:clr>
            <a:srgbClr val="0000FF"/>
          </p15:clr>
        </p15:guide>
        <p15:guide id="5" pos="2880" userDrawn="1">
          <p15:clr>
            <a:srgbClr val="EA4335"/>
          </p15:clr>
        </p15:guide>
        <p15:guide id="6" pos="3637" userDrawn="1">
          <p15:clr>
            <a:srgbClr val="0000FF"/>
          </p15:clr>
        </p15:guide>
        <p15:guide id="7" pos="3941" userDrawn="1">
          <p15:clr>
            <a:srgbClr val="0000FF"/>
          </p15:clr>
        </p15:guide>
        <p15:guide id="8" pos="5556" userDrawn="1">
          <p15:clr>
            <a:srgbClr val="222222"/>
          </p15:clr>
        </p15:guide>
        <p15:guide id="9" pos="1061" userDrawn="1">
          <p15:clr>
            <a:srgbClr val="9AA0A6"/>
          </p15:clr>
        </p15:guide>
        <p15:guide id="10" pos="4699" userDrawn="1">
          <p15:clr>
            <a:srgbClr val="9AA0A6"/>
          </p15:clr>
        </p15:guide>
        <p15:guide id="11" orient="horz" pos="680" userDrawn="1">
          <p15:clr>
            <a:srgbClr val="B7B7B7"/>
          </p15:clr>
        </p15:guide>
        <p15:guide id="12" orient="horz" pos="1020" userDrawn="1">
          <p15:clr>
            <a:srgbClr val="B7B7B7"/>
          </p15:clr>
        </p15:guide>
        <p15:guide id="13" orient="horz" pos="1361" userDrawn="1">
          <p15:clr>
            <a:srgbClr val="B7B7B7"/>
          </p15:clr>
        </p15:guide>
        <p15:guide id="14" orient="horz" pos="1701" userDrawn="1">
          <p15:clr>
            <a:srgbClr val="B7B7B7"/>
          </p15:clr>
        </p15:guide>
        <p15:guide id="15" orient="horz" pos="2041" userDrawn="1">
          <p15:clr>
            <a:srgbClr val="B7B7B7"/>
          </p15:clr>
        </p15:guide>
        <p15:guide id="16" orient="horz" pos="2381" userDrawn="1">
          <p15:clr>
            <a:srgbClr val="B7B7B7"/>
          </p15:clr>
        </p15:guide>
        <p15:guide id="17" orient="horz" pos="3036" userDrawn="1">
          <p15:clr>
            <a:srgbClr val="000000"/>
          </p15:clr>
        </p15:guide>
        <p15:guide id="18" pos="2721" userDrawn="1">
          <p15:clr>
            <a:srgbClr val="000000"/>
          </p15:clr>
        </p15:guide>
        <p15:guide id="19" pos="3039" userDrawn="1">
          <p15:clr>
            <a:srgbClr val="000000"/>
          </p15:clr>
        </p15:guide>
        <p15:guide id="20" orient="horz" pos="510" userDrawn="1">
          <p15:clr>
            <a:srgbClr val="B7B7B7"/>
          </p15:clr>
        </p15:guide>
        <p15:guide id="21" orient="horz" pos="1620" userDrawn="1">
          <p15:clr>
            <a:srgbClr val="EA4335"/>
          </p15:clr>
        </p15:guide>
        <p15:guide id="22" orient="horz" pos="2721" userDrawn="1">
          <p15:clr>
            <a:srgbClr val="B7B7B7"/>
          </p15:clr>
        </p15:guide>
      </p15:sldGuideLst>
    </p:ext>
  </p:extLst>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2.xml" /><Relationship Id="rId2" Type="http://schemas.openxmlformats.org/officeDocument/2006/relationships/notesSlide" Target="../notesSlides/notesSlide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22.xml" /><Relationship Id="rId2" Type="http://schemas.openxmlformats.org/officeDocument/2006/relationships/notesSlide" Target="../notesSlides/notesSlide2.xml" /><Relationship Id="rId3" Type="http://schemas.openxmlformats.org/officeDocument/2006/relationships/hyperlink" Target="https://support.thenational.academy/using-oaks-new-teaching-resources?utm_campaign=OakSlideDeck&amp;utm_medium=document&amp;utm_source=guide" TargetMode="Externa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21.xml" /><Relationship Id="rId2" Type="http://schemas.openxmlformats.org/officeDocument/2006/relationships/notesSlide" Target="../notesSlides/notesSlide3.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23.xml" /><Relationship Id="rId2" Type="http://schemas.openxmlformats.org/officeDocument/2006/relationships/notesSlide" Target="../notesSlides/notesSlide4.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27.xml" /><Relationship Id="rId2" Type="http://schemas.openxmlformats.org/officeDocument/2006/relationships/notesSlide" Target="../notesSlides/notesSlide5.xml" /><Relationship Id="rId3" Type="http://schemas.openxmlformats.org/officeDocument/2006/relationships/image" Target="../media/image53.png"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30.xml" /><Relationship Id="rId10" Type="http://schemas.openxmlformats.org/officeDocument/2006/relationships/image" Target="../media/image61.png" /><Relationship Id="rId2" Type="http://schemas.openxmlformats.org/officeDocument/2006/relationships/notesSlide" Target="../notesSlides/notesSlide6.xml" /><Relationship Id="rId3" Type="http://schemas.openxmlformats.org/officeDocument/2006/relationships/image" Target="../media/image54.png" /><Relationship Id="rId4" Type="http://schemas.openxmlformats.org/officeDocument/2006/relationships/image" Target="../media/image55.png" /><Relationship Id="rId5" Type="http://schemas.openxmlformats.org/officeDocument/2006/relationships/image" Target="../media/image56.png" /><Relationship Id="rId6" Type="http://schemas.openxmlformats.org/officeDocument/2006/relationships/image" Target="../media/image57.png" /><Relationship Id="rId7" Type="http://schemas.openxmlformats.org/officeDocument/2006/relationships/image" Target="../media/image58.png" /><Relationship Id="rId8" Type="http://schemas.openxmlformats.org/officeDocument/2006/relationships/image" Target="../media/image59.png" /><Relationship Id="rId9" Type="http://schemas.openxmlformats.org/officeDocument/2006/relationships/image" Target="../media/image60.png"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30.xml" /><Relationship Id="rId2" Type="http://schemas.openxmlformats.org/officeDocument/2006/relationships/notesSlide" Target="../notesSlides/notesSlide7.xml" /><Relationship Id="rId3" Type="http://schemas.openxmlformats.org/officeDocument/2006/relationships/image" Target="../media/image57.png" /><Relationship Id="rId4" Type="http://schemas.openxmlformats.org/officeDocument/2006/relationships/image" Target="../media/image58.png" /><Relationship Id="rId5" Type="http://schemas.openxmlformats.org/officeDocument/2006/relationships/image" Target="../media/image61.png" /><Relationship Id="rId6" Type="http://schemas.openxmlformats.org/officeDocument/2006/relationships/image" Target="../media/image60.png" /><Relationship Id="rId7" Type="http://schemas.openxmlformats.org/officeDocument/2006/relationships/image" Target="../media/image62.png" /><Relationship Id="rId8" Type="http://schemas.openxmlformats.org/officeDocument/2006/relationships/image" Target="../media/image63.png"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30.xml" /><Relationship Id="rId2" Type="http://schemas.openxmlformats.org/officeDocument/2006/relationships/notesSlide" Target="../notesSlides/notesSlide8.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30.xml" /><Relationship Id="rId2" Type="http://schemas.openxmlformats.org/officeDocument/2006/relationships/notesSlide" Target="../notesSlides/notesSlide9.xml" /><Relationship Id="rId3" Type="http://schemas.openxmlformats.org/officeDocument/2006/relationships/image" Target="../media/image64.png" /><Relationship Id="rId4" Type="http://schemas.openxmlformats.org/officeDocument/2006/relationships/image" Target="../media/image63.png" /><Relationship Id="rId5" Type="http://schemas.openxmlformats.org/officeDocument/2006/relationships/image" Target="../media/image58.png" /><Relationship Id="rId6" Type="http://schemas.openxmlformats.org/officeDocument/2006/relationships/image" Target="../media/image61.png" /><Relationship Id="rId7" Type="http://schemas.openxmlformats.org/officeDocument/2006/relationships/image" Target="../media/image57.png"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30.xml" /><Relationship Id="rId2" Type="http://schemas.openxmlformats.org/officeDocument/2006/relationships/notesSlide" Target="../notesSlides/notesSlide10.xml" /><Relationship Id="rId3" Type="http://schemas.openxmlformats.org/officeDocument/2006/relationships/image" Target="../media/image60.png" /><Relationship Id="rId4" Type="http://schemas.openxmlformats.org/officeDocument/2006/relationships/image" Target="../media/image63.png" /><Relationship Id="rId5" Type="http://schemas.openxmlformats.org/officeDocument/2006/relationships/image" Target="../media/image58.png" /><Relationship Id="rId6" Type="http://schemas.openxmlformats.org/officeDocument/2006/relationships/image" Target="../media/image57.png" /><Relationship Id="rId7" Type="http://schemas.openxmlformats.org/officeDocument/2006/relationships/image" Target="../media/image61.png"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30.xml" /><Relationship Id="rId2" Type="http://schemas.openxmlformats.org/officeDocument/2006/relationships/notesSlide" Target="../notesSlides/notesSlide11.xml" /><Relationship Id="rId3" Type="http://schemas.openxmlformats.org/officeDocument/2006/relationships/image" Target="../media/image60.png" /><Relationship Id="rId4" Type="http://schemas.openxmlformats.org/officeDocument/2006/relationships/image" Target="../media/image63.png" /><Relationship Id="rId5" Type="http://schemas.openxmlformats.org/officeDocument/2006/relationships/image" Target="../media/image58.png" /><Relationship Id="rId6" Type="http://schemas.openxmlformats.org/officeDocument/2006/relationships/image" Target="../media/image57.png" /><Relationship Id="rId7" Type="http://schemas.openxmlformats.org/officeDocument/2006/relationships/image" Target="../media/image61.png"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54.xml" /><Relationship Id="rId2" Type="http://schemas.openxmlformats.org/officeDocument/2006/relationships/notesSlide" Target="../notesSlides/notesSlide12.xml" /><Relationship Id="rId3" Type="http://schemas.openxmlformats.org/officeDocument/2006/relationships/image" Target="../media/image60.png" /><Relationship Id="rId4" Type="http://schemas.openxmlformats.org/officeDocument/2006/relationships/image" Target="../media/image63.png" /><Relationship Id="rId5" Type="http://schemas.openxmlformats.org/officeDocument/2006/relationships/image" Target="../media/image58.png" /><Relationship Id="rId6" Type="http://schemas.openxmlformats.org/officeDocument/2006/relationships/image" Target="../media/image57.png" /><Relationship Id="rId7" Type="http://schemas.openxmlformats.org/officeDocument/2006/relationships/image" Target="../media/image61.png"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54.xml" /><Relationship Id="rId2" Type="http://schemas.openxmlformats.org/officeDocument/2006/relationships/notesSlide" Target="../notesSlides/notesSlide13.xml" /><Relationship Id="rId3" Type="http://schemas.openxmlformats.org/officeDocument/2006/relationships/image" Target="../media/image60.png" /><Relationship Id="rId4" Type="http://schemas.openxmlformats.org/officeDocument/2006/relationships/image" Target="../media/image63.png" /><Relationship Id="rId5" Type="http://schemas.openxmlformats.org/officeDocument/2006/relationships/image" Target="../media/image58.png" /><Relationship Id="rId6" Type="http://schemas.openxmlformats.org/officeDocument/2006/relationships/image" Target="../media/image57.png" /><Relationship Id="rId7" Type="http://schemas.openxmlformats.org/officeDocument/2006/relationships/image" Target="../media/image61.png"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54.xml" /><Relationship Id="rId2" Type="http://schemas.openxmlformats.org/officeDocument/2006/relationships/notesSlide" Target="../notesSlides/notesSlide14.xml" /><Relationship Id="rId3" Type="http://schemas.openxmlformats.org/officeDocument/2006/relationships/image" Target="../media/image60.png" /><Relationship Id="rId4" Type="http://schemas.openxmlformats.org/officeDocument/2006/relationships/image" Target="../media/image63.png" /><Relationship Id="rId5" Type="http://schemas.openxmlformats.org/officeDocument/2006/relationships/image" Target="../media/image58.png" /><Relationship Id="rId6" Type="http://schemas.openxmlformats.org/officeDocument/2006/relationships/image" Target="../media/image57.png" /><Relationship Id="rId7" Type="http://schemas.openxmlformats.org/officeDocument/2006/relationships/image" Target="../media/image61.png"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30.xml" /><Relationship Id="rId2" Type="http://schemas.openxmlformats.org/officeDocument/2006/relationships/notesSlide" Target="../notesSlides/notesSlide15.xml" /><Relationship Id="rId3" Type="http://schemas.openxmlformats.org/officeDocument/2006/relationships/image" Target="../media/image61.png" /><Relationship Id="rId4" Type="http://schemas.openxmlformats.org/officeDocument/2006/relationships/image" Target="../media/image58.png" /><Relationship Id="rId5" Type="http://schemas.openxmlformats.org/officeDocument/2006/relationships/image" Target="../media/image57.png"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30.xml" /><Relationship Id="rId2" Type="http://schemas.openxmlformats.org/officeDocument/2006/relationships/notesSlide" Target="../notesSlides/notesSlide16.xml" /><Relationship Id="rId3" Type="http://schemas.openxmlformats.org/officeDocument/2006/relationships/image" Target="../media/image61.png" /><Relationship Id="rId4" Type="http://schemas.openxmlformats.org/officeDocument/2006/relationships/image" Target="../media/image58.png" /><Relationship Id="rId5" Type="http://schemas.openxmlformats.org/officeDocument/2006/relationships/image" Target="../media/image57.png"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54.xml" /><Relationship Id="rId10" Type="http://schemas.openxmlformats.org/officeDocument/2006/relationships/image" Target="../media/image61.png" /><Relationship Id="rId2" Type="http://schemas.openxmlformats.org/officeDocument/2006/relationships/notesSlide" Target="../notesSlides/notesSlide17.xml" /><Relationship Id="rId3" Type="http://schemas.openxmlformats.org/officeDocument/2006/relationships/image" Target="../media/image65.png" /><Relationship Id="rId4" Type="http://schemas.openxmlformats.org/officeDocument/2006/relationships/image" Target="../media/image66.png" /><Relationship Id="rId5" Type="http://schemas.openxmlformats.org/officeDocument/2006/relationships/image" Target="../media/image67.png" /><Relationship Id="rId6" Type="http://schemas.openxmlformats.org/officeDocument/2006/relationships/image" Target="../media/image68.png" /><Relationship Id="rId7" Type="http://schemas.openxmlformats.org/officeDocument/2006/relationships/image" Target="../media/image69.png" /><Relationship Id="rId8" Type="http://schemas.openxmlformats.org/officeDocument/2006/relationships/image" Target="../media/image57.png" /><Relationship Id="rId9" Type="http://schemas.openxmlformats.org/officeDocument/2006/relationships/image" Target="../media/image58.png"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54.xml" /><Relationship Id="rId2" Type="http://schemas.openxmlformats.org/officeDocument/2006/relationships/notesSlide" Target="../notesSlides/notesSlide18.xml" /><Relationship Id="rId3" Type="http://schemas.openxmlformats.org/officeDocument/2006/relationships/image" Target="../media/image57.png" /><Relationship Id="rId4" Type="http://schemas.openxmlformats.org/officeDocument/2006/relationships/image" Target="../media/image58.png" /><Relationship Id="rId5" Type="http://schemas.openxmlformats.org/officeDocument/2006/relationships/image" Target="../media/image61.png"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54.xml" /><Relationship Id="rId2" Type="http://schemas.openxmlformats.org/officeDocument/2006/relationships/notesSlide" Target="../notesSlides/notesSlide19.xml" /><Relationship Id="rId3" Type="http://schemas.openxmlformats.org/officeDocument/2006/relationships/image" Target="../media/image62.png" /><Relationship Id="rId4" Type="http://schemas.openxmlformats.org/officeDocument/2006/relationships/image" Target="../media/image63.png"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58.xml" /><Relationship Id="rId2" Type="http://schemas.openxmlformats.org/officeDocument/2006/relationships/notesSlide" Target="../notesSlides/notesSlide20.xml" /><Relationship Id="rId3" Type="http://schemas.openxmlformats.org/officeDocument/2006/relationships/image" Target="../media/image70.png" /><Relationship Id="rId4" Type="http://schemas.openxmlformats.org/officeDocument/2006/relationships/image" Target="../media/image60.png" /><Relationship Id="rId5" Type="http://schemas.openxmlformats.org/officeDocument/2006/relationships/image" Target="../media/image58.png"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58.xml" /><Relationship Id="rId2" Type="http://schemas.openxmlformats.org/officeDocument/2006/relationships/notesSlide" Target="../notesSlides/notesSlide21.xml" /><Relationship Id="rId3" Type="http://schemas.openxmlformats.org/officeDocument/2006/relationships/image" Target="../media/image62.png" /><Relationship Id="rId4" Type="http://schemas.openxmlformats.org/officeDocument/2006/relationships/image" Target="../media/image57.png" /><Relationship Id="rId5" Type="http://schemas.openxmlformats.org/officeDocument/2006/relationships/image" Target="../media/image63.png" /><Relationship Id="rId6" Type="http://schemas.openxmlformats.org/officeDocument/2006/relationships/image" Target="../media/image61.png" /><Relationship Id="rId7" Type="http://schemas.openxmlformats.org/officeDocument/2006/relationships/image" Target="../media/image60.png" /><Relationship Id="rId8" Type="http://schemas.openxmlformats.org/officeDocument/2006/relationships/image" Target="../media/image58.png"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58.xml" /><Relationship Id="rId2" Type="http://schemas.openxmlformats.org/officeDocument/2006/relationships/notesSlide" Target="../notesSlides/notesSlide22.xml" /><Relationship Id="rId3" Type="http://schemas.openxmlformats.org/officeDocument/2006/relationships/image" Target="../media/image70.png" /><Relationship Id="rId4" Type="http://schemas.openxmlformats.org/officeDocument/2006/relationships/image" Target="../media/image63.png" /><Relationship Id="rId5" Type="http://schemas.openxmlformats.org/officeDocument/2006/relationships/image" Target="../media/image56.png" /><Relationship Id="rId6" Type="http://schemas.openxmlformats.org/officeDocument/2006/relationships/image" Target="../media/image57.png" /><Relationship Id="rId7" Type="http://schemas.openxmlformats.org/officeDocument/2006/relationships/image" Target="../media/image58.png" /><Relationship Id="rId8" Type="http://schemas.openxmlformats.org/officeDocument/2006/relationships/image" Target="../media/image60.png" /><Relationship Id="rId9" Type="http://schemas.openxmlformats.org/officeDocument/2006/relationships/image" Target="../media/image61.png"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62.xml" /><Relationship Id="rId2" Type="http://schemas.openxmlformats.org/officeDocument/2006/relationships/notesSlide" Target="../notesSlides/notesSlide23.xml" /><Relationship Id="rId3" Type="http://schemas.openxmlformats.org/officeDocument/2006/relationships/image" Target="../media/image70.png" /><Relationship Id="rId4" Type="http://schemas.openxmlformats.org/officeDocument/2006/relationships/image" Target="../media/image60.png" /><Relationship Id="rId5" Type="http://schemas.openxmlformats.org/officeDocument/2006/relationships/image" Target="../media/image58.png"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62.xml" /><Relationship Id="rId2" Type="http://schemas.openxmlformats.org/officeDocument/2006/relationships/notesSlide" Target="../notesSlides/notesSlide24.xml" /><Relationship Id="rId3" Type="http://schemas.openxmlformats.org/officeDocument/2006/relationships/image" Target="../media/image70.png" /><Relationship Id="rId4" Type="http://schemas.openxmlformats.org/officeDocument/2006/relationships/image" Target="../media/image60.png" /><Relationship Id="rId5" Type="http://schemas.openxmlformats.org/officeDocument/2006/relationships/image" Target="../media/image58.png"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62.xml" /><Relationship Id="rId2" Type="http://schemas.openxmlformats.org/officeDocument/2006/relationships/notesSlide" Target="../notesSlides/notesSlide25.xml" /><Relationship Id="rId3" Type="http://schemas.openxmlformats.org/officeDocument/2006/relationships/image" Target="../media/image63.png" /><Relationship Id="rId4" Type="http://schemas.openxmlformats.org/officeDocument/2006/relationships/image" Target="../media/image57.png" /><Relationship Id="rId5" Type="http://schemas.openxmlformats.org/officeDocument/2006/relationships/image" Target="../media/image62.png" /><Relationship Id="rId6" Type="http://schemas.openxmlformats.org/officeDocument/2006/relationships/image" Target="../media/image61.png" /><Relationship Id="rId7" Type="http://schemas.openxmlformats.org/officeDocument/2006/relationships/image" Target="../media/image60.png" /><Relationship Id="rId8" Type="http://schemas.openxmlformats.org/officeDocument/2006/relationships/image" Target="../media/image58.png"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62.xml" /><Relationship Id="rId2" Type="http://schemas.openxmlformats.org/officeDocument/2006/relationships/notesSlide" Target="../notesSlides/notesSlide26.xml" /><Relationship Id="rId3" Type="http://schemas.openxmlformats.org/officeDocument/2006/relationships/image" Target="../media/image63.png" /><Relationship Id="rId4" Type="http://schemas.openxmlformats.org/officeDocument/2006/relationships/image" Target="../media/image57.png" /><Relationship Id="rId5" Type="http://schemas.openxmlformats.org/officeDocument/2006/relationships/image" Target="../media/image62.png" /><Relationship Id="rId6" Type="http://schemas.openxmlformats.org/officeDocument/2006/relationships/image" Target="../media/image61.png" /><Relationship Id="rId7" Type="http://schemas.openxmlformats.org/officeDocument/2006/relationships/image" Target="../media/image60.png" /><Relationship Id="rId8" Type="http://schemas.openxmlformats.org/officeDocument/2006/relationships/image" Target="../media/image58.png"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62.xml" /><Relationship Id="rId2" Type="http://schemas.openxmlformats.org/officeDocument/2006/relationships/notesSlide" Target="../notesSlides/notesSlide27.xml" /><Relationship Id="rId3" Type="http://schemas.openxmlformats.org/officeDocument/2006/relationships/image" Target="../media/image69.png" /><Relationship Id="rId4" Type="http://schemas.openxmlformats.org/officeDocument/2006/relationships/image" Target="../media/image63.png" /><Relationship Id="rId5" Type="http://schemas.openxmlformats.org/officeDocument/2006/relationships/image" Target="../media/image57.png" /><Relationship Id="rId6" Type="http://schemas.openxmlformats.org/officeDocument/2006/relationships/image" Target="../media/image62.png" /><Relationship Id="rId7" Type="http://schemas.openxmlformats.org/officeDocument/2006/relationships/image" Target="../media/image61.png" /><Relationship Id="rId8" Type="http://schemas.openxmlformats.org/officeDocument/2006/relationships/image" Target="../media/image60.png" /><Relationship Id="rId9" Type="http://schemas.openxmlformats.org/officeDocument/2006/relationships/image" Target="../media/image58.png"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62.xml" /><Relationship Id="rId2" Type="http://schemas.openxmlformats.org/officeDocument/2006/relationships/notesSlide" Target="../notesSlides/notesSlide28.xml" /><Relationship Id="rId3" Type="http://schemas.openxmlformats.org/officeDocument/2006/relationships/image" Target="../media/image63.png" /><Relationship Id="rId4" Type="http://schemas.openxmlformats.org/officeDocument/2006/relationships/image" Target="../media/image56.png" /><Relationship Id="rId5" Type="http://schemas.openxmlformats.org/officeDocument/2006/relationships/image" Target="../media/image57.png" /><Relationship Id="rId6" Type="http://schemas.openxmlformats.org/officeDocument/2006/relationships/image" Target="../media/image58.png" /><Relationship Id="rId7" Type="http://schemas.openxmlformats.org/officeDocument/2006/relationships/image" Target="../media/image60.png" /><Relationship Id="rId8" Type="http://schemas.openxmlformats.org/officeDocument/2006/relationships/image" Target="../media/image61.png" /><Relationship Id="rId9" Type="http://schemas.openxmlformats.org/officeDocument/2006/relationships/image" Target="../media/image70.png"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62.xml" /><Relationship Id="rId2" Type="http://schemas.openxmlformats.org/officeDocument/2006/relationships/notesSlide" Target="../notesSlides/notesSlide29.xml" /><Relationship Id="rId3" Type="http://schemas.openxmlformats.org/officeDocument/2006/relationships/image" Target="../media/image63.png" /><Relationship Id="rId4" Type="http://schemas.openxmlformats.org/officeDocument/2006/relationships/image" Target="../media/image56.png" /><Relationship Id="rId5" Type="http://schemas.openxmlformats.org/officeDocument/2006/relationships/image" Target="../media/image57.png" /><Relationship Id="rId6" Type="http://schemas.openxmlformats.org/officeDocument/2006/relationships/image" Target="../media/image58.png" /><Relationship Id="rId7" Type="http://schemas.openxmlformats.org/officeDocument/2006/relationships/image" Target="../media/image60.png" /><Relationship Id="rId8" Type="http://schemas.openxmlformats.org/officeDocument/2006/relationships/image" Target="../media/image61.png" /><Relationship Id="rId9" Type="http://schemas.openxmlformats.org/officeDocument/2006/relationships/image" Target="../media/image70.png"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62.xml" /><Relationship Id="rId2" Type="http://schemas.openxmlformats.org/officeDocument/2006/relationships/notesSlide" Target="../notesSlides/notesSlide30.xml" /><Relationship Id="rId3" Type="http://schemas.openxmlformats.org/officeDocument/2006/relationships/image" Target="../media/image63.png" /><Relationship Id="rId4" Type="http://schemas.openxmlformats.org/officeDocument/2006/relationships/image" Target="../media/image56.png" /><Relationship Id="rId5" Type="http://schemas.openxmlformats.org/officeDocument/2006/relationships/image" Target="../media/image57.png" /><Relationship Id="rId6" Type="http://schemas.openxmlformats.org/officeDocument/2006/relationships/image" Target="../media/image58.png" /><Relationship Id="rId7" Type="http://schemas.openxmlformats.org/officeDocument/2006/relationships/image" Target="../media/image60.png" /><Relationship Id="rId8" Type="http://schemas.openxmlformats.org/officeDocument/2006/relationships/image" Target="../media/image61.png" /><Relationship Id="rId9" Type="http://schemas.openxmlformats.org/officeDocument/2006/relationships/image" Target="../media/image70.png"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27.xml" /><Relationship Id="rId2" Type="http://schemas.openxmlformats.org/officeDocument/2006/relationships/notesSlide" Target="../notesSlides/notesSlide31.xml" /><Relationship Id="rId3" Type="http://schemas.openxmlformats.org/officeDocument/2006/relationships/image" Target="../media/image53.png"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31.xml" /><Relationship Id="rId2" Type="http://schemas.openxmlformats.org/officeDocument/2006/relationships/notesSlide" Target="../notesSlides/notesSlide32.xml" /><Relationship Id="rId3" Type="http://schemas.openxmlformats.org/officeDocument/2006/relationships/image" Target="../media/image65.png" /><Relationship Id="rId4" Type="http://schemas.openxmlformats.org/officeDocument/2006/relationships/image" Target="../media/image71.png" /><Relationship Id="rId5" Type="http://schemas.openxmlformats.org/officeDocument/2006/relationships/image" Target="../media/image57.png" /><Relationship Id="rId6" Type="http://schemas.openxmlformats.org/officeDocument/2006/relationships/image" Target="../media/image58.png" /><Relationship Id="rId7" Type="http://schemas.openxmlformats.org/officeDocument/2006/relationships/image" Target="../media/image61.png"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31.xml" /><Relationship Id="rId2" Type="http://schemas.openxmlformats.org/officeDocument/2006/relationships/notesSlide" Target="../notesSlides/notesSlide33.xml" /><Relationship Id="rId3" Type="http://schemas.openxmlformats.org/officeDocument/2006/relationships/image" Target="../media/image57.png" /><Relationship Id="rId4" Type="http://schemas.openxmlformats.org/officeDocument/2006/relationships/image" Target="../media/image58.png" /><Relationship Id="rId5" Type="http://schemas.openxmlformats.org/officeDocument/2006/relationships/image" Target="../media/image61.png"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31.xml" /><Relationship Id="rId2" Type="http://schemas.openxmlformats.org/officeDocument/2006/relationships/notesSlide" Target="../notesSlides/notesSlide34.xml" /><Relationship Id="rId3" Type="http://schemas.openxmlformats.org/officeDocument/2006/relationships/image" Target="../media/image57.png" /><Relationship Id="rId4" Type="http://schemas.openxmlformats.org/officeDocument/2006/relationships/image" Target="../media/image58.png" /><Relationship Id="rId5" Type="http://schemas.openxmlformats.org/officeDocument/2006/relationships/image" Target="../media/image61.png"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31.xml" /><Relationship Id="rId2" Type="http://schemas.openxmlformats.org/officeDocument/2006/relationships/notesSlide" Target="../notesSlides/notesSlide35.xml" /><Relationship Id="rId3" Type="http://schemas.openxmlformats.org/officeDocument/2006/relationships/image" Target="../media/image65.png" /><Relationship Id="rId4" Type="http://schemas.openxmlformats.org/officeDocument/2006/relationships/image" Target="../media/image64.png" /><Relationship Id="rId5" Type="http://schemas.openxmlformats.org/officeDocument/2006/relationships/image" Target="../media/image71.png" /><Relationship Id="rId6" Type="http://schemas.openxmlformats.org/officeDocument/2006/relationships/image" Target="../media/image57.png" /><Relationship Id="rId7" Type="http://schemas.openxmlformats.org/officeDocument/2006/relationships/image" Target="../media/image58.png" /><Relationship Id="rId8" Type="http://schemas.openxmlformats.org/officeDocument/2006/relationships/image" Target="../media/image61.png"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31.xml" /><Relationship Id="rId2" Type="http://schemas.openxmlformats.org/officeDocument/2006/relationships/notesSlide" Target="../notesSlides/notesSlide36.xml" /><Relationship Id="rId3" Type="http://schemas.openxmlformats.org/officeDocument/2006/relationships/image" Target="../media/image60.png" /><Relationship Id="rId4" Type="http://schemas.openxmlformats.org/officeDocument/2006/relationships/image" Target="../media/image63.png" /><Relationship Id="rId5" Type="http://schemas.openxmlformats.org/officeDocument/2006/relationships/image" Target="../media/image61.png" /><Relationship Id="rId6" Type="http://schemas.openxmlformats.org/officeDocument/2006/relationships/image" Target="../media/image58.png" /><Relationship Id="rId7" Type="http://schemas.openxmlformats.org/officeDocument/2006/relationships/image" Target="../media/image57.png"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31.xml" /><Relationship Id="rId2" Type="http://schemas.openxmlformats.org/officeDocument/2006/relationships/notesSlide" Target="../notesSlides/notesSlide37.xml" /><Relationship Id="rId3" Type="http://schemas.openxmlformats.org/officeDocument/2006/relationships/image" Target="../media/image60.png" /><Relationship Id="rId4" Type="http://schemas.openxmlformats.org/officeDocument/2006/relationships/image" Target="../media/image63.png" /><Relationship Id="rId5" Type="http://schemas.openxmlformats.org/officeDocument/2006/relationships/image" Target="../media/image61.png" /><Relationship Id="rId6" Type="http://schemas.openxmlformats.org/officeDocument/2006/relationships/image" Target="../media/image58.png" /><Relationship Id="rId7" Type="http://schemas.openxmlformats.org/officeDocument/2006/relationships/image" Target="../media/image57.png"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31.xml" /><Relationship Id="rId2" Type="http://schemas.openxmlformats.org/officeDocument/2006/relationships/notesSlide" Target="../notesSlides/notesSlide38.xml" /><Relationship Id="rId3" Type="http://schemas.openxmlformats.org/officeDocument/2006/relationships/image" Target="../media/image60.png" /><Relationship Id="rId4" Type="http://schemas.openxmlformats.org/officeDocument/2006/relationships/image" Target="../media/image63.png" /><Relationship Id="rId5" Type="http://schemas.openxmlformats.org/officeDocument/2006/relationships/image" Target="../media/image61.png" /><Relationship Id="rId6" Type="http://schemas.openxmlformats.org/officeDocument/2006/relationships/image" Target="../media/image58.png" /><Relationship Id="rId7" Type="http://schemas.openxmlformats.org/officeDocument/2006/relationships/image" Target="../media/image57.png" /></Relationships>
</file>

<file path=ppt/slides/_rels/slide39.xml.rels>&#65279;<?xml version="1.0" encoding="utf-8" standalone="yes"?><Relationships xmlns="http://schemas.openxmlformats.org/package/2006/relationships"><Relationship Id="rId1" Type="http://schemas.openxmlformats.org/officeDocument/2006/relationships/slideLayout" Target="../slideLayouts/slideLayout55.xml" /><Relationship Id="rId2" Type="http://schemas.openxmlformats.org/officeDocument/2006/relationships/notesSlide" Target="../notesSlides/notesSlide39.xml" /><Relationship Id="rId3" Type="http://schemas.openxmlformats.org/officeDocument/2006/relationships/image" Target="../media/image55.png" /><Relationship Id="rId4" Type="http://schemas.openxmlformats.org/officeDocument/2006/relationships/image" Target="../media/image57.png" /></Relationships>
</file>

<file path=ppt/slides/_rels/slide40.xml.rels>&#65279;<?xml version="1.0" encoding="utf-8" standalone="yes"?><Relationships xmlns="http://schemas.openxmlformats.org/package/2006/relationships"><Relationship Id="rId1" Type="http://schemas.openxmlformats.org/officeDocument/2006/relationships/slideLayout" Target="../slideLayouts/slideLayout55.xml" /><Relationship Id="rId2" Type="http://schemas.openxmlformats.org/officeDocument/2006/relationships/notesSlide" Target="../notesSlides/notesSlide40.xml" /><Relationship Id="rId3" Type="http://schemas.openxmlformats.org/officeDocument/2006/relationships/image" Target="../media/image55.png" /><Relationship Id="rId4" Type="http://schemas.openxmlformats.org/officeDocument/2006/relationships/image" Target="../media/image57.png" /></Relationships>
</file>

<file path=ppt/slides/_rels/slide41.xml.rels>&#65279;<?xml version="1.0" encoding="utf-8" standalone="yes"?><Relationships xmlns="http://schemas.openxmlformats.org/package/2006/relationships"><Relationship Id="rId1" Type="http://schemas.openxmlformats.org/officeDocument/2006/relationships/slideLayout" Target="../slideLayouts/slideLayout31.xml" /><Relationship Id="rId2" Type="http://schemas.openxmlformats.org/officeDocument/2006/relationships/notesSlide" Target="../notesSlides/notesSlide41.xml" /><Relationship Id="rId3" Type="http://schemas.openxmlformats.org/officeDocument/2006/relationships/image" Target="../media/image58.png" /><Relationship Id="rId4" Type="http://schemas.openxmlformats.org/officeDocument/2006/relationships/image" Target="../media/image61.png" /><Relationship Id="rId5" Type="http://schemas.openxmlformats.org/officeDocument/2006/relationships/image" Target="../media/image60.png" /><Relationship Id="rId6" Type="http://schemas.openxmlformats.org/officeDocument/2006/relationships/image" Target="../media/image57.png" /></Relationships>
</file>

<file path=ppt/slides/_rels/slide42.xml.rels>&#65279;<?xml version="1.0" encoding="utf-8" standalone="yes"?><Relationships xmlns="http://schemas.openxmlformats.org/package/2006/relationships"><Relationship Id="rId1" Type="http://schemas.openxmlformats.org/officeDocument/2006/relationships/slideLayout" Target="../slideLayouts/slideLayout31.xml" /><Relationship Id="rId2" Type="http://schemas.openxmlformats.org/officeDocument/2006/relationships/notesSlide" Target="../notesSlides/notesSlide42.xml" /></Relationships>
</file>

<file path=ppt/slides/_rels/slide43.xml.rels>&#65279;<?xml version="1.0" encoding="utf-8" standalone="yes"?><Relationships xmlns="http://schemas.openxmlformats.org/package/2006/relationships"><Relationship Id="rId1" Type="http://schemas.openxmlformats.org/officeDocument/2006/relationships/slideLayout" Target="../slideLayouts/slideLayout31.xml" /><Relationship Id="rId2" Type="http://schemas.openxmlformats.org/officeDocument/2006/relationships/notesSlide" Target="../notesSlides/notesSlide43.xml" /><Relationship Id="rId3" Type="http://schemas.openxmlformats.org/officeDocument/2006/relationships/image" Target="../media/image57.png" /><Relationship Id="rId4" Type="http://schemas.openxmlformats.org/officeDocument/2006/relationships/image" Target="../media/image58.png" /><Relationship Id="rId5" Type="http://schemas.openxmlformats.org/officeDocument/2006/relationships/image" Target="../media/image56.png" /></Relationships>
</file>

<file path=ppt/slides/_rels/slide44.xml.rels>&#65279;<?xml version="1.0" encoding="utf-8" standalone="yes"?><Relationships xmlns="http://schemas.openxmlformats.org/package/2006/relationships"><Relationship Id="rId1" Type="http://schemas.openxmlformats.org/officeDocument/2006/relationships/slideLayout" Target="../slideLayouts/slideLayout55.xml" /><Relationship Id="rId2" Type="http://schemas.openxmlformats.org/officeDocument/2006/relationships/notesSlide" Target="../notesSlides/notesSlide44.xml" /><Relationship Id="rId3" Type="http://schemas.openxmlformats.org/officeDocument/2006/relationships/image" Target="../media/image70.png" /></Relationships>
</file>

<file path=ppt/slides/_rels/slide45.xml.rels>&#65279;<?xml version="1.0" encoding="utf-8" standalone="yes"?><Relationships xmlns="http://schemas.openxmlformats.org/package/2006/relationships"><Relationship Id="rId1" Type="http://schemas.openxmlformats.org/officeDocument/2006/relationships/slideLayout" Target="../slideLayouts/slideLayout55.xml" /><Relationship Id="rId2" Type="http://schemas.openxmlformats.org/officeDocument/2006/relationships/notesSlide" Target="../notesSlides/notesSlide45.xml" /><Relationship Id="rId3" Type="http://schemas.openxmlformats.org/officeDocument/2006/relationships/image" Target="../media/image70.png" /><Relationship Id="rId4" Type="http://schemas.openxmlformats.org/officeDocument/2006/relationships/image" Target="../media/image69.png" /></Relationships>
</file>

<file path=ppt/slides/_rels/slide46.xml.rels>&#65279;<?xml version="1.0" encoding="utf-8" standalone="yes"?><Relationships xmlns="http://schemas.openxmlformats.org/package/2006/relationships"><Relationship Id="rId1" Type="http://schemas.openxmlformats.org/officeDocument/2006/relationships/slideLayout" Target="../slideLayouts/slideLayout59.xml" /><Relationship Id="rId2" Type="http://schemas.openxmlformats.org/officeDocument/2006/relationships/notesSlide" Target="../notesSlides/notesSlide46.xml" /><Relationship Id="rId3" Type="http://schemas.openxmlformats.org/officeDocument/2006/relationships/image" Target="../media/image63.png" /><Relationship Id="rId4" Type="http://schemas.openxmlformats.org/officeDocument/2006/relationships/image" Target="../media/image61.png" /><Relationship Id="rId5" Type="http://schemas.openxmlformats.org/officeDocument/2006/relationships/image" Target="../media/image60.png" /><Relationship Id="rId6" Type="http://schemas.openxmlformats.org/officeDocument/2006/relationships/image" Target="../media/image58.png" /><Relationship Id="rId7" Type="http://schemas.openxmlformats.org/officeDocument/2006/relationships/image" Target="../media/image57.png" /><Relationship Id="rId8" Type="http://schemas.openxmlformats.org/officeDocument/2006/relationships/image" Target="../media/image62.png" /></Relationships>
</file>

<file path=ppt/slides/_rels/slide47.xml.rels>&#65279;<?xml version="1.0" encoding="utf-8" standalone="yes"?><Relationships xmlns="http://schemas.openxmlformats.org/package/2006/relationships"><Relationship Id="rId1" Type="http://schemas.openxmlformats.org/officeDocument/2006/relationships/slideLayout" Target="../slideLayouts/slideLayout59.xml" /><Relationship Id="rId2" Type="http://schemas.openxmlformats.org/officeDocument/2006/relationships/notesSlide" Target="../notesSlides/notesSlide47.xml" /><Relationship Id="rId3" Type="http://schemas.openxmlformats.org/officeDocument/2006/relationships/image" Target="../media/image60.png" /><Relationship Id="rId4" Type="http://schemas.openxmlformats.org/officeDocument/2006/relationships/image" Target="../media/image61.png" /><Relationship Id="rId5" Type="http://schemas.openxmlformats.org/officeDocument/2006/relationships/image" Target="../media/image58.png" /><Relationship Id="rId6" Type="http://schemas.openxmlformats.org/officeDocument/2006/relationships/image" Target="../media/image57.png" /></Relationships>
</file>

<file path=ppt/slides/_rels/slide48.xml.rels>&#65279;<?xml version="1.0" encoding="utf-8" standalone="yes"?><Relationships xmlns="http://schemas.openxmlformats.org/package/2006/relationships"><Relationship Id="rId1" Type="http://schemas.openxmlformats.org/officeDocument/2006/relationships/slideLayout" Target="../slideLayouts/slideLayout59.xml" /><Relationship Id="rId2" Type="http://schemas.openxmlformats.org/officeDocument/2006/relationships/notesSlide" Target="../notesSlides/notesSlide48.xml" /><Relationship Id="rId3" Type="http://schemas.openxmlformats.org/officeDocument/2006/relationships/image" Target="../media/image57.png" /><Relationship Id="rId4" Type="http://schemas.openxmlformats.org/officeDocument/2006/relationships/image" Target="../media/image58.png" /><Relationship Id="rId5" Type="http://schemas.openxmlformats.org/officeDocument/2006/relationships/image" Target="../media/image60.png" /><Relationship Id="rId6" Type="http://schemas.openxmlformats.org/officeDocument/2006/relationships/image" Target="../media/image61.png" /></Relationships>
</file>

<file path=ppt/slides/_rels/slide49.xml.rels>&#65279;<?xml version="1.0" encoding="utf-8" standalone="yes"?><Relationships xmlns="http://schemas.openxmlformats.org/package/2006/relationships"><Relationship Id="rId1" Type="http://schemas.openxmlformats.org/officeDocument/2006/relationships/slideLayout" Target="../slideLayouts/slideLayout59.xml" /><Relationship Id="rId2" Type="http://schemas.openxmlformats.org/officeDocument/2006/relationships/notesSlide" Target="../notesSlides/notesSlide49.xml" /><Relationship Id="rId3" Type="http://schemas.openxmlformats.org/officeDocument/2006/relationships/image" Target="../media/image70.png" /><Relationship Id="rId4" Type="http://schemas.openxmlformats.org/officeDocument/2006/relationships/image" Target="../media/image56.png" /></Relationships>
</file>

<file path=ppt/slides/_rels/slide50.xml.rels>&#65279;<?xml version="1.0" encoding="utf-8" standalone="yes"?><Relationships xmlns="http://schemas.openxmlformats.org/package/2006/relationships"><Relationship Id="rId1" Type="http://schemas.openxmlformats.org/officeDocument/2006/relationships/slideLayout" Target="../slideLayouts/slideLayout63.xml" /><Relationship Id="rId2" Type="http://schemas.openxmlformats.org/officeDocument/2006/relationships/notesSlide" Target="../notesSlides/notesSlide50.xml" /><Relationship Id="rId3" Type="http://schemas.openxmlformats.org/officeDocument/2006/relationships/image" Target="../media/image63.png" /><Relationship Id="rId4" Type="http://schemas.openxmlformats.org/officeDocument/2006/relationships/image" Target="../media/image61.png" /><Relationship Id="rId5" Type="http://schemas.openxmlformats.org/officeDocument/2006/relationships/image" Target="../media/image60.png" /><Relationship Id="rId6" Type="http://schemas.openxmlformats.org/officeDocument/2006/relationships/image" Target="../media/image58.png" /><Relationship Id="rId7" Type="http://schemas.openxmlformats.org/officeDocument/2006/relationships/image" Target="../media/image57.png" /><Relationship Id="rId8" Type="http://schemas.openxmlformats.org/officeDocument/2006/relationships/image" Target="../media/image62.png" /></Relationships>
</file>

<file path=ppt/slides/_rels/slide51.xml.rels>&#65279;<?xml version="1.0" encoding="utf-8" standalone="yes"?><Relationships xmlns="http://schemas.openxmlformats.org/package/2006/relationships"><Relationship Id="rId1" Type="http://schemas.openxmlformats.org/officeDocument/2006/relationships/slideLayout" Target="../slideLayouts/slideLayout63.xml" /><Relationship Id="rId2" Type="http://schemas.openxmlformats.org/officeDocument/2006/relationships/notesSlide" Target="../notesSlides/notesSlide51.xml" /><Relationship Id="rId3" Type="http://schemas.openxmlformats.org/officeDocument/2006/relationships/image" Target="../media/image63.png" /><Relationship Id="rId4" Type="http://schemas.openxmlformats.org/officeDocument/2006/relationships/image" Target="../media/image61.png" /><Relationship Id="rId5" Type="http://schemas.openxmlformats.org/officeDocument/2006/relationships/image" Target="../media/image60.png" /><Relationship Id="rId6" Type="http://schemas.openxmlformats.org/officeDocument/2006/relationships/image" Target="../media/image58.png" /><Relationship Id="rId7" Type="http://schemas.openxmlformats.org/officeDocument/2006/relationships/image" Target="../media/image57.png" /><Relationship Id="rId8" Type="http://schemas.openxmlformats.org/officeDocument/2006/relationships/image" Target="../media/image62.png" /></Relationships>
</file>

<file path=ppt/slides/_rels/slide52.xml.rels>&#65279;<?xml version="1.0" encoding="utf-8" standalone="yes"?><Relationships xmlns="http://schemas.openxmlformats.org/package/2006/relationships"><Relationship Id="rId1" Type="http://schemas.openxmlformats.org/officeDocument/2006/relationships/slideLayout" Target="../slideLayouts/slideLayout63.xml" /><Relationship Id="rId2" Type="http://schemas.openxmlformats.org/officeDocument/2006/relationships/notesSlide" Target="../notesSlides/notesSlide52.xml" /><Relationship Id="rId3" Type="http://schemas.openxmlformats.org/officeDocument/2006/relationships/image" Target="../media/image60.png" /><Relationship Id="rId4" Type="http://schemas.openxmlformats.org/officeDocument/2006/relationships/image" Target="../media/image61.png" /><Relationship Id="rId5" Type="http://schemas.openxmlformats.org/officeDocument/2006/relationships/image" Target="../media/image58.png" /><Relationship Id="rId6" Type="http://schemas.openxmlformats.org/officeDocument/2006/relationships/image" Target="../media/image57.png" /></Relationships>
</file>

<file path=ppt/slides/_rels/slide53.xml.rels>&#65279;<?xml version="1.0" encoding="utf-8" standalone="yes"?><Relationships xmlns="http://schemas.openxmlformats.org/package/2006/relationships"><Relationship Id="rId1" Type="http://schemas.openxmlformats.org/officeDocument/2006/relationships/slideLayout" Target="../slideLayouts/slideLayout63.xml" /><Relationship Id="rId2" Type="http://schemas.openxmlformats.org/officeDocument/2006/relationships/notesSlide" Target="../notesSlides/notesSlide53.xml" /><Relationship Id="rId3" Type="http://schemas.openxmlformats.org/officeDocument/2006/relationships/image" Target="../media/image57.png" /><Relationship Id="rId4" Type="http://schemas.openxmlformats.org/officeDocument/2006/relationships/image" Target="../media/image58.png" /><Relationship Id="rId5" Type="http://schemas.openxmlformats.org/officeDocument/2006/relationships/image" Target="../media/image60.png" /><Relationship Id="rId6" Type="http://schemas.openxmlformats.org/officeDocument/2006/relationships/image" Target="../media/image61.png" /></Relationships>
</file>

<file path=ppt/slides/_rels/slide54.xml.rels>&#65279;<?xml version="1.0" encoding="utf-8" standalone="yes"?><Relationships xmlns="http://schemas.openxmlformats.org/package/2006/relationships"><Relationship Id="rId1" Type="http://schemas.openxmlformats.org/officeDocument/2006/relationships/slideLayout" Target="../slideLayouts/slideLayout63.xml" /><Relationship Id="rId2" Type="http://schemas.openxmlformats.org/officeDocument/2006/relationships/notesSlide" Target="../notesSlides/notesSlide54.xml" /><Relationship Id="rId3" Type="http://schemas.openxmlformats.org/officeDocument/2006/relationships/image" Target="../media/image70.png" /><Relationship Id="rId4" Type="http://schemas.openxmlformats.org/officeDocument/2006/relationships/image" Target="../media/image56.png" /></Relationships>
</file>

<file path=ppt/slides/_rels/slide55.xml.rels>&#65279;<?xml version="1.0" encoding="utf-8" standalone="yes"?><Relationships xmlns="http://schemas.openxmlformats.org/package/2006/relationships"><Relationship Id="rId1" Type="http://schemas.openxmlformats.org/officeDocument/2006/relationships/slideLayout" Target="../slideLayouts/slideLayout63.xml" /><Relationship Id="rId2" Type="http://schemas.openxmlformats.org/officeDocument/2006/relationships/notesSlide" Target="../notesSlides/notesSlide55.xml" /><Relationship Id="rId3" Type="http://schemas.openxmlformats.org/officeDocument/2006/relationships/image" Target="../media/image70.png" /><Relationship Id="rId4" Type="http://schemas.openxmlformats.org/officeDocument/2006/relationships/image" Target="../media/image60.png" /><Relationship Id="rId5" Type="http://schemas.openxmlformats.org/officeDocument/2006/relationships/image" Target="../media/image56.png" /></Relationships>
</file>

<file path=ppt/slides/_rels/slide56.xml.rels>&#65279;<?xml version="1.0" encoding="utf-8" standalone="yes"?><Relationships xmlns="http://schemas.openxmlformats.org/package/2006/relationships"><Relationship Id="rId1" Type="http://schemas.openxmlformats.org/officeDocument/2006/relationships/slideLayout" Target="../slideLayouts/slideLayout66.xml" /><Relationship Id="rId2" Type="http://schemas.openxmlformats.org/officeDocument/2006/relationships/notesSlide" Target="../notesSlides/notesSlide56.xml" /></Relationships>
</file>

<file path=ppt/slides/_rels/slide57.xml.rels>&#65279;<?xml version="1.0" encoding="utf-8" standalone="yes"?><Relationships xmlns="http://schemas.openxmlformats.org/package/2006/relationships"><Relationship Id="rId1" Type="http://schemas.openxmlformats.org/officeDocument/2006/relationships/slideLayout" Target="../slideLayouts/slideLayout70.xml" /><Relationship Id="rId2" Type="http://schemas.openxmlformats.org/officeDocument/2006/relationships/notesSlide" Target="../notesSlides/notesSlide57.xml"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image" Target="../media/image72.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835" name="Shape 835"/>
        <p:cNvGrpSpPr/>
        <p:nvPr/>
      </p:nvGrpSpPr>
      <p:grpSpPr>
        <a:xfrm>
          <a:off x="0" y="0"/>
          <a:ext cx="0" cy="0"/>
        </a:xfrm>
      </p:grpSpPr>
      <p:sp>
        <p:nvSpPr>
          <p:cNvPr id="836" name="Google Shape;836;p73"/>
          <p:cNvSpPr txBox="1"/>
          <p:nvPr>
            <p:ph type="ctrTitle"/>
          </p:nvPr>
        </p:nvSpPr>
        <p:spPr>
          <a:xfrm>
            <a:off x="323850" y="810000"/>
            <a:ext cx="5502000" cy="27429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Understanding weather data</a:t>
            </a:r>
            <a:endParaRPr/>
          </a:p>
        </p:txBody>
      </p:sp>
      <p:sp>
        <p:nvSpPr>
          <p:cNvPr id="837" name="Google Shape;837;p73"/>
          <p:cNvSpPr txBox="1"/>
          <p:nvPr>
            <p:ph type="subTitle" idx="1"/>
          </p:nvPr>
        </p:nvSpPr>
        <p:spPr>
          <a:xfrm>
            <a:off x="966425" y="4327975"/>
            <a:ext cx="5942400" cy="6699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Maths and the environment</a:t>
            </a:r>
            <a:endParaRP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0">
  <p:cSld name="">
    <p:spTree>
      <p:nvGrpSpPr>
        <p:cNvPr id="841" name="Shape 841"/>
        <p:cNvGrpSpPr/>
        <p:nvPr/>
      </p:nvGrpSpPr>
      <p:grpSpPr>
        <a:xfrm>
          <a:off x="0" y="0"/>
          <a:ext cx="0" cy="0"/>
        </a:xfrm>
      </p:grpSpPr>
      <p:sp>
        <p:nvSpPr>
          <p:cNvPr id="842" name="Google Shape;842;p74"/>
          <p:cNvSpPr txBox="1"/>
          <p:nvPr/>
        </p:nvSpPr>
        <p:spPr>
          <a:xfrm>
            <a:off x="4917900" y="956025"/>
            <a:ext cx="36612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ct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xmlns:ahyp="http://schemas.microsoft.com/office/drawing/2018/hyperlinkcolo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846" name="Shape 846"/>
        <p:cNvGrpSpPr/>
        <p:nvPr/>
      </p:nvGrpSpPr>
      <p:grpSpPr>
        <a:xfrm>
          <a:off x="0" y="0"/>
          <a:ext cx="0" cy="0"/>
        </a:xfrm>
      </p:grpSpPr>
      <p:sp>
        <p:nvSpPr>
          <p:cNvPr id="847" name="Google Shape;847;p75"/>
          <p:cNvSpPr txBox="1"/>
          <p:nvPr>
            <p:ph type="subTitle" idx="1"/>
          </p:nvPr>
        </p:nvSpPr>
        <p:spPr>
          <a:xfrm>
            <a:off x="585575" y="1463950"/>
            <a:ext cx="7351200" cy="2762700"/>
          </a:xfrm>
          <a:prstGeom prst="rect">
            <a:avLst/>
          </a:prstGeom>
        </p:spPr>
        <p:txBody>
          <a:bodyPr spcFirstLastPara="1" wrap="square" lIns="0" tIns="0" rIns="0" bIns="0" anchor="ctr" anchorCtr="0">
            <a:noAutofit/>
          </a:bodyPr>
          <a:lstStyle/>
          <a:p>
            <a:pPr marL="0" lvl="0" indent="0" algn="l" rtl="0">
              <a:spcBef>
                <a:spcPct val="0"/>
              </a:spcBef>
              <a:spcAft>
                <a:spcPts val="1000"/>
              </a:spcAft>
              <a:buNone/>
            </a:pPr>
            <a:r>
              <a:rPr lang="en-GB"/>
              <a:t>I can interpret a weather report.</a:t>
            </a:r>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851" name="Shape 851"/>
        <p:cNvGrpSpPr/>
        <p:nvPr/>
      </p:nvGrpSpPr>
      <p:grpSpPr>
        <a:xfrm>
          <a:off x="0" y="0"/>
          <a:ext cx="0" cy="0"/>
        </a:xfrm>
      </p:grpSpPr>
      <p:sp>
        <p:nvSpPr>
          <p:cNvPr id="852" name="Google Shape;852;p76"/>
          <p:cNvSpPr txBox="1"/>
          <p:nvPr/>
        </p:nvSpPr>
        <p:spPr>
          <a:xfrm>
            <a:off x="324000" y="1311510"/>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 </a:t>
            </a:r>
            <a:r>
              <a:rPr lang="en-GB" sz="1800" b="1">
                <a:solidFill>
                  <a:schemeClr val="dk1"/>
                </a:solidFill>
                <a:latin typeface="Lexend"/>
                <a:ea typeface="Lexend"/>
                <a:cs typeface="Lexend"/>
                <a:sym typeface="Lexend"/>
              </a:rPr>
              <a:t>forecast</a:t>
            </a:r>
            <a:r>
              <a:rPr lang="en-GB" sz="1800">
                <a:solidFill>
                  <a:schemeClr val="dk1"/>
                </a:solidFill>
                <a:latin typeface="Lexend"/>
                <a:ea typeface="Lexend"/>
                <a:cs typeface="Lexend"/>
                <a:sym typeface="Lexend"/>
              </a:rPr>
              <a:t> is a prediction of a future event occurring (based on data).</a:t>
            </a:r>
            <a:endParaRPr sz="1800">
              <a:latin typeface="Lexend"/>
              <a:ea typeface="Lexend"/>
              <a:cs typeface="Lexend"/>
              <a:sym typeface="Lexend"/>
            </a:endParaRP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856" name="Shape 856"/>
        <p:cNvGrpSpPr/>
        <p:nvPr/>
      </p:nvGrpSpPr>
      <p:grpSpPr>
        <a:xfrm>
          <a:off x="0" y="0"/>
          <a:ext cx="0" cy="0"/>
        </a:xfrm>
      </p:grpSpPr>
      <p:sp>
        <p:nvSpPr>
          <p:cNvPr id="857" name="Google Shape;857;p77"/>
          <p:cNvSpPr txBox="1"/>
          <p:nvPr>
            <p:ph type="title"/>
          </p:nvPr>
        </p:nvSpPr>
        <p:spPr>
          <a:xfrm>
            <a:off x="1225225" y="2090813"/>
            <a:ext cx="6852300" cy="3693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Understanding a basic weather forecast</a:t>
            </a:r>
            <a:endParaRPr/>
          </a:p>
        </p:txBody>
      </p:sp>
      <p:sp>
        <p:nvSpPr>
          <p:cNvPr id="858" name="Google Shape;858;p77"/>
          <p:cNvSpPr txBox="1"/>
          <p:nvPr>
            <p:ph type="title" idx="2"/>
          </p:nvPr>
        </p:nvSpPr>
        <p:spPr>
          <a:xfrm>
            <a:off x="1225225" y="3027088"/>
            <a:ext cx="6852300" cy="3693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Analysing extra forecast information</a:t>
            </a:r>
            <a:endParaRPr/>
          </a:p>
        </p:txBody>
      </p:sp>
      <p:sp>
        <p:nvSpPr>
          <p:cNvPr id="859" name="Google Shape;859;p77"/>
          <p:cNvSpPr txBox="1"/>
          <p:nvPr>
            <p:ph type="title" idx="3"/>
          </p:nvPr>
        </p:nvSpPr>
        <p:spPr>
          <a:xfrm>
            <a:off x="324000" y="657600"/>
            <a:ext cx="5741400" cy="6156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Understanding weather data</a:t>
            </a:r>
            <a:endParaRPr/>
          </a:p>
        </p:txBody>
      </p:sp>
      <p:pic>
        <p:nvPicPr>
          <p:cNvPr id="860" name="Google Shape;860;p77"/>
          <p:cNvPicPr preferRelativeResize="0"/>
          <p:nvPr/>
        </p:nvPicPr>
        <p:blipFill>
          <a:blip r:embed="rId3">
            <a:alphaModFix/>
          </a:blip>
          <a:stretch>
            <a:fillRect/>
          </a:stretch>
        </p:blipFill>
        <p:spPr>
          <a:xfrm>
            <a:off x="408127" y="2059448"/>
            <a:ext cx="450575" cy="446750"/>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864" name="Shape 864"/>
        <p:cNvGrpSpPr/>
        <p:nvPr/>
      </p:nvGrpSpPr>
      <p:grpSpPr>
        <a:xfrm>
          <a:off x="0" y="0"/>
          <a:ext cx="0" cy="0"/>
        </a:xfrm>
      </p:grpSpPr>
      <p:grpSp>
        <p:nvGrpSpPr>
          <p:cNvPr id="865" name="Google Shape;865;p78"/>
          <p:cNvGrpSpPr/>
          <p:nvPr/>
        </p:nvGrpSpPr>
        <p:grpSpPr>
          <a:xfrm>
            <a:off x="324000" y="1499574"/>
            <a:ext cx="7289700" cy="2112850"/>
            <a:chOff x="324000" y="1521725"/>
            <a:chExt cx="7289700" cy="2112850"/>
          </a:xfrm>
        </p:grpSpPr>
        <p:sp>
          <p:nvSpPr>
            <p:cNvPr id="866" name="Google Shape;866;p78"/>
            <p:cNvSpPr txBox="1"/>
            <p:nvPr/>
          </p:nvSpPr>
          <p:spPr>
            <a:xfrm>
              <a:off x="324000" y="1521725"/>
              <a:ext cx="383100" cy="3492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a)</a:t>
              </a:r>
              <a:endParaRPr sz="1800">
                <a:solidFill>
                  <a:srgbClr val="000000"/>
                </a:solidFill>
                <a:latin typeface="Lexend"/>
                <a:ea typeface="Lexend"/>
                <a:cs typeface="Lexend"/>
                <a:sym typeface="Lexend"/>
              </a:endParaRPr>
            </a:p>
          </p:txBody>
        </p:sp>
        <p:sp>
          <p:nvSpPr>
            <p:cNvPr id="867" name="Google Shape;867;p78"/>
            <p:cNvSpPr txBox="1"/>
            <p:nvPr/>
          </p:nvSpPr>
          <p:spPr>
            <a:xfrm>
              <a:off x="2626200" y="1521725"/>
              <a:ext cx="383100" cy="3492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b)</a:t>
              </a:r>
              <a:endParaRPr sz="1800">
                <a:solidFill>
                  <a:srgbClr val="000000"/>
                </a:solidFill>
                <a:latin typeface="Lexend"/>
                <a:ea typeface="Lexend"/>
                <a:cs typeface="Lexend"/>
                <a:sym typeface="Lexend"/>
              </a:endParaRPr>
            </a:p>
          </p:txBody>
        </p:sp>
        <p:sp>
          <p:nvSpPr>
            <p:cNvPr id="868" name="Google Shape;868;p78"/>
            <p:cNvSpPr txBox="1"/>
            <p:nvPr/>
          </p:nvSpPr>
          <p:spPr>
            <a:xfrm>
              <a:off x="4928400" y="1521725"/>
              <a:ext cx="383100" cy="3492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c)</a:t>
              </a:r>
              <a:endParaRPr sz="1800">
                <a:solidFill>
                  <a:srgbClr val="000000"/>
                </a:solidFill>
                <a:latin typeface="Lexend"/>
                <a:ea typeface="Lexend"/>
                <a:cs typeface="Lexend"/>
                <a:sym typeface="Lexend"/>
              </a:endParaRPr>
            </a:p>
          </p:txBody>
        </p:sp>
        <p:sp>
          <p:nvSpPr>
            <p:cNvPr id="869" name="Google Shape;869;p78"/>
            <p:cNvSpPr txBox="1"/>
            <p:nvPr/>
          </p:nvSpPr>
          <p:spPr>
            <a:xfrm>
              <a:off x="7230600" y="1521725"/>
              <a:ext cx="383100" cy="3492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d)</a:t>
              </a:r>
              <a:endParaRPr sz="1800">
                <a:solidFill>
                  <a:srgbClr val="000000"/>
                </a:solidFill>
                <a:latin typeface="Lexend"/>
                <a:ea typeface="Lexend"/>
                <a:cs typeface="Lexend"/>
                <a:sym typeface="Lexend"/>
              </a:endParaRPr>
            </a:p>
          </p:txBody>
        </p:sp>
        <p:sp>
          <p:nvSpPr>
            <p:cNvPr id="870" name="Google Shape;870;p78"/>
            <p:cNvSpPr txBox="1"/>
            <p:nvPr/>
          </p:nvSpPr>
          <p:spPr>
            <a:xfrm>
              <a:off x="324000" y="3285375"/>
              <a:ext cx="383100" cy="3492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e)</a:t>
              </a:r>
              <a:endParaRPr sz="1800">
                <a:solidFill>
                  <a:srgbClr val="000000"/>
                </a:solidFill>
                <a:latin typeface="Lexend"/>
                <a:ea typeface="Lexend"/>
                <a:cs typeface="Lexend"/>
                <a:sym typeface="Lexend"/>
              </a:endParaRPr>
            </a:p>
          </p:txBody>
        </p:sp>
        <p:sp>
          <p:nvSpPr>
            <p:cNvPr id="871" name="Google Shape;871;p78"/>
            <p:cNvSpPr txBox="1"/>
            <p:nvPr/>
          </p:nvSpPr>
          <p:spPr>
            <a:xfrm>
              <a:off x="2626200" y="3285375"/>
              <a:ext cx="383100" cy="3492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f)</a:t>
              </a:r>
              <a:endParaRPr sz="1800">
                <a:solidFill>
                  <a:srgbClr val="000000"/>
                </a:solidFill>
                <a:latin typeface="Lexend"/>
                <a:ea typeface="Lexend"/>
                <a:cs typeface="Lexend"/>
                <a:sym typeface="Lexend"/>
              </a:endParaRPr>
            </a:p>
          </p:txBody>
        </p:sp>
        <p:sp>
          <p:nvSpPr>
            <p:cNvPr id="872" name="Google Shape;872;p78"/>
            <p:cNvSpPr txBox="1"/>
            <p:nvPr/>
          </p:nvSpPr>
          <p:spPr>
            <a:xfrm>
              <a:off x="4928400" y="3285375"/>
              <a:ext cx="383100" cy="3492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g)</a:t>
              </a:r>
              <a:endParaRPr sz="1800">
                <a:solidFill>
                  <a:srgbClr val="000000"/>
                </a:solidFill>
                <a:latin typeface="Lexend"/>
                <a:ea typeface="Lexend"/>
                <a:cs typeface="Lexend"/>
                <a:sym typeface="Lexend"/>
              </a:endParaRPr>
            </a:p>
          </p:txBody>
        </p:sp>
        <p:sp>
          <p:nvSpPr>
            <p:cNvPr id="873" name="Google Shape;873;p78"/>
            <p:cNvSpPr txBox="1"/>
            <p:nvPr/>
          </p:nvSpPr>
          <p:spPr>
            <a:xfrm>
              <a:off x="7230600" y="3285375"/>
              <a:ext cx="383100" cy="3492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h)</a:t>
              </a:r>
              <a:endParaRPr sz="1800">
                <a:solidFill>
                  <a:srgbClr val="000000"/>
                </a:solidFill>
                <a:latin typeface="Lexend"/>
                <a:ea typeface="Lexend"/>
                <a:cs typeface="Lexend"/>
                <a:sym typeface="Lexend"/>
              </a:endParaRPr>
            </a:p>
          </p:txBody>
        </p:sp>
      </p:grpSp>
      <p:sp>
        <p:nvSpPr>
          <p:cNvPr id="874" name="Google Shape;874;p78"/>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Understanding a basic weather forecast</a:t>
            </a:r>
            <a:endParaRPr/>
          </a:p>
        </p:txBody>
      </p:sp>
      <p:sp>
        <p:nvSpPr>
          <p:cNvPr id="875" name="Google Shape;875;p78"/>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Most weather </a:t>
            </a:r>
            <a:r>
              <a:rPr lang="en-GB" sz="1800" b="1">
                <a:latin typeface="Lexend"/>
                <a:ea typeface="Lexend"/>
                <a:cs typeface="Lexend"/>
                <a:sym typeface="Lexend"/>
              </a:rPr>
              <a:t>forecasts </a:t>
            </a:r>
            <a:r>
              <a:rPr lang="en-GB" sz="1800">
                <a:latin typeface="Lexend"/>
                <a:ea typeface="Lexend"/>
                <a:cs typeface="Lexend"/>
                <a:sym typeface="Lexend"/>
              </a:rPr>
              <a:t>use different symbols to represent different types of weather.</a:t>
            </a:r>
            <a:endParaRPr sz="1800">
              <a:solidFill>
                <a:srgbClr val="000000"/>
              </a:solidFill>
              <a:latin typeface="Lexend"/>
              <a:ea typeface="Lexend"/>
              <a:cs typeface="Lexend"/>
              <a:sym typeface="Lexend"/>
            </a:endParaRPr>
          </a:p>
        </p:txBody>
      </p:sp>
      <p:sp>
        <p:nvSpPr>
          <p:cNvPr id="876" name="Google Shape;876;p78"/>
          <p:cNvSpPr txBox="1"/>
          <p:nvPr/>
        </p:nvSpPr>
        <p:spPr>
          <a:xfrm>
            <a:off x="324000" y="1248749"/>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What do you think these weather symbols mean?</a:t>
            </a:r>
            <a:endParaRPr sz="1800">
              <a:solidFill>
                <a:srgbClr val="000000"/>
              </a:solidFill>
              <a:latin typeface="Lexend"/>
              <a:ea typeface="Lexend"/>
              <a:cs typeface="Lexend"/>
              <a:sym typeface="Lexend"/>
            </a:endParaRPr>
          </a:p>
        </p:txBody>
      </p:sp>
      <p:sp>
        <p:nvSpPr>
          <p:cNvPr id="877" name="Google Shape;877;p78"/>
          <p:cNvSpPr txBox="1"/>
          <p:nvPr/>
        </p:nvSpPr>
        <p:spPr>
          <a:xfrm>
            <a:off x="2448200" y="2694324"/>
            <a:ext cx="1707900" cy="349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2000">
                <a:latin typeface="Kalam"/>
                <a:ea typeface="Kalam"/>
                <a:cs typeface="Kalam"/>
                <a:sym typeface="Kalam"/>
              </a:rPr>
              <a:t>windy</a:t>
            </a:r>
            <a:endParaRPr sz="2000">
              <a:solidFill>
                <a:srgbClr val="000000"/>
              </a:solidFill>
              <a:latin typeface="Kalam"/>
              <a:ea typeface="Kalam"/>
              <a:cs typeface="Kalam"/>
              <a:sym typeface="Kalam"/>
            </a:endParaRPr>
          </a:p>
        </p:txBody>
      </p:sp>
      <p:sp>
        <p:nvSpPr>
          <p:cNvPr id="878" name="Google Shape;878;p78"/>
          <p:cNvSpPr txBox="1"/>
          <p:nvPr/>
        </p:nvSpPr>
        <p:spPr>
          <a:xfrm>
            <a:off x="4750450" y="2694324"/>
            <a:ext cx="1707900" cy="349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2000">
                <a:latin typeface="Kalam"/>
                <a:ea typeface="Kalam"/>
                <a:cs typeface="Kalam"/>
                <a:sym typeface="Kalam"/>
              </a:rPr>
              <a:t>cloudy</a:t>
            </a:r>
            <a:endParaRPr sz="2000">
              <a:solidFill>
                <a:srgbClr val="000000"/>
              </a:solidFill>
              <a:latin typeface="Kalam"/>
              <a:ea typeface="Kalam"/>
              <a:cs typeface="Kalam"/>
              <a:sym typeface="Kalam"/>
            </a:endParaRPr>
          </a:p>
        </p:txBody>
      </p:sp>
      <p:sp>
        <p:nvSpPr>
          <p:cNvPr id="879" name="Google Shape;879;p78"/>
          <p:cNvSpPr txBox="1"/>
          <p:nvPr/>
        </p:nvSpPr>
        <p:spPr>
          <a:xfrm>
            <a:off x="7322350" y="2694324"/>
            <a:ext cx="1168500" cy="349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2000">
                <a:latin typeface="Kalam"/>
                <a:ea typeface="Kalam"/>
                <a:cs typeface="Kalam"/>
                <a:sym typeface="Kalam"/>
              </a:rPr>
              <a:t>snow</a:t>
            </a:r>
            <a:endParaRPr sz="2000">
              <a:solidFill>
                <a:srgbClr val="000000"/>
              </a:solidFill>
              <a:latin typeface="Kalam"/>
              <a:ea typeface="Kalam"/>
              <a:cs typeface="Kalam"/>
              <a:sym typeface="Kalam"/>
            </a:endParaRPr>
          </a:p>
        </p:txBody>
      </p:sp>
      <p:sp>
        <p:nvSpPr>
          <p:cNvPr id="880" name="Google Shape;880;p78"/>
          <p:cNvSpPr txBox="1"/>
          <p:nvPr/>
        </p:nvSpPr>
        <p:spPr>
          <a:xfrm>
            <a:off x="2448200" y="4457974"/>
            <a:ext cx="1707900" cy="349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2000">
                <a:latin typeface="Kalam"/>
                <a:ea typeface="Kalam"/>
                <a:cs typeface="Kalam"/>
                <a:sym typeface="Kalam"/>
              </a:rPr>
              <a:t>sunny intervals</a:t>
            </a:r>
            <a:endParaRPr sz="2000">
              <a:solidFill>
                <a:srgbClr val="000000"/>
              </a:solidFill>
              <a:latin typeface="Kalam"/>
              <a:ea typeface="Kalam"/>
              <a:cs typeface="Kalam"/>
              <a:sym typeface="Kalam"/>
            </a:endParaRPr>
          </a:p>
        </p:txBody>
      </p:sp>
      <p:sp>
        <p:nvSpPr>
          <p:cNvPr id="881" name="Google Shape;881;p78"/>
          <p:cNvSpPr txBox="1"/>
          <p:nvPr/>
        </p:nvSpPr>
        <p:spPr>
          <a:xfrm>
            <a:off x="415750" y="4457974"/>
            <a:ext cx="1168500" cy="349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2000">
                <a:latin typeface="Kalam"/>
                <a:ea typeface="Kalam"/>
                <a:cs typeface="Kalam"/>
                <a:sym typeface="Kalam"/>
              </a:rPr>
              <a:t>sunny</a:t>
            </a:r>
            <a:endParaRPr sz="2000">
              <a:solidFill>
                <a:srgbClr val="000000"/>
              </a:solidFill>
              <a:latin typeface="Kalam"/>
              <a:ea typeface="Kalam"/>
              <a:cs typeface="Kalam"/>
              <a:sym typeface="Kalam"/>
            </a:endParaRPr>
          </a:p>
        </p:txBody>
      </p:sp>
      <p:sp>
        <p:nvSpPr>
          <p:cNvPr id="882" name="Google Shape;882;p78"/>
          <p:cNvSpPr txBox="1"/>
          <p:nvPr/>
        </p:nvSpPr>
        <p:spPr>
          <a:xfrm>
            <a:off x="4750450" y="4457974"/>
            <a:ext cx="1707900" cy="349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2000">
                <a:latin typeface="Kalam"/>
                <a:ea typeface="Kalam"/>
                <a:cs typeface="Kalam"/>
                <a:sym typeface="Kalam"/>
              </a:rPr>
              <a:t>rain showers</a:t>
            </a:r>
            <a:endParaRPr sz="2000">
              <a:solidFill>
                <a:srgbClr val="000000"/>
              </a:solidFill>
              <a:latin typeface="Kalam"/>
              <a:ea typeface="Kalam"/>
              <a:cs typeface="Kalam"/>
              <a:sym typeface="Kalam"/>
            </a:endParaRPr>
          </a:p>
        </p:txBody>
      </p:sp>
      <p:sp>
        <p:nvSpPr>
          <p:cNvPr id="883" name="Google Shape;883;p78"/>
          <p:cNvSpPr txBox="1"/>
          <p:nvPr/>
        </p:nvSpPr>
        <p:spPr>
          <a:xfrm>
            <a:off x="7322350" y="4457974"/>
            <a:ext cx="1168500" cy="349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2000">
                <a:latin typeface="Kalam"/>
                <a:ea typeface="Kalam"/>
                <a:cs typeface="Kalam"/>
                <a:sym typeface="Kalam"/>
              </a:rPr>
              <a:t>heavy rain</a:t>
            </a:r>
            <a:endParaRPr sz="2000">
              <a:solidFill>
                <a:srgbClr val="000000"/>
              </a:solidFill>
              <a:latin typeface="Kalam"/>
              <a:ea typeface="Kalam"/>
              <a:cs typeface="Kalam"/>
              <a:sym typeface="Kalam"/>
            </a:endParaRPr>
          </a:p>
        </p:txBody>
      </p:sp>
      <p:sp>
        <p:nvSpPr>
          <p:cNvPr id="884" name="Google Shape;884;p78"/>
          <p:cNvSpPr txBox="1"/>
          <p:nvPr/>
        </p:nvSpPr>
        <p:spPr>
          <a:xfrm>
            <a:off x="415750" y="2694324"/>
            <a:ext cx="1168500" cy="349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2000">
                <a:latin typeface="Kalam"/>
                <a:ea typeface="Kalam"/>
                <a:cs typeface="Kalam"/>
                <a:sym typeface="Kalam"/>
              </a:rPr>
              <a:t>lightning</a:t>
            </a:r>
            <a:endParaRPr sz="2000">
              <a:solidFill>
                <a:srgbClr val="000000"/>
              </a:solidFill>
              <a:latin typeface="Kalam"/>
              <a:ea typeface="Kalam"/>
              <a:cs typeface="Kalam"/>
              <a:sym typeface="Kalam"/>
            </a:endParaRPr>
          </a:p>
        </p:txBody>
      </p:sp>
      <p:pic>
        <p:nvPicPr>
          <p:cNvPr id="885" name="Google Shape;885;p78"/>
          <p:cNvPicPr preferRelativeResize="0"/>
          <p:nvPr/>
        </p:nvPicPr>
        <p:blipFill>
          <a:blip r:embed="rId3">
            <a:alphaModFix/>
          </a:blip>
          <a:stretch>
            <a:fillRect/>
          </a:stretch>
        </p:blipFill>
        <p:spPr>
          <a:xfrm>
            <a:off x="731418" y="1799686"/>
            <a:ext cx="521375" cy="822475"/>
          </a:xfrm>
          <a:prstGeom prst="rect">
            <a:avLst/>
          </a:prstGeom>
          <a:noFill/>
          <a:ln>
            <a:noFill/>
          </a:ln>
        </p:spPr>
      </p:pic>
      <p:pic>
        <p:nvPicPr>
          <p:cNvPr id="886" name="Google Shape;886;p78"/>
          <p:cNvPicPr preferRelativeResize="0"/>
          <p:nvPr/>
        </p:nvPicPr>
        <p:blipFill>
          <a:blip r:embed="rId4">
            <a:alphaModFix/>
          </a:blip>
          <a:stretch>
            <a:fillRect/>
          </a:stretch>
        </p:blipFill>
        <p:spPr>
          <a:xfrm>
            <a:off x="2932462" y="1830588"/>
            <a:ext cx="874275" cy="745691"/>
          </a:xfrm>
          <a:prstGeom prst="rect">
            <a:avLst/>
          </a:prstGeom>
          <a:noFill/>
          <a:ln>
            <a:noFill/>
          </a:ln>
        </p:spPr>
      </p:pic>
      <p:pic>
        <p:nvPicPr>
          <p:cNvPr id="887" name="Google Shape;887;p78"/>
          <p:cNvPicPr preferRelativeResize="0"/>
          <p:nvPr/>
        </p:nvPicPr>
        <p:blipFill>
          <a:blip r:embed="rId5">
            <a:alphaModFix/>
          </a:blip>
          <a:stretch>
            <a:fillRect/>
          </a:stretch>
        </p:blipFill>
        <p:spPr>
          <a:xfrm>
            <a:off x="5037070" y="1896688"/>
            <a:ext cx="1042953" cy="613500"/>
          </a:xfrm>
          <a:prstGeom prst="rect">
            <a:avLst/>
          </a:prstGeom>
          <a:noFill/>
          <a:ln>
            <a:noFill/>
          </a:ln>
        </p:spPr>
      </p:pic>
      <p:pic>
        <p:nvPicPr>
          <p:cNvPr id="888" name="Google Shape;888;p78"/>
          <p:cNvPicPr preferRelativeResize="0"/>
          <p:nvPr/>
        </p:nvPicPr>
        <p:blipFill>
          <a:blip r:embed="rId6">
            <a:alphaModFix/>
          </a:blip>
          <a:stretch>
            <a:fillRect/>
          </a:stretch>
        </p:blipFill>
        <p:spPr>
          <a:xfrm>
            <a:off x="481309" y="3421602"/>
            <a:ext cx="1021615" cy="1036375"/>
          </a:xfrm>
          <a:prstGeom prst="rect">
            <a:avLst/>
          </a:prstGeom>
          <a:noFill/>
          <a:ln>
            <a:noFill/>
          </a:ln>
        </p:spPr>
      </p:pic>
      <p:pic>
        <p:nvPicPr>
          <p:cNvPr id="889" name="Google Shape;889;p78"/>
          <p:cNvPicPr preferRelativeResize="0"/>
          <p:nvPr/>
        </p:nvPicPr>
        <p:blipFill>
          <a:blip r:embed="rId7">
            <a:alphaModFix/>
          </a:blip>
          <a:stretch>
            <a:fillRect/>
          </a:stretch>
        </p:blipFill>
        <p:spPr>
          <a:xfrm>
            <a:off x="2759595" y="3528550"/>
            <a:ext cx="1220005" cy="822475"/>
          </a:xfrm>
          <a:prstGeom prst="rect">
            <a:avLst/>
          </a:prstGeom>
          <a:noFill/>
          <a:ln>
            <a:noFill/>
          </a:ln>
        </p:spPr>
      </p:pic>
      <p:pic>
        <p:nvPicPr>
          <p:cNvPr id="890" name="Google Shape;890;p78"/>
          <p:cNvPicPr preferRelativeResize="0"/>
          <p:nvPr/>
        </p:nvPicPr>
        <p:blipFill>
          <a:blip r:embed="rId8">
            <a:alphaModFix/>
          </a:blip>
          <a:stretch>
            <a:fillRect/>
          </a:stretch>
        </p:blipFill>
        <p:spPr>
          <a:xfrm>
            <a:off x="7524884" y="1760538"/>
            <a:ext cx="874300" cy="885806"/>
          </a:xfrm>
          <a:prstGeom prst="rect">
            <a:avLst/>
          </a:prstGeom>
          <a:noFill/>
          <a:ln>
            <a:noFill/>
          </a:ln>
        </p:spPr>
      </p:pic>
      <p:pic>
        <p:nvPicPr>
          <p:cNvPr id="891" name="Google Shape;891;p78"/>
          <p:cNvPicPr preferRelativeResize="0"/>
          <p:nvPr/>
        </p:nvPicPr>
        <p:blipFill>
          <a:blip r:embed="rId9">
            <a:alphaModFix/>
          </a:blip>
          <a:stretch>
            <a:fillRect/>
          </a:stretch>
        </p:blipFill>
        <p:spPr>
          <a:xfrm>
            <a:off x="7613699" y="3437876"/>
            <a:ext cx="874300" cy="1003824"/>
          </a:xfrm>
          <a:prstGeom prst="rect">
            <a:avLst/>
          </a:prstGeom>
          <a:noFill/>
          <a:ln>
            <a:noFill/>
          </a:ln>
        </p:spPr>
      </p:pic>
      <p:pic>
        <p:nvPicPr>
          <p:cNvPr id="892" name="Google Shape;892;p78"/>
          <p:cNvPicPr preferRelativeResize="0"/>
          <p:nvPr/>
        </p:nvPicPr>
        <p:blipFill>
          <a:blip r:embed="rId10">
            <a:alphaModFix/>
          </a:blip>
          <a:stretch>
            <a:fillRect/>
          </a:stretch>
        </p:blipFill>
        <p:spPr>
          <a:xfrm>
            <a:off x="5316800" y="3316250"/>
            <a:ext cx="1021625" cy="1156891"/>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7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8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7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78"/>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79"/>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81"/>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80"/>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82"/>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896" name="Shape 896"/>
        <p:cNvGrpSpPr/>
        <p:nvPr/>
      </p:nvGrpSpPr>
      <p:grpSpPr>
        <a:xfrm>
          <a:off x="0" y="0"/>
          <a:ext cx="0" cy="0"/>
        </a:xfrm>
      </p:grpSpPr>
      <p:sp>
        <p:nvSpPr>
          <p:cNvPr id="897" name="Google Shape;897;p79"/>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When might you see these two weather symbols, and which other symbols would they replace?</a:t>
            </a:r>
            <a:endParaRPr sz="1800">
              <a:solidFill>
                <a:srgbClr val="000000"/>
              </a:solidFill>
              <a:latin typeface="Lexend"/>
              <a:ea typeface="Lexend"/>
              <a:cs typeface="Lexend"/>
              <a:sym typeface="Lexend"/>
            </a:endParaRPr>
          </a:p>
        </p:txBody>
      </p:sp>
      <p:sp>
        <p:nvSpPr>
          <p:cNvPr id="898" name="Google Shape;898;p79"/>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Understanding a basic weather forecast</a:t>
            </a:r>
            <a:endParaRPr/>
          </a:p>
        </p:txBody>
      </p:sp>
      <p:sp>
        <p:nvSpPr>
          <p:cNvPr id="899" name="Google Shape;899;p79"/>
          <p:cNvSpPr txBox="1"/>
          <p:nvPr/>
        </p:nvSpPr>
        <p:spPr>
          <a:xfrm>
            <a:off x="2655425" y="4457975"/>
            <a:ext cx="1848900" cy="349200"/>
          </a:xfrm>
          <a:prstGeom prst="rect">
            <a:avLst/>
          </a:prstGeom>
          <a:noFill/>
          <a:ln>
            <a:noFill/>
          </a:ln>
        </p:spPr>
        <p:txBody>
          <a:bodyPr spcFirstLastPara="1" wrap="square" lIns="0" tIns="0" rIns="0" bIns="0" anchor="b" anchorCtr="0">
            <a:noAutofit/>
          </a:bodyPr>
          <a:lstStyle/>
          <a:p>
            <a:pPr marL="0" lvl="0" indent="0" algn="l" rtl="0">
              <a:spcBef>
                <a:spcPct val="0"/>
              </a:spcBef>
              <a:spcAft>
                <a:spcPct val="0"/>
              </a:spcAft>
              <a:buNone/>
            </a:pPr>
            <a:r>
              <a:rPr lang="en-GB" sz="1800">
                <a:latin typeface="Lexend"/>
                <a:ea typeface="Lexend"/>
                <a:cs typeface="Lexend"/>
                <a:sym typeface="Lexend"/>
              </a:rPr>
              <a:t>sunny intervals</a:t>
            </a:r>
            <a:endParaRPr sz="1800">
              <a:solidFill>
                <a:srgbClr val="000000"/>
              </a:solidFill>
              <a:latin typeface="Lexend"/>
              <a:ea typeface="Lexend"/>
              <a:cs typeface="Lexend"/>
              <a:sym typeface="Lexend"/>
            </a:endParaRPr>
          </a:p>
        </p:txBody>
      </p:sp>
      <p:sp>
        <p:nvSpPr>
          <p:cNvPr id="900" name="Google Shape;900;p79"/>
          <p:cNvSpPr txBox="1"/>
          <p:nvPr/>
        </p:nvSpPr>
        <p:spPr>
          <a:xfrm>
            <a:off x="415750" y="4457974"/>
            <a:ext cx="1168500" cy="349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800">
                <a:latin typeface="Lexend"/>
                <a:ea typeface="Lexend"/>
                <a:cs typeface="Lexend"/>
                <a:sym typeface="Lexend"/>
              </a:rPr>
              <a:t>sunny</a:t>
            </a:r>
            <a:endParaRPr sz="1800">
              <a:solidFill>
                <a:srgbClr val="000000"/>
              </a:solidFill>
              <a:latin typeface="Lexend"/>
              <a:ea typeface="Lexend"/>
              <a:cs typeface="Lexend"/>
              <a:sym typeface="Lexend"/>
            </a:endParaRPr>
          </a:p>
        </p:txBody>
      </p:sp>
      <p:sp>
        <p:nvSpPr>
          <p:cNvPr id="901" name="Google Shape;901;p79"/>
          <p:cNvSpPr txBox="1"/>
          <p:nvPr/>
        </p:nvSpPr>
        <p:spPr>
          <a:xfrm>
            <a:off x="4750450" y="4457974"/>
            <a:ext cx="1707900" cy="349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800">
                <a:latin typeface="Lexend"/>
                <a:ea typeface="Lexend"/>
                <a:cs typeface="Lexend"/>
                <a:sym typeface="Lexend"/>
              </a:rPr>
              <a:t>rain showers</a:t>
            </a:r>
            <a:endParaRPr sz="1800">
              <a:solidFill>
                <a:srgbClr val="000000"/>
              </a:solidFill>
              <a:latin typeface="Lexend"/>
              <a:ea typeface="Lexend"/>
              <a:cs typeface="Lexend"/>
              <a:sym typeface="Lexend"/>
            </a:endParaRPr>
          </a:p>
        </p:txBody>
      </p:sp>
      <p:sp>
        <p:nvSpPr>
          <p:cNvPr id="902" name="Google Shape;902;p79"/>
          <p:cNvSpPr txBox="1"/>
          <p:nvPr/>
        </p:nvSpPr>
        <p:spPr>
          <a:xfrm>
            <a:off x="7280350" y="4457975"/>
            <a:ext cx="1252500" cy="349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800">
                <a:latin typeface="Lexend"/>
                <a:ea typeface="Lexend"/>
                <a:cs typeface="Lexend"/>
                <a:sym typeface="Lexend"/>
              </a:rPr>
              <a:t>heavy rain</a:t>
            </a:r>
            <a:endParaRPr sz="1800">
              <a:solidFill>
                <a:srgbClr val="000000"/>
              </a:solidFill>
              <a:latin typeface="Lexend"/>
              <a:ea typeface="Lexend"/>
              <a:cs typeface="Lexend"/>
              <a:sym typeface="Lexend"/>
            </a:endParaRPr>
          </a:p>
        </p:txBody>
      </p:sp>
      <p:sp>
        <p:nvSpPr>
          <p:cNvPr id="903" name="Google Shape;903;p79"/>
          <p:cNvSpPr txBox="1"/>
          <p:nvPr/>
        </p:nvSpPr>
        <p:spPr>
          <a:xfrm>
            <a:off x="2930250" y="2586000"/>
            <a:ext cx="1928100" cy="349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2000">
                <a:latin typeface="Kalam"/>
                <a:ea typeface="Kalam"/>
                <a:cs typeface="Kalam"/>
                <a:sym typeface="Kalam"/>
              </a:rPr>
              <a:t>clear sky intervals at night</a:t>
            </a:r>
            <a:endParaRPr sz="2000">
              <a:solidFill>
                <a:srgbClr val="000000"/>
              </a:solidFill>
              <a:latin typeface="Kalam"/>
              <a:ea typeface="Kalam"/>
              <a:cs typeface="Kalam"/>
              <a:sym typeface="Kalam"/>
            </a:endParaRPr>
          </a:p>
        </p:txBody>
      </p:sp>
      <p:sp>
        <p:nvSpPr>
          <p:cNvPr id="904" name="Google Shape;904;p79"/>
          <p:cNvSpPr txBox="1"/>
          <p:nvPr/>
        </p:nvSpPr>
        <p:spPr>
          <a:xfrm>
            <a:off x="1007800" y="2585999"/>
            <a:ext cx="1168500" cy="349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2000">
                <a:latin typeface="Kalam"/>
                <a:ea typeface="Kalam"/>
                <a:cs typeface="Kalam"/>
                <a:sym typeface="Kalam"/>
              </a:rPr>
              <a:t>clear sky at night</a:t>
            </a:r>
            <a:endParaRPr sz="2000">
              <a:solidFill>
                <a:srgbClr val="000000"/>
              </a:solidFill>
              <a:latin typeface="Kalam"/>
              <a:ea typeface="Kalam"/>
              <a:cs typeface="Kalam"/>
              <a:sym typeface="Kalam"/>
            </a:endParaRPr>
          </a:p>
        </p:txBody>
      </p:sp>
      <p:sp>
        <p:nvSpPr>
          <p:cNvPr id="905" name="Google Shape;905;p79"/>
          <p:cNvSpPr txBox="1"/>
          <p:nvPr/>
        </p:nvSpPr>
        <p:spPr>
          <a:xfrm>
            <a:off x="5520450" y="1445400"/>
            <a:ext cx="3299700" cy="3492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These weather symbols will replace any symbol involving the Sun if the </a:t>
            </a:r>
            <a:r>
              <a:rPr lang="en-GB" sz="2000" b="1">
                <a:latin typeface="Kalam"/>
                <a:ea typeface="Kalam"/>
                <a:cs typeface="Kalam"/>
                <a:sym typeface="Kalam"/>
              </a:rPr>
              <a:t>forecast </a:t>
            </a:r>
            <a:r>
              <a:rPr lang="en-GB" sz="2000">
                <a:latin typeface="Kalam"/>
                <a:ea typeface="Kalam"/>
                <a:cs typeface="Kalam"/>
                <a:sym typeface="Kalam"/>
              </a:rPr>
              <a:t>shows the weather at night.</a:t>
            </a:r>
            <a:endParaRPr sz="2000">
              <a:solidFill>
                <a:srgbClr val="000000"/>
              </a:solidFill>
              <a:latin typeface="Kalam"/>
              <a:ea typeface="Kalam"/>
              <a:cs typeface="Kalam"/>
              <a:sym typeface="Kalam"/>
            </a:endParaRPr>
          </a:p>
        </p:txBody>
      </p:sp>
      <p:pic>
        <p:nvPicPr>
          <p:cNvPr id="906" name="Google Shape;906;p79"/>
          <p:cNvPicPr preferRelativeResize="0"/>
          <p:nvPr/>
        </p:nvPicPr>
        <p:blipFill>
          <a:blip r:embed="rId3">
            <a:alphaModFix/>
          </a:blip>
          <a:stretch>
            <a:fillRect/>
          </a:stretch>
        </p:blipFill>
        <p:spPr>
          <a:xfrm>
            <a:off x="481309" y="3421602"/>
            <a:ext cx="1021615" cy="1036375"/>
          </a:xfrm>
          <a:prstGeom prst="rect">
            <a:avLst/>
          </a:prstGeom>
          <a:noFill/>
          <a:ln>
            <a:noFill/>
          </a:ln>
        </p:spPr>
      </p:pic>
      <p:pic>
        <p:nvPicPr>
          <p:cNvPr id="907" name="Google Shape;907;p79"/>
          <p:cNvPicPr preferRelativeResize="0"/>
          <p:nvPr/>
        </p:nvPicPr>
        <p:blipFill>
          <a:blip r:embed="rId4">
            <a:alphaModFix/>
          </a:blip>
          <a:stretch>
            <a:fillRect/>
          </a:stretch>
        </p:blipFill>
        <p:spPr>
          <a:xfrm>
            <a:off x="2759595" y="3528550"/>
            <a:ext cx="1220005" cy="822475"/>
          </a:xfrm>
          <a:prstGeom prst="rect">
            <a:avLst/>
          </a:prstGeom>
          <a:noFill/>
          <a:ln>
            <a:noFill/>
          </a:ln>
        </p:spPr>
      </p:pic>
      <p:pic>
        <p:nvPicPr>
          <p:cNvPr id="908" name="Google Shape;908;p79"/>
          <p:cNvPicPr preferRelativeResize="0"/>
          <p:nvPr/>
        </p:nvPicPr>
        <p:blipFill>
          <a:blip r:embed="rId5">
            <a:alphaModFix/>
          </a:blip>
          <a:stretch>
            <a:fillRect/>
          </a:stretch>
        </p:blipFill>
        <p:spPr>
          <a:xfrm>
            <a:off x="5316800" y="3316250"/>
            <a:ext cx="1021625" cy="1156891"/>
          </a:xfrm>
          <a:prstGeom prst="rect">
            <a:avLst/>
          </a:prstGeom>
          <a:noFill/>
          <a:ln>
            <a:noFill/>
          </a:ln>
        </p:spPr>
      </p:pic>
      <p:pic>
        <p:nvPicPr>
          <p:cNvPr id="909" name="Google Shape;909;p79"/>
          <p:cNvPicPr preferRelativeResize="0"/>
          <p:nvPr/>
        </p:nvPicPr>
        <p:blipFill>
          <a:blip r:embed="rId6">
            <a:alphaModFix/>
          </a:blip>
          <a:stretch>
            <a:fillRect/>
          </a:stretch>
        </p:blipFill>
        <p:spPr>
          <a:xfrm>
            <a:off x="7613699" y="3437876"/>
            <a:ext cx="874300" cy="1003824"/>
          </a:xfrm>
          <a:prstGeom prst="rect">
            <a:avLst/>
          </a:prstGeom>
          <a:noFill/>
          <a:ln>
            <a:noFill/>
          </a:ln>
        </p:spPr>
      </p:pic>
      <p:pic>
        <p:nvPicPr>
          <p:cNvPr id="910" name="Google Shape;910;p79"/>
          <p:cNvPicPr preferRelativeResize="0"/>
          <p:nvPr/>
        </p:nvPicPr>
        <p:blipFill>
          <a:blip r:embed="rId7">
            <a:alphaModFix/>
          </a:blip>
          <a:stretch>
            <a:fillRect/>
          </a:stretch>
        </p:blipFill>
        <p:spPr>
          <a:xfrm>
            <a:off x="1165168" y="1363275"/>
            <a:ext cx="853759" cy="950075"/>
          </a:xfrm>
          <a:prstGeom prst="rect">
            <a:avLst/>
          </a:prstGeom>
          <a:noFill/>
          <a:ln>
            <a:noFill/>
          </a:ln>
        </p:spPr>
      </p:pic>
      <p:pic>
        <p:nvPicPr>
          <p:cNvPr id="911" name="Google Shape;911;p79"/>
          <p:cNvPicPr preferRelativeResize="0"/>
          <p:nvPr/>
        </p:nvPicPr>
        <p:blipFill>
          <a:blip r:embed="rId8">
            <a:alphaModFix/>
          </a:blip>
          <a:stretch>
            <a:fillRect/>
          </a:stretch>
        </p:blipFill>
        <p:spPr>
          <a:xfrm>
            <a:off x="3369600" y="1283193"/>
            <a:ext cx="1021625" cy="1057032"/>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0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915" name="Shape 915"/>
        <p:cNvGrpSpPr/>
        <p:nvPr/>
      </p:nvGrpSpPr>
      <p:grpSpPr>
        <a:xfrm>
          <a:off x="0" y="0"/>
          <a:ext cx="0" cy="0"/>
        </a:xfrm>
      </p:grpSpPr>
      <p:sp>
        <p:nvSpPr>
          <p:cNvPr id="916" name="Google Shape;916;p80"/>
          <p:cNvSpPr txBox="1"/>
          <p:nvPr/>
        </p:nvSpPr>
        <p:spPr>
          <a:xfrm>
            <a:off x="324000" y="2464710"/>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A weather </a:t>
            </a:r>
            <a:r>
              <a:rPr lang="en-GB" sz="1800" b="1">
                <a:latin typeface="Lexend"/>
                <a:ea typeface="Lexend"/>
                <a:cs typeface="Lexend"/>
                <a:sym typeface="Lexend"/>
              </a:rPr>
              <a:t>forecast</a:t>
            </a:r>
            <a:r>
              <a:rPr lang="en-GB" sz="1800">
                <a:latin typeface="Lexend"/>
                <a:ea typeface="Lexend"/>
                <a:cs typeface="Lexend"/>
                <a:sym typeface="Lexend"/>
              </a:rPr>
              <a:t> i</a:t>
            </a:r>
            <a:r>
              <a:rPr lang="en-GB" sz="1800">
                <a:solidFill>
                  <a:schemeClr val="dk1"/>
                </a:solidFill>
                <a:latin typeface="Lexend"/>
                <a:ea typeface="Lexend"/>
                <a:cs typeface="Lexend"/>
                <a:sym typeface="Lexend"/>
              </a:rPr>
              <a:t>s a prediction of future weather conditions based on data collected on atmospheric conditions, as well as historical weather information.</a:t>
            </a:r>
            <a:endParaRPr sz="1800">
              <a:latin typeface="Lexend"/>
              <a:ea typeface="Lexend"/>
              <a:cs typeface="Lexend"/>
              <a:sym typeface="Lexend"/>
            </a:endParaRPr>
          </a:p>
        </p:txBody>
      </p:sp>
      <p:sp>
        <p:nvSpPr>
          <p:cNvPr id="917" name="Google Shape;917;p80"/>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A </a:t>
            </a:r>
            <a:r>
              <a:rPr lang="en-GB" sz="1800" b="1">
                <a:latin typeface="Lexend"/>
                <a:ea typeface="Lexend"/>
                <a:cs typeface="Lexend"/>
                <a:sym typeface="Lexend"/>
              </a:rPr>
              <a:t>forecast</a:t>
            </a:r>
            <a:r>
              <a:rPr lang="en-GB" sz="1800">
                <a:latin typeface="Lexend"/>
                <a:ea typeface="Lexend"/>
                <a:cs typeface="Lexend"/>
                <a:sym typeface="Lexend"/>
              </a:rPr>
              <a:t> i</a:t>
            </a:r>
            <a:r>
              <a:rPr lang="en-GB" sz="1800">
                <a:solidFill>
                  <a:schemeClr val="dk1"/>
                </a:solidFill>
                <a:latin typeface="Lexend"/>
                <a:ea typeface="Lexend"/>
                <a:cs typeface="Lexend"/>
                <a:sym typeface="Lexend"/>
              </a:rPr>
              <a:t>s a prediction of a future event occurring (based on data).</a:t>
            </a:r>
            <a:endParaRPr sz="1800">
              <a:latin typeface="Lexend"/>
              <a:ea typeface="Lexend"/>
              <a:cs typeface="Lexend"/>
              <a:sym typeface="Lexend"/>
            </a:endParaRPr>
          </a:p>
        </p:txBody>
      </p:sp>
      <p:sp>
        <p:nvSpPr>
          <p:cNvPr id="918" name="Google Shape;918;p80"/>
          <p:cNvSpPr txBox="1"/>
          <p:nvPr/>
        </p:nvSpPr>
        <p:spPr>
          <a:xfrm>
            <a:off x="324000" y="1211335"/>
            <a:ext cx="8496000" cy="463800"/>
          </a:xfrm>
          <a:prstGeom prst="rect">
            <a:avLst/>
          </a:prstGeom>
          <a:noFill/>
          <a:ln>
            <a:noFill/>
          </a:ln>
        </p:spPr>
        <p:txBody>
          <a:bodyPr spcFirstLastPara="1" wrap="square" lIns="0" tIns="0" rIns="0" bIns="0" anchor="t" anchorCtr="0">
            <a:noAutofit/>
          </a:bodyPr>
          <a:lstStyle/>
          <a:p>
            <a:pPr marL="0" lvl="0" indent="0" algn="ctr" rtl="0">
              <a:spcBef>
                <a:spcPct val="0"/>
              </a:spcBef>
              <a:spcAft>
                <a:spcPct val="0"/>
              </a:spcAft>
              <a:buNone/>
            </a:pPr>
            <a:r>
              <a:rPr lang="en-GB" sz="1800" b="1">
                <a:latin typeface="Lexend"/>
                <a:ea typeface="Lexend"/>
                <a:cs typeface="Lexend"/>
                <a:sym typeface="Lexend"/>
              </a:rPr>
              <a:t>fore cast</a:t>
            </a:r>
            <a:endParaRPr sz="1800" b="1">
              <a:latin typeface="Lexend"/>
              <a:ea typeface="Lexend"/>
              <a:cs typeface="Lexend"/>
              <a:sym typeface="Lexend"/>
            </a:endParaRPr>
          </a:p>
        </p:txBody>
      </p:sp>
      <p:sp>
        <p:nvSpPr>
          <p:cNvPr id="919" name="Google Shape;919;p80"/>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Understanding a basic weather forecast</a:t>
            </a:r>
            <a:endParaRPr/>
          </a:p>
        </p:txBody>
      </p:sp>
      <p:grpSp>
        <p:nvGrpSpPr>
          <p:cNvPr id="920" name="Google Shape;920;p80"/>
          <p:cNvGrpSpPr/>
          <p:nvPr/>
        </p:nvGrpSpPr>
        <p:grpSpPr>
          <a:xfrm>
            <a:off x="2657688" y="1225300"/>
            <a:ext cx="1914313" cy="627600"/>
            <a:chOff x="2657688" y="1225300"/>
            <a:chExt cx="1914313" cy="627600"/>
          </a:xfrm>
        </p:grpSpPr>
        <p:sp>
          <p:nvSpPr>
            <p:cNvPr id="921" name="Google Shape;921;p80"/>
            <p:cNvSpPr/>
            <p:nvPr/>
          </p:nvSpPr>
          <p:spPr>
            <a:xfrm>
              <a:off x="3992400" y="1225300"/>
              <a:ext cx="579600" cy="2742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922" name="Google Shape;922;p80"/>
            <p:cNvSpPr txBox="1"/>
            <p:nvPr/>
          </p:nvSpPr>
          <p:spPr>
            <a:xfrm>
              <a:off x="2657688" y="1499500"/>
              <a:ext cx="1792500" cy="353400"/>
            </a:xfrm>
            <a:prstGeom prst="rect">
              <a:avLst/>
            </a:prstGeom>
            <a:noFill/>
            <a:ln>
              <a:noFill/>
            </a:ln>
          </p:spPr>
          <p:txBody>
            <a:bodyPr spcFirstLastPara="1" wrap="square" lIns="0" tIns="0" rIns="0" bIns="0" anchor="ctr" anchorCtr="0">
              <a:noAutofit/>
            </a:bodyPr>
            <a:lstStyle/>
            <a:p>
              <a:pPr marL="0" lvl="0" indent="0" algn="r" rtl="0">
                <a:spcBef>
                  <a:spcPct val="0"/>
                </a:spcBef>
                <a:spcAft>
                  <a:spcPts val="1000"/>
                </a:spcAft>
                <a:buNone/>
              </a:pPr>
              <a:r>
                <a:rPr lang="en-GB" sz="1800">
                  <a:latin typeface="Lexend"/>
                  <a:ea typeface="Lexend"/>
                  <a:cs typeface="Lexend"/>
                  <a:sym typeface="Lexend"/>
                </a:rPr>
                <a:t>before</a:t>
              </a:r>
              <a:endParaRPr sz="1800">
                <a:latin typeface="Lexend"/>
                <a:ea typeface="Lexend"/>
                <a:cs typeface="Lexend"/>
                <a:sym typeface="Lexend"/>
              </a:endParaRPr>
            </a:p>
          </p:txBody>
        </p:sp>
      </p:grpSp>
      <p:grpSp>
        <p:nvGrpSpPr>
          <p:cNvPr id="923" name="Google Shape;923;p80"/>
          <p:cNvGrpSpPr/>
          <p:nvPr/>
        </p:nvGrpSpPr>
        <p:grpSpPr>
          <a:xfrm>
            <a:off x="4571995" y="1225300"/>
            <a:ext cx="1914317" cy="627600"/>
            <a:chOff x="4571995" y="1225300"/>
            <a:chExt cx="1914317" cy="627600"/>
          </a:xfrm>
        </p:grpSpPr>
        <p:sp>
          <p:nvSpPr>
            <p:cNvPr id="924" name="Google Shape;924;p80"/>
            <p:cNvSpPr/>
            <p:nvPr/>
          </p:nvSpPr>
          <p:spPr>
            <a:xfrm>
              <a:off x="4571995" y="1225300"/>
              <a:ext cx="579600" cy="2742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925" name="Google Shape;925;p80"/>
            <p:cNvSpPr txBox="1"/>
            <p:nvPr/>
          </p:nvSpPr>
          <p:spPr>
            <a:xfrm>
              <a:off x="4693813" y="1499500"/>
              <a:ext cx="1792500" cy="353400"/>
            </a:xfrm>
            <a:prstGeom prst="rect">
              <a:avLst/>
            </a:prstGeom>
            <a:noFill/>
            <a:ln>
              <a:noFill/>
            </a:ln>
          </p:spPr>
          <p:txBody>
            <a:bodyPr spcFirstLastPara="1" wrap="square" lIns="0" tIns="0" rIns="0" bIns="0" anchor="ctr" anchorCtr="0">
              <a:noAutofit/>
            </a:bodyPr>
            <a:lstStyle/>
            <a:p>
              <a:pPr marL="0" lvl="0" indent="0" algn="l" rtl="0">
                <a:spcBef>
                  <a:spcPct val="0"/>
                </a:spcBef>
                <a:spcAft>
                  <a:spcPts val="1000"/>
                </a:spcAft>
                <a:buNone/>
              </a:pPr>
              <a:r>
                <a:rPr lang="en-GB" sz="1800">
                  <a:latin typeface="Lexend"/>
                  <a:ea typeface="Lexend"/>
                  <a:cs typeface="Lexend"/>
                  <a:sym typeface="Lexend"/>
                </a:rPr>
                <a:t>plan</a:t>
              </a:r>
              <a:endParaRPr sz="1800">
                <a:latin typeface="Lexend"/>
                <a:ea typeface="Lexend"/>
                <a:cs typeface="Lexend"/>
                <a:sym typeface="Lexend"/>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929" name="Shape 929"/>
        <p:cNvGrpSpPr/>
        <p:nvPr/>
      </p:nvGrpSpPr>
      <p:grpSpPr>
        <a:xfrm>
          <a:off x="0" y="0"/>
          <a:ext cx="0" cy="0"/>
        </a:xfrm>
      </p:grpSpPr>
      <p:grpSp>
        <p:nvGrpSpPr>
          <p:cNvPr id="930" name="Google Shape;930;p81"/>
          <p:cNvGrpSpPr/>
          <p:nvPr/>
        </p:nvGrpSpPr>
        <p:grpSpPr>
          <a:xfrm>
            <a:off x="-704501" y="1845033"/>
            <a:ext cx="6994393" cy="3504005"/>
            <a:chOff x="-475954" y="2312151"/>
            <a:chExt cx="6174429" cy="3092952"/>
          </a:xfrm>
        </p:grpSpPr>
        <p:grpSp>
          <p:nvGrpSpPr>
            <p:cNvPr id="931" name="Google Shape;931;p81"/>
            <p:cNvGrpSpPr/>
            <p:nvPr/>
          </p:nvGrpSpPr>
          <p:grpSpPr>
            <a:xfrm>
              <a:off x="-475954" y="2312151"/>
              <a:ext cx="4220429" cy="3092952"/>
              <a:chOff x="-475954" y="2312151"/>
              <a:chExt cx="4220429" cy="3092952"/>
            </a:xfrm>
          </p:grpSpPr>
          <p:sp>
            <p:nvSpPr>
              <p:cNvPr id="932" name="Google Shape;932;p81"/>
              <p:cNvSpPr/>
              <p:nvPr/>
            </p:nvSpPr>
            <p:spPr>
              <a:xfrm>
                <a:off x="451034" y="2590045"/>
                <a:ext cx="3163500" cy="2196300"/>
              </a:xfrm>
              <a:prstGeom prst="rect">
                <a:avLst/>
              </a:prstGeom>
              <a:solidFill>
                <a:srgbClr val="4285F4"/>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933" name="Google Shape;933;p81"/>
              <p:cNvSpPr/>
              <p:nvPr/>
            </p:nvSpPr>
            <p:spPr>
              <a:xfrm>
                <a:off x="-341861" y="2439737"/>
                <a:ext cx="4053510" cy="2611832"/>
              </a:xfrm>
              <a:custGeom>
                <a:rect l="l" t="t" r="r" b="b"/>
                <a:pathLst>
                  <a:path w="300260" h="193469" extrusionOk="0">
                    <a:moveTo>
                      <a:pt x="70920" y="84"/>
                    </a:moveTo>
                    <a:cubicBezTo>
                      <a:pt x="89716" y="-1122"/>
                      <a:pt x="109846" y="11006"/>
                      <a:pt x="130737" y="14943"/>
                    </a:cubicBezTo>
                    <a:cubicBezTo>
                      <a:pt x="151629" y="18880"/>
                      <a:pt x="181093" y="22119"/>
                      <a:pt x="196269" y="23706"/>
                    </a:cubicBezTo>
                    <a:cubicBezTo>
                      <a:pt x="211446" y="25294"/>
                      <a:pt x="214176" y="24278"/>
                      <a:pt x="221796" y="24468"/>
                    </a:cubicBezTo>
                    <a:cubicBezTo>
                      <a:pt x="229416" y="24659"/>
                      <a:pt x="236552" y="23790"/>
                      <a:pt x="241989" y="24849"/>
                    </a:cubicBezTo>
                    <a:cubicBezTo>
                      <a:pt x="247426" y="25908"/>
                      <a:pt x="249796" y="29354"/>
                      <a:pt x="254419" y="30821"/>
                    </a:cubicBezTo>
                    <a:cubicBezTo>
                      <a:pt x="259042" y="32288"/>
                      <a:pt x="265456" y="32096"/>
                      <a:pt x="269726" y="33649"/>
                    </a:cubicBezTo>
                    <a:cubicBezTo>
                      <a:pt x="273996" y="35202"/>
                      <a:pt x="277298" y="37160"/>
                      <a:pt x="280041" y="40138"/>
                    </a:cubicBezTo>
                    <a:cubicBezTo>
                      <a:pt x="282784" y="43116"/>
                      <a:pt x="285860" y="47908"/>
                      <a:pt x="286185" y="51519"/>
                    </a:cubicBezTo>
                    <a:cubicBezTo>
                      <a:pt x="286511" y="55130"/>
                      <a:pt x="285233" y="59139"/>
                      <a:pt x="281994" y="61806"/>
                    </a:cubicBezTo>
                    <a:cubicBezTo>
                      <a:pt x="278756" y="64473"/>
                      <a:pt x="269993" y="66124"/>
                      <a:pt x="266754" y="67521"/>
                    </a:cubicBezTo>
                    <a:cubicBezTo>
                      <a:pt x="263516" y="68918"/>
                      <a:pt x="265548" y="70950"/>
                      <a:pt x="262563" y="70188"/>
                    </a:cubicBezTo>
                    <a:cubicBezTo>
                      <a:pt x="259579" y="69426"/>
                      <a:pt x="249927" y="64918"/>
                      <a:pt x="248847" y="62949"/>
                    </a:cubicBezTo>
                    <a:cubicBezTo>
                      <a:pt x="247768" y="60981"/>
                      <a:pt x="257737" y="59901"/>
                      <a:pt x="256086" y="58377"/>
                    </a:cubicBezTo>
                    <a:cubicBezTo>
                      <a:pt x="254435" y="56853"/>
                      <a:pt x="244529" y="54059"/>
                      <a:pt x="238941" y="53805"/>
                    </a:cubicBezTo>
                    <a:cubicBezTo>
                      <a:pt x="233353" y="53551"/>
                      <a:pt x="225479" y="54059"/>
                      <a:pt x="222558" y="56853"/>
                    </a:cubicBezTo>
                    <a:cubicBezTo>
                      <a:pt x="219637" y="59647"/>
                      <a:pt x="220717" y="66886"/>
                      <a:pt x="221415" y="70569"/>
                    </a:cubicBezTo>
                    <a:cubicBezTo>
                      <a:pt x="222114" y="74252"/>
                      <a:pt x="225479" y="75903"/>
                      <a:pt x="226749" y="78951"/>
                    </a:cubicBezTo>
                    <a:cubicBezTo>
                      <a:pt x="228019" y="81999"/>
                      <a:pt x="226559" y="84412"/>
                      <a:pt x="229035" y="88857"/>
                    </a:cubicBezTo>
                    <a:cubicBezTo>
                      <a:pt x="231512" y="93302"/>
                      <a:pt x="237989" y="101049"/>
                      <a:pt x="241608" y="105621"/>
                    </a:cubicBezTo>
                    <a:cubicBezTo>
                      <a:pt x="245228" y="110193"/>
                      <a:pt x="246498" y="113622"/>
                      <a:pt x="250752" y="116289"/>
                    </a:cubicBezTo>
                    <a:cubicBezTo>
                      <a:pt x="255007" y="118956"/>
                      <a:pt x="263643" y="118004"/>
                      <a:pt x="267135" y="121623"/>
                    </a:cubicBezTo>
                    <a:cubicBezTo>
                      <a:pt x="270628" y="125243"/>
                      <a:pt x="270374" y="132545"/>
                      <a:pt x="271707" y="138006"/>
                    </a:cubicBezTo>
                    <a:cubicBezTo>
                      <a:pt x="273041" y="143467"/>
                      <a:pt x="273930" y="149881"/>
                      <a:pt x="275136" y="154389"/>
                    </a:cubicBezTo>
                    <a:cubicBezTo>
                      <a:pt x="276343" y="158898"/>
                      <a:pt x="277549" y="161628"/>
                      <a:pt x="278946" y="165057"/>
                    </a:cubicBezTo>
                    <a:cubicBezTo>
                      <a:pt x="280343" y="168486"/>
                      <a:pt x="282883" y="171852"/>
                      <a:pt x="283518" y="174963"/>
                    </a:cubicBezTo>
                    <a:cubicBezTo>
                      <a:pt x="284153" y="178075"/>
                      <a:pt x="321364" y="181567"/>
                      <a:pt x="282756" y="183726"/>
                    </a:cubicBezTo>
                    <a:cubicBezTo>
                      <a:pt x="244148" y="185885"/>
                      <a:pt x="98733" y="201633"/>
                      <a:pt x="51870" y="187917"/>
                    </a:cubicBezTo>
                    <a:cubicBezTo>
                      <a:pt x="5007" y="174201"/>
                      <a:pt x="7230" y="129053"/>
                      <a:pt x="1578" y="101430"/>
                    </a:cubicBezTo>
                    <a:cubicBezTo>
                      <a:pt x="-4073" y="73808"/>
                      <a:pt x="6404" y="39073"/>
                      <a:pt x="17961" y="22182"/>
                    </a:cubicBezTo>
                    <a:cubicBezTo>
                      <a:pt x="29518" y="5291"/>
                      <a:pt x="52124" y="1291"/>
                      <a:pt x="70920" y="84"/>
                    </a:cubicBezTo>
                    <a:close/>
                  </a:path>
                </a:pathLst>
              </a:custGeom>
              <a:solidFill>
                <a:srgbClr val="D9EAD3"/>
              </a:solidFill>
              <a:ln w="28575" cap="flat" cmpd="sng">
                <a:solidFill>
                  <a:srgbClr val="000000"/>
                </a:solidFill>
                <a:prstDash val="solid"/>
                <a:round/>
                <a:headEnd type="none" w="med" len="med"/>
                <a:tailEnd type="none" w="med" len="med"/>
              </a:ln>
            </p:spPr>
            <p:txBody>
              <a:bodyPr/>
              <a:lstStyle/>
              <a:p/>
            </p:txBody>
          </p:sp>
          <p:sp>
            <p:nvSpPr>
              <p:cNvPr id="934" name="Google Shape;934;p81"/>
              <p:cNvSpPr/>
              <p:nvPr/>
            </p:nvSpPr>
            <p:spPr>
              <a:xfrm>
                <a:off x="-109684" y="2435328"/>
                <a:ext cx="3634241" cy="2246157"/>
              </a:xfrm>
              <a:custGeom>
                <a:rect l="l" t="t" r="r" b="b"/>
                <a:pathLst>
                  <a:path w="269203" h="166382" extrusionOk="0">
                    <a:moveTo>
                      <a:pt x="53723" y="411"/>
                    </a:moveTo>
                    <a:cubicBezTo>
                      <a:pt x="72564" y="-1965"/>
                      <a:pt x="93582" y="6682"/>
                      <a:pt x="113808" y="8251"/>
                    </a:cubicBezTo>
                    <a:cubicBezTo>
                      <a:pt x="134035" y="9820"/>
                      <a:pt x="158978" y="9561"/>
                      <a:pt x="175082" y="9823"/>
                    </a:cubicBezTo>
                    <a:cubicBezTo>
                      <a:pt x="191186" y="10085"/>
                      <a:pt x="200351" y="10412"/>
                      <a:pt x="210432" y="9823"/>
                    </a:cubicBezTo>
                    <a:cubicBezTo>
                      <a:pt x="220514" y="9234"/>
                      <a:pt x="230638" y="3601"/>
                      <a:pt x="235571" y="6287"/>
                    </a:cubicBezTo>
                    <a:cubicBezTo>
                      <a:pt x="240504" y="8973"/>
                      <a:pt x="236304" y="22218"/>
                      <a:pt x="240032" y="25938"/>
                    </a:cubicBezTo>
                    <a:cubicBezTo>
                      <a:pt x="243760" y="29658"/>
                      <a:pt x="253367" y="26637"/>
                      <a:pt x="257939" y="28605"/>
                    </a:cubicBezTo>
                    <a:cubicBezTo>
                      <a:pt x="262511" y="30574"/>
                      <a:pt x="265623" y="33876"/>
                      <a:pt x="267464" y="37749"/>
                    </a:cubicBezTo>
                    <a:cubicBezTo>
                      <a:pt x="269306" y="41623"/>
                      <a:pt x="269433" y="47782"/>
                      <a:pt x="268988" y="51846"/>
                    </a:cubicBezTo>
                    <a:cubicBezTo>
                      <a:pt x="268544" y="55910"/>
                      <a:pt x="268036" y="59466"/>
                      <a:pt x="264797" y="62133"/>
                    </a:cubicBezTo>
                    <a:cubicBezTo>
                      <a:pt x="261559" y="64800"/>
                      <a:pt x="252796" y="66451"/>
                      <a:pt x="249557" y="67848"/>
                    </a:cubicBezTo>
                    <a:cubicBezTo>
                      <a:pt x="246319" y="69245"/>
                      <a:pt x="248351" y="71277"/>
                      <a:pt x="245366" y="70515"/>
                    </a:cubicBezTo>
                    <a:cubicBezTo>
                      <a:pt x="242382" y="69753"/>
                      <a:pt x="232730" y="65245"/>
                      <a:pt x="231650" y="63276"/>
                    </a:cubicBezTo>
                    <a:cubicBezTo>
                      <a:pt x="230571" y="61308"/>
                      <a:pt x="240540" y="60228"/>
                      <a:pt x="238889" y="58704"/>
                    </a:cubicBezTo>
                    <a:cubicBezTo>
                      <a:pt x="237238" y="57180"/>
                      <a:pt x="227332" y="54386"/>
                      <a:pt x="221744" y="54132"/>
                    </a:cubicBezTo>
                    <a:cubicBezTo>
                      <a:pt x="216156" y="53878"/>
                      <a:pt x="208282" y="54386"/>
                      <a:pt x="205361" y="57180"/>
                    </a:cubicBezTo>
                    <a:cubicBezTo>
                      <a:pt x="202440" y="59974"/>
                      <a:pt x="203520" y="67213"/>
                      <a:pt x="204218" y="70896"/>
                    </a:cubicBezTo>
                    <a:cubicBezTo>
                      <a:pt x="204917" y="74579"/>
                      <a:pt x="208282" y="76230"/>
                      <a:pt x="209552" y="79278"/>
                    </a:cubicBezTo>
                    <a:cubicBezTo>
                      <a:pt x="210822" y="82326"/>
                      <a:pt x="209362" y="84739"/>
                      <a:pt x="211838" y="89184"/>
                    </a:cubicBezTo>
                    <a:cubicBezTo>
                      <a:pt x="214315" y="93629"/>
                      <a:pt x="220792" y="101376"/>
                      <a:pt x="224411" y="105948"/>
                    </a:cubicBezTo>
                    <a:cubicBezTo>
                      <a:pt x="228031" y="110520"/>
                      <a:pt x="229301" y="113949"/>
                      <a:pt x="233555" y="116616"/>
                    </a:cubicBezTo>
                    <a:cubicBezTo>
                      <a:pt x="237810" y="119283"/>
                      <a:pt x="246446" y="118331"/>
                      <a:pt x="249938" y="121950"/>
                    </a:cubicBezTo>
                    <a:cubicBezTo>
                      <a:pt x="253431" y="125570"/>
                      <a:pt x="253177" y="132872"/>
                      <a:pt x="254510" y="138333"/>
                    </a:cubicBezTo>
                    <a:cubicBezTo>
                      <a:pt x="255844" y="143794"/>
                      <a:pt x="257582" y="150041"/>
                      <a:pt x="257939" y="154716"/>
                    </a:cubicBezTo>
                    <a:cubicBezTo>
                      <a:pt x="258296" y="159391"/>
                      <a:pt x="263065" y="166382"/>
                      <a:pt x="256651" y="166382"/>
                    </a:cubicBezTo>
                    <a:cubicBezTo>
                      <a:pt x="250238" y="166382"/>
                      <a:pt x="241024" y="155898"/>
                      <a:pt x="219458" y="154716"/>
                    </a:cubicBezTo>
                    <a:cubicBezTo>
                      <a:pt x="197892" y="153534"/>
                      <a:pt x="150494" y="165107"/>
                      <a:pt x="127256" y="159288"/>
                    </a:cubicBezTo>
                    <a:cubicBezTo>
                      <a:pt x="104018" y="153469"/>
                      <a:pt x="96856" y="130597"/>
                      <a:pt x="80028" y="119802"/>
                    </a:cubicBezTo>
                    <a:cubicBezTo>
                      <a:pt x="63201" y="109007"/>
                      <a:pt x="39502" y="110734"/>
                      <a:pt x="26291" y="94518"/>
                    </a:cubicBezTo>
                    <a:cubicBezTo>
                      <a:pt x="13080" y="78303"/>
                      <a:pt x="-3808" y="38194"/>
                      <a:pt x="764" y="22509"/>
                    </a:cubicBezTo>
                    <a:cubicBezTo>
                      <a:pt x="5336" y="6825"/>
                      <a:pt x="34882" y="2787"/>
                      <a:pt x="53723" y="411"/>
                    </a:cubicBezTo>
                    <a:close/>
                  </a:path>
                </a:pathLst>
              </a:custGeom>
              <a:solidFill>
                <a:srgbClr val="93C47D"/>
              </a:solidFill>
              <a:ln w="28575" cap="flat" cmpd="sng">
                <a:solidFill>
                  <a:srgbClr val="000000"/>
                </a:solidFill>
                <a:prstDash val="solid"/>
                <a:round/>
                <a:headEnd type="none" w="med" len="med"/>
                <a:tailEnd type="none" w="med" len="med"/>
              </a:ln>
            </p:spPr>
            <p:txBody>
              <a:bodyPr/>
              <a:lstStyle/>
              <a:p/>
            </p:txBody>
          </p:sp>
          <p:sp>
            <p:nvSpPr>
              <p:cNvPr id="935" name="Google Shape;935;p81"/>
              <p:cNvSpPr/>
              <p:nvPr/>
            </p:nvSpPr>
            <p:spPr>
              <a:xfrm>
                <a:off x="-475954" y="2312151"/>
                <a:ext cx="4162800" cy="277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936" name="Google Shape;936;p81"/>
              <p:cNvSpPr/>
              <p:nvPr/>
            </p:nvSpPr>
            <p:spPr>
              <a:xfrm>
                <a:off x="-475954" y="2543763"/>
                <a:ext cx="927300" cy="2491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937" name="Google Shape;937;p81"/>
              <p:cNvSpPr/>
              <p:nvPr/>
            </p:nvSpPr>
            <p:spPr>
              <a:xfrm>
                <a:off x="107875" y="4786503"/>
                <a:ext cx="3636600" cy="618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938" name="Google Shape;938;p81"/>
              <p:cNvSpPr/>
              <p:nvPr/>
            </p:nvSpPr>
            <p:spPr>
              <a:xfrm>
                <a:off x="1490499" y="3299759"/>
                <a:ext cx="74100" cy="741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939" name="Google Shape;939;p81"/>
              <p:cNvSpPr/>
              <p:nvPr/>
            </p:nvSpPr>
            <p:spPr>
              <a:xfrm rot="-4513970">
                <a:off x="3170264" y="3251673"/>
                <a:ext cx="74149" cy="74149"/>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pic>
            <p:nvPicPr>
              <p:cNvPr id="940" name="Google Shape;940;p81"/>
              <p:cNvPicPr preferRelativeResize="0"/>
              <p:nvPr/>
            </p:nvPicPr>
            <p:blipFill>
              <a:blip r:embed="rId3">
                <a:alphaModFix/>
              </a:blip>
              <a:srcRect l="6099" t="6403" r="76563" b="76260"/>
              <a:stretch>
                <a:fillRect/>
              </a:stretch>
            </p:blipFill>
            <p:spPr>
              <a:xfrm>
                <a:off x="3134180" y="2937578"/>
                <a:ext cx="346926" cy="346911"/>
              </a:xfrm>
              <a:prstGeom prst="rect">
                <a:avLst/>
              </a:prstGeom>
              <a:noFill/>
              <a:ln>
                <a:noFill/>
              </a:ln>
            </p:spPr>
          </p:pic>
          <p:pic>
            <p:nvPicPr>
              <p:cNvPr id="941" name="Google Shape;941;p81"/>
              <p:cNvPicPr preferRelativeResize="0"/>
              <p:nvPr/>
            </p:nvPicPr>
            <p:blipFill>
              <a:blip r:embed="rId3">
                <a:alphaModFix/>
              </a:blip>
              <a:srcRect l="29213" t="27788" r="52045" b="53441"/>
              <a:stretch>
                <a:fillRect/>
              </a:stretch>
            </p:blipFill>
            <p:spPr>
              <a:xfrm>
                <a:off x="1332115" y="2954504"/>
                <a:ext cx="375020" cy="375613"/>
              </a:xfrm>
              <a:prstGeom prst="rect">
                <a:avLst/>
              </a:prstGeom>
              <a:noFill/>
              <a:ln>
                <a:noFill/>
              </a:ln>
            </p:spPr>
          </p:pic>
          <p:pic>
            <p:nvPicPr>
              <p:cNvPr id="942" name="Google Shape;942;p81"/>
              <p:cNvPicPr preferRelativeResize="0"/>
              <p:nvPr/>
            </p:nvPicPr>
            <p:blipFill>
              <a:blip r:embed="rId3">
                <a:alphaModFix/>
              </a:blip>
              <a:srcRect l="51780" t="6076" r="28060" b="75152"/>
              <a:stretch>
                <a:fillRect/>
              </a:stretch>
            </p:blipFill>
            <p:spPr>
              <a:xfrm>
                <a:off x="2331228" y="3961746"/>
                <a:ext cx="403389" cy="375613"/>
              </a:xfrm>
              <a:prstGeom prst="rect">
                <a:avLst/>
              </a:prstGeom>
              <a:noFill/>
              <a:ln>
                <a:noFill/>
              </a:ln>
            </p:spPr>
          </p:pic>
          <p:sp>
            <p:nvSpPr>
              <p:cNvPr id="943" name="Google Shape;943;p81"/>
              <p:cNvSpPr/>
              <p:nvPr/>
            </p:nvSpPr>
            <p:spPr>
              <a:xfrm>
                <a:off x="2506675" y="4296210"/>
                <a:ext cx="74100" cy="741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944" name="Google Shape;944;p81"/>
              <p:cNvSpPr/>
              <p:nvPr/>
            </p:nvSpPr>
            <p:spPr>
              <a:xfrm>
                <a:off x="1318040" y="2799615"/>
                <a:ext cx="403200" cy="1719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200">
                    <a:solidFill>
                      <a:srgbClr val="FFFFFF"/>
                    </a:solidFill>
                    <a:latin typeface="Lexend"/>
                    <a:ea typeface="Lexend"/>
                    <a:cs typeface="Lexend"/>
                    <a:sym typeface="Lexend"/>
                  </a:rPr>
                  <a:t>16°C</a:t>
                </a:r>
                <a:endParaRPr sz="1200">
                  <a:solidFill>
                    <a:srgbClr val="FFFFFF"/>
                  </a:solidFill>
                  <a:latin typeface="Lexend"/>
                  <a:ea typeface="Lexend"/>
                  <a:cs typeface="Lexend"/>
                  <a:sym typeface="Lexend"/>
                </a:endParaRPr>
              </a:p>
            </p:txBody>
          </p:sp>
          <p:sp>
            <p:nvSpPr>
              <p:cNvPr id="945" name="Google Shape;945;p81"/>
              <p:cNvSpPr/>
              <p:nvPr/>
            </p:nvSpPr>
            <p:spPr>
              <a:xfrm>
                <a:off x="2342100" y="3831561"/>
                <a:ext cx="403200" cy="1719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200">
                    <a:solidFill>
                      <a:srgbClr val="FFFFFF"/>
                    </a:solidFill>
                    <a:latin typeface="Lexend"/>
                    <a:ea typeface="Lexend"/>
                    <a:cs typeface="Lexend"/>
                    <a:sym typeface="Lexend"/>
                  </a:rPr>
                  <a:t>17°C</a:t>
                </a:r>
                <a:endParaRPr sz="1200">
                  <a:solidFill>
                    <a:srgbClr val="FFFFFF"/>
                  </a:solidFill>
                  <a:latin typeface="Lexend"/>
                  <a:ea typeface="Lexend"/>
                  <a:cs typeface="Lexend"/>
                  <a:sym typeface="Lexend"/>
                </a:endParaRPr>
              </a:p>
            </p:txBody>
          </p:sp>
          <p:sp>
            <p:nvSpPr>
              <p:cNvPr id="946" name="Google Shape;946;p81"/>
              <p:cNvSpPr/>
              <p:nvPr/>
            </p:nvSpPr>
            <p:spPr>
              <a:xfrm>
                <a:off x="3105914" y="2765689"/>
                <a:ext cx="403200" cy="1719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200">
                    <a:solidFill>
                      <a:srgbClr val="FFFFFF"/>
                    </a:solidFill>
                    <a:latin typeface="Lexend"/>
                    <a:ea typeface="Lexend"/>
                    <a:cs typeface="Lexend"/>
                    <a:sym typeface="Lexend"/>
                  </a:rPr>
                  <a:t>19°C</a:t>
                </a:r>
                <a:endParaRPr sz="1200">
                  <a:solidFill>
                    <a:srgbClr val="FFFFFF"/>
                  </a:solidFill>
                  <a:latin typeface="Lexend"/>
                  <a:ea typeface="Lexend"/>
                  <a:cs typeface="Lexend"/>
                  <a:sym typeface="Lexend"/>
                </a:endParaRPr>
              </a:p>
            </p:txBody>
          </p:sp>
          <p:pic>
            <p:nvPicPr>
              <p:cNvPr id="947" name="Google Shape;947;p81"/>
              <p:cNvPicPr preferRelativeResize="0"/>
              <p:nvPr/>
            </p:nvPicPr>
            <p:blipFill>
              <a:blip r:embed="rId3">
                <a:alphaModFix/>
              </a:blip>
              <a:srcRect l="5102" t="5678" r="74738" b="75550"/>
              <a:stretch>
                <a:fillRect/>
              </a:stretch>
            </p:blipFill>
            <p:spPr>
              <a:xfrm>
                <a:off x="2227882" y="2769461"/>
                <a:ext cx="403389" cy="375613"/>
              </a:xfrm>
              <a:prstGeom prst="rect">
                <a:avLst/>
              </a:prstGeom>
              <a:noFill/>
              <a:ln>
                <a:noFill/>
              </a:ln>
            </p:spPr>
          </p:pic>
          <p:sp>
            <p:nvSpPr>
              <p:cNvPr id="948" name="Google Shape;948;p81"/>
              <p:cNvSpPr/>
              <p:nvPr/>
            </p:nvSpPr>
            <p:spPr>
              <a:xfrm>
                <a:off x="2387379" y="3143800"/>
                <a:ext cx="74100" cy="741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949" name="Google Shape;949;p81"/>
              <p:cNvSpPr/>
              <p:nvPr/>
            </p:nvSpPr>
            <p:spPr>
              <a:xfrm>
                <a:off x="2222805" y="2639288"/>
                <a:ext cx="403200" cy="1719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200">
                    <a:solidFill>
                      <a:srgbClr val="FFFFFF"/>
                    </a:solidFill>
                    <a:latin typeface="Lexend"/>
                    <a:ea typeface="Lexend"/>
                    <a:cs typeface="Lexend"/>
                    <a:sym typeface="Lexend"/>
                  </a:rPr>
                  <a:t>18°C</a:t>
                </a:r>
                <a:endParaRPr sz="1200">
                  <a:solidFill>
                    <a:srgbClr val="FFFFFF"/>
                  </a:solidFill>
                  <a:latin typeface="Lexend"/>
                  <a:ea typeface="Lexend"/>
                  <a:cs typeface="Lexend"/>
                  <a:sym typeface="Lexend"/>
                </a:endParaRPr>
              </a:p>
            </p:txBody>
          </p:sp>
          <p:pic>
            <p:nvPicPr>
              <p:cNvPr id="950" name="Google Shape;950;p81"/>
              <p:cNvPicPr preferRelativeResize="0"/>
              <p:nvPr/>
            </p:nvPicPr>
            <p:blipFill>
              <a:blip r:embed="rId3">
                <a:alphaModFix/>
              </a:blip>
              <a:srcRect l="51780" t="6076" r="28060" b="75152"/>
              <a:stretch>
                <a:fillRect/>
              </a:stretch>
            </p:blipFill>
            <p:spPr>
              <a:xfrm>
                <a:off x="1589867" y="3658464"/>
                <a:ext cx="403389" cy="375613"/>
              </a:xfrm>
              <a:prstGeom prst="rect">
                <a:avLst/>
              </a:prstGeom>
              <a:noFill/>
              <a:ln>
                <a:noFill/>
              </a:ln>
            </p:spPr>
          </p:pic>
          <p:sp>
            <p:nvSpPr>
              <p:cNvPr id="951" name="Google Shape;951;p81"/>
              <p:cNvSpPr/>
              <p:nvPr/>
            </p:nvSpPr>
            <p:spPr>
              <a:xfrm>
                <a:off x="1765314" y="3992927"/>
                <a:ext cx="74100" cy="741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952" name="Google Shape;952;p81"/>
              <p:cNvSpPr/>
              <p:nvPr/>
            </p:nvSpPr>
            <p:spPr>
              <a:xfrm>
                <a:off x="1600738" y="3528288"/>
                <a:ext cx="403200" cy="1719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200">
                    <a:solidFill>
                      <a:srgbClr val="FFFFFF"/>
                    </a:solidFill>
                    <a:latin typeface="Lexend"/>
                    <a:ea typeface="Lexend"/>
                    <a:cs typeface="Lexend"/>
                    <a:sym typeface="Lexend"/>
                  </a:rPr>
                  <a:t>17°C</a:t>
                </a:r>
                <a:endParaRPr sz="1200">
                  <a:solidFill>
                    <a:srgbClr val="FFFFFF"/>
                  </a:solidFill>
                  <a:latin typeface="Lexend"/>
                  <a:ea typeface="Lexend"/>
                  <a:cs typeface="Lexend"/>
                  <a:sym typeface="Lexend"/>
                </a:endParaRPr>
              </a:p>
            </p:txBody>
          </p:sp>
          <p:sp>
            <p:nvSpPr>
              <p:cNvPr id="953" name="Google Shape;953;p81"/>
              <p:cNvSpPr/>
              <p:nvPr/>
            </p:nvSpPr>
            <p:spPr>
              <a:xfrm>
                <a:off x="451034" y="2590045"/>
                <a:ext cx="3163500" cy="21963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sp>
          <p:nvSpPr>
            <p:cNvPr id="954" name="Google Shape;954;p81"/>
            <p:cNvSpPr txBox="1"/>
            <p:nvPr/>
          </p:nvSpPr>
          <p:spPr>
            <a:xfrm>
              <a:off x="3637175" y="4541724"/>
              <a:ext cx="2061300" cy="278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A weather map</a:t>
              </a:r>
              <a:endParaRPr sz="1800">
                <a:solidFill>
                  <a:srgbClr val="000000"/>
                </a:solidFill>
                <a:latin typeface="Lexend"/>
                <a:ea typeface="Lexend"/>
                <a:cs typeface="Lexend"/>
                <a:sym typeface="Lexend"/>
              </a:endParaRPr>
            </a:p>
          </p:txBody>
        </p:sp>
      </p:grpSp>
      <p:sp>
        <p:nvSpPr>
          <p:cNvPr id="955" name="Google Shape;955;p81"/>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Understanding a basic weather forecast</a:t>
            </a:r>
            <a:endParaRPr/>
          </a:p>
        </p:txBody>
      </p:sp>
      <p:sp>
        <p:nvSpPr>
          <p:cNvPr id="956" name="Google Shape;956;p81"/>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There are two common ways to see a weather </a:t>
            </a:r>
            <a:r>
              <a:rPr lang="en-GB" sz="1800" b="1">
                <a:latin typeface="Lexend"/>
                <a:ea typeface="Lexend"/>
                <a:cs typeface="Lexend"/>
                <a:sym typeface="Lexend"/>
              </a:rPr>
              <a:t>forecast</a:t>
            </a:r>
            <a:r>
              <a:rPr lang="en-GB" sz="1800">
                <a:latin typeface="Lexend"/>
                <a:ea typeface="Lexend"/>
                <a:cs typeface="Lexend"/>
                <a:sym typeface="Lexend"/>
              </a:rPr>
              <a:t>.</a:t>
            </a:r>
            <a:endParaRPr sz="1800">
              <a:solidFill>
                <a:srgbClr val="000000"/>
              </a:solidFill>
              <a:latin typeface="Lexend"/>
              <a:ea typeface="Lexend"/>
              <a:cs typeface="Lexend"/>
              <a:sym typeface="Lexend"/>
            </a:endParaRPr>
          </a:p>
        </p:txBody>
      </p:sp>
      <p:graphicFrame>
        <p:nvGraphicFramePr>
          <p:cNvPr id="957" name="Google Shape;957;p81"/>
          <p:cNvGraphicFramePr>
            <a:graphicFrameLocks noGrp="1"/>
          </p:cNvGraphicFramePr>
          <p:nvPr/>
        </p:nvGraphicFramePr>
        <p:xfrm>
          <a:off x="3994038" y="1080000"/>
          <a:ext cx="4825950" cy="1455420"/>
        </p:xfrm>
        <a:graphic>
          <a:graphicData uri="http://schemas.openxmlformats.org/drawingml/2006/table">
            <a:tbl>
              <a:tblPr>
                <a:noFill/>
                <a:tableStyleId>{DAE9959B-F1CB-4490-83DD-53336B36D040}</a:tableStyleId>
              </a:tblPr>
              <a:tblGrid>
                <a:gridCol w="804325"/>
                <a:gridCol w="804325"/>
                <a:gridCol w="804325"/>
                <a:gridCol w="804325"/>
                <a:gridCol w="804325"/>
                <a:gridCol w="80432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09:00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15:00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18:00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21:00</a:t>
                      </a:r>
                      <a:endParaRPr sz="1800">
                        <a:solidFill>
                          <a:schemeClr val="lt1"/>
                        </a:solidFill>
                        <a:latin typeface="Lexend"/>
                        <a:ea typeface="Lexend"/>
                        <a:cs typeface="Lexend"/>
                        <a:sym typeface="Lexend"/>
                      </a:endParaRPr>
                    </a:p>
                  </a:txBody>
                  <a:tcPr marL="0" marR="0" marT="0" marB="0" anchor="ctr">
                    <a:solidFill>
                      <a:schemeClr val="accent4"/>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r>
              <a:tr h="442875">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13°C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r>
            </a:tbl>
          </a:graphicData>
        </a:graphic>
      </p:graphicFrame>
      <p:sp>
        <p:nvSpPr>
          <p:cNvPr id="958" name="Google Shape;958;p81"/>
          <p:cNvSpPr txBox="1"/>
          <p:nvPr/>
        </p:nvSpPr>
        <p:spPr>
          <a:xfrm>
            <a:off x="1932750" y="1090625"/>
            <a:ext cx="20613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A weather report</a:t>
            </a:r>
            <a:endParaRPr sz="1800">
              <a:solidFill>
                <a:srgbClr val="000000"/>
              </a:solidFill>
              <a:latin typeface="Lexend"/>
              <a:ea typeface="Lexend"/>
              <a:cs typeface="Lexend"/>
              <a:sym typeface="Lexend"/>
            </a:endParaRPr>
          </a:p>
        </p:txBody>
      </p:sp>
      <p:pic>
        <p:nvPicPr>
          <p:cNvPr id="959" name="Google Shape;959;p81"/>
          <p:cNvPicPr preferRelativeResize="0"/>
          <p:nvPr/>
        </p:nvPicPr>
        <p:blipFill>
          <a:blip r:embed="rId4">
            <a:alphaModFix/>
          </a:blip>
          <a:stretch>
            <a:fillRect/>
          </a:stretch>
        </p:blipFill>
        <p:spPr>
          <a:xfrm>
            <a:off x="4122871" y="1416659"/>
            <a:ext cx="592954" cy="613500"/>
          </a:xfrm>
          <a:prstGeom prst="rect">
            <a:avLst/>
          </a:prstGeom>
          <a:noFill/>
          <a:ln>
            <a:noFill/>
          </a:ln>
        </p:spPr>
      </p:pic>
      <p:pic>
        <p:nvPicPr>
          <p:cNvPr id="960" name="Google Shape;960;p81"/>
          <p:cNvPicPr preferRelativeResize="0"/>
          <p:nvPr/>
        </p:nvPicPr>
        <p:blipFill>
          <a:blip r:embed="rId5">
            <a:alphaModFix/>
          </a:blip>
          <a:stretch>
            <a:fillRect/>
          </a:stretch>
        </p:blipFill>
        <p:spPr>
          <a:xfrm>
            <a:off x="4852558" y="1491511"/>
            <a:ext cx="687991" cy="463800"/>
          </a:xfrm>
          <a:prstGeom prst="rect">
            <a:avLst/>
          </a:prstGeom>
          <a:noFill/>
          <a:ln>
            <a:noFill/>
          </a:ln>
        </p:spPr>
      </p:pic>
      <p:pic>
        <p:nvPicPr>
          <p:cNvPr id="961" name="Google Shape;961;p81"/>
          <p:cNvPicPr preferRelativeResize="0"/>
          <p:nvPr/>
        </p:nvPicPr>
        <p:blipFill>
          <a:blip r:embed="rId6">
            <a:alphaModFix/>
          </a:blip>
          <a:stretch>
            <a:fillRect/>
          </a:stretch>
        </p:blipFill>
        <p:spPr>
          <a:xfrm>
            <a:off x="5734568" y="1377490"/>
            <a:ext cx="592950" cy="671471"/>
          </a:xfrm>
          <a:prstGeom prst="rect">
            <a:avLst/>
          </a:prstGeom>
          <a:noFill/>
          <a:ln>
            <a:noFill/>
          </a:ln>
        </p:spPr>
      </p:pic>
      <p:pic>
        <p:nvPicPr>
          <p:cNvPr id="962" name="Google Shape;962;p81"/>
          <p:cNvPicPr preferRelativeResize="0"/>
          <p:nvPr/>
        </p:nvPicPr>
        <p:blipFill>
          <a:blip r:embed="rId6">
            <a:alphaModFix/>
          </a:blip>
          <a:stretch>
            <a:fillRect/>
          </a:stretch>
        </p:blipFill>
        <p:spPr>
          <a:xfrm>
            <a:off x="6521543" y="1377490"/>
            <a:ext cx="592950" cy="671471"/>
          </a:xfrm>
          <a:prstGeom prst="rect">
            <a:avLst/>
          </a:prstGeom>
          <a:noFill/>
          <a:ln>
            <a:noFill/>
          </a:ln>
        </p:spPr>
      </p:pic>
      <p:pic>
        <p:nvPicPr>
          <p:cNvPr id="963" name="Google Shape;963;p81"/>
          <p:cNvPicPr preferRelativeResize="0"/>
          <p:nvPr/>
        </p:nvPicPr>
        <p:blipFill>
          <a:blip r:embed="rId7">
            <a:alphaModFix/>
          </a:blip>
          <a:stretch>
            <a:fillRect/>
          </a:stretch>
        </p:blipFill>
        <p:spPr>
          <a:xfrm>
            <a:off x="7305330" y="1422651"/>
            <a:ext cx="592950" cy="601525"/>
          </a:xfrm>
          <a:prstGeom prst="rect">
            <a:avLst/>
          </a:prstGeom>
          <a:noFill/>
          <a:ln>
            <a:noFill/>
          </a:ln>
        </p:spPr>
      </p:pic>
      <p:pic>
        <p:nvPicPr>
          <p:cNvPr id="964" name="Google Shape;964;p81"/>
          <p:cNvPicPr preferRelativeResize="0"/>
          <p:nvPr/>
        </p:nvPicPr>
        <p:blipFill>
          <a:blip r:embed="rId4">
            <a:alphaModFix/>
          </a:blip>
          <a:stretch>
            <a:fillRect/>
          </a:stretch>
        </p:blipFill>
        <p:spPr>
          <a:xfrm>
            <a:off x="8145621" y="1406484"/>
            <a:ext cx="592954" cy="613500"/>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58"/>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968" name="Shape 968"/>
        <p:cNvGrpSpPr/>
        <p:nvPr/>
      </p:nvGrpSpPr>
      <p:grpSpPr>
        <a:xfrm>
          <a:off x="0" y="0"/>
          <a:ext cx="0" cy="0"/>
        </a:xfrm>
      </p:grpSpPr>
      <p:sp>
        <p:nvSpPr>
          <p:cNvPr id="969" name="Google Shape;969;p82"/>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Weather reports are a great way of assessing weather conditions in one location over a period of time (such as one day or across multiple days).</a:t>
            </a:r>
            <a:endParaRPr sz="1800">
              <a:latin typeface="Lexend"/>
              <a:ea typeface="Lexend"/>
              <a:cs typeface="Lexend"/>
              <a:sym typeface="Lexend"/>
            </a:endParaRPr>
          </a:p>
          <a:p>
            <a:pPr marL="0" lvl="0" indent="0" algn="l" rtl="0">
              <a:spcBef>
                <a:spcPts val="1000"/>
              </a:spcBef>
              <a:spcAft>
                <a:spcPts val="1000"/>
              </a:spcAft>
              <a:buNone/>
            </a:pPr>
            <a:r>
              <a:rPr lang="en-GB" sz="1800">
                <a:latin typeface="Lexend"/>
                <a:ea typeface="Lexend"/>
                <a:cs typeface="Lexend"/>
                <a:sym typeface="Lexend"/>
              </a:rPr>
              <a:t>Different weather reports will give different levels of information, but you will usually see…</a:t>
            </a:r>
            <a:endParaRPr sz="1800">
              <a:latin typeface="Lexend"/>
              <a:ea typeface="Lexend"/>
              <a:cs typeface="Lexend"/>
              <a:sym typeface="Lexend"/>
            </a:endParaRPr>
          </a:p>
        </p:txBody>
      </p:sp>
      <p:sp>
        <p:nvSpPr>
          <p:cNvPr id="970" name="Google Shape;970;p82"/>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Understanding a basic weather forecast</a:t>
            </a:r>
            <a:endParaRPr/>
          </a:p>
        </p:txBody>
      </p:sp>
      <p:graphicFrame>
        <p:nvGraphicFramePr>
          <p:cNvPr id="971" name="Google Shape;971;p82"/>
          <p:cNvGraphicFramePr>
            <a:graphicFrameLocks noGrp="1"/>
          </p:cNvGraphicFramePr>
          <p:nvPr/>
        </p:nvGraphicFramePr>
        <p:xfrm>
          <a:off x="2269088" y="2181750"/>
          <a:ext cx="6434600" cy="1455420"/>
        </p:xfrm>
        <a:graphic>
          <a:graphicData uri="http://schemas.openxmlformats.org/drawingml/2006/table">
            <a:tbl>
              <a:tblPr>
                <a:noFill/>
                <a:tableStyleId>{DAE9959B-F1CB-4490-83DD-53336B36D040}</a:tableStyleId>
              </a:tblPr>
              <a:tblGrid>
                <a:gridCol w="804325"/>
                <a:gridCol w="804325"/>
                <a:gridCol w="804325"/>
                <a:gridCol w="804325"/>
                <a:gridCol w="804325"/>
                <a:gridCol w="804325"/>
                <a:gridCol w="804325"/>
                <a:gridCol w="80432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03:00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09:00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15:00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18:00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21:00</a:t>
                      </a:r>
                      <a:endParaRPr sz="1800">
                        <a:solidFill>
                          <a:schemeClr val="lt1"/>
                        </a:solidFill>
                        <a:latin typeface="Lexend"/>
                        <a:ea typeface="Lexend"/>
                        <a:cs typeface="Lexend"/>
                        <a:sym typeface="Lexend"/>
                      </a:endParaRPr>
                    </a:p>
                  </a:txBody>
                  <a:tcPr marL="0" marR="0" marT="0" marB="0" anchor="ctr">
                    <a:solidFill>
                      <a:schemeClr val="accent4"/>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r>
              <a:tr h="442875">
                <a:tc>
                  <a:txBody>
                    <a:bodyPr vert="horz" wrap="square"/>
                    <a:lstStyle/>
                    <a:p>
                      <a:pPr marL="0" lvl="0" indent="0" algn="ctr" rtl="0">
                        <a:spcBef>
                          <a:spcPct val="0"/>
                        </a:spcBef>
                        <a:spcAft>
                          <a:spcPct val="0"/>
                        </a:spcAft>
                        <a:buNone/>
                      </a:pPr>
                      <a:r>
                        <a:rPr lang="en-GB" sz="1800">
                          <a:latin typeface="Lexend"/>
                          <a:ea typeface="Lexend"/>
                          <a:cs typeface="Lexend"/>
                          <a:sym typeface="Lexend"/>
                        </a:rPr>
                        <a:t>7°C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5°C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r>
            </a:tbl>
          </a:graphicData>
        </a:graphic>
      </p:graphicFrame>
      <p:sp>
        <p:nvSpPr>
          <p:cNvPr id="972" name="Google Shape;972;p82"/>
          <p:cNvSpPr txBox="1"/>
          <p:nvPr/>
        </p:nvSpPr>
        <p:spPr>
          <a:xfrm>
            <a:off x="5116600" y="3637150"/>
            <a:ext cx="3587100" cy="463800"/>
          </a:xfrm>
          <a:prstGeom prst="rect">
            <a:avLst/>
          </a:prstGeom>
          <a:noFill/>
          <a:ln>
            <a:noFill/>
          </a:ln>
        </p:spPr>
        <p:txBody>
          <a:bodyPr spcFirstLastPara="1" wrap="square" lIns="0" tIns="0" rIns="0" bIns="0" anchor="t" anchorCtr="0">
            <a:noAutofit/>
          </a:bodyPr>
          <a:lstStyle/>
          <a:p>
            <a:pPr marL="0" lvl="0" indent="0" algn="r" rtl="0">
              <a:spcBef>
                <a:spcPct val="0"/>
              </a:spcBef>
              <a:spcAft>
                <a:spcPct val="0"/>
              </a:spcAft>
              <a:buNone/>
            </a:pPr>
            <a:r>
              <a:rPr lang="en-GB" sz="1800">
                <a:latin typeface="Lexend"/>
                <a:ea typeface="Lexend"/>
                <a:cs typeface="Lexend"/>
                <a:sym typeface="Lexend"/>
              </a:rPr>
              <a:t>weather in “Oakfield Old Town”</a:t>
            </a:r>
            <a:endParaRPr sz="1800">
              <a:solidFill>
                <a:srgbClr val="000000"/>
              </a:solidFill>
              <a:latin typeface="Lexend"/>
              <a:ea typeface="Lexend"/>
              <a:cs typeface="Lexend"/>
              <a:sym typeface="Lexend"/>
            </a:endParaRPr>
          </a:p>
        </p:txBody>
      </p:sp>
      <p:grpSp>
        <p:nvGrpSpPr>
          <p:cNvPr id="973" name="Google Shape;973;p82"/>
          <p:cNvGrpSpPr/>
          <p:nvPr/>
        </p:nvGrpSpPr>
        <p:grpSpPr>
          <a:xfrm>
            <a:off x="395225" y="2142150"/>
            <a:ext cx="8308575" cy="353400"/>
            <a:chOff x="166625" y="2218350"/>
            <a:chExt cx="8308575" cy="353400"/>
          </a:xfrm>
        </p:grpSpPr>
        <p:sp>
          <p:nvSpPr>
            <p:cNvPr id="974" name="Google Shape;974;p82"/>
            <p:cNvSpPr/>
            <p:nvPr/>
          </p:nvSpPr>
          <p:spPr>
            <a:xfrm>
              <a:off x="2040500" y="2257950"/>
              <a:ext cx="6434700" cy="2742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975" name="Google Shape;975;p82"/>
            <p:cNvSpPr txBox="1"/>
            <p:nvPr/>
          </p:nvSpPr>
          <p:spPr>
            <a:xfrm>
              <a:off x="166625" y="2218350"/>
              <a:ext cx="1792500" cy="353400"/>
            </a:xfrm>
            <a:prstGeom prst="rect">
              <a:avLst/>
            </a:prstGeom>
            <a:noFill/>
            <a:ln>
              <a:noFill/>
            </a:ln>
          </p:spPr>
          <p:txBody>
            <a:bodyPr spcFirstLastPara="1" wrap="square" lIns="0" tIns="0" rIns="0" bIns="0" anchor="ctr" anchorCtr="0">
              <a:noAutofit/>
            </a:bodyPr>
            <a:lstStyle/>
            <a:p>
              <a:pPr marL="0" lvl="0" indent="0" algn="r" rtl="0">
                <a:spcBef>
                  <a:spcPct val="0"/>
                </a:spcBef>
                <a:spcAft>
                  <a:spcPts val="1000"/>
                </a:spcAft>
                <a:buNone/>
              </a:pPr>
              <a:r>
                <a:rPr lang="en-GB" sz="1800">
                  <a:latin typeface="Lexend"/>
                  <a:ea typeface="Lexend"/>
                  <a:cs typeface="Lexend"/>
                  <a:sym typeface="Lexend"/>
                </a:rPr>
                <a:t>time</a:t>
              </a:r>
              <a:endParaRPr sz="1800">
                <a:latin typeface="Lexend"/>
                <a:ea typeface="Lexend"/>
                <a:cs typeface="Lexend"/>
                <a:sym typeface="Lexend"/>
              </a:endParaRPr>
            </a:p>
          </p:txBody>
        </p:sp>
      </p:grpSp>
      <p:grpSp>
        <p:nvGrpSpPr>
          <p:cNvPr id="976" name="Google Shape;976;p82"/>
          <p:cNvGrpSpPr/>
          <p:nvPr/>
        </p:nvGrpSpPr>
        <p:grpSpPr>
          <a:xfrm>
            <a:off x="395225" y="2153006"/>
            <a:ext cx="8308575" cy="1034940"/>
            <a:chOff x="166625" y="1740355"/>
            <a:chExt cx="8308575" cy="1322100"/>
          </a:xfrm>
        </p:grpSpPr>
        <p:sp>
          <p:nvSpPr>
            <p:cNvPr id="977" name="Google Shape;977;p82"/>
            <p:cNvSpPr/>
            <p:nvPr/>
          </p:nvSpPr>
          <p:spPr>
            <a:xfrm rot="10800000" flipH="1">
              <a:off x="2040500" y="1740355"/>
              <a:ext cx="6434700" cy="13221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978" name="Google Shape;978;p82"/>
            <p:cNvSpPr txBox="1"/>
            <p:nvPr/>
          </p:nvSpPr>
          <p:spPr>
            <a:xfrm>
              <a:off x="166625" y="2469888"/>
              <a:ext cx="1792500" cy="353400"/>
            </a:xfrm>
            <a:prstGeom prst="rect">
              <a:avLst/>
            </a:prstGeom>
            <a:noFill/>
            <a:ln>
              <a:noFill/>
            </a:ln>
          </p:spPr>
          <p:txBody>
            <a:bodyPr spcFirstLastPara="1" wrap="square" lIns="0" tIns="0" rIns="0" bIns="0" anchor="ctr" anchorCtr="0">
              <a:noAutofit/>
            </a:bodyPr>
            <a:lstStyle/>
            <a:p>
              <a:pPr marL="0" lvl="0" indent="0" algn="r" rtl="0">
                <a:spcBef>
                  <a:spcPct val="0"/>
                </a:spcBef>
                <a:spcAft>
                  <a:spcPts val="1000"/>
                </a:spcAft>
                <a:buNone/>
              </a:pPr>
              <a:r>
                <a:rPr lang="en-GB" sz="1800">
                  <a:latin typeface="Lexend"/>
                  <a:ea typeface="Lexend"/>
                  <a:cs typeface="Lexend"/>
                  <a:sym typeface="Lexend"/>
                </a:rPr>
                <a:t>weather conditions</a:t>
              </a:r>
              <a:endParaRPr sz="1800">
                <a:latin typeface="Lexend"/>
                <a:ea typeface="Lexend"/>
                <a:cs typeface="Lexend"/>
                <a:sym typeface="Lexend"/>
              </a:endParaRPr>
            </a:p>
          </p:txBody>
        </p:sp>
      </p:grpSp>
      <p:grpSp>
        <p:nvGrpSpPr>
          <p:cNvPr id="979" name="Google Shape;979;p82"/>
          <p:cNvGrpSpPr/>
          <p:nvPr/>
        </p:nvGrpSpPr>
        <p:grpSpPr>
          <a:xfrm>
            <a:off x="395225" y="3186740"/>
            <a:ext cx="8308575" cy="450300"/>
            <a:chOff x="166625" y="3262940"/>
            <a:chExt cx="8308575" cy="450300"/>
          </a:xfrm>
        </p:grpSpPr>
        <p:sp>
          <p:nvSpPr>
            <p:cNvPr id="980" name="Google Shape;980;p82"/>
            <p:cNvSpPr/>
            <p:nvPr/>
          </p:nvSpPr>
          <p:spPr>
            <a:xfrm>
              <a:off x="2040500" y="3262940"/>
              <a:ext cx="6434700" cy="4503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981" name="Google Shape;981;p82"/>
            <p:cNvSpPr txBox="1"/>
            <p:nvPr/>
          </p:nvSpPr>
          <p:spPr>
            <a:xfrm>
              <a:off x="166625" y="3311400"/>
              <a:ext cx="1792500" cy="353400"/>
            </a:xfrm>
            <a:prstGeom prst="rect">
              <a:avLst/>
            </a:prstGeom>
            <a:noFill/>
            <a:ln>
              <a:noFill/>
            </a:ln>
          </p:spPr>
          <p:txBody>
            <a:bodyPr spcFirstLastPara="1" wrap="square" lIns="0" tIns="0" rIns="0" bIns="0" anchor="ctr" anchorCtr="0">
              <a:noAutofit/>
            </a:bodyPr>
            <a:lstStyle/>
            <a:p>
              <a:pPr marL="0" lvl="0" indent="0" algn="r" rtl="0">
                <a:spcBef>
                  <a:spcPct val="0"/>
                </a:spcBef>
                <a:spcAft>
                  <a:spcPts val="1000"/>
                </a:spcAft>
                <a:buNone/>
              </a:pPr>
              <a:r>
                <a:rPr lang="en-GB" sz="1800">
                  <a:latin typeface="Lexend"/>
                  <a:ea typeface="Lexend"/>
                  <a:cs typeface="Lexend"/>
                  <a:sym typeface="Lexend"/>
                </a:rPr>
                <a:t>temperature</a:t>
              </a:r>
              <a:endParaRPr sz="1800">
                <a:latin typeface="Lexend"/>
                <a:ea typeface="Lexend"/>
                <a:cs typeface="Lexend"/>
                <a:sym typeface="Lexend"/>
              </a:endParaRPr>
            </a:p>
          </p:txBody>
        </p:sp>
      </p:grpSp>
      <p:pic>
        <p:nvPicPr>
          <p:cNvPr id="982" name="Google Shape;982;p82"/>
          <p:cNvPicPr preferRelativeResize="0"/>
          <p:nvPr/>
        </p:nvPicPr>
        <p:blipFill>
          <a:blip r:embed="rId3">
            <a:alphaModFix/>
          </a:blip>
          <a:stretch>
            <a:fillRect/>
          </a:stretch>
        </p:blipFill>
        <p:spPr>
          <a:xfrm>
            <a:off x="2412961" y="2518413"/>
            <a:ext cx="534339" cy="613500"/>
          </a:xfrm>
          <a:prstGeom prst="rect">
            <a:avLst/>
          </a:prstGeom>
          <a:noFill/>
          <a:ln>
            <a:noFill/>
          </a:ln>
        </p:spPr>
      </p:pic>
      <p:pic>
        <p:nvPicPr>
          <p:cNvPr id="983" name="Google Shape;983;p82"/>
          <p:cNvPicPr preferRelativeResize="0"/>
          <p:nvPr/>
        </p:nvPicPr>
        <p:blipFill>
          <a:blip r:embed="rId3">
            <a:alphaModFix/>
          </a:blip>
          <a:stretch>
            <a:fillRect/>
          </a:stretch>
        </p:blipFill>
        <p:spPr>
          <a:xfrm>
            <a:off x="3183036" y="2518400"/>
            <a:ext cx="534339" cy="613500"/>
          </a:xfrm>
          <a:prstGeom prst="rect">
            <a:avLst/>
          </a:prstGeom>
          <a:noFill/>
          <a:ln>
            <a:noFill/>
          </a:ln>
        </p:spPr>
      </p:pic>
      <p:pic>
        <p:nvPicPr>
          <p:cNvPr id="984" name="Google Shape;984;p82"/>
          <p:cNvPicPr preferRelativeResize="0"/>
          <p:nvPr/>
        </p:nvPicPr>
        <p:blipFill>
          <a:blip r:embed="rId4">
            <a:alphaModFix/>
          </a:blip>
          <a:stretch>
            <a:fillRect/>
          </a:stretch>
        </p:blipFill>
        <p:spPr>
          <a:xfrm>
            <a:off x="3964913" y="2456047"/>
            <a:ext cx="646425" cy="668824"/>
          </a:xfrm>
          <a:prstGeom prst="rect">
            <a:avLst/>
          </a:prstGeom>
          <a:noFill/>
          <a:ln>
            <a:noFill/>
          </a:ln>
        </p:spPr>
      </p:pic>
      <p:pic>
        <p:nvPicPr>
          <p:cNvPr id="985" name="Google Shape;985;p82"/>
          <p:cNvPicPr preferRelativeResize="0"/>
          <p:nvPr/>
        </p:nvPicPr>
        <p:blipFill>
          <a:blip r:embed="rId5">
            <a:alphaModFix/>
          </a:blip>
          <a:stretch>
            <a:fillRect/>
          </a:stretch>
        </p:blipFill>
        <p:spPr>
          <a:xfrm>
            <a:off x="4762940" y="2567250"/>
            <a:ext cx="646450" cy="435814"/>
          </a:xfrm>
          <a:prstGeom prst="rect">
            <a:avLst/>
          </a:prstGeom>
          <a:noFill/>
          <a:ln>
            <a:noFill/>
          </a:ln>
        </p:spPr>
      </p:pic>
      <p:pic>
        <p:nvPicPr>
          <p:cNvPr id="986" name="Google Shape;986;p82"/>
          <p:cNvPicPr preferRelativeResize="0"/>
          <p:nvPr/>
        </p:nvPicPr>
        <p:blipFill>
          <a:blip r:embed="rId6">
            <a:alphaModFix/>
          </a:blip>
          <a:stretch>
            <a:fillRect/>
          </a:stretch>
        </p:blipFill>
        <p:spPr>
          <a:xfrm>
            <a:off x="7210547" y="2514125"/>
            <a:ext cx="604753" cy="613500"/>
          </a:xfrm>
          <a:prstGeom prst="rect">
            <a:avLst/>
          </a:prstGeom>
          <a:noFill/>
          <a:ln>
            <a:noFill/>
          </a:ln>
        </p:spPr>
      </p:pic>
      <p:pic>
        <p:nvPicPr>
          <p:cNvPr id="987" name="Google Shape;987;p82"/>
          <p:cNvPicPr preferRelativeResize="0"/>
          <p:nvPr/>
        </p:nvPicPr>
        <p:blipFill>
          <a:blip r:embed="rId4">
            <a:alphaModFix/>
          </a:blip>
          <a:stretch>
            <a:fillRect/>
          </a:stretch>
        </p:blipFill>
        <p:spPr>
          <a:xfrm>
            <a:off x="7966863" y="2450747"/>
            <a:ext cx="646425" cy="668824"/>
          </a:xfrm>
          <a:prstGeom prst="rect">
            <a:avLst/>
          </a:prstGeom>
          <a:noFill/>
          <a:ln>
            <a:noFill/>
          </a:ln>
        </p:spPr>
      </p:pic>
      <p:pic>
        <p:nvPicPr>
          <p:cNvPr id="988" name="Google Shape;988;p82"/>
          <p:cNvPicPr preferRelativeResize="0"/>
          <p:nvPr/>
        </p:nvPicPr>
        <p:blipFill>
          <a:blip r:embed="rId7">
            <a:alphaModFix/>
          </a:blip>
          <a:stretch>
            <a:fillRect/>
          </a:stretch>
        </p:blipFill>
        <p:spPr>
          <a:xfrm>
            <a:off x="5574950" y="2518325"/>
            <a:ext cx="534350" cy="605104"/>
          </a:xfrm>
          <a:prstGeom prst="rect">
            <a:avLst/>
          </a:prstGeom>
          <a:noFill/>
          <a:ln>
            <a:noFill/>
          </a:ln>
        </p:spPr>
      </p:pic>
      <p:pic>
        <p:nvPicPr>
          <p:cNvPr id="989" name="Google Shape;989;p82"/>
          <p:cNvPicPr preferRelativeResize="0"/>
          <p:nvPr/>
        </p:nvPicPr>
        <p:blipFill>
          <a:blip r:embed="rId7">
            <a:alphaModFix/>
          </a:blip>
          <a:stretch>
            <a:fillRect/>
          </a:stretch>
        </p:blipFill>
        <p:spPr>
          <a:xfrm>
            <a:off x="6431148" y="2526509"/>
            <a:ext cx="534350" cy="605104"/>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97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97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976"/>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9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993" name="Shape 993"/>
        <p:cNvGrpSpPr/>
        <p:nvPr/>
      </p:nvGrpSpPr>
      <p:grpSpPr>
        <a:xfrm>
          <a:off x="0" y="0"/>
          <a:ext cx="0" cy="0"/>
        </a:xfrm>
      </p:grpSpPr>
      <p:sp>
        <p:nvSpPr>
          <p:cNvPr id="994" name="Google Shape;994;p83"/>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A weather </a:t>
            </a:r>
            <a:r>
              <a:rPr lang="en-GB" sz="1800" b="1">
                <a:latin typeface="Lexend"/>
                <a:ea typeface="Lexend"/>
                <a:cs typeface="Lexend"/>
                <a:sym typeface="Lexend"/>
              </a:rPr>
              <a:t>forecast </a:t>
            </a:r>
            <a:r>
              <a:rPr lang="en-GB" sz="1800">
                <a:latin typeface="Lexend"/>
                <a:ea typeface="Lexend"/>
                <a:cs typeface="Lexend"/>
                <a:sym typeface="Lexend"/>
              </a:rPr>
              <a:t>will show the expected weather at a certain time. </a:t>
            </a:r>
            <a:endParaRPr sz="1800">
              <a:latin typeface="Lexend"/>
              <a:ea typeface="Lexend"/>
              <a:cs typeface="Lexend"/>
              <a:sym typeface="Lexend"/>
            </a:endParaRPr>
          </a:p>
          <a:p>
            <a:pPr marL="0" lvl="0" indent="0" algn="l" rtl="0">
              <a:spcBef>
                <a:spcPts val="1000"/>
              </a:spcBef>
              <a:spcAft>
                <a:spcPts val="1000"/>
              </a:spcAft>
              <a:buNone/>
            </a:pPr>
            <a:r>
              <a:rPr lang="en-GB" sz="1800">
                <a:latin typeface="Lexend"/>
                <a:ea typeface="Lexend"/>
                <a:cs typeface="Lexend"/>
                <a:sym typeface="Lexend"/>
              </a:rPr>
              <a:t>Weather conditions at any other time (not on the </a:t>
            </a:r>
            <a:r>
              <a:rPr lang="en-GB" sz="1800" b="1">
                <a:latin typeface="Lexend"/>
                <a:ea typeface="Lexend"/>
                <a:cs typeface="Lexend"/>
                <a:sym typeface="Lexend"/>
              </a:rPr>
              <a:t>forecast</a:t>
            </a:r>
            <a:r>
              <a:rPr lang="en-GB" sz="1800">
                <a:latin typeface="Lexend"/>
                <a:ea typeface="Lexend"/>
                <a:cs typeface="Lexend"/>
                <a:sym typeface="Lexend"/>
              </a:rPr>
              <a:t>) can be anything. However, it is usually one of the weather conditions at the time on the report either just before or just after that time.</a:t>
            </a:r>
            <a:endParaRPr sz="1800">
              <a:latin typeface="Lexend"/>
              <a:ea typeface="Lexend"/>
              <a:cs typeface="Lexend"/>
              <a:sym typeface="Lexend"/>
            </a:endParaRPr>
          </a:p>
        </p:txBody>
      </p:sp>
      <p:sp>
        <p:nvSpPr>
          <p:cNvPr id="995" name="Google Shape;995;p83"/>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Understanding a basic weather forecast</a:t>
            </a:r>
            <a:endParaRPr/>
          </a:p>
        </p:txBody>
      </p:sp>
      <p:graphicFrame>
        <p:nvGraphicFramePr>
          <p:cNvPr id="996" name="Google Shape;996;p83"/>
          <p:cNvGraphicFramePr>
            <a:graphicFrameLocks noGrp="1"/>
          </p:cNvGraphicFramePr>
          <p:nvPr/>
        </p:nvGraphicFramePr>
        <p:xfrm>
          <a:off x="2269088" y="2181750"/>
          <a:ext cx="6434600" cy="1455420"/>
        </p:xfrm>
        <a:graphic>
          <a:graphicData uri="http://schemas.openxmlformats.org/drawingml/2006/table">
            <a:tbl>
              <a:tblPr>
                <a:noFill/>
                <a:tableStyleId>{DAE9959B-F1CB-4490-83DD-53336B36D040}</a:tableStyleId>
              </a:tblPr>
              <a:tblGrid>
                <a:gridCol w="804325"/>
                <a:gridCol w="804325"/>
                <a:gridCol w="804325"/>
                <a:gridCol w="804325"/>
                <a:gridCol w="804325"/>
                <a:gridCol w="804325"/>
                <a:gridCol w="804325"/>
                <a:gridCol w="80432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03:00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09:00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15:00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18:00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21:00</a:t>
                      </a:r>
                      <a:endParaRPr sz="1800">
                        <a:solidFill>
                          <a:schemeClr val="lt1"/>
                        </a:solidFill>
                        <a:latin typeface="Lexend"/>
                        <a:ea typeface="Lexend"/>
                        <a:cs typeface="Lexend"/>
                        <a:sym typeface="Lexend"/>
                      </a:endParaRPr>
                    </a:p>
                  </a:txBody>
                  <a:tcPr marL="0" marR="0" marT="0" marB="0" anchor="ctr">
                    <a:solidFill>
                      <a:schemeClr val="accent4"/>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442875">
                <a:tc>
                  <a:txBody>
                    <a:bodyPr vert="horz" wrap="square"/>
                    <a:lstStyle/>
                    <a:p>
                      <a:pPr marL="0" lvl="0" indent="0" algn="ctr" rtl="0">
                        <a:spcBef>
                          <a:spcPct val="0"/>
                        </a:spcBef>
                        <a:spcAft>
                          <a:spcPct val="0"/>
                        </a:spcAft>
                        <a:buNone/>
                      </a:pPr>
                      <a:r>
                        <a:rPr lang="en-GB" sz="1800">
                          <a:latin typeface="Lexend"/>
                          <a:ea typeface="Lexend"/>
                          <a:cs typeface="Lexend"/>
                          <a:sym typeface="Lexend"/>
                        </a:rPr>
                        <a:t>7°C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
        <p:nvSpPr>
          <p:cNvPr id="997" name="Google Shape;997;p83"/>
          <p:cNvSpPr txBox="1"/>
          <p:nvPr/>
        </p:nvSpPr>
        <p:spPr>
          <a:xfrm>
            <a:off x="5116600" y="3637150"/>
            <a:ext cx="3587100" cy="463800"/>
          </a:xfrm>
          <a:prstGeom prst="rect">
            <a:avLst/>
          </a:prstGeom>
          <a:noFill/>
          <a:ln>
            <a:noFill/>
          </a:ln>
        </p:spPr>
        <p:txBody>
          <a:bodyPr spcFirstLastPara="1" wrap="square" lIns="0" tIns="0" rIns="0" bIns="0" anchor="t" anchorCtr="0">
            <a:noAutofit/>
          </a:bodyPr>
          <a:lstStyle/>
          <a:p>
            <a:pPr marL="0" lvl="0" indent="0" algn="r" rtl="0">
              <a:spcBef>
                <a:spcPct val="0"/>
              </a:spcBef>
              <a:spcAft>
                <a:spcPct val="0"/>
              </a:spcAft>
              <a:buNone/>
            </a:pPr>
            <a:r>
              <a:rPr lang="en-GB" sz="1800">
                <a:latin typeface="Lexend"/>
                <a:ea typeface="Lexend"/>
                <a:cs typeface="Lexend"/>
                <a:sym typeface="Lexend"/>
              </a:rPr>
              <a:t>weather in “Oakfield Old Town”</a:t>
            </a:r>
            <a:endParaRPr sz="1800">
              <a:solidFill>
                <a:srgbClr val="000000"/>
              </a:solidFill>
              <a:latin typeface="Lexend"/>
              <a:ea typeface="Lexend"/>
              <a:cs typeface="Lexend"/>
              <a:sym typeface="Lexend"/>
            </a:endParaRPr>
          </a:p>
        </p:txBody>
      </p:sp>
      <p:grpSp>
        <p:nvGrpSpPr>
          <p:cNvPr id="998" name="Google Shape;998;p83"/>
          <p:cNvGrpSpPr/>
          <p:nvPr/>
        </p:nvGrpSpPr>
        <p:grpSpPr>
          <a:xfrm>
            <a:off x="324000" y="2180370"/>
            <a:ext cx="5966675" cy="1917387"/>
            <a:chOff x="95400" y="2292213"/>
            <a:chExt cx="5966675" cy="1917387"/>
          </a:xfrm>
        </p:grpSpPr>
        <p:sp>
          <p:nvSpPr>
            <p:cNvPr id="999" name="Google Shape;999;p83"/>
            <p:cNvSpPr/>
            <p:nvPr/>
          </p:nvSpPr>
          <p:spPr>
            <a:xfrm>
              <a:off x="4453475" y="2292213"/>
              <a:ext cx="1608600" cy="14553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000" name="Google Shape;1000;p83"/>
            <p:cNvSpPr txBox="1"/>
            <p:nvPr/>
          </p:nvSpPr>
          <p:spPr>
            <a:xfrm>
              <a:off x="95400" y="3856200"/>
              <a:ext cx="3996000" cy="3534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For example, the weather at 9 am is sunny intervals, and the weather at 12 pm is rain showers.</a:t>
              </a:r>
              <a:endParaRPr sz="1800">
                <a:latin typeface="Lexend"/>
                <a:ea typeface="Lexend"/>
                <a:cs typeface="Lexend"/>
                <a:sym typeface="Lexend"/>
              </a:endParaRPr>
            </a:p>
          </p:txBody>
        </p:sp>
      </p:grpSp>
      <p:sp>
        <p:nvSpPr>
          <p:cNvPr id="1001" name="Google Shape;1001;p83"/>
          <p:cNvSpPr txBox="1"/>
          <p:nvPr/>
        </p:nvSpPr>
        <p:spPr>
          <a:xfrm>
            <a:off x="324000" y="3758262"/>
            <a:ext cx="3996000" cy="1040400"/>
          </a:xfrm>
          <a:prstGeom prst="rect">
            <a:avLst/>
          </a:prstGeom>
          <a:solidFill>
            <a:schemeClr val="lt1"/>
          </a:solid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The rain showers will begin at some time in between 9 am and 12 pm.</a:t>
            </a:r>
            <a:endParaRPr sz="1800">
              <a:latin typeface="Lexend"/>
              <a:ea typeface="Lexend"/>
              <a:cs typeface="Lexend"/>
              <a:sym typeface="Lexend"/>
            </a:endParaRPr>
          </a:p>
        </p:txBody>
      </p:sp>
      <p:sp>
        <p:nvSpPr>
          <p:cNvPr id="1002" name="Google Shape;1002;p83"/>
          <p:cNvSpPr txBox="1"/>
          <p:nvPr/>
        </p:nvSpPr>
        <p:spPr>
          <a:xfrm>
            <a:off x="324000" y="3693575"/>
            <a:ext cx="3996000" cy="1040400"/>
          </a:xfrm>
          <a:prstGeom prst="rect">
            <a:avLst/>
          </a:prstGeom>
          <a:solidFill>
            <a:schemeClr val="lt1"/>
          </a:solid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At 10 am, the weather will likely be either sunny intervals or rain showers, and at a temperature between 10°C and 11°C.</a:t>
            </a:r>
            <a:endParaRPr sz="1800">
              <a:latin typeface="Lexend"/>
              <a:ea typeface="Lexend"/>
              <a:cs typeface="Lexend"/>
              <a:sym typeface="Lexend"/>
            </a:endParaRPr>
          </a:p>
        </p:txBody>
      </p:sp>
      <p:sp>
        <p:nvSpPr>
          <p:cNvPr id="1003" name="Google Shape;1003;p83"/>
          <p:cNvSpPr txBox="1"/>
          <p:nvPr/>
        </p:nvSpPr>
        <p:spPr>
          <a:xfrm>
            <a:off x="281825" y="4733975"/>
            <a:ext cx="3000000" cy="2769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endParaRPr sz="600">
              <a:solidFill>
                <a:srgbClr val="808080"/>
              </a:solidFill>
              <a:latin typeface="Lexend"/>
              <a:ea typeface="Lexend"/>
              <a:cs typeface="Lexend"/>
              <a:sym typeface="Lexend"/>
            </a:endParaRPr>
          </a:p>
        </p:txBody>
      </p:sp>
      <p:pic>
        <p:nvPicPr>
          <p:cNvPr id="1004" name="Google Shape;1004;p83"/>
          <p:cNvPicPr preferRelativeResize="0"/>
          <p:nvPr/>
        </p:nvPicPr>
        <p:blipFill>
          <a:blip r:embed="rId3">
            <a:alphaModFix/>
          </a:blip>
          <a:stretch>
            <a:fillRect/>
          </a:stretch>
        </p:blipFill>
        <p:spPr>
          <a:xfrm>
            <a:off x="2412961" y="2518413"/>
            <a:ext cx="534339" cy="613500"/>
          </a:xfrm>
          <a:prstGeom prst="rect">
            <a:avLst/>
          </a:prstGeom>
          <a:noFill/>
          <a:ln>
            <a:noFill/>
          </a:ln>
        </p:spPr>
      </p:pic>
      <p:pic>
        <p:nvPicPr>
          <p:cNvPr id="1005" name="Google Shape;1005;p83"/>
          <p:cNvPicPr preferRelativeResize="0"/>
          <p:nvPr/>
        </p:nvPicPr>
        <p:blipFill>
          <a:blip r:embed="rId3">
            <a:alphaModFix/>
          </a:blip>
          <a:stretch>
            <a:fillRect/>
          </a:stretch>
        </p:blipFill>
        <p:spPr>
          <a:xfrm>
            <a:off x="3183036" y="2518400"/>
            <a:ext cx="534339" cy="613500"/>
          </a:xfrm>
          <a:prstGeom prst="rect">
            <a:avLst/>
          </a:prstGeom>
          <a:noFill/>
          <a:ln>
            <a:noFill/>
          </a:ln>
        </p:spPr>
      </p:pic>
      <p:pic>
        <p:nvPicPr>
          <p:cNvPr id="1006" name="Google Shape;1006;p83"/>
          <p:cNvPicPr preferRelativeResize="0"/>
          <p:nvPr/>
        </p:nvPicPr>
        <p:blipFill>
          <a:blip r:embed="rId4">
            <a:alphaModFix/>
          </a:blip>
          <a:stretch>
            <a:fillRect/>
          </a:stretch>
        </p:blipFill>
        <p:spPr>
          <a:xfrm>
            <a:off x="3964913" y="2456047"/>
            <a:ext cx="646425" cy="668824"/>
          </a:xfrm>
          <a:prstGeom prst="rect">
            <a:avLst/>
          </a:prstGeom>
          <a:noFill/>
          <a:ln>
            <a:noFill/>
          </a:ln>
        </p:spPr>
      </p:pic>
      <p:pic>
        <p:nvPicPr>
          <p:cNvPr id="1007" name="Google Shape;1007;p83"/>
          <p:cNvPicPr preferRelativeResize="0"/>
          <p:nvPr/>
        </p:nvPicPr>
        <p:blipFill>
          <a:blip r:embed="rId5">
            <a:alphaModFix/>
          </a:blip>
          <a:stretch>
            <a:fillRect/>
          </a:stretch>
        </p:blipFill>
        <p:spPr>
          <a:xfrm>
            <a:off x="4762940" y="2567250"/>
            <a:ext cx="646450" cy="435814"/>
          </a:xfrm>
          <a:prstGeom prst="rect">
            <a:avLst/>
          </a:prstGeom>
          <a:noFill/>
          <a:ln>
            <a:noFill/>
          </a:ln>
        </p:spPr>
      </p:pic>
      <p:pic>
        <p:nvPicPr>
          <p:cNvPr id="1008" name="Google Shape;1008;p83"/>
          <p:cNvPicPr preferRelativeResize="0"/>
          <p:nvPr/>
        </p:nvPicPr>
        <p:blipFill>
          <a:blip r:embed="rId6">
            <a:alphaModFix/>
          </a:blip>
          <a:stretch>
            <a:fillRect/>
          </a:stretch>
        </p:blipFill>
        <p:spPr>
          <a:xfrm>
            <a:off x="7210547" y="2514125"/>
            <a:ext cx="604753" cy="613500"/>
          </a:xfrm>
          <a:prstGeom prst="rect">
            <a:avLst/>
          </a:prstGeom>
          <a:noFill/>
          <a:ln>
            <a:noFill/>
          </a:ln>
        </p:spPr>
      </p:pic>
      <p:pic>
        <p:nvPicPr>
          <p:cNvPr id="1009" name="Google Shape;1009;p83"/>
          <p:cNvPicPr preferRelativeResize="0"/>
          <p:nvPr/>
        </p:nvPicPr>
        <p:blipFill>
          <a:blip r:embed="rId4">
            <a:alphaModFix/>
          </a:blip>
          <a:stretch>
            <a:fillRect/>
          </a:stretch>
        </p:blipFill>
        <p:spPr>
          <a:xfrm>
            <a:off x="7966863" y="2450747"/>
            <a:ext cx="646425" cy="668824"/>
          </a:xfrm>
          <a:prstGeom prst="rect">
            <a:avLst/>
          </a:prstGeom>
          <a:noFill/>
          <a:ln>
            <a:noFill/>
          </a:ln>
        </p:spPr>
      </p:pic>
      <p:pic>
        <p:nvPicPr>
          <p:cNvPr id="1010" name="Google Shape;1010;p83"/>
          <p:cNvPicPr preferRelativeResize="0"/>
          <p:nvPr/>
        </p:nvPicPr>
        <p:blipFill>
          <a:blip r:embed="rId7">
            <a:alphaModFix/>
          </a:blip>
          <a:stretch>
            <a:fillRect/>
          </a:stretch>
        </p:blipFill>
        <p:spPr>
          <a:xfrm>
            <a:off x="5574950" y="2518325"/>
            <a:ext cx="534350" cy="605104"/>
          </a:xfrm>
          <a:prstGeom prst="rect">
            <a:avLst/>
          </a:prstGeom>
          <a:noFill/>
          <a:ln>
            <a:noFill/>
          </a:ln>
        </p:spPr>
      </p:pic>
      <p:pic>
        <p:nvPicPr>
          <p:cNvPr id="1011" name="Google Shape;1011;p83"/>
          <p:cNvPicPr preferRelativeResize="0"/>
          <p:nvPr/>
        </p:nvPicPr>
        <p:blipFill>
          <a:blip r:embed="rId7">
            <a:alphaModFix/>
          </a:blip>
          <a:stretch>
            <a:fillRect/>
          </a:stretch>
        </p:blipFill>
        <p:spPr>
          <a:xfrm>
            <a:off x="6431148" y="2526509"/>
            <a:ext cx="534350" cy="605104"/>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015" name="Shape 1015"/>
        <p:cNvGrpSpPr/>
        <p:nvPr/>
      </p:nvGrpSpPr>
      <p:grpSpPr>
        <a:xfrm>
          <a:off x="0" y="0"/>
          <a:ext cx="0" cy="0"/>
        </a:xfrm>
      </p:grpSpPr>
      <p:sp>
        <p:nvSpPr>
          <p:cNvPr id="1016" name="Google Shape;1016;p84"/>
          <p:cNvSpPr txBox="1"/>
          <p:nvPr/>
        </p:nvSpPr>
        <p:spPr>
          <a:xfrm>
            <a:off x="324000" y="1388807"/>
            <a:ext cx="8496000" cy="4290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Clr>
                <a:schemeClr val="dk1"/>
              </a:buClr>
              <a:buSzPts val="1100"/>
              <a:buFont typeface="Arial"/>
              <a:buNone/>
            </a:pPr>
            <a:r>
              <a:rPr lang="en-GB" sz="1800">
                <a:solidFill>
                  <a:schemeClr val="dk1"/>
                </a:solidFill>
                <a:latin typeface="Lexend"/>
                <a:ea typeface="Lexend"/>
                <a:cs typeface="Lexend"/>
                <a:sym typeface="Lexend"/>
              </a:rPr>
              <a:t>The temperature at 4:30 am is likely to be between </a:t>
            </a:r>
            <a:r>
              <a:rPr lang="en-GB" sz="1800">
                <a:solidFill>
                  <a:schemeClr val="dk1"/>
                </a:solidFill>
                <a:latin typeface="Times New Roman"/>
                <a:ea typeface="Times New Roman"/>
                <a:cs typeface="Times New Roman"/>
                <a:sym typeface="Times New Roman"/>
              </a:rPr>
              <a:t>___________________</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sp>
        <p:nvSpPr>
          <p:cNvPr id="1017" name="Google Shape;1017;p84"/>
          <p:cNvSpPr txBox="1"/>
          <p:nvPr/>
        </p:nvSpPr>
        <p:spPr>
          <a:xfrm>
            <a:off x="324000" y="1007808"/>
            <a:ext cx="8496000" cy="37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The temperature at 3 am will be </a:t>
            </a:r>
            <a:r>
              <a:rPr lang="en-GB" sz="1800">
                <a:latin typeface="Times New Roman"/>
                <a:ea typeface="Times New Roman"/>
                <a:cs typeface="Times New Roman"/>
                <a:sym typeface="Times New Roman"/>
              </a:rPr>
              <a:t>___________</a:t>
            </a:r>
            <a:r>
              <a:rPr lang="en-GB" sz="1800">
                <a:latin typeface="Lexend"/>
                <a:ea typeface="Lexend"/>
                <a:cs typeface="Lexend"/>
                <a:sym typeface="Lexend"/>
              </a:rPr>
              <a:t> .</a:t>
            </a:r>
            <a:endParaRPr sz="1800">
              <a:latin typeface="Lexend"/>
              <a:ea typeface="Lexend"/>
              <a:cs typeface="Lexend"/>
              <a:sym typeface="Lexend"/>
            </a:endParaRPr>
          </a:p>
        </p:txBody>
      </p:sp>
      <p:sp>
        <p:nvSpPr>
          <p:cNvPr id="1018" name="Google Shape;1018;p84"/>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Understanding a basic weather forecast</a:t>
            </a:r>
            <a:endParaRPr/>
          </a:p>
        </p:txBody>
      </p:sp>
      <p:graphicFrame>
        <p:nvGraphicFramePr>
          <p:cNvPr id="1019" name="Google Shape;1019;p84"/>
          <p:cNvGraphicFramePr>
            <a:graphicFrameLocks noGrp="1"/>
          </p:cNvGraphicFramePr>
          <p:nvPr/>
        </p:nvGraphicFramePr>
        <p:xfrm>
          <a:off x="2269088" y="2181750"/>
          <a:ext cx="6434600" cy="1455420"/>
        </p:xfrm>
        <a:graphic>
          <a:graphicData uri="http://schemas.openxmlformats.org/drawingml/2006/table">
            <a:tbl>
              <a:tblPr>
                <a:noFill/>
                <a:tableStyleId>{DAE9959B-F1CB-4490-83DD-53336B36D040}</a:tableStyleId>
              </a:tblPr>
              <a:tblGrid>
                <a:gridCol w="804325"/>
                <a:gridCol w="804325"/>
                <a:gridCol w="804325"/>
                <a:gridCol w="804325"/>
                <a:gridCol w="804325"/>
                <a:gridCol w="804325"/>
                <a:gridCol w="804325"/>
                <a:gridCol w="80432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03:00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09:00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15:00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18:00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21:00</a:t>
                      </a:r>
                      <a:endParaRPr sz="1800">
                        <a:solidFill>
                          <a:schemeClr val="lt1"/>
                        </a:solidFill>
                        <a:latin typeface="Lexend"/>
                        <a:ea typeface="Lexend"/>
                        <a:cs typeface="Lexend"/>
                        <a:sym typeface="Lexend"/>
                      </a:endParaRPr>
                    </a:p>
                  </a:txBody>
                  <a:tcPr marL="0" marR="0" marT="0" marB="0" anchor="ctr">
                    <a:solidFill>
                      <a:schemeClr val="accent4"/>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442875">
                <a:tc>
                  <a:txBody>
                    <a:bodyPr vert="horz" wrap="square"/>
                    <a:lstStyle/>
                    <a:p>
                      <a:pPr marL="0" lvl="0" indent="0" algn="ctr" rtl="0">
                        <a:spcBef>
                          <a:spcPct val="0"/>
                        </a:spcBef>
                        <a:spcAft>
                          <a:spcPct val="0"/>
                        </a:spcAft>
                        <a:buNone/>
                      </a:pPr>
                      <a:r>
                        <a:rPr lang="en-GB" sz="1800">
                          <a:latin typeface="Lexend"/>
                          <a:ea typeface="Lexend"/>
                          <a:cs typeface="Lexend"/>
                          <a:sym typeface="Lexend"/>
                        </a:rPr>
                        <a:t>7°C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
        <p:nvSpPr>
          <p:cNvPr id="1020" name="Google Shape;1020;p84"/>
          <p:cNvSpPr txBox="1"/>
          <p:nvPr/>
        </p:nvSpPr>
        <p:spPr>
          <a:xfrm>
            <a:off x="5116600" y="3637150"/>
            <a:ext cx="3587100" cy="463800"/>
          </a:xfrm>
          <a:prstGeom prst="rect">
            <a:avLst/>
          </a:prstGeom>
          <a:noFill/>
          <a:ln>
            <a:noFill/>
          </a:ln>
        </p:spPr>
        <p:txBody>
          <a:bodyPr spcFirstLastPara="1" wrap="square" lIns="0" tIns="0" rIns="0" bIns="0" anchor="t" anchorCtr="0">
            <a:noAutofit/>
          </a:bodyPr>
          <a:lstStyle/>
          <a:p>
            <a:pPr marL="0" lvl="0" indent="0" algn="r" rtl="0">
              <a:spcBef>
                <a:spcPct val="0"/>
              </a:spcBef>
              <a:spcAft>
                <a:spcPct val="0"/>
              </a:spcAft>
              <a:buNone/>
            </a:pPr>
            <a:r>
              <a:rPr lang="en-GB" sz="1800">
                <a:latin typeface="Lexend"/>
                <a:ea typeface="Lexend"/>
                <a:cs typeface="Lexend"/>
                <a:sym typeface="Lexend"/>
              </a:rPr>
              <a:t>weather in “Oakfield Old Town”</a:t>
            </a:r>
            <a:endParaRPr sz="1800">
              <a:solidFill>
                <a:srgbClr val="000000"/>
              </a:solidFill>
              <a:latin typeface="Lexend"/>
              <a:ea typeface="Lexend"/>
              <a:cs typeface="Lexend"/>
              <a:sym typeface="Lexend"/>
            </a:endParaRPr>
          </a:p>
        </p:txBody>
      </p:sp>
      <p:sp>
        <p:nvSpPr>
          <p:cNvPr id="1021" name="Google Shape;1021;p84"/>
          <p:cNvSpPr txBox="1"/>
          <p:nvPr/>
        </p:nvSpPr>
        <p:spPr>
          <a:xfrm>
            <a:off x="324000" y="626808"/>
            <a:ext cx="8496000" cy="37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Complete these two sentences.</a:t>
            </a:r>
            <a:endParaRPr sz="1800">
              <a:latin typeface="Lexend"/>
              <a:ea typeface="Lexend"/>
              <a:cs typeface="Lexend"/>
              <a:sym typeface="Lexend"/>
            </a:endParaRPr>
          </a:p>
        </p:txBody>
      </p:sp>
      <p:sp>
        <p:nvSpPr>
          <p:cNvPr id="1022" name="Google Shape;1022;p84"/>
          <p:cNvSpPr txBox="1"/>
          <p:nvPr/>
        </p:nvSpPr>
        <p:spPr>
          <a:xfrm>
            <a:off x="324000" y="989033"/>
            <a:ext cx="8496000" cy="37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The temperature at 3 am will be </a:t>
            </a:r>
            <a:r>
              <a:rPr lang="en-GB" sz="1800">
                <a:latin typeface="Times New Roman"/>
                <a:ea typeface="Times New Roman"/>
                <a:cs typeface="Times New Roman"/>
                <a:sym typeface="Times New Roman"/>
              </a:rPr>
              <a:t>      </a:t>
            </a:r>
            <a:r>
              <a:rPr lang="en-GB" sz="2000">
                <a:solidFill>
                  <a:schemeClr val="dk1"/>
                </a:solidFill>
                <a:latin typeface="Kalam"/>
                <a:ea typeface="Kalam"/>
                <a:cs typeface="Kalam"/>
                <a:sym typeface="Kalam"/>
              </a:rPr>
              <a:t>5°C      </a:t>
            </a:r>
            <a:r>
              <a:rPr lang="en-GB" sz="1800">
                <a:latin typeface="Lexend"/>
                <a:ea typeface="Lexend"/>
                <a:cs typeface="Lexend"/>
                <a:sym typeface="Lexend"/>
              </a:rPr>
              <a:t>.</a:t>
            </a:r>
            <a:endParaRPr sz="1800">
              <a:latin typeface="Lexend"/>
              <a:ea typeface="Lexend"/>
              <a:cs typeface="Lexend"/>
              <a:sym typeface="Lexend"/>
            </a:endParaRPr>
          </a:p>
        </p:txBody>
      </p:sp>
      <p:sp>
        <p:nvSpPr>
          <p:cNvPr id="1023" name="Google Shape;1023;p84"/>
          <p:cNvSpPr txBox="1"/>
          <p:nvPr/>
        </p:nvSpPr>
        <p:spPr>
          <a:xfrm>
            <a:off x="324000" y="1362825"/>
            <a:ext cx="8496000" cy="4551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Clr>
                <a:schemeClr val="dk1"/>
              </a:buClr>
              <a:buSzPts val="1100"/>
              <a:buFont typeface="Arial"/>
              <a:buNone/>
            </a:pPr>
            <a:r>
              <a:rPr lang="en-GB" sz="1800">
                <a:solidFill>
                  <a:schemeClr val="dk1"/>
                </a:solidFill>
                <a:latin typeface="Lexend"/>
                <a:ea typeface="Lexend"/>
                <a:cs typeface="Lexend"/>
                <a:sym typeface="Lexend"/>
              </a:rPr>
              <a:t>The temperature at 4:30 am is likely to be between  </a:t>
            </a:r>
            <a:r>
              <a:rPr lang="en-GB" sz="1800">
                <a:solidFill>
                  <a:schemeClr val="dk1"/>
                </a:solidFill>
                <a:latin typeface="Times New Roman"/>
                <a:ea typeface="Times New Roman"/>
                <a:cs typeface="Times New Roman"/>
                <a:sym typeface="Times New Roman"/>
              </a:rPr>
              <a:t>      </a:t>
            </a:r>
            <a:r>
              <a:rPr lang="en-GB" sz="2000">
                <a:solidFill>
                  <a:schemeClr val="dk1"/>
                </a:solidFill>
                <a:latin typeface="Kalam"/>
                <a:ea typeface="Kalam"/>
                <a:cs typeface="Kalam"/>
                <a:sym typeface="Kalam"/>
              </a:rPr>
              <a:t>5°C and 9°C    </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pic>
        <p:nvPicPr>
          <p:cNvPr id="1024" name="Google Shape;1024;p84"/>
          <p:cNvPicPr preferRelativeResize="0"/>
          <p:nvPr/>
        </p:nvPicPr>
        <p:blipFill>
          <a:blip r:embed="rId3">
            <a:alphaModFix/>
          </a:blip>
          <a:stretch>
            <a:fillRect/>
          </a:stretch>
        </p:blipFill>
        <p:spPr>
          <a:xfrm>
            <a:off x="2412961" y="2518413"/>
            <a:ext cx="534339" cy="613500"/>
          </a:xfrm>
          <a:prstGeom prst="rect">
            <a:avLst/>
          </a:prstGeom>
          <a:noFill/>
          <a:ln>
            <a:noFill/>
          </a:ln>
        </p:spPr>
      </p:pic>
      <p:pic>
        <p:nvPicPr>
          <p:cNvPr id="1025" name="Google Shape;1025;p84"/>
          <p:cNvPicPr preferRelativeResize="0"/>
          <p:nvPr/>
        </p:nvPicPr>
        <p:blipFill>
          <a:blip r:embed="rId3">
            <a:alphaModFix/>
          </a:blip>
          <a:stretch>
            <a:fillRect/>
          </a:stretch>
        </p:blipFill>
        <p:spPr>
          <a:xfrm>
            <a:off x="3183036" y="2518400"/>
            <a:ext cx="534339" cy="613500"/>
          </a:xfrm>
          <a:prstGeom prst="rect">
            <a:avLst/>
          </a:prstGeom>
          <a:noFill/>
          <a:ln>
            <a:noFill/>
          </a:ln>
        </p:spPr>
      </p:pic>
      <p:pic>
        <p:nvPicPr>
          <p:cNvPr id="1026" name="Google Shape;1026;p84"/>
          <p:cNvPicPr preferRelativeResize="0"/>
          <p:nvPr/>
        </p:nvPicPr>
        <p:blipFill>
          <a:blip r:embed="rId4">
            <a:alphaModFix/>
          </a:blip>
          <a:stretch>
            <a:fillRect/>
          </a:stretch>
        </p:blipFill>
        <p:spPr>
          <a:xfrm>
            <a:off x="3964913" y="2456047"/>
            <a:ext cx="646425" cy="668824"/>
          </a:xfrm>
          <a:prstGeom prst="rect">
            <a:avLst/>
          </a:prstGeom>
          <a:noFill/>
          <a:ln>
            <a:noFill/>
          </a:ln>
        </p:spPr>
      </p:pic>
      <p:pic>
        <p:nvPicPr>
          <p:cNvPr id="1027" name="Google Shape;1027;p84"/>
          <p:cNvPicPr preferRelativeResize="0"/>
          <p:nvPr/>
        </p:nvPicPr>
        <p:blipFill>
          <a:blip r:embed="rId5">
            <a:alphaModFix/>
          </a:blip>
          <a:stretch>
            <a:fillRect/>
          </a:stretch>
        </p:blipFill>
        <p:spPr>
          <a:xfrm>
            <a:off x="4762940" y="2567250"/>
            <a:ext cx="646450" cy="435814"/>
          </a:xfrm>
          <a:prstGeom prst="rect">
            <a:avLst/>
          </a:prstGeom>
          <a:noFill/>
          <a:ln>
            <a:noFill/>
          </a:ln>
        </p:spPr>
      </p:pic>
      <p:pic>
        <p:nvPicPr>
          <p:cNvPr id="1028" name="Google Shape;1028;p84"/>
          <p:cNvPicPr preferRelativeResize="0"/>
          <p:nvPr/>
        </p:nvPicPr>
        <p:blipFill>
          <a:blip r:embed="rId6">
            <a:alphaModFix/>
          </a:blip>
          <a:stretch>
            <a:fillRect/>
          </a:stretch>
        </p:blipFill>
        <p:spPr>
          <a:xfrm>
            <a:off x="7210547" y="2514125"/>
            <a:ext cx="604753" cy="613500"/>
          </a:xfrm>
          <a:prstGeom prst="rect">
            <a:avLst/>
          </a:prstGeom>
          <a:noFill/>
          <a:ln>
            <a:noFill/>
          </a:ln>
        </p:spPr>
      </p:pic>
      <p:pic>
        <p:nvPicPr>
          <p:cNvPr id="1029" name="Google Shape;1029;p84"/>
          <p:cNvPicPr preferRelativeResize="0"/>
          <p:nvPr/>
        </p:nvPicPr>
        <p:blipFill>
          <a:blip r:embed="rId4">
            <a:alphaModFix/>
          </a:blip>
          <a:stretch>
            <a:fillRect/>
          </a:stretch>
        </p:blipFill>
        <p:spPr>
          <a:xfrm>
            <a:off x="7966863" y="2450747"/>
            <a:ext cx="646425" cy="668824"/>
          </a:xfrm>
          <a:prstGeom prst="rect">
            <a:avLst/>
          </a:prstGeom>
          <a:noFill/>
          <a:ln>
            <a:noFill/>
          </a:ln>
        </p:spPr>
      </p:pic>
      <p:pic>
        <p:nvPicPr>
          <p:cNvPr id="1030" name="Google Shape;1030;p84"/>
          <p:cNvPicPr preferRelativeResize="0"/>
          <p:nvPr/>
        </p:nvPicPr>
        <p:blipFill>
          <a:blip r:embed="rId7">
            <a:alphaModFix/>
          </a:blip>
          <a:stretch>
            <a:fillRect/>
          </a:stretch>
        </p:blipFill>
        <p:spPr>
          <a:xfrm>
            <a:off x="5574950" y="2518325"/>
            <a:ext cx="534350" cy="605104"/>
          </a:xfrm>
          <a:prstGeom prst="rect">
            <a:avLst/>
          </a:prstGeom>
          <a:noFill/>
          <a:ln>
            <a:noFill/>
          </a:ln>
        </p:spPr>
      </p:pic>
      <p:pic>
        <p:nvPicPr>
          <p:cNvPr id="1031" name="Google Shape;1031;p84"/>
          <p:cNvPicPr preferRelativeResize="0"/>
          <p:nvPr/>
        </p:nvPicPr>
        <p:blipFill>
          <a:blip r:embed="rId7">
            <a:alphaModFix/>
          </a:blip>
          <a:stretch>
            <a:fillRect/>
          </a:stretch>
        </p:blipFill>
        <p:spPr>
          <a:xfrm>
            <a:off x="6431148" y="2526509"/>
            <a:ext cx="534350" cy="605104"/>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2"/>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017"/>
                                        </p:tgtEl>
                                        <p:attrNameLst>
                                          <p:attrName>style.visibility</p:attrName>
                                        </p:attrNameLst>
                                      </p:cBhvr>
                                      <p:to>
                                        <p:strVal val="hidden"/>
                                      </p:to>
                                    </p:set>
                                  </p:childTnLst>
                                </p:cTn>
                              </p:par>
                            </p:childTnLst>
                          </p:cTn>
                        </p:par>
                      </p:childTnLst>
                    </p:cTn>
                  </p:par>
                  <p:par>
                    <p:cTn id="9" fill="hold" nodeType="clickPar">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3"/>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10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035" name="Shape 1035"/>
        <p:cNvGrpSpPr/>
        <p:nvPr/>
      </p:nvGrpSpPr>
      <p:grpSpPr>
        <a:xfrm>
          <a:off x="0" y="0"/>
          <a:ext cx="0" cy="0"/>
        </a:xfrm>
      </p:grpSpPr>
      <p:sp>
        <p:nvSpPr>
          <p:cNvPr id="1036" name="Google Shape;1036;p85"/>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Understanding a basic weather forecast</a:t>
            </a:r>
            <a:endParaRPr/>
          </a:p>
        </p:txBody>
      </p:sp>
      <p:graphicFrame>
        <p:nvGraphicFramePr>
          <p:cNvPr id="1037" name="Google Shape;1037;p85"/>
          <p:cNvGraphicFramePr>
            <a:graphicFrameLocks noGrp="1"/>
          </p:cNvGraphicFramePr>
          <p:nvPr/>
        </p:nvGraphicFramePr>
        <p:xfrm>
          <a:off x="2269088" y="2181750"/>
          <a:ext cx="6434600" cy="1455420"/>
        </p:xfrm>
        <a:graphic>
          <a:graphicData uri="http://schemas.openxmlformats.org/drawingml/2006/table">
            <a:tbl>
              <a:tblPr>
                <a:noFill/>
                <a:tableStyleId>{DAE9959B-F1CB-4490-83DD-53336B36D040}</a:tableStyleId>
              </a:tblPr>
              <a:tblGrid>
                <a:gridCol w="804325"/>
                <a:gridCol w="804325"/>
                <a:gridCol w="804325"/>
                <a:gridCol w="804325"/>
                <a:gridCol w="804325"/>
                <a:gridCol w="804325"/>
                <a:gridCol w="804325"/>
                <a:gridCol w="80432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03:00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09:00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15:00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18:00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21:00</a:t>
                      </a:r>
                      <a:endParaRPr sz="1800">
                        <a:solidFill>
                          <a:schemeClr val="lt1"/>
                        </a:solidFill>
                        <a:latin typeface="Lexend"/>
                        <a:ea typeface="Lexend"/>
                        <a:cs typeface="Lexend"/>
                        <a:sym typeface="Lexend"/>
                      </a:endParaRPr>
                    </a:p>
                  </a:txBody>
                  <a:tcPr marL="0" marR="0" marT="0" marB="0" anchor="ctr">
                    <a:solidFill>
                      <a:schemeClr val="accent4"/>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442875">
                <a:tc>
                  <a:txBody>
                    <a:bodyPr vert="horz" wrap="square"/>
                    <a:lstStyle/>
                    <a:p>
                      <a:pPr marL="0" lvl="0" indent="0" algn="ctr" rtl="0">
                        <a:spcBef>
                          <a:spcPct val="0"/>
                        </a:spcBef>
                        <a:spcAft>
                          <a:spcPct val="0"/>
                        </a:spcAft>
                        <a:buNone/>
                      </a:pPr>
                      <a:r>
                        <a:rPr lang="en-GB" sz="1800">
                          <a:latin typeface="Lexend"/>
                          <a:ea typeface="Lexend"/>
                          <a:cs typeface="Lexend"/>
                          <a:sym typeface="Lexend"/>
                        </a:rPr>
                        <a:t>7°C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
        <p:nvSpPr>
          <p:cNvPr id="1038" name="Google Shape;1038;p85"/>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What are the weather conditions likely to be at 7 pm?</a:t>
            </a:r>
            <a:endParaRPr sz="1800">
              <a:latin typeface="Lexend"/>
              <a:ea typeface="Lexend"/>
              <a:cs typeface="Lexend"/>
              <a:sym typeface="Lexend"/>
            </a:endParaRPr>
          </a:p>
        </p:txBody>
      </p:sp>
      <p:sp>
        <p:nvSpPr>
          <p:cNvPr id="1039" name="Google Shape;1039;p85"/>
          <p:cNvSpPr txBox="1"/>
          <p:nvPr/>
        </p:nvSpPr>
        <p:spPr>
          <a:xfrm>
            <a:off x="5116600" y="3637150"/>
            <a:ext cx="3587100" cy="463800"/>
          </a:xfrm>
          <a:prstGeom prst="rect">
            <a:avLst/>
          </a:prstGeom>
          <a:noFill/>
          <a:ln>
            <a:noFill/>
          </a:ln>
        </p:spPr>
        <p:txBody>
          <a:bodyPr spcFirstLastPara="1" wrap="square" lIns="0" tIns="0" rIns="0" bIns="0" anchor="t" anchorCtr="0">
            <a:noAutofit/>
          </a:bodyPr>
          <a:lstStyle/>
          <a:p>
            <a:pPr marL="0" lvl="0" indent="0" algn="r" rtl="0">
              <a:spcBef>
                <a:spcPct val="0"/>
              </a:spcBef>
              <a:spcAft>
                <a:spcPct val="0"/>
              </a:spcAft>
              <a:buNone/>
            </a:pPr>
            <a:r>
              <a:rPr lang="en-GB" sz="1800">
                <a:latin typeface="Lexend"/>
                <a:ea typeface="Lexend"/>
                <a:cs typeface="Lexend"/>
                <a:sym typeface="Lexend"/>
              </a:rPr>
              <a:t>weather in “Oakfield Old Town”</a:t>
            </a:r>
            <a:endParaRPr sz="1800">
              <a:solidFill>
                <a:srgbClr val="000000"/>
              </a:solidFill>
              <a:latin typeface="Lexend"/>
              <a:ea typeface="Lexend"/>
              <a:cs typeface="Lexend"/>
              <a:sym typeface="Lexend"/>
            </a:endParaRPr>
          </a:p>
        </p:txBody>
      </p:sp>
      <p:sp>
        <p:nvSpPr>
          <p:cNvPr id="1040" name="Google Shape;1040;p85"/>
          <p:cNvSpPr txBox="1"/>
          <p:nvPr/>
        </p:nvSpPr>
        <p:spPr>
          <a:xfrm>
            <a:off x="1381901" y="1054800"/>
            <a:ext cx="5333700" cy="373800"/>
          </a:xfrm>
          <a:prstGeom prst="rect">
            <a:avLst/>
          </a:prstGeom>
          <a:solidFill>
            <a:srgbClr val="F3EEFB"/>
          </a:solidFill>
          <a:ln>
            <a:noFill/>
          </a:ln>
        </p:spPr>
        <p:txBody>
          <a:bodyPr spcFirstLastPara="1" wrap="square" lIns="0" tIns="0" rIns="0" bIns="0" anchor="ctr" anchorCtr="0">
            <a:noAutofit/>
          </a:bodyPr>
          <a:lstStyle/>
          <a:p>
            <a:pPr marL="0" lvl="0" indent="0" algn="l" rtl="0">
              <a:spcBef>
                <a:spcPct val="0"/>
              </a:spcBef>
              <a:spcAft>
                <a:spcPts val="1000"/>
              </a:spcAft>
              <a:buNone/>
            </a:pPr>
            <a:r>
              <a:rPr lang="en-GB" sz="2000">
                <a:latin typeface="Kalam"/>
                <a:ea typeface="Kalam"/>
                <a:cs typeface="Kalam"/>
                <a:sym typeface="Kalam"/>
              </a:rPr>
              <a:t>Either sunny or rain showers.</a:t>
            </a:r>
            <a:endParaRPr sz="2000">
              <a:latin typeface="Kalam"/>
              <a:ea typeface="Kalam"/>
              <a:cs typeface="Kalam"/>
              <a:sym typeface="Kalam"/>
            </a:endParaRPr>
          </a:p>
        </p:txBody>
      </p:sp>
      <p:sp>
        <p:nvSpPr>
          <p:cNvPr id="1041" name="Google Shape;1041;p85"/>
          <p:cNvSpPr/>
          <p:nvPr/>
        </p:nvSpPr>
        <p:spPr>
          <a:xfrm rot="10800000" flipH="1">
            <a:off x="7095050" y="2193135"/>
            <a:ext cx="1608600" cy="10038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pic>
        <p:nvPicPr>
          <p:cNvPr id="1042" name="Google Shape;1042;p85"/>
          <p:cNvPicPr preferRelativeResize="0"/>
          <p:nvPr/>
        </p:nvPicPr>
        <p:blipFill>
          <a:blip r:embed="rId3">
            <a:alphaModFix/>
          </a:blip>
          <a:stretch>
            <a:fillRect/>
          </a:stretch>
        </p:blipFill>
        <p:spPr>
          <a:xfrm>
            <a:off x="2412961" y="2518413"/>
            <a:ext cx="534339" cy="613500"/>
          </a:xfrm>
          <a:prstGeom prst="rect">
            <a:avLst/>
          </a:prstGeom>
          <a:noFill/>
          <a:ln>
            <a:noFill/>
          </a:ln>
        </p:spPr>
      </p:pic>
      <p:pic>
        <p:nvPicPr>
          <p:cNvPr id="1043" name="Google Shape;1043;p85"/>
          <p:cNvPicPr preferRelativeResize="0"/>
          <p:nvPr/>
        </p:nvPicPr>
        <p:blipFill>
          <a:blip r:embed="rId3">
            <a:alphaModFix/>
          </a:blip>
          <a:stretch>
            <a:fillRect/>
          </a:stretch>
        </p:blipFill>
        <p:spPr>
          <a:xfrm>
            <a:off x="3183036" y="2518400"/>
            <a:ext cx="534339" cy="613500"/>
          </a:xfrm>
          <a:prstGeom prst="rect">
            <a:avLst/>
          </a:prstGeom>
          <a:noFill/>
          <a:ln>
            <a:noFill/>
          </a:ln>
        </p:spPr>
      </p:pic>
      <p:pic>
        <p:nvPicPr>
          <p:cNvPr id="1044" name="Google Shape;1044;p85"/>
          <p:cNvPicPr preferRelativeResize="0"/>
          <p:nvPr/>
        </p:nvPicPr>
        <p:blipFill>
          <a:blip r:embed="rId4">
            <a:alphaModFix/>
          </a:blip>
          <a:stretch>
            <a:fillRect/>
          </a:stretch>
        </p:blipFill>
        <p:spPr>
          <a:xfrm>
            <a:off x="3964913" y="2456047"/>
            <a:ext cx="646425" cy="668824"/>
          </a:xfrm>
          <a:prstGeom prst="rect">
            <a:avLst/>
          </a:prstGeom>
          <a:noFill/>
          <a:ln>
            <a:noFill/>
          </a:ln>
        </p:spPr>
      </p:pic>
      <p:pic>
        <p:nvPicPr>
          <p:cNvPr id="1045" name="Google Shape;1045;p85"/>
          <p:cNvPicPr preferRelativeResize="0"/>
          <p:nvPr/>
        </p:nvPicPr>
        <p:blipFill>
          <a:blip r:embed="rId5">
            <a:alphaModFix/>
          </a:blip>
          <a:stretch>
            <a:fillRect/>
          </a:stretch>
        </p:blipFill>
        <p:spPr>
          <a:xfrm>
            <a:off x="4762940" y="2567250"/>
            <a:ext cx="646450" cy="435814"/>
          </a:xfrm>
          <a:prstGeom prst="rect">
            <a:avLst/>
          </a:prstGeom>
          <a:noFill/>
          <a:ln>
            <a:noFill/>
          </a:ln>
        </p:spPr>
      </p:pic>
      <p:pic>
        <p:nvPicPr>
          <p:cNvPr id="1046" name="Google Shape;1046;p85"/>
          <p:cNvPicPr preferRelativeResize="0"/>
          <p:nvPr/>
        </p:nvPicPr>
        <p:blipFill>
          <a:blip r:embed="rId6">
            <a:alphaModFix/>
          </a:blip>
          <a:stretch>
            <a:fillRect/>
          </a:stretch>
        </p:blipFill>
        <p:spPr>
          <a:xfrm>
            <a:off x="7210547" y="2514125"/>
            <a:ext cx="604753" cy="613500"/>
          </a:xfrm>
          <a:prstGeom prst="rect">
            <a:avLst/>
          </a:prstGeom>
          <a:noFill/>
          <a:ln>
            <a:noFill/>
          </a:ln>
        </p:spPr>
      </p:pic>
      <p:pic>
        <p:nvPicPr>
          <p:cNvPr id="1047" name="Google Shape;1047;p85"/>
          <p:cNvPicPr preferRelativeResize="0"/>
          <p:nvPr/>
        </p:nvPicPr>
        <p:blipFill>
          <a:blip r:embed="rId4">
            <a:alphaModFix/>
          </a:blip>
          <a:stretch>
            <a:fillRect/>
          </a:stretch>
        </p:blipFill>
        <p:spPr>
          <a:xfrm>
            <a:off x="7966863" y="2450747"/>
            <a:ext cx="646425" cy="668824"/>
          </a:xfrm>
          <a:prstGeom prst="rect">
            <a:avLst/>
          </a:prstGeom>
          <a:noFill/>
          <a:ln>
            <a:noFill/>
          </a:ln>
        </p:spPr>
      </p:pic>
      <p:pic>
        <p:nvPicPr>
          <p:cNvPr id="1048" name="Google Shape;1048;p85"/>
          <p:cNvPicPr preferRelativeResize="0"/>
          <p:nvPr/>
        </p:nvPicPr>
        <p:blipFill>
          <a:blip r:embed="rId7">
            <a:alphaModFix/>
          </a:blip>
          <a:stretch>
            <a:fillRect/>
          </a:stretch>
        </p:blipFill>
        <p:spPr>
          <a:xfrm>
            <a:off x="5574950" y="2518325"/>
            <a:ext cx="534350" cy="605104"/>
          </a:xfrm>
          <a:prstGeom prst="rect">
            <a:avLst/>
          </a:prstGeom>
          <a:noFill/>
          <a:ln>
            <a:noFill/>
          </a:ln>
        </p:spPr>
      </p:pic>
      <p:pic>
        <p:nvPicPr>
          <p:cNvPr id="1049" name="Google Shape;1049;p85"/>
          <p:cNvPicPr preferRelativeResize="0"/>
          <p:nvPr/>
        </p:nvPicPr>
        <p:blipFill>
          <a:blip r:embed="rId7">
            <a:alphaModFix/>
          </a:blip>
          <a:stretch>
            <a:fillRect/>
          </a:stretch>
        </p:blipFill>
        <p:spPr>
          <a:xfrm>
            <a:off x="6431148" y="2526509"/>
            <a:ext cx="534350" cy="605104"/>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053" name="Shape 1053"/>
        <p:cNvGrpSpPr/>
        <p:nvPr/>
      </p:nvGrpSpPr>
      <p:grpSpPr>
        <a:xfrm>
          <a:off x="0" y="0"/>
          <a:ext cx="0" cy="0"/>
        </a:xfrm>
      </p:grpSpPr>
      <p:sp>
        <p:nvSpPr>
          <p:cNvPr id="1054" name="Google Shape;1054;p86"/>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Understanding a basic weather forecast</a:t>
            </a:r>
            <a:endParaRPr/>
          </a:p>
        </p:txBody>
      </p:sp>
      <p:graphicFrame>
        <p:nvGraphicFramePr>
          <p:cNvPr id="1055" name="Google Shape;1055;p86"/>
          <p:cNvGraphicFramePr>
            <a:graphicFrameLocks noGrp="1"/>
          </p:cNvGraphicFramePr>
          <p:nvPr/>
        </p:nvGraphicFramePr>
        <p:xfrm>
          <a:off x="2269088" y="2181750"/>
          <a:ext cx="6434600" cy="1455420"/>
        </p:xfrm>
        <a:graphic>
          <a:graphicData uri="http://schemas.openxmlformats.org/drawingml/2006/table">
            <a:tbl>
              <a:tblPr>
                <a:noFill/>
                <a:tableStyleId>{DAE9959B-F1CB-4490-83DD-53336B36D040}</a:tableStyleId>
              </a:tblPr>
              <a:tblGrid>
                <a:gridCol w="804325"/>
                <a:gridCol w="804325"/>
                <a:gridCol w="804325"/>
                <a:gridCol w="804325"/>
                <a:gridCol w="804325"/>
                <a:gridCol w="804325"/>
                <a:gridCol w="804325"/>
                <a:gridCol w="80432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03:00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09:00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15:00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18:00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21:00</a:t>
                      </a:r>
                      <a:endParaRPr sz="1800">
                        <a:solidFill>
                          <a:schemeClr val="lt1"/>
                        </a:solidFill>
                        <a:latin typeface="Lexend"/>
                        <a:ea typeface="Lexend"/>
                        <a:cs typeface="Lexend"/>
                        <a:sym typeface="Lexend"/>
                      </a:endParaRPr>
                    </a:p>
                  </a:txBody>
                  <a:tcPr marL="0" marR="0" marT="0" marB="0" anchor="ctr">
                    <a:solidFill>
                      <a:schemeClr val="accent4"/>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442875">
                <a:tc>
                  <a:txBody>
                    <a:bodyPr vert="horz" wrap="square"/>
                    <a:lstStyle/>
                    <a:p>
                      <a:pPr marL="0" lvl="0" indent="0" algn="ctr" rtl="0">
                        <a:spcBef>
                          <a:spcPct val="0"/>
                        </a:spcBef>
                        <a:spcAft>
                          <a:spcPct val="0"/>
                        </a:spcAft>
                        <a:buNone/>
                      </a:pPr>
                      <a:r>
                        <a:rPr lang="en-GB" sz="1800">
                          <a:latin typeface="Lexend"/>
                          <a:ea typeface="Lexend"/>
                          <a:cs typeface="Lexend"/>
                          <a:sym typeface="Lexend"/>
                        </a:rPr>
                        <a:t>7°C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
        <p:nvSpPr>
          <p:cNvPr id="1056" name="Google Shape;1056;p86"/>
          <p:cNvSpPr txBox="1"/>
          <p:nvPr/>
        </p:nvSpPr>
        <p:spPr>
          <a:xfrm>
            <a:off x="391300" y="3766025"/>
            <a:ext cx="8428800" cy="37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Between 6 am and 9 am.</a:t>
            </a:r>
            <a:endParaRPr sz="2000">
              <a:latin typeface="Kalam"/>
              <a:ea typeface="Kalam"/>
              <a:cs typeface="Kalam"/>
              <a:sym typeface="Kalam"/>
            </a:endParaRPr>
          </a:p>
          <a:p>
            <a:pPr marL="0" lvl="0" indent="0" algn="l" rtl="0">
              <a:spcBef>
                <a:spcPts val="1000"/>
              </a:spcBef>
              <a:spcAft>
                <a:spcPts val="1000"/>
              </a:spcAft>
              <a:buNone/>
            </a:pPr>
            <a:r>
              <a:rPr lang="en-GB" sz="2000">
                <a:latin typeface="Kalam"/>
                <a:ea typeface="Kalam"/>
                <a:cs typeface="Kalam"/>
                <a:sym typeface="Kalam"/>
              </a:rPr>
              <a:t>This is because at 6 am the weather shows clear sky intervals without the Sun, whilst at 9 am it shows </a:t>
            </a:r>
            <a:r>
              <a:rPr lang="en-GB" sz="2000">
                <a:solidFill>
                  <a:schemeClr val="dk1"/>
                </a:solidFill>
                <a:latin typeface="Kalam"/>
                <a:ea typeface="Kalam"/>
                <a:cs typeface="Kalam"/>
                <a:sym typeface="Kalam"/>
              </a:rPr>
              <a:t>clear sky intervals with the Sun.</a:t>
            </a:r>
            <a:endParaRPr sz="2000">
              <a:latin typeface="Kalam"/>
              <a:ea typeface="Kalam"/>
              <a:cs typeface="Kalam"/>
              <a:sym typeface="Kalam"/>
            </a:endParaRPr>
          </a:p>
        </p:txBody>
      </p:sp>
      <p:sp>
        <p:nvSpPr>
          <p:cNvPr id="1057" name="Google Shape;1057;p86"/>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Between which two times is </a:t>
            </a:r>
            <a:r>
              <a:rPr lang="en-GB" sz="1800">
                <a:solidFill>
                  <a:schemeClr val="accent4"/>
                </a:solidFill>
                <a:latin typeface="Lexend"/>
                <a:ea typeface="Lexend"/>
                <a:cs typeface="Lexend"/>
                <a:sym typeface="Lexend"/>
              </a:rPr>
              <a:t>sunrise</a:t>
            </a:r>
            <a:r>
              <a:rPr lang="en-GB" sz="1800">
                <a:latin typeface="Lexend"/>
                <a:ea typeface="Lexend"/>
                <a:cs typeface="Lexend"/>
                <a:sym typeface="Lexend"/>
              </a:rPr>
              <a:t>?</a:t>
            </a:r>
            <a:endParaRPr sz="1800">
              <a:latin typeface="Lexend"/>
              <a:ea typeface="Lexend"/>
              <a:cs typeface="Lexend"/>
              <a:sym typeface="Lexend"/>
            </a:endParaRPr>
          </a:p>
          <a:p>
            <a:pPr marL="0" lvl="0" indent="0" algn="l" rtl="0">
              <a:spcBef>
                <a:spcPts val="1000"/>
              </a:spcBef>
              <a:spcAft>
                <a:spcPts val="1000"/>
              </a:spcAft>
              <a:buNone/>
            </a:pPr>
            <a:r>
              <a:rPr lang="en-GB" sz="1800">
                <a:latin typeface="Lexend"/>
                <a:ea typeface="Lexend"/>
                <a:cs typeface="Lexend"/>
                <a:sym typeface="Lexend"/>
              </a:rPr>
              <a:t>Explain how you know.</a:t>
            </a:r>
            <a:endParaRPr sz="1800">
              <a:latin typeface="Lexend"/>
              <a:ea typeface="Lexend"/>
              <a:cs typeface="Lexend"/>
              <a:sym typeface="Lexend"/>
            </a:endParaRPr>
          </a:p>
        </p:txBody>
      </p:sp>
      <p:sp>
        <p:nvSpPr>
          <p:cNvPr id="1058" name="Google Shape;1058;p86"/>
          <p:cNvSpPr txBox="1"/>
          <p:nvPr/>
        </p:nvSpPr>
        <p:spPr>
          <a:xfrm>
            <a:off x="5116600" y="3637150"/>
            <a:ext cx="3587100" cy="463800"/>
          </a:xfrm>
          <a:prstGeom prst="rect">
            <a:avLst/>
          </a:prstGeom>
          <a:noFill/>
          <a:ln>
            <a:noFill/>
          </a:ln>
        </p:spPr>
        <p:txBody>
          <a:bodyPr spcFirstLastPara="1" wrap="square" lIns="0" tIns="0" rIns="0" bIns="0" anchor="t" anchorCtr="0">
            <a:noAutofit/>
          </a:bodyPr>
          <a:lstStyle/>
          <a:p>
            <a:pPr marL="0" lvl="0" indent="0" algn="r" rtl="0">
              <a:spcBef>
                <a:spcPct val="0"/>
              </a:spcBef>
              <a:spcAft>
                <a:spcPct val="0"/>
              </a:spcAft>
              <a:buNone/>
            </a:pPr>
            <a:r>
              <a:rPr lang="en-GB" sz="1800">
                <a:latin typeface="Lexend"/>
                <a:ea typeface="Lexend"/>
                <a:cs typeface="Lexend"/>
                <a:sym typeface="Lexend"/>
              </a:rPr>
              <a:t>weather in “Oakfield Old Town”</a:t>
            </a:r>
            <a:endParaRPr sz="1800">
              <a:solidFill>
                <a:srgbClr val="000000"/>
              </a:solidFill>
              <a:latin typeface="Lexend"/>
              <a:ea typeface="Lexend"/>
              <a:cs typeface="Lexend"/>
              <a:sym typeface="Lexend"/>
            </a:endParaRPr>
          </a:p>
        </p:txBody>
      </p:sp>
      <p:sp>
        <p:nvSpPr>
          <p:cNvPr id="1059" name="Google Shape;1059;p86"/>
          <p:cNvSpPr/>
          <p:nvPr/>
        </p:nvSpPr>
        <p:spPr>
          <a:xfrm rot="10800000" flipH="1">
            <a:off x="3873988" y="2203320"/>
            <a:ext cx="1608600" cy="10038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pic>
        <p:nvPicPr>
          <p:cNvPr id="1060" name="Google Shape;1060;p86"/>
          <p:cNvPicPr preferRelativeResize="0"/>
          <p:nvPr/>
        </p:nvPicPr>
        <p:blipFill>
          <a:blip r:embed="rId3">
            <a:alphaModFix/>
          </a:blip>
          <a:stretch>
            <a:fillRect/>
          </a:stretch>
        </p:blipFill>
        <p:spPr>
          <a:xfrm>
            <a:off x="2412961" y="2518413"/>
            <a:ext cx="534339" cy="613500"/>
          </a:xfrm>
          <a:prstGeom prst="rect">
            <a:avLst/>
          </a:prstGeom>
          <a:noFill/>
          <a:ln>
            <a:noFill/>
          </a:ln>
        </p:spPr>
      </p:pic>
      <p:pic>
        <p:nvPicPr>
          <p:cNvPr id="1061" name="Google Shape;1061;p86"/>
          <p:cNvPicPr preferRelativeResize="0"/>
          <p:nvPr/>
        </p:nvPicPr>
        <p:blipFill>
          <a:blip r:embed="rId3">
            <a:alphaModFix/>
          </a:blip>
          <a:stretch>
            <a:fillRect/>
          </a:stretch>
        </p:blipFill>
        <p:spPr>
          <a:xfrm>
            <a:off x="3183036" y="2518400"/>
            <a:ext cx="534339" cy="613500"/>
          </a:xfrm>
          <a:prstGeom prst="rect">
            <a:avLst/>
          </a:prstGeom>
          <a:noFill/>
          <a:ln>
            <a:noFill/>
          </a:ln>
        </p:spPr>
      </p:pic>
      <p:pic>
        <p:nvPicPr>
          <p:cNvPr id="1062" name="Google Shape;1062;p86"/>
          <p:cNvPicPr preferRelativeResize="0"/>
          <p:nvPr/>
        </p:nvPicPr>
        <p:blipFill>
          <a:blip r:embed="rId4">
            <a:alphaModFix/>
          </a:blip>
          <a:stretch>
            <a:fillRect/>
          </a:stretch>
        </p:blipFill>
        <p:spPr>
          <a:xfrm>
            <a:off x="3964913" y="2456047"/>
            <a:ext cx="646425" cy="668824"/>
          </a:xfrm>
          <a:prstGeom prst="rect">
            <a:avLst/>
          </a:prstGeom>
          <a:noFill/>
          <a:ln>
            <a:noFill/>
          </a:ln>
        </p:spPr>
      </p:pic>
      <p:pic>
        <p:nvPicPr>
          <p:cNvPr id="1063" name="Google Shape;1063;p86"/>
          <p:cNvPicPr preferRelativeResize="0"/>
          <p:nvPr/>
        </p:nvPicPr>
        <p:blipFill>
          <a:blip r:embed="rId5">
            <a:alphaModFix/>
          </a:blip>
          <a:stretch>
            <a:fillRect/>
          </a:stretch>
        </p:blipFill>
        <p:spPr>
          <a:xfrm>
            <a:off x="4762940" y="2567250"/>
            <a:ext cx="646450" cy="435814"/>
          </a:xfrm>
          <a:prstGeom prst="rect">
            <a:avLst/>
          </a:prstGeom>
          <a:noFill/>
          <a:ln>
            <a:noFill/>
          </a:ln>
        </p:spPr>
      </p:pic>
      <p:pic>
        <p:nvPicPr>
          <p:cNvPr id="1064" name="Google Shape;1064;p86"/>
          <p:cNvPicPr preferRelativeResize="0"/>
          <p:nvPr/>
        </p:nvPicPr>
        <p:blipFill>
          <a:blip r:embed="rId6">
            <a:alphaModFix/>
          </a:blip>
          <a:stretch>
            <a:fillRect/>
          </a:stretch>
        </p:blipFill>
        <p:spPr>
          <a:xfrm>
            <a:off x="7210547" y="2514125"/>
            <a:ext cx="604753" cy="613500"/>
          </a:xfrm>
          <a:prstGeom prst="rect">
            <a:avLst/>
          </a:prstGeom>
          <a:noFill/>
          <a:ln>
            <a:noFill/>
          </a:ln>
        </p:spPr>
      </p:pic>
      <p:pic>
        <p:nvPicPr>
          <p:cNvPr id="1065" name="Google Shape;1065;p86"/>
          <p:cNvPicPr preferRelativeResize="0"/>
          <p:nvPr/>
        </p:nvPicPr>
        <p:blipFill>
          <a:blip r:embed="rId4">
            <a:alphaModFix/>
          </a:blip>
          <a:stretch>
            <a:fillRect/>
          </a:stretch>
        </p:blipFill>
        <p:spPr>
          <a:xfrm>
            <a:off x="7966863" y="2450747"/>
            <a:ext cx="646425" cy="668824"/>
          </a:xfrm>
          <a:prstGeom prst="rect">
            <a:avLst/>
          </a:prstGeom>
          <a:noFill/>
          <a:ln>
            <a:noFill/>
          </a:ln>
        </p:spPr>
      </p:pic>
      <p:pic>
        <p:nvPicPr>
          <p:cNvPr id="1066" name="Google Shape;1066;p86"/>
          <p:cNvPicPr preferRelativeResize="0"/>
          <p:nvPr/>
        </p:nvPicPr>
        <p:blipFill>
          <a:blip r:embed="rId7">
            <a:alphaModFix/>
          </a:blip>
          <a:stretch>
            <a:fillRect/>
          </a:stretch>
        </p:blipFill>
        <p:spPr>
          <a:xfrm>
            <a:off x="5574950" y="2518325"/>
            <a:ext cx="534350" cy="605104"/>
          </a:xfrm>
          <a:prstGeom prst="rect">
            <a:avLst/>
          </a:prstGeom>
          <a:noFill/>
          <a:ln>
            <a:noFill/>
          </a:ln>
        </p:spPr>
      </p:pic>
      <p:pic>
        <p:nvPicPr>
          <p:cNvPr id="1067" name="Google Shape;1067;p86"/>
          <p:cNvPicPr preferRelativeResize="0"/>
          <p:nvPr/>
        </p:nvPicPr>
        <p:blipFill>
          <a:blip r:embed="rId7">
            <a:alphaModFix/>
          </a:blip>
          <a:stretch>
            <a:fillRect/>
          </a:stretch>
        </p:blipFill>
        <p:spPr>
          <a:xfrm>
            <a:off x="6431148" y="2526509"/>
            <a:ext cx="534350" cy="605104"/>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071" name="Shape 1071"/>
        <p:cNvGrpSpPr/>
        <p:nvPr/>
      </p:nvGrpSpPr>
      <p:grpSpPr>
        <a:xfrm>
          <a:off x="0" y="0"/>
          <a:ext cx="0" cy="0"/>
        </a:xfrm>
      </p:grpSpPr>
      <p:sp>
        <p:nvSpPr>
          <p:cNvPr id="1072" name="Google Shape;1072;p87"/>
          <p:cNvSpPr/>
          <p:nvPr/>
        </p:nvSpPr>
        <p:spPr>
          <a:xfrm>
            <a:off x="365734" y="1265728"/>
            <a:ext cx="5014200" cy="3481500"/>
          </a:xfrm>
          <a:prstGeom prst="rect">
            <a:avLst/>
          </a:prstGeom>
          <a:solidFill>
            <a:srgbClr val="4285F4"/>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073" name="Google Shape;1073;p87"/>
          <p:cNvSpPr/>
          <p:nvPr/>
        </p:nvSpPr>
        <p:spPr>
          <a:xfrm>
            <a:off x="-891036" y="1027484"/>
            <a:ext cx="6425564" cy="4140237"/>
          </a:xfrm>
          <a:custGeom>
            <a:rect l="l" t="t" r="r" b="b"/>
            <a:pathLst>
              <a:path w="300260" h="193469" extrusionOk="0">
                <a:moveTo>
                  <a:pt x="70920" y="84"/>
                </a:moveTo>
                <a:cubicBezTo>
                  <a:pt x="89716" y="-1122"/>
                  <a:pt x="109846" y="11006"/>
                  <a:pt x="130737" y="14943"/>
                </a:cubicBezTo>
                <a:cubicBezTo>
                  <a:pt x="151629" y="18880"/>
                  <a:pt x="181093" y="22119"/>
                  <a:pt x="196269" y="23706"/>
                </a:cubicBezTo>
                <a:cubicBezTo>
                  <a:pt x="211446" y="25294"/>
                  <a:pt x="214176" y="24278"/>
                  <a:pt x="221796" y="24468"/>
                </a:cubicBezTo>
                <a:cubicBezTo>
                  <a:pt x="229416" y="24659"/>
                  <a:pt x="236552" y="23790"/>
                  <a:pt x="241989" y="24849"/>
                </a:cubicBezTo>
                <a:cubicBezTo>
                  <a:pt x="247426" y="25908"/>
                  <a:pt x="249796" y="29354"/>
                  <a:pt x="254419" y="30821"/>
                </a:cubicBezTo>
                <a:cubicBezTo>
                  <a:pt x="259042" y="32288"/>
                  <a:pt x="265456" y="32096"/>
                  <a:pt x="269726" y="33649"/>
                </a:cubicBezTo>
                <a:cubicBezTo>
                  <a:pt x="273996" y="35202"/>
                  <a:pt x="277298" y="37160"/>
                  <a:pt x="280041" y="40138"/>
                </a:cubicBezTo>
                <a:cubicBezTo>
                  <a:pt x="282784" y="43116"/>
                  <a:pt x="285860" y="47908"/>
                  <a:pt x="286185" y="51519"/>
                </a:cubicBezTo>
                <a:cubicBezTo>
                  <a:pt x="286511" y="55130"/>
                  <a:pt x="285233" y="59139"/>
                  <a:pt x="281994" y="61806"/>
                </a:cubicBezTo>
                <a:cubicBezTo>
                  <a:pt x="278756" y="64473"/>
                  <a:pt x="269993" y="66124"/>
                  <a:pt x="266754" y="67521"/>
                </a:cubicBezTo>
                <a:cubicBezTo>
                  <a:pt x="263516" y="68918"/>
                  <a:pt x="265548" y="70950"/>
                  <a:pt x="262563" y="70188"/>
                </a:cubicBezTo>
                <a:cubicBezTo>
                  <a:pt x="259579" y="69426"/>
                  <a:pt x="249927" y="64918"/>
                  <a:pt x="248847" y="62949"/>
                </a:cubicBezTo>
                <a:cubicBezTo>
                  <a:pt x="247768" y="60981"/>
                  <a:pt x="257737" y="59901"/>
                  <a:pt x="256086" y="58377"/>
                </a:cubicBezTo>
                <a:cubicBezTo>
                  <a:pt x="254435" y="56853"/>
                  <a:pt x="244529" y="54059"/>
                  <a:pt x="238941" y="53805"/>
                </a:cubicBezTo>
                <a:cubicBezTo>
                  <a:pt x="233353" y="53551"/>
                  <a:pt x="225479" y="54059"/>
                  <a:pt x="222558" y="56853"/>
                </a:cubicBezTo>
                <a:cubicBezTo>
                  <a:pt x="219637" y="59647"/>
                  <a:pt x="220717" y="66886"/>
                  <a:pt x="221415" y="70569"/>
                </a:cubicBezTo>
                <a:cubicBezTo>
                  <a:pt x="222114" y="74252"/>
                  <a:pt x="225479" y="75903"/>
                  <a:pt x="226749" y="78951"/>
                </a:cubicBezTo>
                <a:cubicBezTo>
                  <a:pt x="228019" y="81999"/>
                  <a:pt x="226559" y="84412"/>
                  <a:pt x="229035" y="88857"/>
                </a:cubicBezTo>
                <a:cubicBezTo>
                  <a:pt x="231512" y="93302"/>
                  <a:pt x="237989" y="101049"/>
                  <a:pt x="241608" y="105621"/>
                </a:cubicBezTo>
                <a:cubicBezTo>
                  <a:pt x="245228" y="110193"/>
                  <a:pt x="246498" y="113622"/>
                  <a:pt x="250752" y="116289"/>
                </a:cubicBezTo>
                <a:cubicBezTo>
                  <a:pt x="255007" y="118956"/>
                  <a:pt x="263643" y="118004"/>
                  <a:pt x="267135" y="121623"/>
                </a:cubicBezTo>
                <a:cubicBezTo>
                  <a:pt x="270628" y="125243"/>
                  <a:pt x="270374" y="132545"/>
                  <a:pt x="271707" y="138006"/>
                </a:cubicBezTo>
                <a:cubicBezTo>
                  <a:pt x="273041" y="143467"/>
                  <a:pt x="273930" y="149881"/>
                  <a:pt x="275136" y="154389"/>
                </a:cubicBezTo>
                <a:cubicBezTo>
                  <a:pt x="276343" y="158898"/>
                  <a:pt x="277549" y="161628"/>
                  <a:pt x="278946" y="165057"/>
                </a:cubicBezTo>
                <a:cubicBezTo>
                  <a:pt x="280343" y="168486"/>
                  <a:pt x="282883" y="171852"/>
                  <a:pt x="283518" y="174963"/>
                </a:cubicBezTo>
                <a:cubicBezTo>
                  <a:pt x="284153" y="178075"/>
                  <a:pt x="321364" y="181567"/>
                  <a:pt x="282756" y="183726"/>
                </a:cubicBezTo>
                <a:cubicBezTo>
                  <a:pt x="244148" y="185885"/>
                  <a:pt x="98733" y="201633"/>
                  <a:pt x="51870" y="187917"/>
                </a:cubicBezTo>
                <a:cubicBezTo>
                  <a:pt x="5007" y="174201"/>
                  <a:pt x="7230" y="129053"/>
                  <a:pt x="1578" y="101430"/>
                </a:cubicBezTo>
                <a:cubicBezTo>
                  <a:pt x="-4073" y="73808"/>
                  <a:pt x="6404" y="39073"/>
                  <a:pt x="17961" y="22182"/>
                </a:cubicBezTo>
                <a:cubicBezTo>
                  <a:pt x="29518" y="5291"/>
                  <a:pt x="52124" y="1291"/>
                  <a:pt x="70920" y="84"/>
                </a:cubicBezTo>
                <a:close/>
              </a:path>
            </a:pathLst>
          </a:custGeom>
          <a:solidFill>
            <a:srgbClr val="D9EAD3"/>
          </a:solidFill>
          <a:ln w="28575" cap="flat" cmpd="sng">
            <a:solidFill>
              <a:srgbClr val="000000"/>
            </a:solidFill>
            <a:prstDash val="solid"/>
            <a:round/>
            <a:headEnd type="none" w="med" len="med"/>
            <a:tailEnd type="none" w="med" len="med"/>
          </a:ln>
        </p:spPr>
        <p:txBody>
          <a:bodyPr/>
          <a:lstStyle/>
          <a:p/>
        </p:txBody>
      </p:sp>
      <p:sp>
        <p:nvSpPr>
          <p:cNvPr id="1074" name="Google Shape;1074;p87"/>
          <p:cNvSpPr/>
          <p:nvPr/>
        </p:nvSpPr>
        <p:spPr>
          <a:xfrm>
            <a:off x="-523026" y="1020496"/>
            <a:ext cx="5760944" cy="3560575"/>
          </a:xfrm>
          <a:custGeom>
            <a:rect l="l" t="t" r="r" b="b"/>
            <a:pathLst>
              <a:path w="269203" h="166382" extrusionOk="0">
                <a:moveTo>
                  <a:pt x="53723" y="411"/>
                </a:moveTo>
                <a:cubicBezTo>
                  <a:pt x="72564" y="-1965"/>
                  <a:pt x="93582" y="6682"/>
                  <a:pt x="113808" y="8251"/>
                </a:cubicBezTo>
                <a:cubicBezTo>
                  <a:pt x="134035" y="9820"/>
                  <a:pt x="158978" y="9561"/>
                  <a:pt x="175082" y="9823"/>
                </a:cubicBezTo>
                <a:cubicBezTo>
                  <a:pt x="191186" y="10085"/>
                  <a:pt x="200351" y="10412"/>
                  <a:pt x="210432" y="9823"/>
                </a:cubicBezTo>
                <a:cubicBezTo>
                  <a:pt x="220514" y="9234"/>
                  <a:pt x="230638" y="3601"/>
                  <a:pt x="235571" y="6287"/>
                </a:cubicBezTo>
                <a:cubicBezTo>
                  <a:pt x="240504" y="8973"/>
                  <a:pt x="236304" y="22218"/>
                  <a:pt x="240032" y="25938"/>
                </a:cubicBezTo>
                <a:cubicBezTo>
                  <a:pt x="243760" y="29658"/>
                  <a:pt x="253367" y="26637"/>
                  <a:pt x="257939" y="28605"/>
                </a:cubicBezTo>
                <a:cubicBezTo>
                  <a:pt x="262511" y="30574"/>
                  <a:pt x="265623" y="33876"/>
                  <a:pt x="267464" y="37749"/>
                </a:cubicBezTo>
                <a:cubicBezTo>
                  <a:pt x="269306" y="41623"/>
                  <a:pt x="269433" y="47782"/>
                  <a:pt x="268988" y="51846"/>
                </a:cubicBezTo>
                <a:cubicBezTo>
                  <a:pt x="268544" y="55910"/>
                  <a:pt x="268036" y="59466"/>
                  <a:pt x="264797" y="62133"/>
                </a:cubicBezTo>
                <a:cubicBezTo>
                  <a:pt x="261559" y="64800"/>
                  <a:pt x="252796" y="66451"/>
                  <a:pt x="249557" y="67848"/>
                </a:cubicBezTo>
                <a:cubicBezTo>
                  <a:pt x="246319" y="69245"/>
                  <a:pt x="248351" y="71277"/>
                  <a:pt x="245366" y="70515"/>
                </a:cubicBezTo>
                <a:cubicBezTo>
                  <a:pt x="242382" y="69753"/>
                  <a:pt x="232730" y="65245"/>
                  <a:pt x="231650" y="63276"/>
                </a:cubicBezTo>
                <a:cubicBezTo>
                  <a:pt x="230571" y="61308"/>
                  <a:pt x="240540" y="60228"/>
                  <a:pt x="238889" y="58704"/>
                </a:cubicBezTo>
                <a:cubicBezTo>
                  <a:pt x="237238" y="57180"/>
                  <a:pt x="227332" y="54386"/>
                  <a:pt x="221744" y="54132"/>
                </a:cubicBezTo>
                <a:cubicBezTo>
                  <a:pt x="216156" y="53878"/>
                  <a:pt x="208282" y="54386"/>
                  <a:pt x="205361" y="57180"/>
                </a:cubicBezTo>
                <a:cubicBezTo>
                  <a:pt x="202440" y="59974"/>
                  <a:pt x="203520" y="67213"/>
                  <a:pt x="204218" y="70896"/>
                </a:cubicBezTo>
                <a:cubicBezTo>
                  <a:pt x="204917" y="74579"/>
                  <a:pt x="208282" y="76230"/>
                  <a:pt x="209552" y="79278"/>
                </a:cubicBezTo>
                <a:cubicBezTo>
                  <a:pt x="210822" y="82326"/>
                  <a:pt x="209362" y="84739"/>
                  <a:pt x="211838" y="89184"/>
                </a:cubicBezTo>
                <a:cubicBezTo>
                  <a:pt x="214315" y="93629"/>
                  <a:pt x="220792" y="101376"/>
                  <a:pt x="224411" y="105948"/>
                </a:cubicBezTo>
                <a:cubicBezTo>
                  <a:pt x="228031" y="110520"/>
                  <a:pt x="229301" y="113949"/>
                  <a:pt x="233555" y="116616"/>
                </a:cubicBezTo>
                <a:cubicBezTo>
                  <a:pt x="237810" y="119283"/>
                  <a:pt x="246446" y="118331"/>
                  <a:pt x="249938" y="121950"/>
                </a:cubicBezTo>
                <a:cubicBezTo>
                  <a:pt x="253431" y="125570"/>
                  <a:pt x="253177" y="132872"/>
                  <a:pt x="254510" y="138333"/>
                </a:cubicBezTo>
                <a:cubicBezTo>
                  <a:pt x="255844" y="143794"/>
                  <a:pt x="257582" y="150041"/>
                  <a:pt x="257939" y="154716"/>
                </a:cubicBezTo>
                <a:cubicBezTo>
                  <a:pt x="258296" y="159391"/>
                  <a:pt x="263065" y="166382"/>
                  <a:pt x="256651" y="166382"/>
                </a:cubicBezTo>
                <a:cubicBezTo>
                  <a:pt x="250238" y="166382"/>
                  <a:pt x="241024" y="155898"/>
                  <a:pt x="219458" y="154716"/>
                </a:cubicBezTo>
                <a:cubicBezTo>
                  <a:pt x="197892" y="153534"/>
                  <a:pt x="150494" y="165107"/>
                  <a:pt x="127256" y="159288"/>
                </a:cubicBezTo>
                <a:cubicBezTo>
                  <a:pt x="104018" y="153469"/>
                  <a:pt x="96856" y="130597"/>
                  <a:pt x="80028" y="119802"/>
                </a:cubicBezTo>
                <a:cubicBezTo>
                  <a:pt x="63201" y="109007"/>
                  <a:pt x="39502" y="110734"/>
                  <a:pt x="26291" y="94518"/>
                </a:cubicBezTo>
                <a:cubicBezTo>
                  <a:pt x="13080" y="78303"/>
                  <a:pt x="-3808" y="38194"/>
                  <a:pt x="764" y="22509"/>
                </a:cubicBezTo>
                <a:cubicBezTo>
                  <a:pt x="5336" y="6825"/>
                  <a:pt x="34882" y="2787"/>
                  <a:pt x="53723" y="411"/>
                </a:cubicBezTo>
                <a:close/>
              </a:path>
            </a:pathLst>
          </a:custGeom>
          <a:solidFill>
            <a:srgbClr val="93C47D"/>
          </a:solidFill>
          <a:ln w="28575" cap="flat" cmpd="sng">
            <a:solidFill>
              <a:srgbClr val="000000"/>
            </a:solidFill>
            <a:prstDash val="solid"/>
            <a:round/>
            <a:headEnd type="none" w="med" len="med"/>
            <a:tailEnd type="none" w="med" len="med"/>
          </a:ln>
        </p:spPr>
        <p:txBody>
          <a:bodyPr/>
          <a:lstStyle/>
          <a:p/>
        </p:txBody>
      </p:sp>
      <p:sp>
        <p:nvSpPr>
          <p:cNvPr id="1075" name="Google Shape;1075;p87"/>
          <p:cNvSpPr/>
          <p:nvPr/>
        </p:nvSpPr>
        <p:spPr>
          <a:xfrm>
            <a:off x="-1103578" y="825255"/>
            <a:ext cx="6598500" cy="44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076" name="Google Shape;1076;p87"/>
          <p:cNvSpPr/>
          <p:nvPr/>
        </p:nvSpPr>
        <p:spPr>
          <a:xfrm>
            <a:off x="-1103578" y="1192369"/>
            <a:ext cx="1469400" cy="3949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077" name="Google Shape;1077;p87"/>
          <p:cNvSpPr/>
          <p:nvPr/>
        </p:nvSpPr>
        <p:spPr>
          <a:xfrm>
            <a:off x="-178185" y="4747201"/>
            <a:ext cx="5764200" cy="98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078" name="Google Shape;1078;p87"/>
          <p:cNvSpPr txBox="1"/>
          <p:nvPr/>
        </p:nvSpPr>
        <p:spPr>
          <a:xfrm>
            <a:off x="422646" y="1314730"/>
            <a:ext cx="8823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1079" name="Google Shape;1079;p87"/>
          <p:cNvSpPr/>
          <p:nvPr/>
        </p:nvSpPr>
        <p:spPr>
          <a:xfrm>
            <a:off x="2013327" y="23906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080" name="Google Shape;1080;p87"/>
          <p:cNvSpPr txBox="1"/>
          <p:nvPr/>
        </p:nvSpPr>
        <p:spPr>
          <a:xfrm>
            <a:off x="492224" y="2424770"/>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1081" name="Google Shape;1081;p87"/>
          <p:cNvCxnSpPr/>
          <p:nvPr/>
        </p:nvCxnSpPr>
        <p:spPr>
          <a:xfrm flipH="1">
            <a:off x="1274441" y="2448979"/>
            <a:ext cx="804600" cy="188700"/>
          </a:xfrm>
          <a:prstGeom prst="straightConnector1">
            <a:avLst/>
          </a:prstGeom>
          <a:noFill/>
          <a:ln w="28575" cap="flat" cmpd="sng">
            <a:solidFill>
              <a:srgbClr val="000000"/>
            </a:solidFill>
            <a:prstDash val="solid"/>
            <a:round/>
            <a:headEnd type="none" w="med" len="med"/>
            <a:tailEnd type="none" w="med" len="med"/>
          </a:ln>
        </p:spPr>
      </p:cxnSp>
      <p:sp>
        <p:nvSpPr>
          <p:cNvPr id="1082" name="Google Shape;1082;p87"/>
          <p:cNvSpPr/>
          <p:nvPr/>
        </p:nvSpPr>
        <p:spPr>
          <a:xfrm rot="-4513154">
            <a:off x="4675837" y="2314398"/>
            <a:ext cx="117591" cy="117591"/>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1083" name="Google Shape;1083;p87"/>
          <p:cNvCxnSpPr/>
          <p:nvPr/>
        </p:nvCxnSpPr>
        <p:spPr>
          <a:xfrm>
            <a:off x="4735999" y="2366451"/>
            <a:ext cx="61200" cy="514500"/>
          </a:xfrm>
          <a:prstGeom prst="straightConnector1">
            <a:avLst/>
          </a:prstGeom>
          <a:noFill/>
          <a:ln w="28575" cap="flat" cmpd="sng">
            <a:solidFill>
              <a:srgbClr val="000000"/>
            </a:solidFill>
            <a:prstDash val="solid"/>
            <a:round/>
            <a:headEnd type="none" w="med" len="med"/>
            <a:tailEnd type="none" w="med" len="med"/>
          </a:ln>
        </p:spPr>
      </p:cxnSp>
      <p:sp>
        <p:nvSpPr>
          <p:cNvPr id="1084" name="Google Shape;1084;p87"/>
          <p:cNvSpPr txBox="1"/>
          <p:nvPr/>
        </p:nvSpPr>
        <p:spPr>
          <a:xfrm>
            <a:off x="4343420" y="2872765"/>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1085" name="Google Shape;1085;p87"/>
          <p:cNvSpPr/>
          <p:nvPr/>
        </p:nvSpPr>
        <p:spPr>
          <a:xfrm>
            <a:off x="3624005" y="3970066"/>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086" name="Google Shape;1086;p87"/>
          <p:cNvGrpSpPr/>
          <p:nvPr/>
        </p:nvGrpSpPr>
        <p:grpSpPr>
          <a:xfrm flipH="1">
            <a:off x="3669564" y="3932182"/>
            <a:ext cx="1248041" cy="396900"/>
            <a:chOff x="2441679" y="3932182"/>
            <a:chExt cx="1248041" cy="396900"/>
          </a:xfrm>
        </p:grpSpPr>
        <p:sp>
          <p:nvSpPr>
            <p:cNvPr id="1087" name="Google Shape;1087;p87"/>
            <p:cNvSpPr txBox="1"/>
            <p:nvPr/>
          </p:nvSpPr>
          <p:spPr>
            <a:xfrm>
              <a:off x="2441679" y="3932182"/>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1088" name="Google Shape;1088;p87"/>
            <p:cNvCxnSpPr/>
            <p:nvPr/>
          </p:nvCxnSpPr>
          <p:spPr>
            <a:xfrm flipH="1">
              <a:off x="3239420" y="4028393"/>
              <a:ext cx="450300" cy="114300"/>
            </a:xfrm>
            <a:prstGeom prst="straightConnector1">
              <a:avLst/>
            </a:prstGeom>
            <a:noFill/>
            <a:ln w="28575" cap="flat" cmpd="sng">
              <a:solidFill>
                <a:srgbClr val="000000"/>
              </a:solidFill>
              <a:prstDash val="solid"/>
              <a:round/>
              <a:headEnd type="none" w="med" len="med"/>
              <a:tailEnd type="none" w="med" len="med"/>
            </a:ln>
          </p:spPr>
        </p:cxnSp>
      </p:grpSp>
      <p:sp>
        <p:nvSpPr>
          <p:cNvPr id="1089" name="Google Shape;1089;p87"/>
          <p:cNvSpPr/>
          <p:nvPr/>
        </p:nvSpPr>
        <p:spPr>
          <a:xfrm>
            <a:off x="3434917" y="21434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090" name="Google Shape;1090;p87"/>
          <p:cNvSpPr/>
          <p:nvPr/>
        </p:nvSpPr>
        <p:spPr>
          <a:xfrm>
            <a:off x="2753720" y="333695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091" name="Google Shape;1091;p87"/>
          <p:cNvSpPr txBox="1"/>
          <p:nvPr/>
        </p:nvSpPr>
        <p:spPr>
          <a:xfrm>
            <a:off x="4771686" y="4508108"/>
            <a:ext cx="594600" cy="228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15:00</a:t>
            </a:r>
            <a:endParaRPr sz="1600">
              <a:solidFill>
                <a:srgbClr val="FFFFFF"/>
              </a:solidFill>
              <a:latin typeface="Lexend"/>
              <a:ea typeface="Lexend"/>
              <a:cs typeface="Lexend"/>
              <a:sym typeface="Lexend"/>
            </a:endParaRPr>
          </a:p>
        </p:txBody>
      </p:sp>
      <p:sp>
        <p:nvSpPr>
          <p:cNvPr id="1092" name="Google Shape;1092;p87"/>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Understanding a basic weather forecast</a:t>
            </a:r>
            <a:endParaRPr/>
          </a:p>
        </p:txBody>
      </p:sp>
      <p:sp>
        <p:nvSpPr>
          <p:cNvPr id="1093" name="Google Shape;1093;p87"/>
          <p:cNvSpPr txBox="1"/>
          <p:nvPr/>
        </p:nvSpPr>
        <p:spPr>
          <a:xfrm>
            <a:off x="5534525" y="1270175"/>
            <a:ext cx="32856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solidFill>
                  <a:schemeClr val="dk1"/>
                </a:solidFill>
                <a:latin typeface="Lexend"/>
                <a:ea typeface="Lexend"/>
                <a:cs typeface="Lexend"/>
                <a:sym typeface="Lexend"/>
              </a:rPr>
              <a:t>Different weather maps will give different levels of information, but you will usually see…</a:t>
            </a:r>
            <a:endParaRPr sz="1800">
              <a:latin typeface="Lexend"/>
              <a:ea typeface="Lexend"/>
              <a:cs typeface="Lexend"/>
              <a:sym typeface="Lexend"/>
            </a:endParaRPr>
          </a:p>
        </p:txBody>
      </p:sp>
      <p:sp>
        <p:nvSpPr>
          <p:cNvPr id="1094" name="Google Shape;1094;p87"/>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solidFill>
                  <a:schemeClr val="dk1"/>
                </a:solidFill>
                <a:latin typeface="Lexend"/>
                <a:ea typeface="Lexend"/>
                <a:cs typeface="Lexend"/>
                <a:sym typeface="Lexend"/>
              </a:rPr>
              <a:t>Weather maps are a great way of assessing weather conditions across multiple locations at one point in time.</a:t>
            </a:r>
            <a:endParaRPr sz="1800">
              <a:latin typeface="Lexend"/>
              <a:ea typeface="Lexend"/>
              <a:cs typeface="Lexend"/>
              <a:sym typeface="Lexend"/>
            </a:endParaRPr>
          </a:p>
        </p:txBody>
      </p:sp>
      <p:sp>
        <p:nvSpPr>
          <p:cNvPr id="1095" name="Google Shape;1095;p87"/>
          <p:cNvSpPr txBox="1"/>
          <p:nvPr/>
        </p:nvSpPr>
        <p:spPr>
          <a:xfrm>
            <a:off x="5774400" y="2468100"/>
            <a:ext cx="30456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ts val="1000"/>
              </a:spcAft>
              <a:buNone/>
            </a:pPr>
            <a:r>
              <a:rPr lang="en-GB" sz="1800">
                <a:solidFill>
                  <a:schemeClr val="dk1"/>
                </a:solidFill>
                <a:latin typeface="Lexend"/>
                <a:ea typeface="Lexend"/>
                <a:cs typeface="Lexend"/>
                <a:sym typeface="Lexend"/>
              </a:rPr>
              <a:t>weather conditions</a:t>
            </a:r>
            <a:endParaRPr sz="1800">
              <a:latin typeface="Lexend"/>
              <a:ea typeface="Lexend"/>
              <a:cs typeface="Lexend"/>
              <a:sym typeface="Lexend"/>
            </a:endParaRPr>
          </a:p>
        </p:txBody>
      </p:sp>
      <p:sp>
        <p:nvSpPr>
          <p:cNvPr id="1096" name="Google Shape;1096;p87"/>
          <p:cNvSpPr txBox="1"/>
          <p:nvPr/>
        </p:nvSpPr>
        <p:spPr>
          <a:xfrm>
            <a:off x="5774400" y="2867875"/>
            <a:ext cx="30456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ts val="1000"/>
              </a:spcAft>
              <a:buNone/>
            </a:pPr>
            <a:r>
              <a:rPr lang="en-GB" sz="1800">
                <a:solidFill>
                  <a:schemeClr val="dk1"/>
                </a:solidFill>
                <a:latin typeface="Lexend"/>
                <a:ea typeface="Lexend"/>
                <a:cs typeface="Lexend"/>
                <a:sym typeface="Lexend"/>
              </a:rPr>
              <a:t>temperatures</a:t>
            </a:r>
            <a:endParaRPr sz="1800">
              <a:latin typeface="Lexend"/>
              <a:ea typeface="Lexend"/>
              <a:cs typeface="Lexend"/>
              <a:sym typeface="Lexend"/>
            </a:endParaRPr>
          </a:p>
        </p:txBody>
      </p:sp>
      <p:cxnSp>
        <p:nvCxnSpPr>
          <p:cNvPr id="1097" name="Google Shape;1097;p87"/>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1098" name="Google Shape;1098;p87"/>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sp>
        <p:nvSpPr>
          <p:cNvPr id="1099" name="Google Shape;1099;p87"/>
          <p:cNvSpPr/>
          <p:nvPr/>
        </p:nvSpPr>
        <p:spPr>
          <a:xfrm>
            <a:off x="1738745" y="400457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100" name="Google Shape;1100;p87"/>
          <p:cNvGrpSpPr/>
          <p:nvPr/>
        </p:nvGrpSpPr>
        <p:grpSpPr>
          <a:xfrm>
            <a:off x="1477885" y="1320642"/>
            <a:ext cx="3735237" cy="2185338"/>
            <a:chOff x="1477885" y="1320642"/>
            <a:chExt cx="3735237" cy="2185338"/>
          </a:xfrm>
        </p:grpSpPr>
        <p:sp>
          <p:nvSpPr>
            <p:cNvPr id="1101" name="Google Shape;1101;p87"/>
            <p:cNvSpPr/>
            <p:nvPr/>
          </p:nvSpPr>
          <p:spPr>
            <a:xfrm>
              <a:off x="1739973" y="159790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16°C</a:t>
              </a:r>
              <a:endParaRPr sz="1800">
                <a:solidFill>
                  <a:srgbClr val="FFFFFF"/>
                </a:solidFill>
                <a:latin typeface="Lexend"/>
                <a:ea typeface="Lexend"/>
                <a:cs typeface="Lexend"/>
                <a:sym typeface="Lexend"/>
              </a:endParaRPr>
            </a:p>
          </p:txBody>
        </p:sp>
        <p:sp>
          <p:nvSpPr>
            <p:cNvPr id="1102" name="Google Shape;1102;p87"/>
            <p:cNvSpPr/>
            <p:nvPr/>
          </p:nvSpPr>
          <p:spPr>
            <a:xfrm>
              <a:off x="3363147" y="32335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17°C</a:t>
              </a:r>
              <a:endParaRPr sz="1800">
                <a:solidFill>
                  <a:srgbClr val="FFFFFF"/>
                </a:solidFill>
                <a:latin typeface="Lexend"/>
                <a:ea typeface="Lexend"/>
                <a:cs typeface="Lexend"/>
                <a:sym typeface="Lexend"/>
              </a:endParaRPr>
            </a:p>
          </p:txBody>
        </p:sp>
        <p:sp>
          <p:nvSpPr>
            <p:cNvPr id="1103" name="Google Shape;1103;p87"/>
            <p:cNvSpPr/>
            <p:nvPr/>
          </p:nvSpPr>
          <p:spPr>
            <a:xfrm>
              <a:off x="4573822" y="156472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19°C</a:t>
              </a:r>
              <a:endParaRPr sz="1800">
                <a:solidFill>
                  <a:srgbClr val="FFFFFF"/>
                </a:solidFill>
                <a:latin typeface="Lexend"/>
                <a:ea typeface="Lexend"/>
                <a:cs typeface="Lexend"/>
                <a:sym typeface="Lexend"/>
              </a:endParaRPr>
            </a:p>
          </p:txBody>
        </p:sp>
        <p:sp>
          <p:nvSpPr>
            <p:cNvPr id="1104" name="Google Shape;1104;p87"/>
            <p:cNvSpPr/>
            <p:nvPr/>
          </p:nvSpPr>
          <p:spPr>
            <a:xfrm>
              <a:off x="3174060" y="1320642"/>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18°C</a:t>
              </a:r>
              <a:endParaRPr sz="1800">
                <a:solidFill>
                  <a:srgbClr val="FFFFFF"/>
                </a:solidFill>
                <a:latin typeface="Lexend"/>
                <a:ea typeface="Lexend"/>
                <a:cs typeface="Lexend"/>
                <a:sym typeface="Lexend"/>
              </a:endParaRPr>
            </a:p>
          </p:txBody>
        </p:sp>
        <p:sp>
          <p:nvSpPr>
            <p:cNvPr id="1105" name="Google Shape;1105;p87"/>
            <p:cNvSpPr/>
            <p:nvPr/>
          </p:nvSpPr>
          <p:spPr>
            <a:xfrm>
              <a:off x="2492860" y="26004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16°C</a:t>
              </a:r>
              <a:endParaRPr sz="1800">
                <a:solidFill>
                  <a:srgbClr val="FFFFFF"/>
                </a:solidFill>
                <a:latin typeface="Lexend"/>
                <a:ea typeface="Lexend"/>
                <a:cs typeface="Lexend"/>
                <a:sym typeface="Lexend"/>
              </a:endParaRPr>
            </a:p>
          </p:txBody>
        </p:sp>
        <p:sp>
          <p:nvSpPr>
            <p:cNvPr id="1106" name="Google Shape;1106;p87"/>
            <p:cNvSpPr/>
            <p:nvPr/>
          </p:nvSpPr>
          <p:spPr>
            <a:xfrm>
              <a:off x="1477885" y="319190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15°C</a:t>
              </a:r>
              <a:endParaRPr sz="1800">
                <a:solidFill>
                  <a:srgbClr val="FFFFFF"/>
                </a:solidFill>
                <a:latin typeface="Lexend"/>
                <a:ea typeface="Lexend"/>
                <a:cs typeface="Lexend"/>
                <a:sym typeface="Lexend"/>
              </a:endParaRPr>
            </a:p>
          </p:txBody>
        </p:sp>
      </p:grpSp>
      <p:cxnSp>
        <p:nvCxnSpPr>
          <p:cNvPr id="1107" name="Google Shape;1107;p87"/>
          <p:cNvCxnSpPr/>
          <p:nvPr/>
        </p:nvCxnSpPr>
        <p:spPr>
          <a:xfrm rot="10800000" flipH="1">
            <a:off x="1550225" y="4065550"/>
            <a:ext cx="240900" cy="172500"/>
          </a:xfrm>
          <a:prstGeom prst="straightConnector1">
            <a:avLst/>
          </a:prstGeom>
          <a:noFill/>
          <a:ln w="28575" cap="flat" cmpd="sng">
            <a:solidFill>
              <a:srgbClr val="000000"/>
            </a:solidFill>
            <a:prstDash val="solid"/>
            <a:round/>
            <a:headEnd type="none" w="med" len="med"/>
            <a:tailEnd type="none" w="med" len="med"/>
          </a:ln>
        </p:spPr>
      </p:cxnSp>
      <p:sp>
        <p:nvSpPr>
          <p:cNvPr id="1108" name="Google Shape;1108;p87"/>
          <p:cNvSpPr txBox="1"/>
          <p:nvPr/>
        </p:nvSpPr>
        <p:spPr>
          <a:xfrm>
            <a:off x="894450" y="4166718"/>
            <a:ext cx="923400" cy="2988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1109" name="Google Shape;1109;p87"/>
          <p:cNvSpPr/>
          <p:nvPr/>
        </p:nvSpPr>
        <p:spPr>
          <a:xfrm>
            <a:off x="371779" y="1265728"/>
            <a:ext cx="5014200" cy="34815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pic>
        <p:nvPicPr>
          <p:cNvPr id="1110" name="Google Shape;1110;p87"/>
          <p:cNvPicPr preferRelativeResize="0"/>
          <p:nvPr/>
        </p:nvPicPr>
        <p:blipFill>
          <a:blip r:embed="rId3">
            <a:alphaModFix/>
          </a:blip>
          <a:stretch>
            <a:fillRect/>
          </a:stretch>
        </p:blipFill>
        <p:spPr>
          <a:xfrm>
            <a:off x="1489351" y="1865588"/>
            <a:ext cx="594600" cy="673332"/>
          </a:xfrm>
          <a:prstGeom prst="rect">
            <a:avLst/>
          </a:prstGeom>
          <a:noFill/>
          <a:ln>
            <a:noFill/>
          </a:ln>
        </p:spPr>
      </p:pic>
      <p:pic>
        <p:nvPicPr>
          <p:cNvPr id="1111" name="Google Shape;1111;p87"/>
          <p:cNvPicPr preferRelativeResize="0"/>
          <p:nvPr/>
        </p:nvPicPr>
        <p:blipFill>
          <a:blip r:embed="rId3">
            <a:alphaModFix/>
          </a:blip>
          <a:stretch>
            <a:fillRect/>
          </a:stretch>
        </p:blipFill>
        <p:spPr>
          <a:xfrm>
            <a:off x="1262476" y="3437249"/>
            <a:ext cx="594600" cy="673332"/>
          </a:xfrm>
          <a:prstGeom prst="rect">
            <a:avLst/>
          </a:prstGeom>
          <a:noFill/>
          <a:ln>
            <a:noFill/>
          </a:ln>
        </p:spPr>
      </p:pic>
      <p:pic>
        <p:nvPicPr>
          <p:cNvPr id="1112" name="Google Shape;1112;p87"/>
          <p:cNvPicPr preferRelativeResize="0"/>
          <p:nvPr/>
        </p:nvPicPr>
        <p:blipFill>
          <a:blip r:embed="rId4">
            <a:alphaModFix/>
          </a:blip>
          <a:stretch>
            <a:fillRect/>
          </a:stretch>
        </p:blipFill>
        <p:spPr>
          <a:xfrm>
            <a:off x="2468527" y="2865700"/>
            <a:ext cx="594600" cy="400851"/>
          </a:xfrm>
          <a:prstGeom prst="rect">
            <a:avLst/>
          </a:prstGeom>
          <a:noFill/>
          <a:ln>
            <a:noFill/>
          </a:ln>
        </p:spPr>
      </p:pic>
      <p:pic>
        <p:nvPicPr>
          <p:cNvPr id="1113" name="Google Shape;1113;p87"/>
          <p:cNvPicPr preferRelativeResize="0"/>
          <p:nvPr/>
        </p:nvPicPr>
        <p:blipFill>
          <a:blip r:embed="rId4">
            <a:alphaModFix/>
          </a:blip>
          <a:stretch>
            <a:fillRect/>
          </a:stretch>
        </p:blipFill>
        <p:spPr>
          <a:xfrm>
            <a:off x="3369602" y="3537600"/>
            <a:ext cx="594600" cy="400851"/>
          </a:xfrm>
          <a:prstGeom prst="rect">
            <a:avLst/>
          </a:prstGeom>
          <a:noFill/>
          <a:ln>
            <a:noFill/>
          </a:ln>
        </p:spPr>
      </p:pic>
      <p:pic>
        <p:nvPicPr>
          <p:cNvPr id="1114" name="Google Shape;1114;p87"/>
          <p:cNvPicPr preferRelativeResize="0"/>
          <p:nvPr/>
        </p:nvPicPr>
        <p:blipFill>
          <a:blip r:embed="rId5">
            <a:alphaModFix/>
          </a:blip>
          <a:stretch>
            <a:fillRect/>
          </a:stretch>
        </p:blipFill>
        <p:spPr>
          <a:xfrm>
            <a:off x="4508622" y="1839564"/>
            <a:ext cx="507186" cy="514500"/>
          </a:xfrm>
          <a:prstGeom prst="rect">
            <a:avLst/>
          </a:prstGeom>
          <a:noFill/>
          <a:ln>
            <a:noFill/>
          </a:ln>
        </p:spPr>
      </p:pic>
      <p:pic>
        <p:nvPicPr>
          <p:cNvPr id="1115" name="Google Shape;1115;p87"/>
          <p:cNvPicPr preferRelativeResize="0"/>
          <p:nvPr/>
        </p:nvPicPr>
        <p:blipFill>
          <a:blip r:embed="rId5">
            <a:alphaModFix/>
          </a:blip>
          <a:stretch>
            <a:fillRect/>
          </a:stretch>
        </p:blipFill>
        <p:spPr>
          <a:xfrm>
            <a:off x="3207472" y="1619989"/>
            <a:ext cx="507186" cy="514500"/>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119" name="Shape 1119"/>
        <p:cNvGrpSpPr/>
        <p:nvPr/>
      </p:nvGrpSpPr>
      <p:grpSpPr>
        <a:xfrm>
          <a:off x="0" y="0"/>
          <a:ext cx="0" cy="0"/>
        </a:xfrm>
      </p:grpSpPr>
      <p:sp>
        <p:nvSpPr>
          <p:cNvPr id="1120" name="Google Shape;1120;p88"/>
          <p:cNvSpPr txBox="1"/>
          <p:nvPr/>
        </p:nvSpPr>
        <p:spPr>
          <a:xfrm>
            <a:off x="5534525" y="2935225"/>
            <a:ext cx="3285600" cy="1384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solidFill>
                  <a:schemeClr val="dk1"/>
                </a:solidFill>
                <a:latin typeface="Lexend"/>
                <a:ea typeface="Lexend"/>
                <a:cs typeface="Lexend"/>
                <a:sym typeface="Lexend"/>
              </a:rPr>
              <a:t>Towards the north east of Oakfield, the weather is sunny. However, towards the west of Oakfield, the weather is cloudy with rainfall.</a:t>
            </a:r>
            <a:endParaRPr sz="1800">
              <a:latin typeface="Lexend"/>
              <a:ea typeface="Lexend"/>
              <a:cs typeface="Lexend"/>
              <a:sym typeface="Lexend"/>
            </a:endParaRPr>
          </a:p>
        </p:txBody>
      </p:sp>
      <p:grpSp>
        <p:nvGrpSpPr>
          <p:cNvPr id="1121" name="Google Shape;1121;p88"/>
          <p:cNvGrpSpPr/>
          <p:nvPr/>
        </p:nvGrpSpPr>
        <p:grpSpPr>
          <a:xfrm>
            <a:off x="-1103578" y="825255"/>
            <a:ext cx="6689592" cy="4902346"/>
            <a:chOff x="-1103578" y="825255"/>
            <a:chExt cx="6689592" cy="4902346"/>
          </a:xfrm>
        </p:grpSpPr>
        <p:sp>
          <p:nvSpPr>
            <p:cNvPr id="1122" name="Google Shape;1122;p88"/>
            <p:cNvSpPr/>
            <p:nvPr/>
          </p:nvSpPr>
          <p:spPr>
            <a:xfrm>
              <a:off x="365734" y="1265728"/>
              <a:ext cx="5014200" cy="3481500"/>
            </a:xfrm>
            <a:prstGeom prst="rect">
              <a:avLst/>
            </a:prstGeom>
            <a:solidFill>
              <a:srgbClr val="4285F4"/>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23" name="Google Shape;1123;p88"/>
            <p:cNvSpPr/>
            <p:nvPr/>
          </p:nvSpPr>
          <p:spPr>
            <a:xfrm>
              <a:off x="-891036" y="1027484"/>
              <a:ext cx="6425564" cy="4140237"/>
            </a:xfrm>
            <a:custGeom>
              <a:rect l="l" t="t" r="r" b="b"/>
              <a:pathLst>
                <a:path w="300260" h="193469" extrusionOk="0">
                  <a:moveTo>
                    <a:pt x="70920" y="84"/>
                  </a:moveTo>
                  <a:cubicBezTo>
                    <a:pt x="89716" y="-1122"/>
                    <a:pt x="109846" y="11006"/>
                    <a:pt x="130737" y="14943"/>
                  </a:cubicBezTo>
                  <a:cubicBezTo>
                    <a:pt x="151629" y="18880"/>
                    <a:pt x="181093" y="22119"/>
                    <a:pt x="196269" y="23706"/>
                  </a:cubicBezTo>
                  <a:cubicBezTo>
                    <a:pt x="211446" y="25294"/>
                    <a:pt x="214176" y="24278"/>
                    <a:pt x="221796" y="24468"/>
                  </a:cubicBezTo>
                  <a:cubicBezTo>
                    <a:pt x="229416" y="24659"/>
                    <a:pt x="236552" y="23790"/>
                    <a:pt x="241989" y="24849"/>
                  </a:cubicBezTo>
                  <a:cubicBezTo>
                    <a:pt x="247426" y="25908"/>
                    <a:pt x="249796" y="29354"/>
                    <a:pt x="254419" y="30821"/>
                  </a:cubicBezTo>
                  <a:cubicBezTo>
                    <a:pt x="259042" y="32288"/>
                    <a:pt x="265456" y="32096"/>
                    <a:pt x="269726" y="33649"/>
                  </a:cubicBezTo>
                  <a:cubicBezTo>
                    <a:pt x="273996" y="35202"/>
                    <a:pt x="277298" y="37160"/>
                    <a:pt x="280041" y="40138"/>
                  </a:cubicBezTo>
                  <a:cubicBezTo>
                    <a:pt x="282784" y="43116"/>
                    <a:pt x="285860" y="47908"/>
                    <a:pt x="286185" y="51519"/>
                  </a:cubicBezTo>
                  <a:cubicBezTo>
                    <a:pt x="286511" y="55130"/>
                    <a:pt x="285233" y="59139"/>
                    <a:pt x="281994" y="61806"/>
                  </a:cubicBezTo>
                  <a:cubicBezTo>
                    <a:pt x="278756" y="64473"/>
                    <a:pt x="269993" y="66124"/>
                    <a:pt x="266754" y="67521"/>
                  </a:cubicBezTo>
                  <a:cubicBezTo>
                    <a:pt x="263516" y="68918"/>
                    <a:pt x="265548" y="70950"/>
                    <a:pt x="262563" y="70188"/>
                  </a:cubicBezTo>
                  <a:cubicBezTo>
                    <a:pt x="259579" y="69426"/>
                    <a:pt x="249927" y="64918"/>
                    <a:pt x="248847" y="62949"/>
                  </a:cubicBezTo>
                  <a:cubicBezTo>
                    <a:pt x="247768" y="60981"/>
                    <a:pt x="257737" y="59901"/>
                    <a:pt x="256086" y="58377"/>
                  </a:cubicBezTo>
                  <a:cubicBezTo>
                    <a:pt x="254435" y="56853"/>
                    <a:pt x="244529" y="54059"/>
                    <a:pt x="238941" y="53805"/>
                  </a:cubicBezTo>
                  <a:cubicBezTo>
                    <a:pt x="233353" y="53551"/>
                    <a:pt x="225479" y="54059"/>
                    <a:pt x="222558" y="56853"/>
                  </a:cubicBezTo>
                  <a:cubicBezTo>
                    <a:pt x="219637" y="59647"/>
                    <a:pt x="220717" y="66886"/>
                    <a:pt x="221415" y="70569"/>
                  </a:cubicBezTo>
                  <a:cubicBezTo>
                    <a:pt x="222114" y="74252"/>
                    <a:pt x="225479" y="75903"/>
                    <a:pt x="226749" y="78951"/>
                  </a:cubicBezTo>
                  <a:cubicBezTo>
                    <a:pt x="228019" y="81999"/>
                    <a:pt x="226559" y="84412"/>
                    <a:pt x="229035" y="88857"/>
                  </a:cubicBezTo>
                  <a:cubicBezTo>
                    <a:pt x="231512" y="93302"/>
                    <a:pt x="237989" y="101049"/>
                    <a:pt x="241608" y="105621"/>
                  </a:cubicBezTo>
                  <a:cubicBezTo>
                    <a:pt x="245228" y="110193"/>
                    <a:pt x="246498" y="113622"/>
                    <a:pt x="250752" y="116289"/>
                  </a:cubicBezTo>
                  <a:cubicBezTo>
                    <a:pt x="255007" y="118956"/>
                    <a:pt x="263643" y="118004"/>
                    <a:pt x="267135" y="121623"/>
                  </a:cubicBezTo>
                  <a:cubicBezTo>
                    <a:pt x="270628" y="125243"/>
                    <a:pt x="270374" y="132545"/>
                    <a:pt x="271707" y="138006"/>
                  </a:cubicBezTo>
                  <a:cubicBezTo>
                    <a:pt x="273041" y="143467"/>
                    <a:pt x="273930" y="149881"/>
                    <a:pt x="275136" y="154389"/>
                  </a:cubicBezTo>
                  <a:cubicBezTo>
                    <a:pt x="276343" y="158898"/>
                    <a:pt x="277549" y="161628"/>
                    <a:pt x="278946" y="165057"/>
                  </a:cubicBezTo>
                  <a:cubicBezTo>
                    <a:pt x="280343" y="168486"/>
                    <a:pt x="282883" y="171852"/>
                    <a:pt x="283518" y="174963"/>
                  </a:cubicBezTo>
                  <a:cubicBezTo>
                    <a:pt x="284153" y="178075"/>
                    <a:pt x="321364" y="181567"/>
                    <a:pt x="282756" y="183726"/>
                  </a:cubicBezTo>
                  <a:cubicBezTo>
                    <a:pt x="244148" y="185885"/>
                    <a:pt x="98733" y="201633"/>
                    <a:pt x="51870" y="187917"/>
                  </a:cubicBezTo>
                  <a:cubicBezTo>
                    <a:pt x="5007" y="174201"/>
                    <a:pt x="7230" y="129053"/>
                    <a:pt x="1578" y="101430"/>
                  </a:cubicBezTo>
                  <a:cubicBezTo>
                    <a:pt x="-4073" y="73808"/>
                    <a:pt x="6404" y="39073"/>
                    <a:pt x="17961" y="22182"/>
                  </a:cubicBezTo>
                  <a:cubicBezTo>
                    <a:pt x="29518" y="5291"/>
                    <a:pt x="52124" y="1291"/>
                    <a:pt x="70920" y="84"/>
                  </a:cubicBezTo>
                  <a:close/>
                </a:path>
              </a:pathLst>
            </a:custGeom>
            <a:solidFill>
              <a:srgbClr val="D9EAD3"/>
            </a:solidFill>
            <a:ln w="28575" cap="flat" cmpd="sng">
              <a:solidFill>
                <a:srgbClr val="000000"/>
              </a:solidFill>
              <a:prstDash val="solid"/>
              <a:round/>
              <a:headEnd type="none" w="med" len="med"/>
              <a:tailEnd type="none" w="med" len="med"/>
            </a:ln>
          </p:spPr>
          <p:txBody>
            <a:bodyPr/>
            <a:lstStyle/>
            <a:p/>
          </p:txBody>
        </p:sp>
        <p:sp>
          <p:nvSpPr>
            <p:cNvPr id="1124" name="Google Shape;1124;p88"/>
            <p:cNvSpPr/>
            <p:nvPr/>
          </p:nvSpPr>
          <p:spPr>
            <a:xfrm>
              <a:off x="-523026" y="1020496"/>
              <a:ext cx="5760944" cy="3560575"/>
            </a:xfrm>
            <a:custGeom>
              <a:rect l="l" t="t" r="r" b="b"/>
              <a:pathLst>
                <a:path w="269203" h="166382" extrusionOk="0">
                  <a:moveTo>
                    <a:pt x="53723" y="411"/>
                  </a:moveTo>
                  <a:cubicBezTo>
                    <a:pt x="72564" y="-1965"/>
                    <a:pt x="93582" y="6682"/>
                    <a:pt x="113808" y="8251"/>
                  </a:cubicBezTo>
                  <a:cubicBezTo>
                    <a:pt x="134035" y="9820"/>
                    <a:pt x="158978" y="9561"/>
                    <a:pt x="175082" y="9823"/>
                  </a:cubicBezTo>
                  <a:cubicBezTo>
                    <a:pt x="191186" y="10085"/>
                    <a:pt x="200351" y="10412"/>
                    <a:pt x="210432" y="9823"/>
                  </a:cubicBezTo>
                  <a:cubicBezTo>
                    <a:pt x="220514" y="9234"/>
                    <a:pt x="230638" y="3601"/>
                    <a:pt x="235571" y="6287"/>
                  </a:cubicBezTo>
                  <a:cubicBezTo>
                    <a:pt x="240504" y="8973"/>
                    <a:pt x="236304" y="22218"/>
                    <a:pt x="240032" y="25938"/>
                  </a:cubicBezTo>
                  <a:cubicBezTo>
                    <a:pt x="243760" y="29658"/>
                    <a:pt x="253367" y="26637"/>
                    <a:pt x="257939" y="28605"/>
                  </a:cubicBezTo>
                  <a:cubicBezTo>
                    <a:pt x="262511" y="30574"/>
                    <a:pt x="265623" y="33876"/>
                    <a:pt x="267464" y="37749"/>
                  </a:cubicBezTo>
                  <a:cubicBezTo>
                    <a:pt x="269306" y="41623"/>
                    <a:pt x="269433" y="47782"/>
                    <a:pt x="268988" y="51846"/>
                  </a:cubicBezTo>
                  <a:cubicBezTo>
                    <a:pt x="268544" y="55910"/>
                    <a:pt x="268036" y="59466"/>
                    <a:pt x="264797" y="62133"/>
                  </a:cubicBezTo>
                  <a:cubicBezTo>
                    <a:pt x="261559" y="64800"/>
                    <a:pt x="252796" y="66451"/>
                    <a:pt x="249557" y="67848"/>
                  </a:cubicBezTo>
                  <a:cubicBezTo>
                    <a:pt x="246319" y="69245"/>
                    <a:pt x="248351" y="71277"/>
                    <a:pt x="245366" y="70515"/>
                  </a:cubicBezTo>
                  <a:cubicBezTo>
                    <a:pt x="242382" y="69753"/>
                    <a:pt x="232730" y="65245"/>
                    <a:pt x="231650" y="63276"/>
                  </a:cubicBezTo>
                  <a:cubicBezTo>
                    <a:pt x="230571" y="61308"/>
                    <a:pt x="240540" y="60228"/>
                    <a:pt x="238889" y="58704"/>
                  </a:cubicBezTo>
                  <a:cubicBezTo>
                    <a:pt x="237238" y="57180"/>
                    <a:pt x="227332" y="54386"/>
                    <a:pt x="221744" y="54132"/>
                  </a:cubicBezTo>
                  <a:cubicBezTo>
                    <a:pt x="216156" y="53878"/>
                    <a:pt x="208282" y="54386"/>
                    <a:pt x="205361" y="57180"/>
                  </a:cubicBezTo>
                  <a:cubicBezTo>
                    <a:pt x="202440" y="59974"/>
                    <a:pt x="203520" y="67213"/>
                    <a:pt x="204218" y="70896"/>
                  </a:cubicBezTo>
                  <a:cubicBezTo>
                    <a:pt x="204917" y="74579"/>
                    <a:pt x="208282" y="76230"/>
                    <a:pt x="209552" y="79278"/>
                  </a:cubicBezTo>
                  <a:cubicBezTo>
                    <a:pt x="210822" y="82326"/>
                    <a:pt x="209362" y="84739"/>
                    <a:pt x="211838" y="89184"/>
                  </a:cubicBezTo>
                  <a:cubicBezTo>
                    <a:pt x="214315" y="93629"/>
                    <a:pt x="220792" y="101376"/>
                    <a:pt x="224411" y="105948"/>
                  </a:cubicBezTo>
                  <a:cubicBezTo>
                    <a:pt x="228031" y="110520"/>
                    <a:pt x="229301" y="113949"/>
                    <a:pt x="233555" y="116616"/>
                  </a:cubicBezTo>
                  <a:cubicBezTo>
                    <a:pt x="237810" y="119283"/>
                    <a:pt x="246446" y="118331"/>
                    <a:pt x="249938" y="121950"/>
                  </a:cubicBezTo>
                  <a:cubicBezTo>
                    <a:pt x="253431" y="125570"/>
                    <a:pt x="253177" y="132872"/>
                    <a:pt x="254510" y="138333"/>
                  </a:cubicBezTo>
                  <a:cubicBezTo>
                    <a:pt x="255844" y="143794"/>
                    <a:pt x="257582" y="150041"/>
                    <a:pt x="257939" y="154716"/>
                  </a:cubicBezTo>
                  <a:cubicBezTo>
                    <a:pt x="258296" y="159391"/>
                    <a:pt x="263065" y="166382"/>
                    <a:pt x="256651" y="166382"/>
                  </a:cubicBezTo>
                  <a:cubicBezTo>
                    <a:pt x="250238" y="166382"/>
                    <a:pt x="241024" y="155898"/>
                    <a:pt x="219458" y="154716"/>
                  </a:cubicBezTo>
                  <a:cubicBezTo>
                    <a:pt x="197892" y="153534"/>
                    <a:pt x="150494" y="165107"/>
                    <a:pt x="127256" y="159288"/>
                  </a:cubicBezTo>
                  <a:cubicBezTo>
                    <a:pt x="104018" y="153469"/>
                    <a:pt x="96856" y="130597"/>
                    <a:pt x="80028" y="119802"/>
                  </a:cubicBezTo>
                  <a:cubicBezTo>
                    <a:pt x="63201" y="109007"/>
                    <a:pt x="39502" y="110734"/>
                    <a:pt x="26291" y="94518"/>
                  </a:cubicBezTo>
                  <a:cubicBezTo>
                    <a:pt x="13080" y="78303"/>
                    <a:pt x="-3808" y="38194"/>
                    <a:pt x="764" y="22509"/>
                  </a:cubicBezTo>
                  <a:cubicBezTo>
                    <a:pt x="5336" y="6825"/>
                    <a:pt x="34882" y="2787"/>
                    <a:pt x="53723" y="411"/>
                  </a:cubicBezTo>
                  <a:close/>
                </a:path>
              </a:pathLst>
            </a:custGeom>
            <a:solidFill>
              <a:srgbClr val="93C47D"/>
            </a:solidFill>
            <a:ln w="28575" cap="flat" cmpd="sng">
              <a:solidFill>
                <a:srgbClr val="000000"/>
              </a:solidFill>
              <a:prstDash val="solid"/>
              <a:round/>
              <a:headEnd type="none" w="med" len="med"/>
              <a:tailEnd type="none" w="med" len="med"/>
            </a:ln>
          </p:spPr>
          <p:txBody>
            <a:bodyPr/>
            <a:lstStyle/>
            <a:p/>
          </p:txBody>
        </p:sp>
        <p:sp>
          <p:nvSpPr>
            <p:cNvPr id="1125" name="Google Shape;1125;p88"/>
            <p:cNvSpPr/>
            <p:nvPr/>
          </p:nvSpPr>
          <p:spPr>
            <a:xfrm>
              <a:off x="-1103578" y="825255"/>
              <a:ext cx="6598500" cy="44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26" name="Google Shape;1126;p88"/>
            <p:cNvSpPr/>
            <p:nvPr/>
          </p:nvSpPr>
          <p:spPr>
            <a:xfrm>
              <a:off x="-1103578" y="1192369"/>
              <a:ext cx="1469400" cy="3949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27" name="Google Shape;1127;p88"/>
            <p:cNvSpPr/>
            <p:nvPr/>
          </p:nvSpPr>
          <p:spPr>
            <a:xfrm>
              <a:off x="-178185" y="4747201"/>
              <a:ext cx="5764200" cy="98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28" name="Google Shape;1128;p88"/>
            <p:cNvSpPr txBox="1"/>
            <p:nvPr/>
          </p:nvSpPr>
          <p:spPr>
            <a:xfrm>
              <a:off x="422646" y="1314730"/>
              <a:ext cx="8823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1129" name="Google Shape;1129;p88"/>
            <p:cNvSpPr/>
            <p:nvPr/>
          </p:nvSpPr>
          <p:spPr>
            <a:xfrm>
              <a:off x="2013327" y="23906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30" name="Google Shape;1130;p88"/>
            <p:cNvSpPr txBox="1"/>
            <p:nvPr/>
          </p:nvSpPr>
          <p:spPr>
            <a:xfrm>
              <a:off x="492224" y="2424770"/>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1131" name="Google Shape;1131;p88"/>
            <p:cNvCxnSpPr/>
            <p:nvPr/>
          </p:nvCxnSpPr>
          <p:spPr>
            <a:xfrm flipH="1">
              <a:off x="1274441" y="2448979"/>
              <a:ext cx="804600" cy="188700"/>
            </a:xfrm>
            <a:prstGeom prst="straightConnector1">
              <a:avLst/>
            </a:prstGeom>
            <a:noFill/>
            <a:ln w="28575" cap="flat" cmpd="sng">
              <a:solidFill>
                <a:srgbClr val="000000"/>
              </a:solidFill>
              <a:prstDash val="solid"/>
              <a:round/>
              <a:headEnd type="none" w="med" len="med"/>
              <a:tailEnd type="none" w="med" len="med"/>
            </a:ln>
          </p:spPr>
        </p:cxnSp>
        <p:sp>
          <p:nvSpPr>
            <p:cNvPr id="1132" name="Google Shape;1132;p88"/>
            <p:cNvSpPr/>
            <p:nvPr/>
          </p:nvSpPr>
          <p:spPr>
            <a:xfrm rot="-4513154">
              <a:off x="4675837" y="2314398"/>
              <a:ext cx="117591" cy="117591"/>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1133" name="Google Shape;1133;p88"/>
            <p:cNvCxnSpPr/>
            <p:nvPr/>
          </p:nvCxnSpPr>
          <p:spPr>
            <a:xfrm>
              <a:off x="4735999" y="2366451"/>
              <a:ext cx="61200" cy="514500"/>
            </a:xfrm>
            <a:prstGeom prst="straightConnector1">
              <a:avLst/>
            </a:prstGeom>
            <a:noFill/>
            <a:ln w="28575" cap="flat" cmpd="sng">
              <a:solidFill>
                <a:srgbClr val="000000"/>
              </a:solidFill>
              <a:prstDash val="solid"/>
              <a:round/>
              <a:headEnd type="none" w="med" len="med"/>
              <a:tailEnd type="none" w="med" len="med"/>
            </a:ln>
          </p:spPr>
        </p:cxnSp>
        <p:sp>
          <p:nvSpPr>
            <p:cNvPr id="1134" name="Google Shape;1134;p88"/>
            <p:cNvSpPr txBox="1"/>
            <p:nvPr/>
          </p:nvSpPr>
          <p:spPr>
            <a:xfrm>
              <a:off x="4343420" y="2872765"/>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1135" name="Google Shape;1135;p88"/>
            <p:cNvSpPr/>
            <p:nvPr/>
          </p:nvSpPr>
          <p:spPr>
            <a:xfrm>
              <a:off x="3624005" y="3970066"/>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136" name="Google Shape;1136;p88"/>
            <p:cNvGrpSpPr/>
            <p:nvPr/>
          </p:nvGrpSpPr>
          <p:grpSpPr>
            <a:xfrm flipH="1">
              <a:off x="3669564" y="3932182"/>
              <a:ext cx="1248041" cy="396900"/>
              <a:chOff x="2441679" y="3932182"/>
              <a:chExt cx="1248041" cy="396900"/>
            </a:xfrm>
          </p:grpSpPr>
          <p:sp>
            <p:nvSpPr>
              <p:cNvPr id="1137" name="Google Shape;1137;p88"/>
              <p:cNvSpPr txBox="1"/>
              <p:nvPr/>
            </p:nvSpPr>
            <p:spPr>
              <a:xfrm>
                <a:off x="2441679" y="3932182"/>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1138" name="Google Shape;1138;p88"/>
              <p:cNvCxnSpPr/>
              <p:nvPr/>
            </p:nvCxnSpPr>
            <p:spPr>
              <a:xfrm flipH="1">
                <a:off x="3239420" y="4028393"/>
                <a:ext cx="450300" cy="114300"/>
              </a:xfrm>
              <a:prstGeom prst="straightConnector1">
                <a:avLst/>
              </a:prstGeom>
              <a:noFill/>
              <a:ln w="28575" cap="flat" cmpd="sng">
                <a:solidFill>
                  <a:srgbClr val="000000"/>
                </a:solidFill>
                <a:prstDash val="solid"/>
                <a:round/>
                <a:headEnd type="none" w="med" len="med"/>
                <a:tailEnd type="none" w="med" len="med"/>
              </a:ln>
            </p:spPr>
          </p:cxnSp>
        </p:grpSp>
        <p:sp>
          <p:nvSpPr>
            <p:cNvPr id="1139" name="Google Shape;1139;p88"/>
            <p:cNvSpPr/>
            <p:nvPr/>
          </p:nvSpPr>
          <p:spPr>
            <a:xfrm>
              <a:off x="3434917" y="21434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40" name="Google Shape;1140;p88"/>
            <p:cNvSpPr/>
            <p:nvPr/>
          </p:nvSpPr>
          <p:spPr>
            <a:xfrm>
              <a:off x="2753720" y="333695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41" name="Google Shape;1141;p88"/>
            <p:cNvSpPr txBox="1"/>
            <p:nvPr/>
          </p:nvSpPr>
          <p:spPr>
            <a:xfrm>
              <a:off x="4771686" y="4508108"/>
              <a:ext cx="594600" cy="228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15:00</a:t>
              </a:r>
              <a:endParaRPr sz="1600">
                <a:solidFill>
                  <a:srgbClr val="FFFFFF"/>
                </a:solidFill>
                <a:latin typeface="Lexend"/>
                <a:ea typeface="Lexend"/>
                <a:cs typeface="Lexend"/>
                <a:sym typeface="Lexend"/>
              </a:endParaRPr>
            </a:p>
          </p:txBody>
        </p:sp>
        <p:cxnSp>
          <p:nvCxnSpPr>
            <p:cNvPr id="1142" name="Google Shape;1142;p88"/>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1143" name="Google Shape;1143;p88"/>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sp>
          <p:nvSpPr>
            <p:cNvPr id="1144" name="Google Shape;1144;p88"/>
            <p:cNvSpPr/>
            <p:nvPr/>
          </p:nvSpPr>
          <p:spPr>
            <a:xfrm>
              <a:off x="1738745" y="400457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145" name="Google Shape;1145;p88"/>
            <p:cNvGrpSpPr/>
            <p:nvPr/>
          </p:nvGrpSpPr>
          <p:grpSpPr>
            <a:xfrm>
              <a:off x="1477885" y="1320642"/>
              <a:ext cx="3735237" cy="2185338"/>
              <a:chOff x="1477885" y="1320642"/>
              <a:chExt cx="3735237" cy="2185338"/>
            </a:xfrm>
          </p:grpSpPr>
          <p:sp>
            <p:nvSpPr>
              <p:cNvPr id="1146" name="Google Shape;1146;p88"/>
              <p:cNvSpPr/>
              <p:nvPr/>
            </p:nvSpPr>
            <p:spPr>
              <a:xfrm>
                <a:off x="1739973" y="159790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16°C</a:t>
                </a:r>
                <a:endParaRPr sz="1800">
                  <a:solidFill>
                    <a:srgbClr val="FFFFFF"/>
                  </a:solidFill>
                  <a:latin typeface="Lexend"/>
                  <a:ea typeface="Lexend"/>
                  <a:cs typeface="Lexend"/>
                  <a:sym typeface="Lexend"/>
                </a:endParaRPr>
              </a:p>
            </p:txBody>
          </p:sp>
          <p:sp>
            <p:nvSpPr>
              <p:cNvPr id="1147" name="Google Shape;1147;p88"/>
              <p:cNvSpPr/>
              <p:nvPr/>
            </p:nvSpPr>
            <p:spPr>
              <a:xfrm>
                <a:off x="3363147" y="32335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17°C</a:t>
                </a:r>
                <a:endParaRPr sz="1800">
                  <a:solidFill>
                    <a:srgbClr val="FFFFFF"/>
                  </a:solidFill>
                  <a:latin typeface="Lexend"/>
                  <a:ea typeface="Lexend"/>
                  <a:cs typeface="Lexend"/>
                  <a:sym typeface="Lexend"/>
                </a:endParaRPr>
              </a:p>
            </p:txBody>
          </p:sp>
          <p:sp>
            <p:nvSpPr>
              <p:cNvPr id="1148" name="Google Shape;1148;p88"/>
              <p:cNvSpPr/>
              <p:nvPr/>
            </p:nvSpPr>
            <p:spPr>
              <a:xfrm>
                <a:off x="4573822" y="156472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19°C</a:t>
                </a:r>
                <a:endParaRPr sz="1800">
                  <a:solidFill>
                    <a:srgbClr val="FFFFFF"/>
                  </a:solidFill>
                  <a:latin typeface="Lexend"/>
                  <a:ea typeface="Lexend"/>
                  <a:cs typeface="Lexend"/>
                  <a:sym typeface="Lexend"/>
                </a:endParaRPr>
              </a:p>
            </p:txBody>
          </p:sp>
          <p:sp>
            <p:nvSpPr>
              <p:cNvPr id="1149" name="Google Shape;1149;p88"/>
              <p:cNvSpPr/>
              <p:nvPr/>
            </p:nvSpPr>
            <p:spPr>
              <a:xfrm>
                <a:off x="3174060" y="1320642"/>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18°C</a:t>
                </a:r>
                <a:endParaRPr sz="1800">
                  <a:solidFill>
                    <a:srgbClr val="FFFFFF"/>
                  </a:solidFill>
                  <a:latin typeface="Lexend"/>
                  <a:ea typeface="Lexend"/>
                  <a:cs typeface="Lexend"/>
                  <a:sym typeface="Lexend"/>
                </a:endParaRPr>
              </a:p>
            </p:txBody>
          </p:sp>
          <p:sp>
            <p:nvSpPr>
              <p:cNvPr id="1150" name="Google Shape;1150;p88"/>
              <p:cNvSpPr/>
              <p:nvPr/>
            </p:nvSpPr>
            <p:spPr>
              <a:xfrm>
                <a:off x="2492860" y="26004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16°C</a:t>
                </a:r>
                <a:endParaRPr sz="1800">
                  <a:solidFill>
                    <a:srgbClr val="FFFFFF"/>
                  </a:solidFill>
                  <a:latin typeface="Lexend"/>
                  <a:ea typeface="Lexend"/>
                  <a:cs typeface="Lexend"/>
                  <a:sym typeface="Lexend"/>
                </a:endParaRPr>
              </a:p>
            </p:txBody>
          </p:sp>
          <p:sp>
            <p:nvSpPr>
              <p:cNvPr id="1151" name="Google Shape;1151;p88"/>
              <p:cNvSpPr/>
              <p:nvPr/>
            </p:nvSpPr>
            <p:spPr>
              <a:xfrm>
                <a:off x="1477885" y="319190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15°C</a:t>
                </a:r>
                <a:endParaRPr sz="1800">
                  <a:solidFill>
                    <a:srgbClr val="FFFFFF"/>
                  </a:solidFill>
                  <a:latin typeface="Lexend"/>
                  <a:ea typeface="Lexend"/>
                  <a:cs typeface="Lexend"/>
                  <a:sym typeface="Lexend"/>
                </a:endParaRPr>
              </a:p>
            </p:txBody>
          </p:sp>
        </p:grpSp>
        <p:cxnSp>
          <p:nvCxnSpPr>
            <p:cNvPr id="1152" name="Google Shape;1152;p88"/>
            <p:cNvCxnSpPr/>
            <p:nvPr/>
          </p:nvCxnSpPr>
          <p:spPr>
            <a:xfrm rot="10800000" flipH="1">
              <a:off x="1550225" y="4065550"/>
              <a:ext cx="240900" cy="172500"/>
            </a:xfrm>
            <a:prstGeom prst="straightConnector1">
              <a:avLst/>
            </a:prstGeom>
            <a:noFill/>
            <a:ln w="28575" cap="flat" cmpd="sng">
              <a:solidFill>
                <a:srgbClr val="000000"/>
              </a:solidFill>
              <a:prstDash val="solid"/>
              <a:round/>
              <a:headEnd type="none" w="med" len="med"/>
              <a:tailEnd type="none" w="med" len="med"/>
            </a:ln>
          </p:spPr>
        </p:cxnSp>
        <p:sp>
          <p:nvSpPr>
            <p:cNvPr id="1153" name="Google Shape;1153;p88"/>
            <p:cNvSpPr txBox="1"/>
            <p:nvPr/>
          </p:nvSpPr>
          <p:spPr>
            <a:xfrm>
              <a:off x="894450" y="4166718"/>
              <a:ext cx="923400" cy="2988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1154" name="Google Shape;1154;p88"/>
            <p:cNvSpPr/>
            <p:nvPr/>
          </p:nvSpPr>
          <p:spPr>
            <a:xfrm>
              <a:off x="365725" y="1265725"/>
              <a:ext cx="5014200" cy="34815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sp>
        <p:nvSpPr>
          <p:cNvPr id="1155" name="Google Shape;1155;p88"/>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Understanding a basic weather forecast</a:t>
            </a:r>
            <a:endParaRPr/>
          </a:p>
        </p:txBody>
      </p:sp>
      <p:sp>
        <p:nvSpPr>
          <p:cNvPr id="1156" name="Google Shape;1156;p88"/>
          <p:cNvSpPr txBox="1"/>
          <p:nvPr/>
        </p:nvSpPr>
        <p:spPr>
          <a:xfrm>
            <a:off x="5534525" y="1487525"/>
            <a:ext cx="32856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For example</a:t>
            </a:r>
            <a:endParaRPr sz="1800">
              <a:solidFill>
                <a:schemeClr val="dk1"/>
              </a:solidFill>
              <a:latin typeface="Lexend"/>
              <a:ea typeface="Lexend"/>
              <a:cs typeface="Lexend"/>
              <a:sym typeface="Lexend"/>
            </a:endParaRPr>
          </a:p>
          <a:p>
            <a:pPr marL="0" lvl="0" indent="0" algn="l" rtl="0">
              <a:spcBef>
                <a:spcPts val="1000"/>
              </a:spcBef>
              <a:spcAft>
                <a:spcPts val="1000"/>
              </a:spcAft>
              <a:buNone/>
            </a:pPr>
            <a:r>
              <a:rPr lang="en-GB" sz="1800">
                <a:solidFill>
                  <a:schemeClr val="dk1"/>
                </a:solidFill>
                <a:latin typeface="Lexend"/>
                <a:ea typeface="Lexend"/>
                <a:cs typeface="Lexend"/>
                <a:sym typeface="Lexend"/>
              </a:rPr>
              <a:t>At 3 pm, the weather in Oakfield is warmer to the east, and cooler to the west.</a:t>
            </a:r>
            <a:endParaRPr sz="1800">
              <a:latin typeface="Lexend"/>
              <a:ea typeface="Lexend"/>
              <a:cs typeface="Lexend"/>
              <a:sym typeface="Lexend"/>
            </a:endParaRPr>
          </a:p>
        </p:txBody>
      </p:sp>
      <p:sp>
        <p:nvSpPr>
          <p:cNvPr id="1157" name="Google Shape;1157;p88"/>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solidFill>
                  <a:schemeClr val="dk1"/>
                </a:solidFill>
                <a:latin typeface="Lexend"/>
                <a:ea typeface="Lexend"/>
                <a:cs typeface="Lexend"/>
                <a:sym typeface="Lexend"/>
              </a:rPr>
              <a:t>Weather maps can be used to compare weather conditions across a larger area, and assess what sort of trends might be present.</a:t>
            </a:r>
            <a:endParaRPr sz="1800">
              <a:latin typeface="Lexend"/>
              <a:ea typeface="Lexend"/>
              <a:cs typeface="Lexend"/>
              <a:sym typeface="Lexend"/>
            </a:endParaRPr>
          </a:p>
        </p:txBody>
      </p:sp>
      <p:pic>
        <p:nvPicPr>
          <p:cNvPr id="1158" name="Google Shape;1158;p88"/>
          <p:cNvPicPr preferRelativeResize="0"/>
          <p:nvPr/>
        </p:nvPicPr>
        <p:blipFill>
          <a:blip r:embed="rId3">
            <a:alphaModFix/>
          </a:blip>
          <a:stretch>
            <a:fillRect/>
          </a:stretch>
        </p:blipFill>
        <p:spPr>
          <a:xfrm>
            <a:off x="1489351" y="1865588"/>
            <a:ext cx="594600" cy="673332"/>
          </a:xfrm>
          <a:prstGeom prst="rect">
            <a:avLst/>
          </a:prstGeom>
          <a:noFill/>
          <a:ln>
            <a:noFill/>
          </a:ln>
        </p:spPr>
      </p:pic>
      <p:pic>
        <p:nvPicPr>
          <p:cNvPr id="1159" name="Google Shape;1159;p88"/>
          <p:cNvPicPr preferRelativeResize="0"/>
          <p:nvPr/>
        </p:nvPicPr>
        <p:blipFill>
          <a:blip r:embed="rId3">
            <a:alphaModFix/>
          </a:blip>
          <a:stretch>
            <a:fillRect/>
          </a:stretch>
        </p:blipFill>
        <p:spPr>
          <a:xfrm>
            <a:off x="1262476" y="3437249"/>
            <a:ext cx="594600" cy="673332"/>
          </a:xfrm>
          <a:prstGeom prst="rect">
            <a:avLst/>
          </a:prstGeom>
          <a:noFill/>
          <a:ln>
            <a:noFill/>
          </a:ln>
        </p:spPr>
      </p:pic>
      <p:pic>
        <p:nvPicPr>
          <p:cNvPr id="1160" name="Google Shape;1160;p88"/>
          <p:cNvPicPr preferRelativeResize="0"/>
          <p:nvPr/>
        </p:nvPicPr>
        <p:blipFill>
          <a:blip r:embed="rId4">
            <a:alphaModFix/>
          </a:blip>
          <a:stretch>
            <a:fillRect/>
          </a:stretch>
        </p:blipFill>
        <p:spPr>
          <a:xfrm>
            <a:off x="2468527" y="2865700"/>
            <a:ext cx="594600" cy="400851"/>
          </a:xfrm>
          <a:prstGeom prst="rect">
            <a:avLst/>
          </a:prstGeom>
          <a:noFill/>
          <a:ln>
            <a:noFill/>
          </a:ln>
        </p:spPr>
      </p:pic>
      <p:pic>
        <p:nvPicPr>
          <p:cNvPr id="1161" name="Google Shape;1161;p88"/>
          <p:cNvPicPr preferRelativeResize="0"/>
          <p:nvPr/>
        </p:nvPicPr>
        <p:blipFill>
          <a:blip r:embed="rId4">
            <a:alphaModFix/>
          </a:blip>
          <a:stretch>
            <a:fillRect/>
          </a:stretch>
        </p:blipFill>
        <p:spPr>
          <a:xfrm>
            <a:off x="3369602" y="3537600"/>
            <a:ext cx="594600" cy="400851"/>
          </a:xfrm>
          <a:prstGeom prst="rect">
            <a:avLst/>
          </a:prstGeom>
          <a:noFill/>
          <a:ln>
            <a:noFill/>
          </a:ln>
        </p:spPr>
      </p:pic>
      <p:pic>
        <p:nvPicPr>
          <p:cNvPr id="1162" name="Google Shape;1162;p88"/>
          <p:cNvPicPr preferRelativeResize="0"/>
          <p:nvPr/>
        </p:nvPicPr>
        <p:blipFill>
          <a:blip r:embed="rId5">
            <a:alphaModFix/>
          </a:blip>
          <a:stretch>
            <a:fillRect/>
          </a:stretch>
        </p:blipFill>
        <p:spPr>
          <a:xfrm>
            <a:off x="4508622" y="1839564"/>
            <a:ext cx="507186" cy="514500"/>
          </a:xfrm>
          <a:prstGeom prst="rect">
            <a:avLst/>
          </a:prstGeom>
          <a:noFill/>
          <a:ln>
            <a:noFill/>
          </a:ln>
        </p:spPr>
      </p:pic>
      <p:pic>
        <p:nvPicPr>
          <p:cNvPr id="1163" name="Google Shape;1163;p88"/>
          <p:cNvPicPr preferRelativeResize="0"/>
          <p:nvPr/>
        </p:nvPicPr>
        <p:blipFill>
          <a:blip r:embed="rId5">
            <a:alphaModFix/>
          </a:blip>
          <a:stretch>
            <a:fillRect/>
          </a:stretch>
        </p:blipFill>
        <p:spPr>
          <a:xfrm>
            <a:off x="3207472" y="1619989"/>
            <a:ext cx="507186" cy="514500"/>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167" name="Shape 1167"/>
        <p:cNvGrpSpPr/>
        <p:nvPr/>
      </p:nvGrpSpPr>
      <p:grpSpPr>
        <a:xfrm>
          <a:off x="0" y="0"/>
          <a:ext cx="0" cy="0"/>
        </a:xfrm>
      </p:grpSpPr>
      <p:pic>
        <p:nvPicPr>
          <p:cNvPr id="1168" name="Google Shape;1168;p89"/>
          <p:cNvPicPr preferRelativeResize="0"/>
          <p:nvPr/>
        </p:nvPicPr>
        <p:blipFill>
          <a:blip r:embed="rId3">
            <a:alphaModFix/>
          </a:blip>
          <a:srcRect r="57905" b="43691"/>
          <a:stretch>
            <a:fillRect/>
          </a:stretch>
        </p:blipFill>
        <p:spPr>
          <a:xfrm rot="10800000">
            <a:off x="6159050" y="3378625"/>
            <a:ext cx="2297800" cy="1395725"/>
          </a:xfrm>
          <a:prstGeom prst="rect">
            <a:avLst/>
          </a:prstGeom>
          <a:noFill/>
          <a:ln>
            <a:noFill/>
          </a:ln>
        </p:spPr>
      </p:pic>
      <p:grpSp>
        <p:nvGrpSpPr>
          <p:cNvPr id="1169" name="Google Shape;1169;p89"/>
          <p:cNvGrpSpPr/>
          <p:nvPr/>
        </p:nvGrpSpPr>
        <p:grpSpPr>
          <a:xfrm rot="10800000">
            <a:off x="5814784" y="2248681"/>
            <a:ext cx="2273890" cy="878496"/>
            <a:chOff x="6151476" y="784700"/>
            <a:chExt cx="2676424" cy="1015251"/>
          </a:xfrm>
        </p:grpSpPr>
        <p:pic>
          <p:nvPicPr>
            <p:cNvPr id="1170" name="Google Shape;1170;p89"/>
            <p:cNvPicPr preferRelativeResize="0"/>
            <p:nvPr/>
          </p:nvPicPr>
          <p:blipFill>
            <a:blip r:embed="rId3">
              <a:alphaModFix/>
            </a:blip>
            <a:srcRect t="34046" r="57905" b="43690"/>
            <a:stretch>
              <a:fillRect/>
            </a:stretch>
          </p:blipFill>
          <p:spPr>
            <a:xfrm flipH="1">
              <a:off x="6151476" y="1128475"/>
              <a:ext cx="2676424" cy="671475"/>
            </a:xfrm>
            <a:prstGeom prst="rect">
              <a:avLst/>
            </a:prstGeom>
            <a:noFill/>
            <a:ln>
              <a:noFill/>
            </a:ln>
          </p:spPr>
        </p:pic>
        <p:pic>
          <p:nvPicPr>
            <p:cNvPr id="1171" name="Google Shape;1171;p89"/>
            <p:cNvPicPr preferRelativeResize="0"/>
            <p:nvPr/>
          </p:nvPicPr>
          <p:blipFill>
            <a:blip r:embed="rId3">
              <a:alphaModFix/>
            </a:blip>
            <a:srcRect r="57905" b="88189"/>
            <a:stretch>
              <a:fillRect/>
            </a:stretch>
          </p:blipFill>
          <p:spPr>
            <a:xfrm flipH="1">
              <a:off x="6154102" y="784700"/>
              <a:ext cx="2666148" cy="355251"/>
            </a:xfrm>
            <a:prstGeom prst="rect">
              <a:avLst/>
            </a:prstGeom>
            <a:noFill/>
            <a:ln>
              <a:noFill/>
            </a:ln>
          </p:spPr>
        </p:pic>
      </p:grpSp>
      <p:grpSp>
        <p:nvGrpSpPr>
          <p:cNvPr id="1172" name="Google Shape;1172;p89"/>
          <p:cNvGrpSpPr/>
          <p:nvPr/>
        </p:nvGrpSpPr>
        <p:grpSpPr>
          <a:xfrm rot="10800000" flipH="1">
            <a:off x="6115197" y="920500"/>
            <a:ext cx="2676424" cy="878496"/>
            <a:chOff x="6151476" y="784700"/>
            <a:chExt cx="2676424" cy="1015251"/>
          </a:xfrm>
        </p:grpSpPr>
        <p:pic>
          <p:nvPicPr>
            <p:cNvPr id="1173" name="Google Shape;1173;p89"/>
            <p:cNvPicPr preferRelativeResize="0"/>
            <p:nvPr/>
          </p:nvPicPr>
          <p:blipFill>
            <a:blip r:embed="rId3">
              <a:alphaModFix/>
            </a:blip>
            <a:srcRect t="34046" r="57905" b="43690"/>
            <a:stretch>
              <a:fillRect/>
            </a:stretch>
          </p:blipFill>
          <p:spPr>
            <a:xfrm flipH="1">
              <a:off x="6151476" y="1128475"/>
              <a:ext cx="2676424" cy="671475"/>
            </a:xfrm>
            <a:prstGeom prst="rect">
              <a:avLst/>
            </a:prstGeom>
            <a:noFill/>
            <a:ln>
              <a:noFill/>
            </a:ln>
          </p:spPr>
        </p:pic>
        <p:pic>
          <p:nvPicPr>
            <p:cNvPr id="1174" name="Google Shape;1174;p89"/>
            <p:cNvPicPr preferRelativeResize="0"/>
            <p:nvPr/>
          </p:nvPicPr>
          <p:blipFill>
            <a:blip r:embed="rId3">
              <a:alphaModFix/>
            </a:blip>
            <a:srcRect r="57905" b="88189"/>
            <a:stretch>
              <a:fillRect/>
            </a:stretch>
          </p:blipFill>
          <p:spPr>
            <a:xfrm flipH="1">
              <a:off x="6154102" y="784700"/>
              <a:ext cx="2666148" cy="355251"/>
            </a:xfrm>
            <a:prstGeom prst="rect">
              <a:avLst/>
            </a:prstGeom>
            <a:noFill/>
            <a:ln>
              <a:noFill/>
            </a:ln>
          </p:spPr>
        </p:pic>
      </p:grpSp>
      <p:sp>
        <p:nvSpPr>
          <p:cNvPr id="1175" name="Google Shape;1175;p89"/>
          <p:cNvSpPr/>
          <p:nvPr/>
        </p:nvSpPr>
        <p:spPr>
          <a:xfrm>
            <a:off x="365734" y="1265728"/>
            <a:ext cx="5014200" cy="3481500"/>
          </a:xfrm>
          <a:prstGeom prst="rect">
            <a:avLst/>
          </a:prstGeom>
          <a:solidFill>
            <a:srgbClr val="4285F4"/>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76" name="Google Shape;1176;p89"/>
          <p:cNvSpPr/>
          <p:nvPr/>
        </p:nvSpPr>
        <p:spPr>
          <a:xfrm>
            <a:off x="-891036" y="1027484"/>
            <a:ext cx="6425564" cy="4140237"/>
          </a:xfrm>
          <a:custGeom>
            <a:rect l="l" t="t" r="r" b="b"/>
            <a:pathLst>
              <a:path w="300260" h="193469" extrusionOk="0">
                <a:moveTo>
                  <a:pt x="70920" y="84"/>
                </a:moveTo>
                <a:cubicBezTo>
                  <a:pt x="89716" y="-1122"/>
                  <a:pt x="109846" y="11006"/>
                  <a:pt x="130737" y="14943"/>
                </a:cubicBezTo>
                <a:cubicBezTo>
                  <a:pt x="151629" y="18880"/>
                  <a:pt x="181093" y="22119"/>
                  <a:pt x="196269" y="23706"/>
                </a:cubicBezTo>
                <a:cubicBezTo>
                  <a:pt x="211446" y="25294"/>
                  <a:pt x="214176" y="24278"/>
                  <a:pt x="221796" y="24468"/>
                </a:cubicBezTo>
                <a:cubicBezTo>
                  <a:pt x="229416" y="24659"/>
                  <a:pt x="236552" y="23790"/>
                  <a:pt x="241989" y="24849"/>
                </a:cubicBezTo>
                <a:cubicBezTo>
                  <a:pt x="247426" y="25908"/>
                  <a:pt x="249796" y="29354"/>
                  <a:pt x="254419" y="30821"/>
                </a:cubicBezTo>
                <a:cubicBezTo>
                  <a:pt x="259042" y="32288"/>
                  <a:pt x="265456" y="32096"/>
                  <a:pt x="269726" y="33649"/>
                </a:cubicBezTo>
                <a:cubicBezTo>
                  <a:pt x="273996" y="35202"/>
                  <a:pt x="277298" y="37160"/>
                  <a:pt x="280041" y="40138"/>
                </a:cubicBezTo>
                <a:cubicBezTo>
                  <a:pt x="282784" y="43116"/>
                  <a:pt x="285860" y="47908"/>
                  <a:pt x="286185" y="51519"/>
                </a:cubicBezTo>
                <a:cubicBezTo>
                  <a:pt x="286511" y="55130"/>
                  <a:pt x="285233" y="59139"/>
                  <a:pt x="281994" y="61806"/>
                </a:cubicBezTo>
                <a:cubicBezTo>
                  <a:pt x="278756" y="64473"/>
                  <a:pt x="269993" y="66124"/>
                  <a:pt x="266754" y="67521"/>
                </a:cubicBezTo>
                <a:cubicBezTo>
                  <a:pt x="263516" y="68918"/>
                  <a:pt x="265548" y="70950"/>
                  <a:pt x="262563" y="70188"/>
                </a:cubicBezTo>
                <a:cubicBezTo>
                  <a:pt x="259579" y="69426"/>
                  <a:pt x="249927" y="64918"/>
                  <a:pt x="248847" y="62949"/>
                </a:cubicBezTo>
                <a:cubicBezTo>
                  <a:pt x="247768" y="60981"/>
                  <a:pt x="257737" y="59901"/>
                  <a:pt x="256086" y="58377"/>
                </a:cubicBezTo>
                <a:cubicBezTo>
                  <a:pt x="254435" y="56853"/>
                  <a:pt x="244529" y="54059"/>
                  <a:pt x="238941" y="53805"/>
                </a:cubicBezTo>
                <a:cubicBezTo>
                  <a:pt x="233353" y="53551"/>
                  <a:pt x="225479" y="54059"/>
                  <a:pt x="222558" y="56853"/>
                </a:cubicBezTo>
                <a:cubicBezTo>
                  <a:pt x="219637" y="59647"/>
                  <a:pt x="220717" y="66886"/>
                  <a:pt x="221415" y="70569"/>
                </a:cubicBezTo>
                <a:cubicBezTo>
                  <a:pt x="222114" y="74252"/>
                  <a:pt x="225479" y="75903"/>
                  <a:pt x="226749" y="78951"/>
                </a:cubicBezTo>
                <a:cubicBezTo>
                  <a:pt x="228019" y="81999"/>
                  <a:pt x="226559" y="84412"/>
                  <a:pt x="229035" y="88857"/>
                </a:cubicBezTo>
                <a:cubicBezTo>
                  <a:pt x="231512" y="93302"/>
                  <a:pt x="237989" y="101049"/>
                  <a:pt x="241608" y="105621"/>
                </a:cubicBezTo>
                <a:cubicBezTo>
                  <a:pt x="245228" y="110193"/>
                  <a:pt x="246498" y="113622"/>
                  <a:pt x="250752" y="116289"/>
                </a:cubicBezTo>
                <a:cubicBezTo>
                  <a:pt x="255007" y="118956"/>
                  <a:pt x="263643" y="118004"/>
                  <a:pt x="267135" y="121623"/>
                </a:cubicBezTo>
                <a:cubicBezTo>
                  <a:pt x="270628" y="125243"/>
                  <a:pt x="270374" y="132545"/>
                  <a:pt x="271707" y="138006"/>
                </a:cubicBezTo>
                <a:cubicBezTo>
                  <a:pt x="273041" y="143467"/>
                  <a:pt x="273930" y="149881"/>
                  <a:pt x="275136" y="154389"/>
                </a:cubicBezTo>
                <a:cubicBezTo>
                  <a:pt x="276343" y="158898"/>
                  <a:pt x="277549" y="161628"/>
                  <a:pt x="278946" y="165057"/>
                </a:cubicBezTo>
                <a:cubicBezTo>
                  <a:pt x="280343" y="168486"/>
                  <a:pt x="282883" y="171852"/>
                  <a:pt x="283518" y="174963"/>
                </a:cubicBezTo>
                <a:cubicBezTo>
                  <a:pt x="284153" y="178075"/>
                  <a:pt x="321364" y="181567"/>
                  <a:pt x="282756" y="183726"/>
                </a:cubicBezTo>
                <a:cubicBezTo>
                  <a:pt x="244148" y="185885"/>
                  <a:pt x="98733" y="201633"/>
                  <a:pt x="51870" y="187917"/>
                </a:cubicBezTo>
                <a:cubicBezTo>
                  <a:pt x="5007" y="174201"/>
                  <a:pt x="7230" y="129053"/>
                  <a:pt x="1578" y="101430"/>
                </a:cubicBezTo>
                <a:cubicBezTo>
                  <a:pt x="-4073" y="73808"/>
                  <a:pt x="6404" y="39073"/>
                  <a:pt x="17961" y="22182"/>
                </a:cubicBezTo>
                <a:cubicBezTo>
                  <a:pt x="29518" y="5291"/>
                  <a:pt x="52124" y="1291"/>
                  <a:pt x="70920" y="84"/>
                </a:cubicBezTo>
                <a:close/>
              </a:path>
            </a:pathLst>
          </a:custGeom>
          <a:solidFill>
            <a:srgbClr val="D9EAD3"/>
          </a:solidFill>
          <a:ln w="28575" cap="flat" cmpd="sng">
            <a:solidFill>
              <a:srgbClr val="000000"/>
            </a:solidFill>
            <a:prstDash val="solid"/>
            <a:round/>
            <a:headEnd type="none" w="med" len="med"/>
            <a:tailEnd type="none" w="med" len="med"/>
          </a:ln>
        </p:spPr>
        <p:txBody>
          <a:bodyPr/>
          <a:lstStyle/>
          <a:p/>
        </p:txBody>
      </p:sp>
      <p:sp>
        <p:nvSpPr>
          <p:cNvPr id="1177" name="Google Shape;1177;p89"/>
          <p:cNvSpPr/>
          <p:nvPr/>
        </p:nvSpPr>
        <p:spPr>
          <a:xfrm>
            <a:off x="-523026" y="1020496"/>
            <a:ext cx="5760944" cy="3560575"/>
          </a:xfrm>
          <a:custGeom>
            <a:rect l="l" t="t" r="r" b="b"/>
            <a:pathLst>
              <a:path w="269203" h="166382" extrusionOk="0">
                <a:moveTo>
                  <a:pt x="53723" y="411"/>
                </a:moveTo>
                <a:cubicBezTo>
                  <a:pt x="72564" y="-1965"/>
                  <a:pt x="93582" y="6682"/>
                  <a:pt x="113808" y="8251"/>
                </a:cubicBezTo>
                <a:cubicBezTo>
                  <a:pt x="134035" y="9820"/>
                  <a:pt x="158978" y="9561"/>
                  <a:pt x="175082" y="9823"/>
                </a:cubicBezTo>
                <a:cubicBezTo>
                  <a:pt x="191186" y="10085"/>
                  <a:pt x="200351" y="10412"/>
                  <a:pt x="210432" y="9823"/>
                </a:cubicBezTo>
                <a:cubicBezTo>
                  <a:pt x="220514" y="9234"/>
                  <a:pt x="230638" y="3601"/>
                  <a:pt x="235571" y="6287"/>
                </a:cubicBezTo>
                <a:cubicBezTo>
                  <a:pt x="240504" y="8973"/>
                  <a:pt x="236304" y="22218"/>
                  <a:pt x="240032" y="25938"/>
                </a:cubicBezTo>
                <a:cubicBezTo>
                  <a:pt x="243760" y="29658"/>
                  <a:pt x="253367" y="26637"/>
                  <a:pt x="257939" y="28605"/>
                </a:cubicBezTo>
                <a:cubicBezTo>
                  <a:pt x="262511" y="30574"/>
                  <a:pt x="265623" y="33876"/>
                  <a:pt x="267464" y="37749"/>
                </a:cubicBezTo>
                <a:cubicBezTo>
                  <a:pt x="269306" y="41623"/>
                  <a:pt x="269433" y="47782"/>
                  <a:pt x="268988" y="51846"/>
                </a:cubicBezTo>
                <a:cubicBezTo>
                  <a:pt x="268544" y="55910"/>
                  <a:pt x="268036" y="59466"/>
                  <a:pt x="264797" y="62133"/>
                </a:cubicBezTo>
                <a:cubicBezTo>
                  <a:pt x="261559" y="64800"/>
                  <a:pt x="252796" y="66451"/>
                  <a:pt x="249557" y="67848"/>
                </a:cubicBezTo>
                <a:cubicBezTo>
                  <a:pt x="246319" y="69245"/>
                  <a:pt x="248351" y="71277"/>
                  <a:pt x="245366" y="70515"/>
                </a:cubicBezTo>
                <a:cubicBezTo>
                  <a:pt x="242382" y="69753"/>
                  <a:pt x="232730" y="65245"/>
                  <a:pt x="231650" y="63276"/>
                </a:cubicBezTo>
                <a:cubicBezTo>
                  <a:pt x="230571" y="61308"/>
                  <a:pt x="240540" y="60228"/>
                  <a:pt x="238889" y="58704"/>
                </a:cubicBezTo>
                <a:cubicBezTo>
                  <a:pt x="237238" y="57180"/>
                  <a:pt x="227332" y="54386"/>
                  <a:pt x="221744" y="54132"/>
                </a:cubicBezTo>
                <a:cubicBezTo>
                  <a:pt x="216156" y="53878"/>
                  <a:pt x="208282" y="54386"/>
                  <a:pt x="205361" y="57180"/>
                </a:cubicBezTo>
                <a:cubicBezTo>
                  <a:pt x="202440" y="59974"/>
                  <a:pt x="203520" y="67213"/>
                  <a:pt x="204218" y="70896"/>
                </a:cubicBezTo>
                <a:cubicBezTo>
                  <a:pt x="204917" y="74579"/>
                  <a:pt x="208282" y="76230"/>
                  <a:pt x="209552" y="79278"/>
                </a:cubicBezTo>
                <a:cubicBezTo>
                  <a:pt x="210822" y="82326"/>
                  <a:pt x="209362" y="84739"/>
                  <a:pt x="211838" y="89184"/>
                </a:cubicBezTo>
                <a:cubicBezTo>
                  <a:pt x="214315" y="93629"/>
                  <a:pt x="220792" y="101376"/>
                  <a:pt x="224411" y="105948"/>
                </a:cubicBezTo>
                <a:cubicBezTo>
                  <a:pt x="228031" y="110520"/>
                  <a:pt x="229301" y="113949"/>
                  <a:pt x="233555" y="116616"/>
                </a:cubicBezTo>
                <a:cubicBezTo>
                  <a:pt x="237810" y="119283"/>
                  <a:pt x="246446" y="118331"/>
                  <a:pt x="249938" y="121950"/>
                </a:cubicBezTo>
                <a:cubicBezTo>
                  <a:pt x="253431" y="125570"/>
                  <a:pt x="253177" y="132872"/>
                  <a:pt x="254510" y="138333"/>
                </a:cubicBezTo>
                <a:cubicBezTo>
                  <a:pt x="255844" y="143794"/>
                  <a:pt x="257582" y="150041"/>
                  <a:pt x="257939" y="154716"/>
                </a:cubicBezTo>
                <a:cubicBezTo>
                  <a:pt x="258296" y="159391"/>
                  <a:pt x="263065" y="166382"/>
                  <a:pt x="256651" y="166382"/>
                </a:cubicBezTo>
                <a:cubicBezTo>
                  <a:pt x="250238" y="166382"/>
                  <a:pt x="241024" y="155898"/>
                  <a:pt x="219458" y="154716"/>
                </a:cubicBezTo>
                <a:cubicBezTo>
                  <a:pt x="197892" y="153534"/>
                  <a:pt x="150494" y="165107"/>
                  <a:pt x="127256" y="159288"/>
                </a:cubicBezTo>
                <a:cubicBezTo>
                  <a:pt x="104018" y="153469"/>
                  <a:pt x="96856" y="130597"/>
                  <a:pt x="80028" y="119802"/>
                </a:cubicBezTo>
                <a:cubicBezTo>
                  <a:pt x="63201" y="109007"/>
                  <a:pt x="39502" y="110734"/>
                  <a:pt x="26291" y="94518"/>
                </a:cubicBezTo>
                <a:cubicBezTo>
                  <a:pt x="13080" y="78303"/>
                  <a:pt x="-3808" y="38194"/>
                  <a:pt x="764" y="22509"/>
                </a:cubicBezTo>
                <a:cubicBezTo>
                  <a:pt x="5336" y="6825"/>
                  <a:pt x="34882" y="2787"/>
                  <a:pt x="53723" y="411"/>
                </a:cubicBezTo>
                <a:close/>
              </a:path>
            </a:pathLst>
          </a:custGeom>
          <a:solidFill>
            <a:srgbClr val="93C47D"/>
          </a:solidFill>
          <a:ln w="28575" cap="flat" cmpd="sng">
            <a:solidFill>
              <a:srgbClr val="000000"/>
            </a:solidFill>
            <a:prstDash val="solid"/>
            <a:round/>
            <a:headEnd type="none" w="med" len="med"/>
            <a:tailEnd type="none" w="med" len="med"/>
          </a:ln>
        </p:spPr>
        <p:txBody>
          <a:bodyPr/>
          <a:lstStyle/>
          <a:p/>
        </p:txBody>
      </p:sp>
      <p:sp>
        <p:nvSpPr>
          <p:cNvPr id="1178" name="Google Shape;1178;p89"/>
          <p:cNvSpPr/>
          <p:nvPr/>
        </p:nvSpPr>
        <p:spPr>
          <a:xfrm>
            <a:off x="-1103578" y="825255"/>
            <a:ext cx="6598500" cy="440400"/>
          </a:xfrm>
          <a:prstGeom prst="rect">
            <a:avLst/>
          </a:prstGeom>
          <a:solidFill>
            <a:srgbClr val="F3EEFB"/>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79" name="Google Shape;1179;p89"/>
          <p:cNvSpPr/>
          <p:nvPr/>
        </p:nvSpPr>
        <p:spPr>
          <a:xfrm>
            <a:off x="-1103578" y="1192369"/>
            <a:ext cx="1469400" cy="3949500"/>
          </a:xfrm>
          <a:prstGeom prst="rect">
            <a:avLst/>
          </a:prstGeom>
          <a:solidFill>
            <a:srgbClr val="F3EEFB"/>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80" name="Google Shape;1180;p89"/>
          <p:cNvSpPr/>
          <p:nvPr/>
        </p:nvSpPr>
        <p:spPr>
          <a:xfrm>
            <a:off x="-178185" y="4747201"/>
            <a:ext cx="5764200" cy="980400"/>
          </a:xfrm>
          <a:prstGeom prst="rect">
            <a:avLst/>
          </a:prstGeom>
          <a:solidFill>
            <a:srgbClr val="F3EEFB"/>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81" name="Google Shape;1181;p89"/>
          <p:cNvSpPr txBox="1"/>
          <p:nvPr/>
        </p:nvSpPr>
        <p:spPr>
          <a:xfrm>
            <a:off x="422646" y="1314730"/>
            <a:ext cx="8823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1182" name="Google Shape;1182;p89"/>
          <p:cNvSpPr/>
          <p:nvPr/>
        </p:nvSpPr>
        <p:spPr>
          <a:xfrm>
            <a:off x="2013327" y="23906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83" name="Google Shape;1183;p89"/>
          <p:cNvSpPr txBox="1"/>
          <p:nvPr/>
        </p:nvSpPr>
        <p:spPr>
          <a:xfrm>
            <a:off x="492224" y="2424770"/>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1184" name="Google Shape;1184;p89"/>
          <p:cNvCxnSpPr/>
          <p:nvPr/>
        </p:nvCxnSpPr>
        <p:spPr>
          <a:xfrm flipH="1">
            <a:off x="1274441" y="2448979"/>
            <a:ext cx="804600" cy="188700"/>
          </a:xfrm>
          <a:prstGeom prst="straightConnector1">
            <a:avLst/>
          </a:prstGeom>
          <a:noFill/>
          <a:ln w="28575" cap="flat" cmpd="sng">
            <a:solidFill>
              <a:srgbClr val="000000"/>
            </a:solidFill>
            <a:prstDash val="solid"/>
            <a:round/>
            <a:headEnd type="none" w="med" len="med"/>
            <a:tailEnd type="none" w="med" len="med"/>
          </a:ln>
        </p:spPr>
      </p:cxnSp>
      <p:sp>
        <p:nvSpPr>
          <p:cNvPr id="1185" name="Google Shape;1185;p89"/>
          <p:cNvSpPr/>
          <p:nvPr/>
        </p:nvSpPr>
        <p:spPr>
          <a:xfrm rot="-4513154">
            <a:off x="4675837" y="2314398"/>
            <a:ext cx="117591" cy="117591"/>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1186" name="Google Shape;1186;p89"/>
          <p:cNvCxnSpPr/>
          <p:nvPr/>
        </p:nvCxnSpPr>
        <p:spPr>
          <a:xfrm>
            <a:off x="4735999" y="2366451"/>
            <a:ext cx="61200" cy="514500"/>
          </a:xfrm>
          <a:prstGeom prst="straightConnector1">
            <a:avLst/>
          </a:prstGeom>
          <a:noFill/>
          <a:ln w="28575" cap="flat" cmpd="sng">
            <a:solidFill>
              <a:srgbClr val="000000"/>
            </a:solidFill>
            <a:prstDash val="solid"/>
            <a:round/>
            <a:headEnd type="none" w="med" len="med"/>
            <a:tailEnd type="none" w="med" len="med"/>
          </a:ln>
        </p:spPr>
      </p:cxnSp>
      <p:sp>
        <p:nvSpPr>
          <p:cNvPr id="1187" name="Google Shape;1187;p89"/>
          <p:cNvSpPr txBox="1"/>
          <p:nvPr/>
        </p:nvSpPr>
        <p:spPr>
          <a:xfrm>
            <a:off x="4343420" y="2872765"/>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1188" name="Google Shape;1188;p89"/>
          <p:cNvSpPr/>
          <p:nvPr/>
        </p:nvSpPr>
        <p:spPr>
          <a:xfrm>
            <a:off x="3624005" y="3970066"/>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189" name="Google Shape;1189;p89"/>
          <p:cNvGrpSpPr/>
          <p:nvPr/>
        </p:nvGrpSpPr>
        <p:grpSpPr>
          <a:xfrm flipH="1">
            <a:off x="3669564" y="3932182"/>
            <a:ext cx="1248041" cy="396900"/>
            <a:chOff x="2441679" y="3932182"/>
            <a:chExt cx="1248041" cy="396900"/>
          </a:xfrm>
        </p:grpSpPr>
        <p:sp>
          <p:nvSpPr>
            <p:cNvPr id="1190" name="Google Shape;1190;p89"/>
            <p:cNvSpPr txBox="1"/>
            <p:nvPr/>
          </p:nvSpPr>
          <p:spPr>
            <a:xfrm>
              <a:off x="2441679" y="3932182"/>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1191" name="Google Shape;1191;p89"/>
            <p:cNvCxnSpPr/>
            <p:nvPr/>
          </p:nvCxnSpPr>
          <p:spPr>
            <a:xfrm flipH="1">
              <a:off x="3239420" y="4028393"/>
              <a:ext cx="450300" cy="114300"/>
            </a:xfrm>
            <a:prstGeom prst="straightConnector1">
              <a:avLst/>
            </a:prstGeom>
            <a:noFill/>
            <a:ln w="28575" cap="flat" cmpd="sng">
              <a:solidFill>
                <a:srgbClr val="000000"/>
              </a:solidFill>
              <a:prstDash val="solid"/>
              <a:round/>
              <a:headEnd type="none" w="med" len="med"/>
              <a:tailEnd type="none" w="med" len="med"/>
            </a:ln>
          </p:spPr>
        </p:cxnSp>
      </p:grpSp>
      <p:sp>
        <p:nvSpPr>
          <p:cNvPr id="1192" name="Google Shape;1192;p89"/>
          <p:cNvSpPr/>
          <p:nvPr/>
        </p:nvSpPr>
        <p:spPr>
          <a:xfrm>
            <a:off x="3434917" y="21434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93" name="Google Shape;1193;p89"/>
          <p:cNvSpPr/>
          <p:nvPr/>
        </p:nvSpPr>
        <p:spPr>
          <a:xfrm>
            <a:off x="2753720" y="333695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94" name="Google Shape;1194;p89"/>
          <p:cNvSpPr txBox="1"/>
          <p:nvPr/>
        </p:nvSpPr>
        <p:spPr>
          <a:xfrm>
            <a:off x="4771686" y="4508108"/>
            <a:ext cx="594600" cy="228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17:00</a:t>
            </a:r>
            <a:endParaRPr sz="1600">
              <a:solidFill>
                <a:srgbClr val="FFFFFF"/>
              </a:solidFill>
              <a:latin typeface="Lexend"/>
              <a:ea typeface="Lexend"/>
              <a:cs typeface="Lexend"/>
              <a:sym typeface="Lexend"/>
            </a:endParaRPr>
          </a:p>
        </p:txBody>
      </p:sp>
      <p:cxnSp>
        <p:nvCxnSpPr>
          <p:cNvPr id="1195" name="Google Shape;1195;p89"/>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1196" name="Google Shape;1196;p89"/>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sp>
        <p:nvSpPr>
          <p:cNvPr id="1197" name="Google Shape;1197;p89"/>
          <p:cNvSpPr/>
          <p:nvPr/>
        </p:nvSpPr>
        <p:spPr>
          <a:xfrm>
            <a:off x="1738745" y="400457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98" name="Google Shape;1198;p89"/>
          <p:cNvSpPr/>
          <p:nvPr/>
        </p:nvSpPr>
        <p:spPr>
          <a:xfrm>
            <a:off x="1739973" y="159790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13°C</a:t>
            </a:r>
            <a:endParaRPr sz="1800">
              <a:solidFill>
                <a:srgbClr val="FFFFFF"/>
              </a:solidFill>
              <a:latin typeface="Lexend"/>
              <a:ea typeface="Lexend"/>
              <a:cs typeface="Lexend"/>
              <a:sym typeface="Lexend"/>
            </a:endParaRPr>
          </a:p>
        </p:txBody>
      </p:sp>
      <p:sp>
        <p:nvSpPr>
          <p:cNvPr id="1199" name="Google Shape;1199;p89"/>
          <p:cNvSpPr/>
          <p:nvPr/>
        </p:nvSpPr>
        <p:spPr>
          <a:xfrm>
            <a:off x="3363147" y="32335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15°C</a:t>
            </a:r>
            <a:endParaRPr sz="1800">
              <a:solidFill>
                <a:srgbClr val="FFFFFF"/>
              </a:solidFill>
              <a:latin typeface="Lexend"/>
              <a:ea typeface="Lexend"/>
              <a:cs typeface="Lexend"/>
              <a:sym typeface="Lexend"/>
            </a:endParaRPr>
          </a:p>
        </p:txBody>
      </p:sp>
      <p:sp>
        <p:nvSpPr>
          <p:cNvPr id="1200" name="Google Shape;1200;p89"/>
          <p:cNvSpPr/>
          <p:nvPr/>
        </p:nvSpPr>
        <p:spPr>
          <a:xfrm>
            <a:off x="4573822" y="156472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10°C</a:t>
            </a:r>
            <a:endParaRPr sz="1800">
              <a:solidFill>
                <a:srgbClr val="FFFFFF"/>
              </a:solidFill>
              <a:latin typeface="Lexend"/>
              <a:ea typeface="Lexend"/>
              <a:cs typeface="Lexend"/>
              <a:sym typeface="Lexend"/>
            </a:endParaRPr>
          </a:p>
        </p:txBody>
      </p:sp>
      <p:sp>
        <p:nvSpPr>
          <p:cNvPr id="1201" name="Google Shape;1201;p89"/>
          <p:cNvSpPr/>
          <p:nvPr/>
        </p:nvSpPr>
        <p:spPr>
          <a:xfrm>
            <a:off x="3174060" y="1320642"/>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12°C</a:t>
            </a:r>
            <a:endParaRPr sz="1800">
              <a:solidFill>
                <a:srgbClr val="FFFFFF"/>
              </a:solidFill>
              <a:latin typeface="Lexend"/>
              <a:ea typeface="Lexend"/>
              <a:cs typeface="Lexend"/>
              <a:sym typeface="Lexend"/>
            </a:endParaRPr>
          </a:p>
        </p:txBody>
      </p:sp>
      <p:sp>
        <p:nvSpPr>
          <p:cNvPr id="1202" name="Google Shape;1202;p89"/>
          <p:cNvSpPr/>
          <p:nvPr/>
        </p:nvSpPr>
        <p:spPr>
          <a:xfrm>
            <a:off x="2492860" y="26004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14°C</a:t>
            </a:r>
            <a:endParaRPr sz="1800">
              <a:solidFill>
                <a:srgbClr val="FFFFFF"/>
              </a:solidFill>
              <a:latin typeface="Lexend"/>
              <a:ea typeface="Lexend"/>
              <a:cs typeface="Lexend"/>
              <a:sym typeface="Lexend"/>
            </a:endParaRPr>
          </a:p>
        </p:txBody>
      </p:sp>
      <p:sp>
        <p:nvSpPr>
          <p:cNvPr id="1203" name="Google Shape;1203;p89"/>
          <p:cNvSpPr/>
          <p:nvPr/>
        </p:nvSpPr>
        <p:spPr>
          <a:xfrm>
            <a:off x="1477885" y="319190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14°C</a:t>
            </a:r>
            <a:endParaRPr sz="1800">
              <a:solidFill>
                <a:srgbClr val="FFFFFF"/>
              </a:solidFill>
              <a:latin typeface="Lexend"/>
              <a:ea typeface="Lexend"/>
              <a:cs typeface="Lexend"/>
              <a:sym typeface="Lexend"/>
            </a:endParaRPr>
          </a:p>
        </p:txBody>
      </p:sp>
      <p:cxnSp>
        <p:nvCxnSpPr>
          <p:cNvPr id="1204" name="Google Shape;1204;p89"/>
          <p:cNvCxnSpPr/>
          <p:nvPr/>
        </p:nvCxnSpPr>
        <p:spPr>
          <a:xfrm rot="10800000" flipH="1">
            <a:off x="1550225" y="4065550"/>
            <a:ext cx="240900" cy="172500"/>
          </a:xfrm>
          <a:prstGeom prst="straightConnector1">
            <a:avLst/>
          </a:prstGeom>
          <a:noFill/>
          <a:ln w="28575" cap="flat" cmpd="sng">
            <a:solidFill>
              <a:srgbClr val="000000"/>
            </a:solidFill>
            <a:prstDash val="solid"/>
            <a:round/>
            <a:headEnd type="none" w="med" len="med"/>
            <a:tailEnd type="none" w="med" len="med"/>
          </a:ln>
        </p:spPr>
      </p:cxnSp>
      <p:sp>
        <p:nvSpPr>
          <p:cNvPr id="1205" name="Google Shape;1205;p89"/>
          <p:cNvSpPr txBox="1"/>
          <p:nvPr/>
        </p:nvSpPr>
        <p:spPr>
          <a:xfrm>
            <a:off x="894450" y="4166718"/>
            <a:ext cx="923400" cy="2988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1206" name="Google Shape;1206;p89"/>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Understanding a basic weather forecast</a:t>
            </a:r>
            <a:endParaRPr/>
          </a:p>
        </p:txBody>
      </p:sp>
      <p:sp>
        <p:nvSpPr>
          <p:cNvPr id="1207" name="Google Shape;1207;p89"/>
          <p:cNvSpPr txBox="1"/>
          <p:nvPr/>
        </p:nvSpPr>
        <p:spPr>
          <a:xfrm>
            <a:off x="324000" y="626825"/>
            <a:ext cx="52875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solidFill>
                  <a:schemeClr val="dk1"/>
                </a:solidFill>
                <a:latin typeface="Lexend"/>
                <a:ea typeface="Lexend"/>
                <a:cs typeface="Lexend"/>
                <a:sym typeface="Lexend"/>
              </a:rPr>
              <a:t>Whose statement about the weather is correct?</a:t>
            </a:r>
            <a:endParaRPr sz="1800">
              <a:latin typeface="Lexend"/>
              <a:ea typeface="Lexend"/>
              <a:cs typeface="Lexend"/>
              <a:sym typeface="Lexend"/>
            </a:endParaRPr>
          </a:p>
        </p:txBody>
      </p:sp>
      <p:grpSp>
        <p:nvGrpSpPr>
          <p:cNvPr id="1208" name="Google Shape;1208;p89"/>
          <p:cNvGrpSpPr/>
          <p:nvPr/>
        </p:nvGrpSpPr>
        <p:grpSpPr>
          <a:xfrm>
            <a:off x="5433625" y="668477"/>
            <a:ext cx="882300" cy="878466"/>
            <a:chOff x="5607800" y="2906197"/>
            <a:chExt cx="882300" cy="878466"/>
          </a:xfrm>
        </p:grpSpPr>
        <p:pic>
          <p:nvPicPr>
            <p:cNvPr id="1209" name="Google Shape;1209;p89"/>
            <p:cNvPicPr preferRelativeResize="0"/>
            <p:nvPr/>
          </p:nvPicPr>
          <p:blipFill>
            <a:blip r:embed="rId4">
              <a:alphaModFix/>
            </a:blip>
            <a:stretch>
              <a:fillRect/>
            </a:stretch>
          </p:blipFill>
          <p:spPr>
            <a:xfrm>
              <a:off x="5889738" y="2906197"/>
              <a:ext cx="318430" cy="601274"/>
            </a:xfrm>
            <a:prstGeom prst="rect">
              <a:avLst/>
            </a:prstGeom>
            <a:noFill/>
            <a:ln>
              <a:noFill/>
            </a:ln>
          </p:spPr>
        </p:pic>
        <p:sp>
          <p:nvSpPr>
            <p:cNvPr id="1210" name="Google Shape;1210;p89"/>
            <p:cNvSpPr txBox="1"/>
            <p:nvPr/>
          </p:nvSpPr>
          <p:spPr>
            <a:xfrm>
              <a:off x="5607800" y="3507463"/>
              <a:ext cx="882300" cy="277200"/>
            </a:xfrm>
            <a:prstGeom prst="rect">
              <a:avLst/>
            </a:prstGeom>
            <a:noFill/>
            <a:ln>
              <a:noFill/>
            </a:ln>
          </p:spPr>
          <p:txBody>
            <a:bodyPr spcFirstLastPara="1" wrap="square" lIns="0" tIns="0" rIns="0" bIns="0" anchor="t" anchorCtr="0">
              <a:sp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Aisha</a:t>
              </a:r>
              <a:endParaRPr sz="1800">
                <a:latin typeface="Lexend"/>
                <a:ea typeface="Lexend"/>
                <a:cs typeface="Lexend"/>
                <a:sym typeface="Lexend"/>
              </a:endParaRPr>
            </a:p>
          </p:txBody>
        </p:sp>
      </p:grpSp>
      <p:sp>
        <p:nvSpPr>
          <p:cNvPr id="1211" name="Google Shape;1211;p89"/>
          <p:cNvSpPr txBox="1"/>
          <p:nvPr/>
        </p:nvSpPr>
        <p:spPr>
          <a:xfrm flipH="1">
            <a:off x="5925722" y="2543832"/>
            <a:ext cx="20115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solidFill>
                  <a:schemeClr val="dk1"/>
                </a:solidFill>
                <a:latin typeface="Lexend"/>
                <a:ea typeface="Lexend"/>
                <a:cs typeface="Lexend"/>
                <a:sym typeface="Lexend"/>
              </a:rPr>
              <a:t>There is rain at Oakmoor.</a:t>
            </a:r>
            <a:endParaRPr sz="1800">
              <a:latin typeface="Lexend"/>
              <a:ea typeface="Lexend"/>
              <a:cs typeface="Lexend"/>
              <a:sym typeface="Lexend"/>
            </a:endParaRPr>
          </a:p>
        </p:txBody>
      </p:sp>
      <p:sp>
        <p:nvSpPr>
          <p:cNvPr id="1212" name="Google Shape;1212;p89"/>
          <p:cNvSpPr txBox="1"/>
          <p:nvPr/>
        </p:nvSpPr>
        <p:spPr>
          <a:xfrm>
            <a:off x="6293314" y="1208747"/>
            <a:ext cx="23676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solidFill>
                  <a:schemeClr val="dk1"/>
                </a:solidFill>
                <a:latin typeface="Lexend"/>
                <a:ea typeface="Lexend"/>
                <a:cs typeface="Lexend"/>
                <a:sym typeface="Lexend"/>
              </a:rPr>
              <a:t>There is rain in north-east Oakfield.</a:t>
            </a:r>
            <a:endParaRPr sz="1800">
              <a:latin typeface="Lexend"/>
              <a:ea typeface="Lexend"/>
              <a:cs typeface="Lexend"/>
              <a:sym typeface="Lexend"/>
            </a:endParaRPr>
          </a:p>
        </p:txBody>
      </p:sp>
      <p:grpSp>
        <p:nvGrpSpPr>
          <p:cNvPr id="1213" name="Google Shape;1213;p89"/>
          <p:cNvGrpSpPr/>
          <p:nvPr/>
        </p:nvGrpSpPr>
        <p:grpSpPr>
          <a:xfrm flipH="1">
            <a:off x="7909325" y="1965756"/>
            <a:ext cx="882300" cy="814881"/>
            <a:chOff x="6717975" y="2969781"/>
            <a:chExt cx="882300" cy="814881"/>
          </a:xfrm>
        </p:grpSpPr>
        <p:sp>
          <p:nvSpPr>
            <p:cNvPr id="1214" name="Google Shape;1214;p89"/>
            <p:cNvSpPr txBox="1"/>
            <p:nvPr/>
          </p:nvSpPr>
          <p:spPr>
            <a:xfrm>
              <a:off x="6717975" y="3507463"/>
              <a:ext cx="882300" cy="277200"/>
            </a:xfrm>
            <a:prstGeom prst="rect">
              <a:avLst/>
            </a:prstGeom>
            <a:noFill/>
            <a:ln>
              <a:noFill/>
            </a:ln>
          </p:spPr>
          <p:txBody>
            <a:bodyPr spcFirstLastPara="1" wrap="square" lIns="0" tIns="0" rIns="0" bIns="0" anchor="t" anchorCtr="0">
              <a:sp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Laura</a:t>
              </a:r>
              <a:endParaRPr sz="1800">
                <a:latin typeface="Lexend"/>
                <a:ea typeface="Lexend"/>
                <a:cs typeface="Lexend"/>
                <a:sym typeface="Lexend"/>
              </a:endParaRPr>
            </a:p>
          </p:txBody>
        </p:sp>
        <p:pic>
          <p:nvPicPr>
            <p:cNvPr id="1215" name="Google Shape;1215;p89"/>
            <p:cNvPicPr preferRelativeResize="0"/>
            <p:nvPr/>
          </p:nvPicPr>
          <p:blipFill>
            <a:blip r:embed="rId5">
              <a:alphaModFix/>
            </a:blip>
            <a:stretch>
              <a:fillRect/>
            </a:stretch>
          </p:blipFill>
          <p:spPr>
            <a:xfrm>
              <a:off x="6952817" y="2969781"/>
              <a:ext cx="412631" cy="540427"/>
            </a:xfrm>
            <a:prstGeom prst="rect">
              <a:avLst/>
            </a:prstGeom>
            <a:noFill/>
            <a:ln>
              <a:noFill/>
            </a:ln>
          </p:spPr>
        </p:pic>
      </p:grpSp>
      <p:sp>
        <p:nvSpPr>
          <p:cNvPr id="1216" name="Google Shape;1216;p89"/>
          <p:cNvSpPr txBox="1"/>
          <p:nvPr/>
        </p:nvSpPr>
        <p:spPr>
          <a:xfrm>
            <a:off x="6340950" y="3630709"/>
            <a:ext cx="20751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solidFill>
                  <a:schemeClr val="dk1"/>
                </a:solidFill>
                <a:latin typeface="Lexend"/>
                <a:ea typeface="Lexend"/>
                <a:cs typeface="Lexend"/>
                <a:sym typeface="Lexend"/>
              </a:rPr>
              <a:t>The temperatures  of south Oakfield are warmer than north Oakfield.</a:t>
            </a:r>
            <a:endParaRPr sz="1800">
              <a:latin typeface="Lexend"/>
              <a:ea typeface="Lexend"/>
              <a:cs typeface="Lexend"/>
              <a:sym typeface="Lexend"/>
            </a:endParaRPr>
          </a:p>
        </p:txBody>
      </p:sp>
      <p:grpSp>
        <p:nvGrpSpPr>
          <p:cNvPr id="1217" name="Google Shape;1217;p89"/>
          <p:cNvGrpSpPr/>
          <p:nvPr/>
        </p:nvGrpSpPr>
        <p:grpSpPr>
          <a:xfrm>
            <a:off x="5433625" y="3256960"/>
            <a:ext cx="882300" cy="736452"/>
            <a:chOff x="7828150" y="3048210"/>
            <a:chExt cx="882300" cy="736452"/>
          </a:xfrm>
        </p:grpSpPr>
        <p:sp>
          <p:nvSpPr>
            <p:cNvPr id="1218" name="Google Shape;1218;p89"/>
            <p:cNvSpPr txBox="1"/>
            <p:nvPr/>
          </p:nvSpPr>
          <p:spPr>
            <a:xfrm>
              <a:off x="7828150" y="3507463"/>
              <a:ext cx="882300" cy="277200"/>
            </a:xfrm>
            <a:prstGeom prst="rect">
              <a:avLst/>
            </a:prstGeom>
            <a:noFill/>
            <a:ln>
              <a:noFill/>
            </a:ln>
          </p:spPr>
          <p:txBody>
            <a:bodyPr spcFirstLastPara="1" wrap="square" lIns="0" tIns="0" rIns="0" bIns="0" anchor="t" anchorCtr="0">
              <a:sp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Lucas</a:t>
              </a:r>
              <a:endParaRPr sz="1800">
                <a:latin typeface="Lexend"/>
                <a:ea typeface="Lexend"/>
                <a:cs typeface="Lexend"/>
                <a:sym typeface="Lexend"/>
              </a:endParaRPr>
            </a:p>
          </p:txBody>
        </p:sp>
        <p:pic>
          <p:nvPicPr>
            <p:cNvPr id="1219" name="Google Shape;1219;p89"/>
            <p:cNvPicPr preferRelativeResize="0"/>
            <p:nvPr/>
          </p:nvPicPr>
          <p:blipFill>
            <a:blip r:embed="rId6">
              <a:alphaModFix/>
            </a:blip>
            <a:stretch>
              <a:fillRect/>
            </a:stretch>
          </p:blipFill>
          <p:spPr>
            <a:xfrm>
              <a:off x="8065398" y="3048210"/>
              <a:ext cx="407811" cy="457769"/>
            </a:xfrm>
            <a:prstGeom prst="rect">
              <a:avLst/>
            </a:prstGeom>
            <a:noFill/>
            <a:ln>
              <a:noFill/>
            </a:ln>
          </p:spPr>
        </p:pic>
      </p:grpSp>
      <p:pic>
        <p:nvPicPr>
          <p:cNvPr id="1220" name="Google Shape;1220;p89"/>
          <p:cNvPicPr preferRelativeResize="0"/>
          <p:nvPr/>
        </p:nvPicPr>
        <p:blipFill>
          <a:blip r:embed="rId7">
            <a:alphaModFix/>
          </a:blip>
          <a:stretch>
            <a:fillRect/>
          </a:stretch>
        </p:blipFill>
        <p:spPr>
          <a:xfrm>
            <a:off x="5662446" y="3942250"/>
            <a:ext cx="396000" cy="419100"/>
          </a:xfrm>
          <a:prstGeom prst="rect">
            <a:avLst/>
          </a:prstGeom>
          <a:noFill/>
          <a:ln>
            <a:noFill/>
          </a:ln>
        </p:spPr>
      </p:pic>
      <p:pic>
        <p:nvPicPr>
          <p:cNvPr id="1221" name="Google Shape;1221;p89"/>
          <p:cNvPicPr preferRelativeResize="0"/>
          <p:nvPr/>
        </p:nvPicPr>
        <p:blipFill>
          <a:blip r:embed="rId7">
            <a:alphaModFix/>
          </a:blip>
          <a:stretch>
            <a:fillRect/>
          </a:stretch>
        </p:blipFill>
        <p:spPr>
          <a:xfrm>
            <a:off x="5662446" y="1516868"/>
            <a:ext cx="396000" cy="419100"/>
          </a:xfrm>
          <a:prstGeom prst="rect">
            <a:avLst/>
          </a:prstGeom>
          <a:noFill/>
          <a:ln>
            <a:noFill/>
          </a:ln>
        </p:spPr>
      </p:pic>
      <p:pic>
        <p:nvPicPr>
          <p:cNvPr id="1222" name="Google Shape;1222;p89"/>
          <p:cNvPicPr preferRelativeResize="0"/>
          <p:nvPr/>
        </p:nvPicPr>
        <p:blipFill>
          <a:blip r:embed="rId8">
            <a:alphaModFix/>
          </a:blip>
          <a:stretch>
            <a:fillRect/>
          </a:stretch>
        </p:blipFill>
        <p:spPr>
          <a:xfrm>
            <a:off x="1578241" y="1839764"/>
            <a:ext cx="594425" cy="603007"/>
          </a:xfrm>
          <a:prstGeom prst="rect">
            <a:avLst/>
          </a:prstGeom>
          <a:noFill/>
          <a:ln>
            <a:noFill/>
          </a:ln>
        </p:spPr>
      </p:pic>
      <p:pic>
        <p:nvPicPr>
          <p:cNvPr id="1223" name="Google Shape;1223;p89"/>
          <p:cNvPicPr preferRelativeResize="0"/>
          <p:nvPr/>
        </p:nvPicPr>
        <p:blipFill>
          <a:blip r:embed="rId9">
            <a:alphaModFix/>
          </a:blip>
          <a:stretch>
            <a:fillRect/>
          </a:stretch>
        </p:blipFill>
        <p:spPr>
          <a:xfrm>
            <a:off x="1289090" y="3456749"/>
            <a:ext cx="763172" cy="514500"/>
          </a:xfrm>
          <a:prstGeom prst="rect">
            <a:avLst/>
          </a:prstGeom>
          <a:noFill/>
          <a:ln>
            <a:noFill/>
          </a:ln>
        </p:spPr>
      </p:pic>
      <p:pic>
        <p:nvPicPr>
          <p:cNvPr id="1224" name="Google Shape;1224;p89"/>
          <p:cNvPicPr preferRelativeResize="0"/>
          <p:nvPr/>
        </p:nvPicPr>
        <p:blipFill>
          <a:blip r:embed="rId9">
            <a:alphaModFix/>
          </a:blip>
          <a:stretch>
            <a:fillRect/>
          </a:stretch>
        </p:blipFill>
        <p:spPr>
          <a:xfrm>
            <a:off x="2322328" y="2813959"/>
            <a:ext cx="763172" cy="514500"/>
          </a:xfrm>
          <a:prstGeom prst="rect">
            <a:avLst/>
          </a:prstGeom>
          <a:noFill/>
          <a:ln>
            <a:noFill/>
          </a:ln>
        </p:spPr>
      </p:pic>
      <p:pic>
        <p:nvPicPr>
          <p:cNvPr id="1225" name="Google Shape;1225;p89"/>
          <p:cNvPicPr preferRelativeResize="0"/>
          <p:nvPr/>
        </p:nvPicPr>
        <p:blipFill>
          <a:blip r:embed="rId10">
            <a:alphaModFix/>
          </a:blip>
          <a:stretch>
            <a:fillRect/>
          </a:stretch>
        </p:blipFill>
        <p:spPr>
          <a:xfrm>
            <a:off x="4688423" y="1768575"/>
            <a:ext cx="531025" cy="601287"/>
          </a:xfrm>
          <a:prstGeom prst="rect">
            <a:avLst/>
          </a:prstGeom>
          <a:noFill/>
          <a:ln>
            <a:noFill/>
          </a:ln>
        </p:spPr>
      </p:pic>
      <p:pic>
        <p:nvPicPr>
          <p:cNvPr id="1226" name="Google Shape;1226;p89"/>
          <p:cNvPicPr preferRelativeResize="0"/>
          <p:nvPr/>
        </p:nvPicPr>
        <p:blipFill>
          <a:blip r:embed="rId10">
            <a:alphaModFix/>
          </a:blip>
          <a:stretch>
            <a:fillRect/>
          </a:stretch>
        </p:blipFill>
        <p:spPr>
          <a:xfrm>
            <a:off x="3109186" y="1551604"/>
            <a:ext cx="531025" cy="601287"/>
          </a:xfrm>
          <a:prstGeom prst="rect">
            <a:avLst/>
          </a:prstGeom>
          <a:noFill/>
          <a:ln>
            <a:noFill/>
          </a:ln>
        </p:spPr>
      </p:pic>
      <p:pic>
        <p:nvPicPr>
          <p:cNvPr id="1227" name="Google Shape;1227;p89"/>
          <p:cNvPicPr preferRelativeResize="0"/>
          <p:nvPr/>
        </p:nvPicPr>
        <p:blipFill>
          <a:blip r:embed="rId8">
            <a:alphaModFix/>
          </a:blip>
          <a:stretch>
            <a:fillRect/>
          </a:stretch>
        </p:blipFill>
        <p:spPr>
          <a:xfrm>
            <a:off x="3282327" y="3444661"/>
            <a:ext cx="531025" cy="538688"/>
          </a:xfrm>
          <a:prstGeom prst="rect">
            <a:avLst/>
          </a:prstGeom>
          <a:noFill/>
          <a:ln>
            <a:noFill/>
          </a:ln>
        </p:spPr>
      </p:pic>
      <p:sp>
        <p:nvSpPr>
          <p:cNvPr id="1228" name="Google Shape;1228;p89"/>
          <p:cNvSpPr/>
          <p:nvPr/>
        </p:nvSpPr>
        <p:spPr>
          <a:xfrm>
            <a:off x="365725" y="1265725"/>
            <a:ext cx="5014200" cy="34815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232" name="Shape 1232"/>
        <p:cNvGrpSpPr/>
        <p:nvPr/>
      </p:nvGrpSpPr>
      <p:grpSpPr>
        <a:xfrm>
          <a:off x="0" y="0"/>
          <a:ext cx="0" cy="0"/>
        </a:xfrm>
      </p:grpSpPr>
      <p:sp>
        <p:nvSpPr>
          <p:cNvPr id="1233" name="Google Shape;1233;p90"/>
          <p:cNvSpPr/>
          <p:nvPr/>
        </p:nvSpPr>
        <p:spPr>
          <a:xfrm>
            <a:off x="365734" y="1265728"/>
            <a:ext cx="5014200" cy="3481500"/>
          </a:xfrm>
          <a:prstGeom prst="rect">
            <a:avLst/>
          </a:prstGeom>
          <a:solidFill>
            <a:srgbClr val="4285F4"/>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234" name="Google Shape;1234;p90"/>
          <p:cNvSpPr/>
          <p:nvPr/>
        </p:nvSpPr>
        <p:spPr>
          <a:xfrm>
            <a:off x="-891036" y="1027484"/>
            <a:ext cx="6425564" cy="4140237"/>
          </a:xfrm>
          <a:custGeom>
            <a:rect l="l" t="t" r="r" b="b"/>
            <a:pathLst>
              <a:path w="300260" h="193469" extrusionOk="0">
                <a:moveTo>
                  <a:pt x="70920" y="84"/>
                </a:moveTo>
                <a:cubicBezTo>
                  <a:pt x="89716" y="-1122"/>
                  <a:pt x="109846" y="11006"/>
                  <a:pt x="130737" y="14943"/>
                </a:cubicBezTo>
                <a:cubicBezTo>
                  <a:pt x="151629" y="18880"/>
                  <a:pt x="181093" y="22119"/>
                  <a:pt x="196269" y="23706"/>
                </a:cubicBezTo>
                <a:cubicBezTo>
                  <a:pt x="211446" y="25294"/>
                  <a:pt x="214176" y="24278"/>
                  <a:pt x="221796" y="24468"/>
                </a:cubicBezTo>
                <a:cubicBezTo>
                  <a:pt x="229416" y="24659"/>
                  <a:pt x="236552" y="23790"/>
                  <a:pt x="241989" y="24849"/>
                </a:cubicBezTo>
                <a:cubicBezTo>
                  <a:pt x="247426" y="25908"/>
                  <a:pt x="249796" y="29354"/>
                  <a:pt x="254419" y="30821"/>
                </a:cubicBezTo>
                <a:cubicBezTo>
                  <a:pt x="259042" y="32288"/>
                  <a:pt x="265456" y="32096"/>
                  <a:pt x="269726" y="33649"/>
                </a:cubicBezTo>
                <a:cubicBezTo>
                  <a:pt x="273996" y="35202"/>
                  <a:pt x="277298" y="37160"/>
                  <a:pt x="280041" y="40138"/>
                </a:cubicBezTo>
                <a:cubicBezTo>
                  <a:pt x="282784" y="43116"/>
                  <a:pt x="285860" y="47908"/>
                  <a:pt x="286185" y="51519"/>
                </a:cubicBezTo>
                <a:cubicBezTo>
                  <a:pt x="286511" y="55130"/>
                  <a:pt x="285233" y="59139"/>
                  <a:pt x="281994" y="61806"/>
                </a:cubicBezTo>
                <a:cubicBezTo>
                  <a:pt x="278756" y="64473"/>
                  <a:pt x="269993" y="66124"/>
                  <a:pt x="266754" y="67521"/>
                </a:cubicBezTo>
                <a:cubicBezTo>
                  <a:pt x="263516" y="68918"/>
                  <a:pt x="265548" y="70950"/>
                  <a:pt x="262563" y="70188"/>
                </a:cubicBezTo>
                <a:cubicBezTo>
                  <a:pt x="259579" y="69426"/>
                  <a:pt x="249927" y="64918"/>
                  <a:pt x="248847" y="62949"/>
                </a:cubicBezTo>
                <a:cubicBezTo>
                  <a:pt x="247768" y="60981"/>
                  <a:pt x="257737" y="59901"/>
                  <a:pt x="256086" y="58377"/>
                </a:cubicBezTo>
                <a:cubicBezTo>
                  <a:pt x="254435" y="56853"/>
                  <a:pt x="244529" y="54059"/>
                  <a:pt x="238941" y="53805"/>
                </a:cubicBezTo>
                <a:cubicBezTo>
                  <a:pt x="233353" y="53551"/>
                  <a:pt x="225479" y="54059"/>
                  <a:pt x="222558" y="56853"/>
                </a:cubicBezTo>
                <a:cubicBezTo>
                  <a:pt x="219637" y="59647"/>
                  <a:pt x="220717" y="66886"/>
                  <a:pt x="221415" y="70569"/>
                </a:cubicBezTo>
                <a:cubicBezTo>
                  <a:pt x="222114" y="74252"/>
                  <a:pt x="225479" y="75903"/>
                  <a:pt x="226749" y="78951"/>
                </a:cubicBezTo>
                <a:cubicBezTo>
                  <a:pt x="228019" y="81999"/>
                  <a:pt x="226559" y="84412"/>
                  <a:pt x="229035" y="88857"/>
                </a:cubicBezTo>
                <a:cubicBezTo>
                  <a:pt x="231512" y="93302"/>
                  <a:pt x="237989" y="101049"/>
                  <a:pt x="241608" y="105621"/>
                </a:cubicBezTo>
                <a:cubicBezTo>
                  <a:pt x="245228" y="110193"/>
                  <a:pt x="246498" y="113622"/>
                  <a:pt x="250752" y="116289"/>
                </a:cubicBezTo>
                <a:cubicBezTo>
                  <a:pt x="255007" y="118956"/>
                  <a:pt x="263643" y="118004"/>
                  <a:pt x="267135" y="121623"/>
                </a:cubicBezTo>
                <a:cubicBezTo>
                  <a:pt x="270628" y="125243"/>
                  <a:pt x="270374" y="132545"/>
                  <a:pt x="271707" y="138006"/>
                </a:cubicBezTo>
                <a:cubicBezTo>
                  <a:pt x="273041" y="143467"/>
                  <a:pt x="273930" y="149881"/>
                  <a:pt x="275136" y="154389"/>
                </a:cubicBezTo>
                <a:cubicBezTo>
                  <a:pt x="276343" y="158898"/>
                  <a:pt x="277549" y="161628"/>
                  <a:pt x="278946" y="165057"/>
                </a:cubicBezTo>
                <a:cubicBezTo>
                  <a:pt x="280343" y="168486"/>
                  <a:pt x="282883" y="171852"/>
                  <a:pt x="283518" y="174963"/>
                </a:cubicBezTo>
                <a:cubicBezTo>
                  <a:pt x="284153" y="178075"/>
                  <a:pt x="321364" y="181567"/>
                  <a:pt x="282756" y="183726"/>
                </a:cubicBezTo>
                <a:cubicBezTo>
                  <a:pt x="244148" y="185885"/>
                  <a:pt x="98733" y="201633"/>
                  <a:pt x="51870" y="187917"/>
                </a:cubicBezTo>
                <a:cubicBezTo>
                  <a:pt x="5007" y="174201"/>
                  <a:pt x="7230" y="129053"/>
                  <a:pt x="1578" y="101430"/>
                </a:cubicBezTo>
                <a:cubicBezTo>
                  <a:pt x="-4073" y="73808"/>
                  <a:pt x="6404" y="39073"/>
                  <a:pt x="17961" y="22182"/>
                </a:cubicBezTo>
                <a:cubicBezTo>
                  <a:pt x="29518" y="5291"/>
                  <a:pt x="52124" y="1291"/>
                  <a:pt x="70920" y="84"/>
                </a:cubicBezTo>
                <a:close/>
              </a:path>
            </a:pathLst>
          </a:custGeom>
          <a:solidFill>
            <a:srgbClr val="D9EAD3"/>
          </a:solidFill>
          <a:ln w="28575" cap="flat" cmpd="sng">
            <a:solidFill>
              <a:srgbClr val="000000"/>
            </a:solidFill>
            <a:prstDash val="solid"/>
            <a:round/>
            <a:headEnd type="none" w="med" len="med"/>
            <a:tailEnd type="none" w="med" len="med"/>
          </a:ln>
        </p:spPr>
        <p:txBody>
          <a:bodyPr/>
          <a:lstStyle/>
          <a:p/>
        </p:txBody>
      </p:sp>
      <p:sp>
        <p:nvSpPr>
          <p:cNvPr id="1235" name="Google Shape;1235;p90"/>
          <p:cNvSpPr/>
          <p:nvPr/>
        </p:nvSpPr>
        <p:spPr>
          <a:xfrm>
            <a:off x="-523026" y="1020496"/>
            <a:ext cx="5760944" cy="3560575"/>
          </a:xfrm>
          <a:custGeom>
            <a:rect l="l" t="t" r="r" b="b"/>
            <a:pathLst>
              <a:path w="269203" h="166382" extrusionOk="0">
                <a:moveTo>
                  <a:pt x="53723" y="411"/>
                </a:moveTo>
                <a:cubicBezTo>
                  <a:pt x="72564" y="-1965"/>
                  <a:pt x="93582" y="6682"/>
                  <a:pt x="113808" y="8251"/>
                </a:cubicBezTo>
                <a:cubicBezTo>
                  <a:pt x="134035" y="9820"/>
                  <a:pt x="158978" y="9561"/>
                  <a:pt x="175082" y="9823"/>
                </a:cubicBezTo>
                <a:cubicBezTo>
                  <a:pt x="191186" y="10085"/>
                  <a:pt x="200351" y="10412"/>
                  <a:pt x="210432" y="9823"/>
                </a:cubicBezTo>
                <a:cubicBezTo>
                  <a:pt x="220514" y="9234"/>
                  <a:pt x="230638" y="3601"/>
                  <a:pt x="235571" y="6287"/>
                </a:cubicBezTo>
                <a:cubicBezTo>
                  <a:pt x="240504" y="8973"/>
                  <a:pt x="236304" y="22218"/>
                  <a:pt x="240032" y="25938"/>
                </a:cubicBezTo>
                <a:cubicBezTo>
                  <a:pt x="243760" y="29658"/>
                  <a:pt x="253367" y="26637"/>
                  <a:pt x="257939" y="28605"/>
                </a:cubicBezTo>
                <a:cubicBezTo>
                  <a:pt x="262511" y="30574"/>
                  <a:pt x="265623" y="33876"/>
                  <a:pt x="267464" y="37749"/>
                </a:cubicBezTo>
                <a:cubicBezTo>
                  <a:pt x="269306" y="41623"/>
                  <a:pt x="269433" y="47782"/>
                  <a:pt x="268988" y="51846"/>
                </a:cubicBezTo>
                <a:cubicBezTo>
                  <a:pt x="268544" y="55910"/>
                  <a:pt x="268036" y="59466"/>
                  <a:pt x="264797" y="62133"/>
                </a:cubicBezTo>
                <a:cubicBezTo>
                  <a:pt x="261559" y="64800"/>
                  <a:pt x="252796" y="66451"/>
                  <a:pt x="249557" y="67848"/>
                </a:cubicBezTo>
                <a:cubicBezTo>
                  <a:pt x="246319" y="69245"/>
                  <a:pt x="248351" y="71277"/>
                  <a:pt x="245366" y="70515"/>
                </a:cubicBezTo>
                <a:cubicBezTo>
                  <a:pt x="242382" y="69753"/>
                  <a:pt x="232730" y="65245"/>
                  <a:pt x="231650" y="63276"/>
                </a:cubicBezTo>
                <a:cubicBezTo>
                  <a:pt x="230571" y="61308"/>
                  <a:pt x="240540" y="60228"/>
                  <a:pt x="238889" y="58704"/>
                </a:cubicBezTo>
                <a:cubicBezTo>
                  <a:pt x="237238" y="57180"/>
                  <a:pt x="227332" y="54386"/>
                  <a:pt x="221744" y="54132"/>
                </a:cubicBezTo>
                <a:cubicBezTo>
                  <a:pt x="216156" y="53878"/>
                  <a:pt x="208282" y="54386"/>
                  <a:pt x="205361" y="57180"/>
                </a:cubicBezTo>
                <a:cubicBezTo>
                  <a:pt x="202440" y="59974"/>
                  <a:pt x="203520" y="67213"/>
                  <a:pt x="204218" y="70896"/>
                </a:cubicBezTo>
                <a:cubicBezTo>
                  <a:pt x="204917" y="74579"/>
                  <a:pt x="208282" y="76230"/>
                  <a:pt x="209552" y="79278"/>
                </a:cubicBezTo>
                <a:cubicBezTo>
                  <a:pt x="210822" y="82326"/>
                  <a:pt x="209362" y="84739"/>
                  <a:pt x="211838" y="89184"/>
                </a:cubicBezTo>
                <a:cubicBezTo>
                  <a:pt x="214315" y="93629"/>
                  <a:pt x="220792" y="101376"/>
                  <a:pt x="224411" y="105948"/>
                </a:cubicBezTo>
                <a:cubicBezTo>
                  <a:pt x="228031" y="110520"/>
                  <a:pt x="229301" y="113949"/>
                  <a:pt x="233555" y="116616"/>
                </a:cubicBezTo>
                <a:cubicBezTo>
                  <a:pt x="237810" y="119283"/>
                  <a:pt x="246446" y="118331"/>
                  <a:pt x="249938" y="121950"/>
                </a:cubicBezTo>
                <a:cubicBezTo>
                  <a:pt x="253431" y="125570"/>
                  <a:pt x="253177" y="132872"/>
                  <a:pt x="254510" y="138333"/>
                </a:cubicBezTo>
                <a:cubicBezTo>
                  <a:pt x="255844" y="143794"/>
                  <a:pt x="257582" y="150041"/>
                  <a:pt x="257939" y="154716"/>
                </a:cubicBezTo>
                <a:cubicBezTo>
                  <a:pt x="258296" y="159391"/>
                  <a:pt x="263065" y="166382"/>
                  <a:pt x="256651" y="166382"/>
                </a:cubicBezTo>
                <a:cubicBezTo>
                  <a:pt x="250238" y="166382"/>
                  <a:pt x="241024" y="155898"/>
                  <a:pt x="219458" y="154716"/>
                </a:cubicBezTo>
                <a:cubicBezTo>
                  <a:pt x="197892" y="153534"/>
                  <a:pt x="150494" y="165107"/>
                  <a:pt x="127256" y="159288"/>
                </a:cubicBezTo>
                <a:cubicBezTo>
                  <a:pt x="104018" y="153469"/>
                  <a:pt x="96856" y="130597"/>
                  <a:pt x="80028" y="119802"/>
                </a:cubicBezTo>
                <a:cubicBezTo>
                  <a:pt x="63201" y="109007"/>
                  <a:pt x="39502" y="110734"/>
                  <a:pt x="26291" y="94518"/>
                </a:cubicBezTo>
                <a:cubicBezTo>
                  <a:pt x="13080" y="78303"/>
                  <a:pt x="-3808" y="38194"/>
                  <a:pt x="764" y="22509"/>
                </a:cubicBezTo>
                <a:cubicBezTo>
                  <a:pt x="5336" y="6825"/>
                  <a:pt x="34882" y="2787"/>
                  <a:pt x="53723" y="411"/>
                </a:cubicBezTo>
                <a:close/>
              </a:path>
            </a:pathLst>
          </a:custGeom>
          <a:solidFill>
            <a:srgbClr val="93C47D"/>
          </a:solidFill>
          <a:ln w="28575" cap="flat" cmpd="sng">
            <a:solidFill>
              <a:srgbClr val="000000"/>
            </a:solidFill>
            <a:prstDash val="solid"/>
            <a:round/>
            <a:headEnd type="none" w="med" len="med"/>
            <a:tailEnd type="none" w="med" len="med"/>
          </a:ln>
        </p:spPr>
        <p:txBody>
          <a:bodyPr/>
          <a:lstStyle/>
          <a:p/>
        </p:txBody>
      </p:sp>
      <p:sp>
        <p:nvSpPr>
          <p:cNvPr id="1236" name="Google Shape;1236;p90"/>
          <p:cNvSpPr/>
          <p:nvPr/>
        </p:nvSpPr>
        <p:spPr>
          <a:xfrm>
            <a:off x="-1103578" y="825255"/>
            <a:ext cx="6598500" cy="440400"/>
          </a:xfrm>
          <a:prstGeom prst="rect">
            <a:avLst/>
          </a:prstGeom>
          <a:solidFill>
            <a:srgbClr val="F3EEFB"/>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237" name="Google Shape;1237;p90"/>
          <p:cNvSpPr/>
          <p:nvPr/>
        </p:nvSpPr>
        <p:spPr>
          <a:xfrm>
            <a:off x="-1103578" y="1192369"/>
            <a:ext cx="1469400" cy="3949500"/>
          </a:xfrm>
          <a:prstGeom prst="rect">
            <a:avLst/>
          </a:prstGeom>
          <a:solidFill>
            <a:srgbClr val="F3EEFB"/>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238" name="Google Shape;1238;p90"/>
          <p:cNvSpPr/>
          <p:nvPr/>
        </p:nvSpPr>
        <p:spPr>
          <a:xfrm>
            <a:off x="-178185" y="4747201"/>
            <a:ext cx="5764200" cy="980400"/>
          </a:xfrm>
          <a:prstGeom prst="rect">
            <a:avLst/>
          </a:prstGeom>
          <a:solidFill>
            <a:srgbClr val="F3EEFB"/>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239" name="Google Shape;1239;p90"/>
          <p:cNvSpPr txBox="1"/>
          <p:nvPr/>
        </p:nvSpPr>
        <p:spPr>
          <a:xfrm>
            <a:off x="422646" y="1314730"/>
            <a:ext cx="8823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1240" name="Google Shape;1240;p90"/>
          <p:cNvSpPr/>
          <p:nvPr/>
        </p:nvSpPr>
        <p:spPr>
          <a:xfrm>
            <a:off x="2013327" y="23906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241" name="Google Shape;1241;p90"/>
          <p:cNvSpPr txBox="1"/>
          <p:nvPr/>
        </p:nvSpPr>
        <p:spPr>
          <a:xfrm>
            <a:off x="492224" y="2424770"/>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1242" name="Google Shape;1242;p90"/>
          <p:cNvCxnSpPr/>
          <p:nvPr/>
        </p:nvCxnSpPr>
        <p:spPr>
          <a:xfrm flipH="1">
            <a:off x="1274441" y="2448979"/>
            <a:ext cx="804600" cy="188700"/>
          </a:xfrm>
          <a:prstGeom prst="straightConnector1">
            <a:avLst/>
          </a:prstGeom>
          <a:noFill/>
          <a:ln w="28575" cap="flat" cmpd="sng">
            <a:solidFill>
              <a:srgbClr val="000000"/>
            </a:solidFill>
            <a:prstDash val="solid"/>
            <a:round/>
            <a:headEnd type="none" w="med" len="med"/>
            <a:tailEnd type="none" w="med" len="med"/>
          </a:ln>
        </p:spPr>
      </p:cxnSp>
      <p:sp>
        <p:nvSpPr>
          <p:cNvPr id="1243" name="Google Shape;1243;p90"/>
          <p:cNvSpPr/>
          <p:nvPr/>
        </p:nvSpPr>
        <p:spPr>
          <a:xfrm rot="-4513154">
            <a:off x="4675837" y="2314398"/>
            <a:ext cx="117591" cy="117591"/>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1244" name="Google Shape;1244;p90"/>
          <p:cNvCxnSpPr/>
          <p:nvPr/>
        </p:nvCxnSpPr>
        <p:spPr>
          <a:xfrm>
            <a:off x="4735999" y="2366451"/>
            <a:ext cx="61200" cy="514500"/>
          </a:xfrm>
          <a:prstGeom prst="straightConnector1">
            <a:avLst/>
          </a:prstGeom>
          <a:noFill/>
          <a:ln w="28575" cap="flat" cmpd="sng">
            <a:solidFill>
              <a:srgbClr val="000000"/>
            </a:solidFill>
            <a:prstDash val="solid"/>
            <a:round/>
            <a:headEnd type="none" w="med" len="med"/>
            <a:tailEnd type="none" w="med" len="med"/>
          </a:ln>
        </p:spPr>
      </p:cxnSp>
      <p:sp>
        <p:nvSpPr>
          <p:cNvPr id="1245" name="Google Shape;1245;p90"/>
          <p:cNvSpPr txBox="1"/>
          <p:nvPr/>
        </p:nvSpPr>
        <p:spPr>
          <a:xfrm>
            <a:off x="4343420" y="2872765"/>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1246" name="Google Shape;1246;p90"/>
          <p:cNvSpPr/>
          <p:nvPr/>
        </p:nvSpPr>
        <p:spPr>
          <a:xfrm>
            <a:off x="3624005" y="3970066"/>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247" name="Google Shape;1247;p90"/>
          <p:cNvGrpSpPr/>
          <p:nvPr/>
        </p:nvGrpSpPr>
        <p:grpSpPr>
          <a:xfrm flipH="1">
            <a:off x="3669564" y="3932182"/>
            <a:ext cx="1248041" cy="396900"/>
            <a:chOff x="2441679" y="3932182"/>
            <a:chExt cx="1248041" cy="396900"/>
          </a:xfrm>
        </p:grpSpPr>
        <p:sp>
          <p:nvSpPr>
            <p:cNvPr id="1248" name="Google Shape;1248;p90"/>
            <p:cNvSpPr txBox="1"/>
            <p:nvPr/>
          </p:nvSpPr>
          <p:spPr>
            <a:xfrm>
              <a:off x="2441679" y="3932182"/>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1249" name="Google Shape;1249;p90"/>
            <p:cNvCxnSpPr/>
            <p:nvPr/>
          </p:nvCxnSpPr>
          <p:spPr>
            <a:xfrm flipH="1">
              <a:off x="3239420" y="4028393"/>
              <a:ext cx="450300" cy="114300"/>
            </a:xfrm>
            <a:prstGeom prst="straightConnector1">
              <a:avLst/>
            </a:prstGeom>
            <a:noFill/>
            <a:ln w="28575" cap="flat" cmpd="sng">
              <a:solidFill>
                <a:srgbClr val="000000"/>
              </a:solidFill>
              <a:prstDash val="solid"/>
              <a:round/>
              <a:headEnd type="none" w="med" len="med"/>
              <a:tailEnd type="none" w="med" len="med"/>
            </a:ln>
          </p:spPr>
        </p:cxnSp>
      </p:grpSp>
      <p:sp>
        <p:nvSpPr>
          <p:cNvPr id="1250" name="Google Shape;1250;p90"/>
          <p:cNvSpPr/>
          <p:nvPr/>
        </p:nvSpPr>
        <p:spPr>
          <a:xfrm>
            <a:off x="3434917" y="21434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251" name="Google Shape;1251;p90"/>
          <p:cNvSpPr/>
          <p:nvPr/>
        </p:nvSpPr>
        <p:spPr>
          <a:xfrm>
            <a:off x="2753720" y="333695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252" name="Google Shape;1252;p90"/>
          <p:cNvSpPr txBox="1"/>
          <p:nvPr/>
        </p:nvSpPr>
        <p:spPr>
          <a:xfrm>
            <a:off x="4771686" y="4508108"/>
            <a:ext cx="594600" cy="228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17:00</a:t>
            </a:r>
            <a:endParaRPr sz="1600">
              <a:solidFill>
                <a:srgbClr val="FFFFFF"/>
              </a:solidFill>
              <a:latin typeface="Lexend"/>
              <a:ea typeface="Lexend"/>
              <a:cs typeface="Lexend"/>
              <a:sym typeface="Lexend"/>
            </a:endParaRPr>
          </a:p>
        </p:txBody>
      </p:sp>
      <p:cxnSp>
        <p:nvCxnSpPr>
          <p:cNvPr id="1253" name="Google Shape;1253;p90"/>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1254" name="Google Shape;1254;p90"/>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sp>
        <p:nvSpPr>
          <p:cNvPr id="1255" name="Google Shape;1255;p90"/>
          <p:cNvSpPr/>
          <p:nvPr/>
        </p:nvSpPr>
        <p:spPr>
          <a:xfrm>
            <a:off x="1738745" y="400457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256" name="Google Shape;1256;p90"/>
          <p:cNvSpPr/>
          <p:nvPr/>
        </p:nvSpPr>
        <p:spPr>
          <a:xfrm>
            <a:off x="1739973" y="159790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13°C</a:t>
            </a:r>
            <a:endParaRPr sz="1800">
              <a:solidFill>
                <a:srgbClr val="FFFFFF"/>
              </a:solidFill>
              <a:latin typeface="Lexend"/>
              <a:ea typeface="Lexend"/>
              <a:cs typeface="Lexend"/>
              <a:sym typeface="Lexend"/>
            </a:endParaRPr>
          </a:p>
        </p:txBody>
      </p:sp>
      <p:sp>
        <p:nvSpPr>
          <p:cNvPr id="1257" name="Google Shape;1257;p90"/>
          <p:cNvSpPr/>
          <p:nvPr/>
        </p:nvSpPr>
        <p:spPr>
          <a:xfrm>
            <a:off x="3363147" y="32335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15°C</a:t>
            </a:r>
            <a:endParaRPr sz="1800">
              <a:solidFill>
                <a:srgbClr val="FFFFFF"/>
              </a:solidFill>
              <a:latin typeface="Lexend"/>
              <a:ea typeface="Lexend"/>
              <a:cs typeface="Lexend"/>
              <a:sym typeface="Lexend"/>
            </a:endParaRPr>
          </a:p>
        </p:txBody>
      </p:sp>
      <p:sp>
        <p:nvSpPr>
          <p:cNvPr id="1258" name="Google Shape;1258;p90"/>
          <p:cNvSpPr/>
          <p:nvPr/>
        </p:nvSpPr>
        <p:spPr>
          <a:xfrm>
            <a:off x="4573822" y="156472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10°C</a:t>
            </a:r>
            <a:endParaRPr sz="1800">
              <a:solidFill>
                <a:srgbClr val="FFFFFF"/>
              </a:solidFill>
              <a:latin typeface="Lexend"/>
              <a:ea typeface="Lexend"/>
              <a:cs typeface="Lexend"/>
              <a:sym typeface="Lexend"/>
            </a:endParaRPr>
          </a:p>
        </p:txBody>
      </p:sp>
      <p:sp>
        <p:nvSpPr>
          <p:cNvPr id="1259" name="Google Shape;1259;p90"/>
          <p:cNvSpPr/>
          <p:nvPr/>
        </p:nvSpPr>
        <p:spPr>
          <a:xfrm>
            <a:off x="3174060" y="1320642"/>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12°C</a:t>
            </a:r>
            <a:endParaRPr sz="1800">
              <a:solidFill>
                <a:srgbClr val="FFFFFF"/>
              </a:solidFill>
              <a:latin typeface="Lexend"/>
              <a:ea typeface="Lexend"/>
              <a:cs typeface="Lexend"/>
              <a:sym typeface="Lexend"/>
            </a:endParaRPr>
          </a:p>
        </p:txBody>
      </p:sp>
      <p:sp>
        <p:nvSpPr>
          <p:cNvPr id="1260" name="Google Shape;1260;p90"/>
          <p:cNvSpPr/>
          <p:nvPr/>
        </p:nvSpPr>
        <p:spPr>
          <a:xfrm>
            <a:off x="2492860" y="26004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14°C</a:t>
            </a:r>
            <a:endParaRPr sz="1800">
              <a:solidFill>
                <a:srgbClr val="FFFFFF"/>
              </a:solidFill>
              <a:latin typeface="Lexend"/>
              <a:ea typeface="Lexend"/>
              <a:cs typeface="Lexend"/>
              <a:sym typeface="Lexend"/>
            </a:endParaRPr>
          </a:p>
        </p:txBody>
      </p:sp>
      <p:sp>
        <p:nvSpPr>
          <p:cNvPr id="1261" name="Google Shape;1261;p90"/>
          <p:cNvSpPr/>
          <p:nvPr/>
        </p:nvSpPr>
        <p:spPr>
          <a:xfrm>
            <a:off x="1477885" y="319190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14°C</a:t>
            </a:r>
            <a:endParaRPr sz="1800">
              <a:solidFill>
                <a:srgbClr val="FFFFFF"/>
              </a:solidFill>
              <a:latin typeface="Lexend"/>
              <a:ea typeface="Lexend"/>
              <a:cs typeface="Lexend"/>
              <a:sym typeface="Lexend"/>
            </a:endParaRPr>
          </a:p>
        </p:txBody>
      </p:sp>
      <p:cxnSp>
        <p:nvCxnSpPr>
          <p:cNvPr id="1262" name="Google Shape;1262;p90"/>
          <p:cNvCxnSpPr/>
          <p:nvPr/>
        </p:nvCxnSpPr>
        <p:spPr>
          <a:xfrm rot="10800000" flipH="1">
            <a:off x="1550225" y="4065550"/>
            <a:ext cx="240900" cy="172500"/>
          </a:xfrm>
          <a:prstGeom prst="straightConnector1">
            <a:avLst/>
          </a:prstGeom>
          <a:noFill/>
          <a:ln w="28575" cap="flat" cmpd="sng">
            <a:solidFill>
              <a:srgbClr val="000000"/>
            </a:solidFill>
            <a:prstDash val="solid"/>
            <a:round/>
            <a:headEnd type="none" w="med" len="med"/>
            <a:tailEnd type="none" w="med" len="med"/>
          </a:ln>
        </p:spPr>
      </p:cxnSp>
      <p:sp>
        <p:nvSpPr>
          <p:cNvPr id="1263" name="Google Shape;1263;p90"/>
          <p:cNvSpPr txBox="1"/>
          <p:nvPr/>
        </p:nvSpPr>
        <p:spPr>
          <a:xfrm>
            <a:off x="894450" y="4166718"/>
            <a:ext cx="923400" cy="2988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1264" name="Google Shape;1264;p90"/>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Understanding a basic weather forecast</a:t>
            </a:r>
            <a:endParaRPr/>
          </a:p>
        </p:txBody>
      </p:sp>
      <p:sp>
        <p:nvSpPr>
          <p:cNvPr id="1265" name="Google Shape;1265;p90"/>
          <p:cNvSpPr txBox="1"/>
          <p:nvPr/>
        </p:nvSpPr>
        <p:spPr>
          <a:xfrm>
            <a:off x="324000" y="626825"/>
            <a:ext cx="86886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solidFill>
                  <a:schemeClr val="dk1"/>
                </a:solidFill>
                <a:latin typeface="Lexend"/>
                <a:ea typeface="Lexend"/>
                <a:cs typeface="Lexend"/>
                <a:sym typeface="Lexend"/>
              </a:rPr>
              <a:t>Which location shows the greatest change in temperature from 3 pm to 5 pm?</a:t>
            </a:r>
            <a:endParaRPr sz="1800">
              <a:latin typeface="Lexend"/>
              <a:ea typeface="Lexend"/>
              <a:cs typeface="Lexend"/>
              <a:sym typeface="Lexend"/>
            </a:endParaRPr>
          </a:p>
        </p:txBody>
      </p:sp>
      <p:graphicFrame>
        <p:nvGraphicFramePr>
          <p:cNvPr id="1266" name="Google Shape;1266;p90"/>
          <p:cNvGraphicFramePr>
            <a:graphicFrameLocks noGrp="1"/>
          </p:cNvGraphicFramePr>
          <p:nvPr/>
        </p:nvGraphicFramePr>
        <p:xfrm>
          <a:off x="5682450" y="1440250"/>
          <a:ext cx="3137550" cy="1524000"/>
        </p:xfrm>
        <a:graphic>
          <a:graphicData uri="http://schemas.openxmlformats.org/drawingml/2006/table">
            <a:tbl>
              <a:tblPr>
                <a:noFill/>
                <a:tableStyleId>{DAE9959B-F1CB-4490-83DD-53336B36D040}</a:tableStyleId>
              </a:tblPr>
              <a:tblGrid>
                <a:gridCol w="2310300"/>
                <a:gridCol w="827250"/>
              </a:tblGrid>
              <a:tr h="381000">
                <a:tc>
                  <a:txBody>
                    <a:bodyPr vert="horz" wrap="square"/>
                    <a:lstStyle/>
                    <a:p>
                      <a:pPr marL="0" lvl="0" indent="0" algn="l" rtl="0">
                        <a:spcBef>
                          <a:spcPct val="0"/>
                        </a:spcBef>
                        <a:spcAft>
                          <a:spcPct val="0"/>
                        </a:spcAft>
                        <a:buNone/>
                      </a:pPr>
                      <a:r>
                        <a:rPr lang="en-GB" sz="1800">
                          <a:latin typeface="Lexend"/>
                          <a:ea typeface="Lexend"/>
                          <a:cs typeface="Lexend"/>
                          <a:sym typeface="Lexend"/>
                        </a:rPr>
                        <a:t>Oakfield Academy</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latin typeface="Lexend"/>
                          <a:ea typeface="Lexend"/>
                          <a:cs typeface="Lexend"/>
                          <a:sym typeface="Lexend"/>
                        </a:rPr>
                        <a:t>16°C</a:t>
                      </a:r>
                      <a:endParaRPr sz="1800">
                        <a:latin typeface="Lexend"/>
                        <a:ea typeface="Lexend"/>
                        <a:cs typeface="Lexend"/>
                        <a:sym typeface="Lexend"/>
                      </a:endParaRPr>
                    </a:p>
                  </a:txBody>
                  <a:tcPr marL="0" marR="0" marT="0" marB="0" anchor="ctr"/>
                </a:tc>
              </a:tr>
              <a:tr h="381000">
                <a:tc>
                  <a:txBody>
                    <a:bodyPr vert="horz" wrap="square"/>
                    <a:lstStyle/>
                    <a:p>
                      <a:pPr marL="0" lvl="0" indent="0" algn="l" rtl="0">
                        <a:spcBef>
                          <a:spcPct val="0"/>
                        </a:spcBef>
                        <a:spcAft>
                          <a:spcPct val="0"/>
                        </a:spcAft>
                        <a:buNone/>
                      </a:pPr>
                      <a:r>
                        <a:rPr lang="en-GB" sz="1800">
                          <a:latin typeface="Lexend"/>
                          <a:ea typeface="Lexend"/>
                          <a:cs typeface="Lexend"/>
                          <a:sym typeface="Lexend"/>
                        </a:rPr>
                        <a:t>Oakmoor</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15°C</a:t>
                      </a:r>
                      <a:endParaRPr sz="1800">
                        <a:latin typeface="Lexend"/>
                        <a:ea typeface="Lexend"/>
                        <a:cs typeface="Lexend"/>
                        <a:sym typeface="Lexend"/>
                      </a:endParaRPr>
                    </a:p>
                  </a:txBody>
                  <a:tcPr marL="0" marR="0" marT="0" marB="0" anchor="ctr"/>
                </a:tc>
              </a:tr>
              <a:tr h="381000">
                <a:tc>
                  <a:txBody>
                    <a:bodyPr vert="horz" wrap="square"/>
                    <a:lstStyle/>
                    <a:p>
                      <a:pPr marL="0" lvl="0" indent="0" algn="l" rtl="0">
                        <a:spcBef>
                          <a:spcPct val="0"/>
                        </a:spcBef>
                        <a:spcAft>
                          <a:spcPct val="0"/>
                        </a:spcAft>
                        <a:buNone/>
                      </a:pPr>
                      <a:r>
                        <a:rPr lang="en-GB" sz="1800">
                          <a:latin typeface="Lexend"/>
                          <a:ea typeface="Lexend"/>
                          <a:cs typeface="Lexend"/>
                          <a:sym typeface="Lexend"/>
                        </a:rPr>
                        <a:t>Oakfield Old Town</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17°C</a:t>
                      </a:r>
                      <a:endParaRPr sz="1800">
                        <a:latin typeface="Lexend"/>
                        <a:ea typeface="Lexend"/>
                        <a:cs typeface="Lexend"/>
                        <a:sym typeface="Lexend"/>
                      </a:endParaRPr>
                    </a:p>
                  </a:txBody>
                  <a:tcPr marL="0" marR="0" marT="0" marB="0" anchor="ctr"/>
                </a:tc>
              </a:tr>
              <a:tr h="381000">
                <a:tc>
                  <a:txBody>
                    <a:bodyPr vert="horz" wrap="square"/>
                    <a:lstStyle/>
                    <a:p>
                      <a:pPr marL="0" lvl="0" indent="0" algn="l" rtl="0">
                        <a:spcBef>
                          <a:spcPct val="0"/>
                        </a:spcBef>
                        <a:spcAft>
                          <a:spcPct val="0"/>
                        </a:spcAft>
                        <a:buNone/>
                      </a:pPr>
                      <a:r>
                        <a:rPr lang="en-GB" sz="1800">
                          <a:latin typeface="Lexend"/>
                          <a:ea typeface="Lexend"/>
                          <a:cs typeface="Lexend"/>
                          <a:sym typeface="Lexend"/>
                        </a:rPr>
                        <a:t>Oakfield Harbour</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19°C</a:t>
                      </a:r>
                      <a:endParaRPr sz="1800">
                        <a:latin typeface="Lexend"/>
                        <a:ea typeface="Lexend"/>
                        <a:cs typeface="Lexend"/>
                        <a:sym typeface="Lexend"/>
                      </a:endParaRPr>
                    </a:p>
                  </a:txBody>
                  <a:tcPr marL="0" marR="0" marT="0" marB="0" anchor="ctr"/>
                </a:tc>
              </a:tr>
            </a:tbl>
          </a:graphicData>
        </a:graphic>
      </p:graphicFrame>
      <p:sp>
        <p:nvSpPr>
          <p:cNvPr id="1267" name="Google Shape;1267;p90"/>
          <p:cNvSpPr txBox="1"/>
          <p:nvPr/>
        </p:nvSpPr>
        <p:spPr>
          <a:xfrm>
            <a:off x="5867200" y="3008100"/>
            <a:ext cx="2952900" cy="463800"/>
          </a:xfrm>
          <a:prstGeom prst="rect">
            <a:avLst/>
          </a:prstGeom>
          <a:noFill/>
          <a:ln>
            <a:noFill/>
          </a:ln>
        </p:spPr>
        <p:txBody>
          <a:bodyPr spcFirstLastPara="1" wrap="square" lIns="0" tIns="0" rIns="0" bIns="0" anchor="t" anchorCtr="0">
            <a:noAutofit/>
          </a:bodyPr>
          <a:lstStyle/>
          <a:p>
            <a:pPr marL="0" lvl="0" indent="0" algn="r" rtl="0">
              <a:spcBef>
                <a:spcPct val="0"/>
              </a:spcBef>
              <a:spcAft>
                <a:spcPts val="1000"/>
              </a:spcAft>
              <a:buNone/>
            </a:pPr>
            <a:r>
              <a:rPr lang="en-GB" sz="1800">
                <a:solidFill>
                  <a:schemeClr val="dk1"/>
                </a:solidFill>
                <a:latin typeface="Lexend"/>
                <a:ea typeface="Lexend"/>
                <a:cs typeface="Lexend"/>
                <a:sym typeface="Lexend"/>
              </a:rPr>
              <a:t>Temperatures in Oakfield at 15:00</a:t>
            </a:r>
            <a:endParaRPr sz="1800">
              <a:latin typeface="Lexend"/>
              <a:ea typeface="Lexend"/>
              <a:cs typeface="Lexend"/>
              <a:sym typeface="Lexend"/>
            </a:endParaRPr>
          </a:p>
        </p:txBody>
      </p:sp>
      <p:sp>
        <p:nvSpPr>
          <p:cNvPr id="1268" name="Google Shape;1268;p90"/>
          <p:cNvSpPr txBox="1"/>
          <p:nvPr/>
        </p:nvSpPr>
        <p:spPr>
          <a:xfrm>
            <a:off x="5733325" y="3775150"/>
            <a:ext cx="30867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2000">
                <a:solidFill>
                  <a:schemeClr val="dk1"/>
                </a:solidFill>
                <a:latin typeface="Kalam"/>
                <a:ea typeface="Kalam"/>
                <a:cs typeface="Kalam"/>
                <a:sym typeface="Kalam"/>
              </a:rPr>
              <a:t>Oakfield Harbour</a:t>
            </a:r>
            <a:endParaRPr sz="2000">
              <a:latin typeface="Kalam"/>
              <a:ea typeface="Kalam"/>
              <a:cs typeface="Kalam"/>
              <a:sym typeface="Kalam"/>
            </a:endParaRPr>
          </a:p>
        </p:txBody>
      </p:sp>
      <p:pic>
        <p:nvPicPr>
          <p:cNvPr id="1269" name="Google Shape;1269;p90"/>
          <p:cNvPicPr preferRelativeResize="0"/>
          <p:nvPr/>
        </p:nvPicPr>
        <p:blipFill>
          <a:blip r:embed="rId3">
            <a:alphaModFix/>
          </a:blip>
          <a:stretch>
            <a:fillRect/>
          </a:stretch>
        </p:blipFill>
        <p:spPr>
          <a:xfrm>
            <a:off x="1578241" y="1839764"/>
            <a:ext cx="594425" cy="603007"/>
          </a:xfrm>
          <a:prstGeom prst="rect">
            <a:avLst/>
          </a:prstGeom>
          <a:noFill/>
          <a:ln>
            <a:noFill/>
          </a:ln>
        </p:spPr>
      </p:pic>
      <p:pic>
        <p:nvPicPr>
          <p:cNvPr id="1270" name="Google Shape;1270;p90"/>
          <p:cNvPicPr preferRelativeResize="0"/>
          <p:nvPr/>
        </p:nvPicPr>
        <p:blipFill>
          <a:blip r:embed="rId4">
            <a:alphaModFix/>
          </a:blip>
          <a:stretch>
            <a:fillRect/>
          </a:stretch>
        </p:blipFill>
        <p:spPr>
          <a:xfrm>
            <a:off x="1289090" y="3456749"/>
            <a:ext cx="763172" cy="514500"/>
          </a:xfrm>
          <a:prstGeom prst="rect">
            <a:avLst/>
          </a:prstGeom>
          <a:noFill/>
          <a:ln>
            <a:noFill/>
          </a:ln>
        </p:spPr>
      </p:pic>
      <p:pic>
        <p:nvPicPr>
          <p:cNvPr id="1271" name="Google Shape;1271;p90"/>
          <p:cNvPicPr preferRelativeResize="0"/>
          <p:nvPr/>
        </p:nvPicPr>
        <p:blipFill>
          <a:blip r:embed="rId4">
            <a:alphaModFix/>
          </a:blip>
          <a:stretch>
            <a:fillRect/>
          </a:stretch>
        </p:blipFill>
        <p:spPr>
          <a:xfrm>
            <a:off x="2322328" y="2813959"/>
            <a:ext cx="763172" cy="514500"/>
          </a:xfrm>
          <a:prstGeom prst="rect">
            <a:avLst/>
          </a:prstGeom>
          <a:noFill/>
          <a:ln>
            <a:noFill/>
          </a:ln>
        </p:spPr>
      </p:pic>
      <p:pic>
        <p:nvPicPr>
          <p:cNvPr id="1272" name="Google Shape;1272;p90"/>
          <p:cNvPicPr preferRelativeResize="0"/>
          <p:nvPr/>
        </p:nvPicPr>
        <p:blipFill>
          <a:blip r:embed="rId5">
            <a:alphaModFix/>
          </a:blip>
          <a:stretch>
            <a:fillRect/>
          </a:stretch>
        </p:blipFill>
        <p:spPr>
          <a:xfrm>
            <a:off x="4688423" y="1768575"/>
            <a:ext cx="531025" cy="601287"/>
          </a:xfrm>
          <a:prstGeom prst="rect">
            <a:avLst/>
          </a:prstGeom>
          <a:noFill/>
          <a:ln>
            <a:noFill/>
          </a:ln>
        </p:spPr>
      </p:pic>
      <p:pic>
        <p:nvPicPr>
          <p:cNvPr id="1273" name="Google Shape;1273;p90"/>
          <p:cNvPicPr preferRelativeResize="0"/>
          <p:nvPr/>
        </p:nvPicPr>
        <p:blipFill>
          <a:blip r:embed="rId5">
            <a:alphaModFix/>
          </a:blip>
          <a:stretch>
            <a:fillRect/>
          </a:stretch>
        </p:blipFill>
        <p:spPr>
          <a:xfrm>
            <a:off x="3109186" y="1551604"/>
            <a:ext cx="531025" cy="601287"/>
          </a:xfrm>
          <a:prstGeom prst="rect">
            <a:avLst/>
          </a:prstGeom>
          <a:noFill/>
          <a:ln>
            <a:noFill/>
          </a:ln>
        </p:spPr>
      </p:pic>
      <p:pic>
        <p:nvPicPr>
          <p:cNvPr id="1274" name="Google Shape;1274;p90"/>
          <p:cNvPicPr preferRelativeResize="0"/>
          <p:nvPr/>
        </p:nvPicPr>
        <p:blipFill>
          <a:blip r:embed="rId3">
            <a:alphaModFix/>
          </a:blip>
          <a:stretch>
            <a:fillRect/>
          </a:stretch>
        </p:blipFill>
        <p:spPr>
          <a:xfrm>
            <a:off x="3282327" y="3444661"/>
            <a:ext cx="531025" cy="538688"/>
          </a:xfrm>
          <a:prstGeom prst="rect">
            <a:avLst/>
          </a:prstGeom>
          <a:noFill/>
          <a:ln>
            <a:noFill/>
          </a:ln>
        </p:spPr>
      </p:pic>
      <p:sp>
        <p:nvSpPr>
          <p:cNvPr id="1275" name="Google Shape;1275;p90"/>
          <p:cNvSpPr/>
          <p:nvPr/>
        </p:nvSpPr>
        <p:spPr>
          <a:xfrm>
            <a:off x="365725" y="1265725"/>
            <a:ext cx="5014200" cy="34815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279" name="Shape 1279"/>
        <p:cNvGrpSpPr/>
        <p:nvPr/>
      </p:nvGrpSpPr>
      <p:grpSpPr>
        <a:xfrm>
          <a:off x="0" y="0"/>
          <a:ext cx="0" cy="0"/>
        </a:xfrm>
      </p:grpSpPr>
      <p:sp>
        <p:nvSpPr>
          <p:cNvPr id="1280" name="Google Shape;1280;p91"/>
          <p:cNvSpPr/>
          <p:nvPr/>
        </p:nvSpPr>
        <p:spPr>
          <a:xfrm>
            <a:off x="365734" y="1265728"/>
            <a:ext cx="5014200" cy="3481500"/>
          </a:xfrm>
          <a:prstGeom prst="rect">
            <a:avLst/>
          </a:prstGeom>
          <a:solidFill>
            <a:srgbClr val="4285F4"/>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281" name="Google Shape;1281;p91"/>
          <p:cNvSpPr/>
          <p:nvPr/>
        </p:nvSpPr>
        <p:spPr>
          <a:xfrm>
            <a:off x="-891036" y="1027484"/>
            <a:ext cx="6425564" cy="4140237"/>
          </a:xfrm>
          <a:custGeom>
            <a:rect l="l" t="t" r="r" b="b"/>
            <a:pathLst>
              <a:path w="300260" h="193469" extrusionOk="0">
                <a:moveTo>
                  <a:pt x="70920" y="84"/>
                </a:moveTo>
                <a:cubicBezTo>
                  <a:pt x="89716" y="-1122"/>
                  <a:pt x="109846" y="11006"/>
                  <a:pt x="130737" y="14943"/>
                </a:cubicBezTo>
                <a:cubicBezTo>
                  <a:pt x="151629" y="18880"/>
                  <a:pt x="181093" y="22119"/>
                  <a:pt x="196269" y="23706"/>
                </a:cubicBezTo>
                <a:cubicBezTo>
                  <a:pt x="211446" y="25294"/>
                  <a:pt x="214176" y="24278"/>
                  <a:pt x="221796" y="24468"/>
                </a:cubicBezTo>
                <a:cubicBezTo>
                  <a:pt x="229416" y="24659"/>
                  <a:pt x="236552" y="23790"/>
                  <a:pt x="241989" y="24849"/>
                </a:cubicBezTo>
                <a:cubicBezTo>
                  <a:pt x="247426" y="25908"/>
                  <a:pt x="249796" y="29354"/>
                  <a:pt x="254419" y="30821"/>
                </a:cubicBezTo>
                <a:cubicBezTo>
                  <a:pt x="259042" y="32288"/>
                  <a:pt x="265456" y="32096"/>
                  <a:pt x="269726" y="33649"/>
                </a:cubicBezTo>
                <a:cubicBezTo>
                  <a:pt x="273996" y="35202"/>
                  <a:pt x="277298" y="37160"/>
                  <a:pt x="280041" y="40138"/>
                </a:cubicBezTo>
                <a:cubicBezTo>
                  <a:pt x="282784" y="43116"/>
                  <a:pt x="285860" y="47908"/>
                  <a:pt x="286185" y="51519"/>
                </a:cubicBezTo>
                <a:cubicBezTo>
                  <a:pt x="286511" y="55130"/>
                  <a:pt x="285233" y="59139"/>
                  <a:pt x="281994" y="61806"/>
                </a:cubicBezTo>
                <a:cubicBezTo>
                  <a:pt x="278756" y="64473"/>
                  <a:pt x="269993" y="66124"/>
                  <a:pt x="266754" y="67521"/>
                </a:cubicBezTo>
                <a:cubicBezTo>
                  <a:pt x="263516" y="68918"/>
                  <a:pt x="265548" y="70950"/>
                  <a:pt x="262563" y="70188"/>
                </a:cubicBezTo>
                <a:cubicBezTo>
                  <a:pt x="259579" y="69426"/>
                  <a:pt x="249927" y="64918"/>
                  <a:pt x="248847" y="62949"/>
                </a:cubicBezTo>
                <a:cubicBezTo>
                  <a:pt x="247768" y="60981"/>
                  <a:pt x="257737" y="59901"/>
                  <a:pt x="256086" y="58377"/>
                </a:cubicBezTo>
                <a:cubicBezTo>
                  <a:pt x="254435" y="56853"/>
                  <a:pt x="244529" y="54059"/>
                  <a:pt x="238941" y="53805"/>
                </a:cubicBezTo>
                <a:cubicBezTo>
                  <a:pt x="233353" y="53551"/>
                  <a:pt x="225479" y="54059"/>
                  <a:pt x="222558" y="56853"/>
                </a:cubicBezTo>
                <a:cubicBezTo>
                  <a:pt x="219637" y="59647"/>
                  <a:pt x="220717" y="66886"/>
                  <a:pt x="221415" y="70569"/>
                </a:cubicBezTo>
                <a:cubicBezTo>
                  <a:pt x="222114" y="74252"/>
                  <a:pt x="225479" y="75903"/>
                  <a:pt x="226749" y="78951"/>
                </a:cubicBezTo>
                <a:cubicBezTo>
                  <a:pt x="228019" y="81999"/>
                  <a:pt x="226559" y="84412"/>
                  <a:pt x="229035" y="88857"/>
                </a:cubicBezTo>
                <a:cubicBezTo>
                  <a:pt x="231512" y="93302"/>
                  <a:pt x="237989" y="101049"/>
                  <a:pt x="241608" y="105621"/>
                </a:cubicBezTo>
                <a:cubicBezTo>
                  <a:pt x="245228" y="110193"/>
                  <a:pt x="246498" y="113622"/>
                  <a:pt x="250752" y="116289"/>
                </a:cubicBezTo>
                <a:cubicBezTo>
                  <a:pt x="255007" y="118956"/>
                  <a:pt x="263643" y="118004"/>
                  <a:pt x="267135" y="121623"/>
                </a:cubicBezTo>
                <a:cubicBezTo>
                  <a:pt x="270628" y="125243"/>
                  <a:pt x="270374" y="132545"/>
                  <a:pt x="271707" y="138006"/>
                </a:cubicBezTo>
                <a:cubicBezTo>
                  <a:pt x="273041" y="143467"/>
                  <a:pt x="273930" y="149881"/>
                  <a:pt x="275136" y="154389"/>
                </a:cubicBezTo>
                <a:cubicBezTo>
                  <a:pt x="276343" y="158898"/>
                  <a:pt x="277549" y="161628"/>
                  <a:pt x="278946" y="165057"/>
                </a:cubicBezTo>
                <a:cubicBezTo>
                  <a:pt x="280343" y="168486"/>
                  <a:pt x="282883" y="171852"/>
                  <a:pt x="283518" y="174963"/>
                </a:cubicBezTo>
                <a:cubicBezTo>
                  <a:pt x="284153" y="178075"/>
                  <a:pt x="321364" y="181567"/>
                  <a:pt x="282756" y="183726"/>
                </a:cubicBezTo>
                <a:cubicBezTo>
                  <a:pt x="244148" y="185885"/>
                  <a:pt x="98733" y="201633"/>
                  <a:pt x="51870" y="187917"/>
                </a:cubicBezTo>
                <a:cubicBezTo>
                  <a:pt x="5007" y="174201"/>
                  <a:pt x="7230" y="129053"/>
                  <a:pt x="1578" y="101430"/>
                </a:cubicBezTo>
                <a:cubicBezTo>
                  <a:pt x="-4073" y="73808"/>
                  <a:pt x="6404" y="39073"/>
                  <a:pt x="17961" y="22182"/>
                </a:cubicBezTo>
                <a:cubicBezTo>
                  <a:pt x="29518" y="5291"/>
                  <a:pt x="52124" y="1291"/>
                  <a:pt x="70920" y="84"/>
                </a:cubicBezTo>
                <a:close/>
              </a:path>
            </a:pathLst>
          </a:custGeom>
          <a:solidFill>
            <a:srgbClr val="D9EAD3"/>
          </a:solidFill>
          <a:ln w="28575" cap="flat" cmpd="sng">
            <a:solidFill>
              <a:srgbClr val="000000"/>
            </a:solidFill>
            <a:prstDash val="solid"/>
            <a:round/>
            <a:headEnd type="none" w="med" len="med"/>
            <a:tailEnd type="none" w="med" len="med"/>
          </a:ln>
        </p:spPr>
        <p:txBody>
          <a:bodyPr/>
          <a:lstStyle/>
          <a:p/>
        </p:txBody>
      </p:sp>
      <p:sp>
        <p:nvSpPr>
          <p:cNvPr id="1282" name="Google Shape;1282;p91"/>
          <p:cNvSpPr/>
          <p:nvPr/>
        </p:nvSpPr>
        <p:spPr>
          <a:xfrm>
            <a:off x="-523026" y="1020496"/>
            <a:ext cx="5760944" cy="3560575"/>
          </a:xfrm>
          <a:custGeom>
            <a:rect l="l" t="t" r="r" b="b"/>
            <a:pathLst>
              <a:path w="269203" h="166382" extrusionOk="0">
                <a:moveTo>
                  <a:pt x="53723" y="411"/>
                </a:moveTo>
                <a:cubicBezTo>
                  <a:pt x="72564" y="-1965"/>
                  <a:pt x="93582" y="6682"/>
                  <a:pt x="113808" y="8251"/>
                </a:cubicBezTo>
                <a:cubicBezTo>
                  <a:pt x="134035" y="9820"/>
                  <a:pt x="158978" y="9561"/>
                  <a:pt x="175082" y="9823"/>
                </a:cubicBezTo>
                <a:cubicBezTo>
                  <a:pt x="191186" y="10085"/>
                  <a:pt x="200351" y="10412"/>
                  <a:pt x="210432" y="9823"/>
                </a:cubicBezTo>
                <a:cubicBezTo>
                  <a:pt x="220514" y="9234"/>
                  <a:pt x="230638" y="3601"/>
                  <a:pt x="235571" y="6287"/>
                </a:cubicBezTo>
                <a:cubicBezTo>
                  <a:pt x="240504" y="8973"/>
                  <a:pt x="236304" y="22218"/>
                  <a:pt x="240032" y="25938"/>
                </a:cubicBezTo>
                <a:cubicBezTo>
                  <a:pt x="243760" y="29658"/>
                  <a:pt x="253367" y="26637"/>
                  <a:pt x="257939" y="28605"/>
                </a:cubicBezTo>
                <a:cubicBezTo>
                  <a:pt x="262511" y="30574"/>
                  <a:pt x="265623" y="33876"/>
                  <a:pt x="267464" y="37749"/>
                </a:cubicBezTo>
                <a:cubicBezTo>
                  <a:pt x="269306" y="41623"/>
                  <a:pt x="269433" y="47782"/>
                  <a:pt x="268988" y="51846"/>
                </a:cubicBezTo>
                <a:cubicBezTo>
                  <a:pt x="268544" y="55910"/>
                  <a:pt x="268036" y="59466"/>
                  <a:pt x="264797" y="62133"/>
                </a:cubicBezTo>
                <a:cubicBezTo>
                  <a:pt x="261559" y="64800"/>
                  <a:pt x="252796" y="66451"/>
                  <a:pt x="249557" y="67848"/>
                </a:cubicBezTo>
                <a:cubicBezTo>
                  <a:pt x="246319" y="69245"/>
                  <a:pt x="248351" y="71277"/>
                  <a:pt x="245366" y="70515"/>
                </a:cubicBezTo>
                <a:cubicBezTo>
                  <a:pt x="242382" y="69753"/>
                  <a:pt x="232730" y="65245"/>
                  <a:pt x="231650" y="63276"/>
                </a:cubicBezTo>
                <a:cubicBezTo>
                  <a:pt x="230571" y="61308"/>
                  <a:pt x="240540" y="60228"/>
                  <a:pt x="238889" y="58704"/>
                </a:cubicBezTo>
                <a:cubicBezTo>
                  <a:pt x="237238" y="57180"/>
                  <a:pt x="227332" y="54386"/>
                  <a:pt x="221744" y="54132"/>
                </a:cubicBezTo>
                <a:cubicBezTo>
                  <a:pt x="216156" y="53878"/>
                  <a:pt x="208282" y="54386"/>
                  <a:pt x="205361" y="57180"/>
                </a:cubicBezTo>
                <a:cubicBezTo>
                  <a:pt x="202440" y="59974"/>
                  <a:pt x="203520" y="67213"/>
                  <a:pt x="204218" y="70896"/>
                </a:cubicBezTo>
                <a:cubicBezTo>
                  <a:pt x="204917" y="74579"/>
                  <a:pt x="208282" y="76230"/>
                  <a:pt x="209552" y="79278"/>
                </a:cubicBezTo>
                <a:cubicBezTo>
                  <a:pt x="210822" y="82326"/>
                  <a:pt x="209362" y="84739"/>
                  <a:pt x="211838" y="89184"/>
                </a:cubicBezTo>
                <a:cubicBezTo>
                  <a:pt x="214315" y="93629"/>
                  <a:pt x="220792" y="101376"/>
                  <a:pt x="224411" y="105948"/>
                </a:cubicBezTo>
                <a:cubicBezTo>
                  <a:pt x="228031" y="110520"/>
                  <a:pt x="229301" y="113949"/>
                  <a:pt x="233555" y="116616"/>
                </a:cubicBezTo>
                <a:cubicBezTo>
                  <a:pt x="237810" y="119283"/>
                  <a:pt x="246446" y="118331"/>
                  <a:pt x="249938" y="121950"/>
                </a:cubicBezTo>
                <a:cubicBezTo>
                  <a:pt x="253431" y="125570"/>
                  <a:pt x="253177" y="132872"/>
                  <a:pt x="254510" y="138333"/>
                </a:cubicBezTo>
                <a:cubicBezTo>
                  <a:pt x="255844" y="143794"/>
                  <a:pt x="257582" y="150041"/>
                  <a:pt x="257939" y="154716"/>
                </a:cubicBezTo>
                <a:cubicBezTo>
                  <a:pt x="258296" y="159391"/>
                  <a:pt x="263065" y="166382"/>
                  <a:pt x="256651" y="166382"/>
                </a:cubicBezTo>
                <a:cubicBezTo>
                  <a:pt x="250238" y="166382"/>
                  <a:pt x="241024" y="155898"/>
                  <a:pt x="219458" y="154716"/>
                </a:cubicBezTo>
                <a:cubicBezTo>
                  <a:pt x="197892" y="153534"/>
                  <a:pt x="150494" y="165107"/>
                  <a:pt x="127256" y="159288"/>
                </a:cubicBezTo>
                <a:cubicBezTo>
                  <a:pt x="104018" y="153469"/>
                  <a:pt x="96856" y="130597"/>
                  <a:pt x="80028" y="119802"/>
                </a:cubicBezTo>
                <a:cubicBezTo>
                  <a:pt x="63201" y="109007"/>
                  <a:pt x="39502" y="110734"/>
                  <a:pt x="26291" y="94518"/>
                </a:cubicBezTo>
                <a:cubicBezTo>
                  <a:pt x="13080" y="78303"/>
                  <a:pt x="-3808" y="38194"/>
                  <a:pt x="764" y="22509"/>
                </a:cubicBezTo>
                <a:cubicBezTo>
                  <a:pt x="5336" y="6825"/>
                  <a:pt x="34882" y="2787"/>
                  <a:pt x="53723" y="411"/>
                </a:cubicBezTo>
                <a:close/>
              </a:path>
            </a:pathLst>
          </a:custGeom>
          <a:solidFill>
            <a:srgbClr val="93C47D"/>
          </a:solidFill>
          <a:ln w="28575" cap="flat" cmpd="sng">
            <a:solidFill>
              <a:srgbClr val="000000"/>
            </a:solidFill>
            <a:prstDash val="solid"/>
            <a:round/>
            <a:headEnd type="none" w="med" len="med"/>
            <a:tailEnd type="none" w="med" len="med"/>
          </a:ln>
        </p:spPr>
        <p:txBody>
          <a:bodyPr/>
          <a:lstStyle/>
          <a:p/>
        </p:txBody>
      </p:sp>
      <p:sp>
        <p:nvSpPr>
          <p:cNvPr id="1283" name="Google Shape;1283;p91"/>
          <p:cNvSpPr/>
          <p:nvPr/>
        </p:nvSpPr>
        <p:spPr>
          <a:xfrm>
            <a:off x="-1103578" y="825255"/>
            <a:ext cx="6598500" cy="440400"/>
          </a:xfrm>
          <a:prstGeom prst="rect">
            <a:avLst/>
          </a:prstGeom>
          <a:solidFill>
            <a:srgbClr val="F3EEFB"/>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284" name="Google Shape;1284;p91"/>
          <p:cNvSpPr/>
          <p:nvPr/>
        </p:nvSpPr>
        <p:spPr>
          <a:xfrm>
            <a:off x="-1103578" y="1192369"/>
            <a:ext cx="1469400" cy="3949500"/>
          </a:xfrm>
          <a:prstGeom prst="rect">
            <a:avLst/>
          </a:prstGeom>
          <a:solidFill>
            <a:srgbClr val="F3EEFB"/>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285" name="Google Shape;1285;p91"/>
          <p:cNvSpPr/>
          <p:nvPr/>
        </p:nvSpPr>
        <p:spPr>
          <a:xfrm>
            <a:off x="-178185" y="4747201"/>
            <a:ext cx="5764200" cy="980400"/>
          </a:xfrm>
          <a:prstGeom prst="rect">
            <a:avLst/>
          </a:prstGeom>
          <a:solidFill>
            <a:srgbClr val="F3EEFB"/>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286" name="Google Shape;1286;p91"/>
          <p:cNvSpPr txBox="1"/>
          <p:nvPr/>
        </p:nvSpPr>
        <p:spPr>
          <a:xfrm>
            <a:off x="422646" y="1314730"/>
            <a:ext cx="8823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1287" name="Google Shape;1287;p91"/>
          <p:cNvSpPr/>
          <p:nvPr/>
        </p:nvSpPr>
        <p:spPr>
          <a:xfrm>
            <a:off x="2013327" y="23906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288" name="Google Shape;1288;p91"/>
          <p:cNvSpPr txBox="1"/>
          <p:nvPr/>
        </p:nvSpPr>
        <p:spPr>
          <a:xfrm>
            <a:off x="492224" y="2424770"/>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1289" name="Google Shape;1289;p91"/>
          <p:cNvCxnSpPr/>
          <p:nvPr/>
        </p:nvCxnSpPr>
        <p:spPr>
          <a:xfrm flipH="1">
            <a:off x="1274441" y="2448979"/>
            <a:ext cx="804600" cy="188700"/>
          </a:xfrm>
          <a:prstGeom prst="straightConnector1">
            <a:avLst/>
          </a:prstGeom>
          <a:noFill/>
          <a:ln w="28575" cap="flat" cmpd="sng">
            <a:solidFill>
              <a:srgbClr val="000000"/>
            </a:solidFill>
            <a:prstDash val="solid"/>
            <a:round/>
            <a:headEnd type="none" w="med" len="med"/>
            <a:tailEnd type="none" w="med" len="med"/>
          </a:ln>
        </p:spPr>
      </p:cxnSp>
      <p:sp>
        <p:nvSpPr>
          <p:cNvPr id="1290" name="Google Shape;1290;p91"/>
          <p:cNvSpPr/>
          <p:nvPr/>
        </p:nvSpPr>
        <p:spPr>
          <a:xfrm rot="-4513154">
            <a:off x="4675837" y="2314398"/>
            <a:ext cx="117591" cy="117591"/>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1291" name="Google Shape;1291;p91"/>
          <p:cNvCxnSpPr/>
          <p:nvPr/>
        </p:nvCxnSpPr>
        <p:spPr>
          <a:xfrm>
            <a:off x="4735999" y="2366451"/>
            <a:ext cx="61200" cy="514500"/>
          </a:xfrm>
          <a:prstGeom prst="straightConnector1">
            <a:avLst/>
          </a:prstGeom>
          <a:noFill/>
          <a:ln w="28575" cap="flat" cmpd="sng">
            <a:solidFill>
              <a:srgbClr val="000000"/>
            </a:solidFill>
            <a:prstDash val="solid"/>
            <a:round/>
            <a:headEnd type="none" w="med" len="med"/>
            <a:tailEnd type="none" w="med" len="med"/>
          </a:ln>
        </p:spPr>
      </p:cxnSp>
      <p:sp>
        <p:nvSpPr>
          <p:cNvPr id="1292" name="Google Shape;1292;p91"/>
          <p:cNvSpPr txBox="1"/>
          <p:nvPr/>
        </p:nvSpPr>
        <p:spPr>
          <a:xfrm>
            <a:off x="4343420" y="2872765"/>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1293" name="Google Shape;1293;p91"/>
          <p:cNvSpPr/>
          <p:nvPr/>
        </p:nvSpPr>
        <p:spPr>
          <a:xfrm>
            <a:off x="3624005" y="3970066"/>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294" name="Google Shape;1294;p91"/>
          <p:cNvGrpSpPr/>
          <p:nvPr/>
        </p:nvGrpSpPr>
        <p:grpSpPr>
          <a:xfrm flipH="1">
            <a:off x="3669564" y="3932182"/>
            <a:ext cx="1248041" cy="396900"/>
            <a:chOff x="2441679" y="3932182"/>
            <a:chExt cx="1248041" cy="396900"/>
          </a:xfrm>
        </p:grpSpPr>
        <p:sp>
          <p:nvSpPr>
            <p:cNvPr id="1295" name="Google Shape;1295;p91"/>
            <p:cNvSpPr txBox="1"/>
            <p:nvPr/>
          </p:nvSpPr>
          <p:spPr>
            <a:xfrm>
              <a:off x="2441679" y="3932182"/>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1296" name="Google Shape;1296;p91"/>
            <p:cNvCxnSpPr/>
            <p:nvPr/>
          </p:nvCxnSpPr>
          <p:spPr>
            <a:xfrm flipH="1">
              <a:off x="3239420" y="4028393"/>
              <a:ext cx="450300" cy="114300"/>
            </a:xfrm>
            <a:prstGeom prst="straightConnector1">
              <a:avLst/>
            </a:prstGeom>
            <a:noFill/>
            <a:ln w="28575" cap="flat" cmpd="sng">
              <a:solidFill>
                <a:srgbClr val="000000"/>
              </a:solidFill>
              <a:prstDash val="solid"/>
              <a:round/>
              <a:headEnd type="none" w="med" len="med"/>
              <a:tailEnd type="none" w="med" len="med"/>
            </a:ln>
          </p:spPr>
        </p:cxnSp>
      </p:grpSp>
      <p:sp>
        <p:nvSpPr>
          <p:cNvPr id="1297" name="Google Shape;1297;p91"/>
          <p:cNvSpPr/>
          <p:nvPr/>
        </p:nvSpPr>
        <p:spPr>
          <a:xfrm>
            <a:off x="3434917" y="21434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298" name="Google Shape;1298;p91"/>
          <p:cNvSpPr/>
          <p:nvPr/>
        </p:nvSpPr>
        <p:spPr>
          <a:xfrm>
            <a:off x="2753720" y="333695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299" name="Google Shape;1299;p91"/>
          <p:cNvSpPr txBox="1"/>
          <p:nvPr/>
        </p:nvSpPr>
        <p:spPr>
          <a:xfrm>
            <a:off x="4771686" y="4508108"/>
            <a:ext cx="594600" cy="228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23:00</a:t>
            </a:r>
            <a:endParaRPr sz="1600">
              <a:solidFill>
                <a:srgbClr val="FFFFFF"/>
              </a:solidFill>
              <a:latin typeface="Lexend"/>
              <a:ea typeface="Lexend"/>
              <a:cs typeface="Lexend"/>
              <a:sym typeface="Lexend"/>
            </a:endParaRPr>
          </a:p>
        </p:txBody>
      </p:sp>
      <p:cxnSp>
        <p:nvCxnSpPr>
          <p:cNvPr id="1300" name="Google Shape;1300;p91"/>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1301" name="Google Shape;1301;p91"/>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sp>
        <p:nvSpPr>
          <p:cNvPr id="1302" name="Google Shape;1302;p91"/>
          <p:cNvSpPr/>
          <p:nvPr/>
        </p:nvSpPr>
        <p:spPr>
          <a:xfrm>
            <a:off x="1738745" y="400457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303" name="Google Shape;1303;p91"/>
          <p:cNvSpPr/>
          <p:nvPr/>
        </p:nvSpPr>
        <p:spPr>
          <a:xfrm>
            <a:off x="1739973" y="159790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9°C</a:t>
            </a:r>
            <a:endParaRPr sz="1800">
              <a:solidFill>
                <a:srgbClr val="FFFFFF"/>
              </a:solidFill>
              <a:latin typeface="Lexend"/>
              <a:ea typeface="Lexend"/>
              <a:cs typeface="Lexend"/>
              <a:sym typeface="Lexend"/>
            </a:endParaRPr>
          </a:p>
        </p:txBody>
      </p:sp>
      <p:sp>
        <p:nvSpPr>
          <p:cNvPr id="1304" name="Google Shape;1304;p91"/>
          <p:cNvSpPr/>
          <p:nvPr/>
        </p:nvSpPr>
        <p:spPr>
          <a:xfrm>
            <a:off x="3363147" y="32335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a:t>
            </a:r>
            <a:endParaRPr sz="1800">
              <a:solidFill>
                <a:srgbClr val="FFFFFF"/>
              </a:solidFill>
              <a:latin typeface="Lexend"/>
              <a:ea typeface="Lexend"/>
              <a:cs typeface="Lexend"/>
              <a:sym typeface="Lexend"/>
            </a:endParaRPr>
          </a:p>
        </p:txBody>
      </p:sp>
      <p:sp>
        <p:nvSpPr>
          <p:cNvPr id="1305" name="Google Shape;1305;p91"/>
          <p:cNvSpPr/>
          <p:nvPr/>
        </p:nvSpPr>
        <p:spPr>
          <a:xfrm>
            <a:off x="4573822" y="156472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8°C</a:t>
            </a:r>
            <a:endParaRPr sz="1800">
              <a:solidFill>
                <a:srgbClr val="FFFFFF"/>
              </a:solidFill>
              <a:latin typeface="Lexend"/>
              <a:ea typeface="Lexend"/>
              <a:cs typeface="Lexend"/>
              <a:sym typeface="Lexend"/>
            </a:endParaRPr>
          </a:p>
        </p:txBody>
      </p:sp>
      <p:sp>
        <p:nvSpPr>
          <p:cNvPr id="1306" name="Google Shape;1306;p91"/>
          <p:cNvSpPr/>
          <p:nvPr/>
        </p:nvSpPr>
        <p:spPr>
          <a:xfrm>
            <a:off x="2492860" y="26004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10°C</a:t>
            </a:r>
            <a:endParaRPr sz="1800">
              <a:solidFill>
                <a:srgbClr val="FFFFFF"/>
              </a:solidFill>
              <a:latin typeface="Lexend"/>
              <a:ea typeface="Lexend"/>
              <a:cs typeface="Lexend"/>
              <a:sym typeface="Lexend"/>
            </a:endParaRPr>
          </a:p>
        </p:txBody>
      </p:sp>
      <p:sp>
        <p:nvSpPr>
          <p:cNvPr id="1307" name="Google Shape;1307;p91"/>
          <p:cNvSpPr/>
          <p:nvPr/>
        </p:nvSpPr>
        <p:spPr>
          <a:xfrm>
            <a:off x="1477885" y="319190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7°C</a:t>
            </a:r>
            <a:endParaRPr sz="1800">
              <a:solidFill>
                <a:srgbClr val="FFFFFF"/>
              </a:solidFill>
              <a:latin typeface="Lexend"/>
              <a:ea typeface="Lexend"/>
              <a:cs typeface="Lexend"/>
              <a:sym typeface="Lexend"/>
            </a:endParaRPr>
          </a:p>
        </p:txBody>
      </p:sp>
      <p:cxnSp>
        <p:nvCxnSpPr>
          <p:cNvPr id="1308" name="Google Shape;1308;p91"/>
          <p:cNvCxnSpPr/>
          <p:nvPr/>
        </p:nvCxnSpPr>
        <p:spPr>
          <a:xfrm rot="10800000" flipH="1">
            <a:off x="1550225" y="4065550"/>
            <a:ext cx="240900" cy="172500"/>
          </a:xfrm>
          <a:prstGeom prst="straightConnector1">
            <a:avLst/>
          </a:prstGeom>
          <a:noFill/>
          <a:ln w="28575" cap="flat" cmpd="sng">
            <a:solidFill>
              <a:srgbClr val="000000"/>
            </a:solidFill>
            <a:prstDash val="solid"/>
            <a:round/>
            <a:headEnd type="none" w="med" len="med"/>
            <a:tailEnd type="none" w="med" len="med"/>
          </a:ln>
        </p:spPr>
      </p:cxnSp>
      <p:sp>
        <p:nvSpPr>
          <p:cNvPr id="1309" name="Google Shape;1309;p91"/>
          <p:cNvSpPr txBox="1"/>
          <p:nvPr/>
        </p:nvSpPr>
        <p:spPr>
          <a:xfrm>
            <a:off x="894450" y="4166718"/>
            <a:ext cx="923400" cy="2988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1310" name="Google Shape;1310;p91"/>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Understanding a basic weather forecast</a:t>
            </a:r>
            <a:endParaRPr/>
          </a:p>
        </p:txBody>
      </p:sp>
      <p:sp>
        <p:nvSpPr>
          <p:cNvPr id="1311" name="Google Shape;1311;p91"/>
          <p:cNvSpPr txBox="1"/>
          <p:nvPr/>
        </p:nvSpPr>
        <p:spPr>
          <a:xfrm>
            <a:off x="324000" y="626825"/>
            <a:ext cx="81906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solidFill>
                  <a:schemeClr val="dk1"/>
                </a:solidFill>
                <a:latin typeface="Lexend"/>
                <a:ea typeface="Lexend"/>
                <a:cs typeface="Lexend"/>
                <a:sym typeface="Lexend"/>
              </a:rPr>
              <a:t>Oakfield Old Town had the largest decrease in temperature from 3 pm to 11 pm. Suggest a possible temperature at Oakfield Old Town at 11 pm.</a:t>
            </a:r>
            <a:endParaRPr sz="1800">
              <a:latin typeface="Lexend"/>
              <a:ea typeface="Lexend"/>
              <a:cs typeface="Lexend"/>
              <a:sym typeface="Lexend"/>
            </a:endParaRPr>
          </a:p>
        </p:txBody>
      </p:sp>
      <p:sp>
        <p:nvSpPr>
          <p:cNvPr id="1312" name="Google Shape;1312;p91"/>
          <p:cNvSpPr txBox="1"/>
          <p:nvPr/>
        </p:nvSpPr>
        <p:spPr>
          <a:xfrm>
            <a:off x="5867200" y="3008100"/>
            <a:ext cx="2952900" cy="463800"/>
          </a:xfrm>
          <a:prstGeom prst="rect">
            <a:avLst/>
          </a:prstGeom>
          <a:noFill/>
          <a:ln>
            <a:noFill/>
          </a:ln>
        </p:spPr>
        <p:txBody>
          <a:bodyPr spcFirstLastPara="1" wrap="square" lIns="0" tIns="0" rIns="0" bIns="0" anchor="t" anchorCtr="0">
            <a:noAutofit/>
          </a:bodyPr>
          <a:lstStyle/>
          <a:p>
            <a:pPr marL="0" lvl="0" indent="0" algn="r" rtl="0">
              <a:spcBef>
                <a:spcPct val="0"/>
              </a:spcBef>
              <a:spcAft>
                <a:spcPts val="1000"/>
              </a:spcAft>
              <a:buNone/>
            </a:pPr>
            <a:r>
              <a:rPr lang="en-GB" sz="1800">
                <a:solidFill>
                  <a:schemeClr val="dk1"/>
                </a:solidFill>
                <a:latin typeface="Lexend"/>
                <a:ea typeface="Lexend"/>
                <a:cs typeface="Lexend"/>
                <a:sym typeface="Lexend"/>
              </a:rPr>
              <a:t>Temperatures in Oakfield at 15:00</a:t>
            </a:r>
            <a:endParaRPr sz="1800">
              <a:latin typeface="Lexend"/>
              <a:ea typeface="Lexend"/>
              <a:cs typeface="Lexend"/>
              <a:sym typeface="Lexend"/>
            </a:endParaRPr>
          </a:p>
        </p:txBody>
      </p:sp>
      <p:sp>
        <p:nvSpPr>
          <p:cNvPr id="1313" name="Google Shape;1313;p91"/>
          <p:cNvSpPr txBox="1"/>
          <p:nvPr/>
        </p:nvSpPr>
        <p:spPr>
          <a:xfrm>
            <a:off x="5733325" y="4003750"/>
            <a:ext cx="30867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2000">
                <a:solidFill>
                  <a:schemeClr val="dk1"/>
                </a:solidFill>
                <a:latin typeface="Kalam"/>
                <a:ea typeface="Kalam"/>
                <a:cs typeface="Kalam"/>
                <a:sym typeface="Kalam"/>
              </a:rPr>
              <a:t>Any temperature under 6°C, such as: 5.5°C or 2°C.</a:t>
            </a:r>
            <a:endParaRPr sz="2000">
              <a:solidFill>
                <a:schemeClr val="dk1"/>
              </a:solidFill>
              <a:latin typeface="Kalam"/>
              <a:ea typeface="Kalam"/>
              <a:cs typeface="Kalam"/>
              <a:sym typeface="Kalam"/>
            </a:endParaRPr>
          </a:p>
        </p:txBody>
      </p:sp>
      <p:sp>
        <p:nvSpPr>
          <p:cNvPr id="1314" name="Google Shape;1314;p91"/>
          <p:cNvSpPr/>
          <p:nvPr/>
        </p:nvSpPr>
        <p:spPr>
          <a:xfrm>
            <a:off x="3174060" y="1320642"/>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11°C</a:t>
            </a:r>
            <a:endParaRPr sz="1800">
              <a:solidFill>
                <a:srgbClr val="FFFFFF"/>
              </a:solidFill>
              <a:latin typeface="Lexend"/>
              <a:ea typeface="Lexend"/>
              <a:cs typeface="Lexend"/>
              <a:sym typeface="Lexend"/>
            </a:endParaRPr>
          </a:p>
        </p:txBody>
      </p:sp>
      <p:graphicFrame>
        <p:nvGraphicFramePr>
          <p:cNvPr id="1315" name="Google Shape;1315;p91"/>
          <p:cNvGraphicFramePr>
            <a:graphicFrameLocks noGrp="1"/>
          </p:cNvGraphicFramePr>
          <p:nvPr/>
        </p:nvGraphicFramePr>
        <p:xfrm>
          <a:off x="5682450" y="1440250"/>
          <a:ext cx="3137550" cy="1524000"/>
        </p:xfrm>
        <a:graphic>
          <a:graphicData uri="http://schemas.openxmlformats.org/drawingml/2006/table">
            <a:tbl>
              <a:tblPr>
                <a:noFill/>
                <a:tableStyleId>{DAE9959B-F1CB-4490-83DD-53336B36D040}</a:tableStyleId>
              </a:tblPr>
              <a:tblGrid>
                <a:gridCol w="2310300"/>
                <a:gridCol w="827250"/>
              </a:tblGrid>
              <a:tr h="381000">
                <a:tc>
                  <a:txBody>
                    <a:bodyPr vert="horz" wrap="square"/>
                    <a:lstStyle/>
                    <a:p>
                      <a:pPr marL="0" lvl="0" indent="0" algn="l" rtl="0">
                        <a:spcBef>
                          <a:spcPct val="0"/>
                        </a:spcBef>
                        <a:spcAft>
                          <a:spcPct val="0"/>
                        </a:spcAft>
                        <a:buNone/>
                      </a:pPr>
                      <a:r>
                        <a:rPr lang="en-GB" sz="1800">
                          <a:latin typeface="Lexend"/>
                          <a:ea typeface="Lexend"/>
                          <a:cs typeface="Lexend"/>
                          <a:sym typeface="Lexend"/>
                        </a:rPr>
                        <a:t>Oakfield Academy</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latin typeface="Lexend"/>
                          <a:ea typeface="Lexend"/>
                          <a:cs typeface="Lexend"/>
                          <a:sym typeface="Lexend"/>
                        </a:rPr>
                        <a:t>16°C</a:t>
                      </a:r>
                      <a:endParaRPr sz="1800">
                        <a:latin typeface="Lexend"/>
                        <a:ea typeface="Lexend"/>
                        <a:cs typeface="Lexend"/>
                        <a:sym typeface="Lexend"/>
                      </a:endParaRPr>
                    </a:p>
                  </a:txBody>
                  <a:tcPr marL="0" marR="0" marT="0" marB="0" anchor="ctr"/>
                </a:tc>
              </a:tr>
              <a:tr h="381000">
                <a:tc>
                  <a:txBody>
                    <a:bodyPr vert="horz" wrap="square"/>
                    <a:lstStyle/>
                    <a:p>
                      <a:pPr marL="0" lvl="0" indent="0" algn="l" rtl="0">
                        <a:spcBef>
                          <a:spcPct val="0"/>
                        </a:spcBef>
                        <a:spcAft>
                          <a:spcPct val="0"/>
                        </a:spcAft>
                        <a:buNone/>
                      </a:pPr>
                      <a:r>
                        <a:rPr lang="en-GB" sz="1800">
                          <a:latin typeface="Lexend"/>
                          <a:ea typeface="Lexend"/>
                          <a:cs typeface="Lexend"/>
                          <a:sym typeface="Lexend"/>
                        </a:rPr>
                        <a:t>Oakmoor</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15°C</a:t>
                      </a:r>
                      <a:endParaRPr sz="1800">
                        <a:latin typeface="Lexend"/>
                        <a:ea typeface="Lexend"/>
                        <a:cs typeface="Lexend"/>
                        <a:sym typeface="Lexend"/>
                      </a:endParaRPr>
                    </a:p>
                  </a:txBody>
                  <a:tcPr marL="0" marR="0" marT="0" marB="0" anchor="ctr"/>
                </a:tc>
              </a:tr>
              <a:tr h="381000">
                <a:tc>
                  <a:txBody>
                    <a:bodyPr vert="horz" wrap="square"/>
                    <a:lstStyle/>
                    <a:p>
                      <a:pPr marL="0" lvl="0" indent="0" algn="l" rtl="0">
                        <a:spcBef>
                          <a:spcPct val="0"/>
                        </a:spcBef>
                        <a:spcAft>
                          <a:spcPct val="0"/>
                        </a:spcAft>
                        <a:buNone/>
                      </a:pPr>
                      <a:r>
                        <a:rPr lang="en-GB" sz="1800">
                          <a:latin typeface="Lexend"/>
                          <a:ea typeface="Lexend"/>
                          <a:cs typeface="Lexend"/>
                          <a:sym typeface="Lexend"/>
                        </a:rPr>
                        <a:t>Oakfield Old Town</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17°C</a:t>
                      </a:r>
                      <a:endParaRPr sz="1800">
                        <a:latin typeface="Lexend"/>
                        <a:ea typeface="Lexend"/>
                        <a:cs typeface="Lexend"/>
                        <a:sym typeface="Lexend"/>
                      </a:endParaRPr>
                    </a:p>
                  </a:txBody>
                  <a:tcPr marL="0" marR="0" marT="0" marB="0" anchor="ctr"/>
                </a:tc>
              </a:tr>
              <a:tr h="381000">
                <a:tc>
                  <a:txBody>
                    <a:bodyPr vert="horz" wrap="square"/>
                    <a:lstStyle/>
                    <a:p>
                      <a:pPr marL="0" lvl="0" indent="0" algn="l" rtl="0">
                        <a:spcBef>
                          <a:spcPct val="0"/>
                        </a:spcBef>
                        <a:spcAft>
                          <a:spcPct val="0"/>
                        </a:spcAft>
                        <a:buNone/>
                      </a:pPr>
                      <a:r>
                        <a:rPr lang="en-GB" sz="1800">
                          <a:latin typeface="Lexend"/>
                          <a:ea typeface="Lexend"/>
                          <a:cs typeface="Lexend"/>
                          <a:sym typeface="Lexend"/>
                        </a:rPr>
                        <a:t>Oakfield Harbour</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19°C</a:t>
                      </a:r>
                      <a:endParaRPr sz="1800">
                        <a:latin typeface="Lexend"/>
                        <a:ea typeface="Lexend"/>
                        <a:cs typeface="Lexend"/>
                        <a:sym typeface="Lexend"/>
                      </a:endParaRPr>
                    </a:p>
                  </a:txBody>
                  <a:tcPr marL="0" marR="0" marT="0" marB="0" anchor="ctr"/>
                </a:tc>
              </a:tr>
            </a:tbl>
          </a:graphicData>
        </a:graphic>
      </p:graphicFrame>
      <p:pic>
        <p:nvPicPr>
          <p:cNvPr id="1316" name="Google Shape;1316;p91"/>
          <p:cNvPicPr preferRelativeResize="0"/>
          <p:nvPr/>
        </p:nvPicPr>
        <p:blipFill>
          <a:blip r:embed="rId3">
            <a:alphaModFix/>
          </a:blip>
          <a:stretch>
            <a:fillRect/>
          </a:stretch>
        </p:blipFill>
        <p:spPr>
          <a:xfrm>
            <a:off x="3250273" y="1564725"/>
            <a:ext cx="462327" cy="514500"/>
          </a:xfrm>
          <a:prstGeom prst="rect">
            <a:avLst/>
          </a:prstGeom>
          <a:noFill/>
          <a:ln>
            <a:noFill/>
          </a:ln>
        </p:spPr>
      </p:pic>
      <p:pic>
        <p:nvPicPr>
          <p:cNvPr id="1317" name="Google Shape;1317;p91"/>
          <p:cNvPicPr preferRelativeResize="0"/>
          <p:nvPr/>
        </p:nvPicPr>
        <p:blipFill>
          <a:blip r:embed="rId3">
            <a:alphaModFix/>
          </a:blip>
          <a:stretch>
            <a:fillRect/>
          </a:stretch>
        </p:blipFill>
        <p:spPr>
          <a:xfrm>
            <a:off x="4573823" y="1811963"/>
            <a:ext cx="462327" cy="514500"/>
          </a:xfrm>
          <a:prstGeom prst="rect">
            <a:avLst/>
          </a:prstGeom>
          <a:noFill/>
          <a:ln>
            <a:noFill/>
          </a:ln>
        </p:spPr>
      </p:pic>
      <p:pic>
        <p:nvPicPr>
          <p:cNvPr id="1318" name="Google Shape;1318;p91"/>
          <p:cNvPicPr preferRelativeResize="0"/>
          <p:nvPr/>
        </p:nvPicPr>
        <p:blipFill>
          <a:blip r:embed="rId3">
            <a:alphaModFix/>
          </a:blip>
          <a:stretch>
            <a:fillRect/>
          </a:stretch>
        </p:blipFill>
        <p:spPr>
          <a:xfrm>
            <a:off x="3314355" y="3485655"/>
            <a:ext cx="462327" cy="514500"/>
          </a:xfrm>
          <a:prstGeom prst="rect">
            <a:avLst/>
          </a:prstGeom>
          <a:noFill/>
          <a:ln>
            <a:noFill/>
          </a:ln>
        </p:spPr>
      </p:pic>
      <p:pic>
        <p:nvPicPr>
          <p:cNvPr id="1319" name="Google Shape;1319;p91"/>
          <p:cNvPicPr preferRelativeResize="0"/>
          <p:nvPr/>
        </p:nvPicPr>
        <p:blipFill>
          <a:blip r:embed="rId4">
            <a:alphaModFix/>
          </a:blip>
          <a:stretch>
            <a:fillRect/>
          </a:stretch>
        </p:blipFill>
        <p:spPr>
          <a:xfrm>
            <a:off x="1708194" y="1802362"/>
            <a:ext cx="594600" cy="615203"/>
          </a:xfrm>
          <a:prstGeom prst="rect">
            <a:avLst/>
          </a:prstGeom>
          <a:noFill/>
          <a:ln>
            <a:noFill/>
          </a:ln>
        </p:spPr>
      </p:pic>
      <p:pic>
        <p:nvPicPr>
          <p:cNvPr id="1320" name="Google Shape;1320;p91"/>
          <p:cNvPicPr preferRelativeResize="0"/>
          <p:nvPr/>
        </p:nvPicPr>
        <p:blipFill>
          <a:blip r:embed="rId4">
            <a:alphaModFix/>
          </a:blip>
          <a:stretch>
            <a:fillRect/>
          </a:stretch>
        </p:blipFill>
        <p:spPr>
          <a:xfrm>
            <a:off x="2381751" y="2804362"/>
            <a:ext cx="594600" cy="615203"/>
          </a:xfrm>
          <a:prstGeom prst="rect">
            <a:avLst/>
          </a:prstGeom>
          <a:noFill/>
          <a:ln>
            <a:noFill/>
          </a:ln>
        </p:spPr>
      </p:pic>
      <p:pic>
        <p:nvPicPr>
          <p:cNvPr id="1321" name="Google Shape;1321;p91"/>
          <p:cNvPicPr preferRelativeResize="0"/>
          <p:nvPr/>
        </p:nvPicPr>
        <p:blipFill>
          <a:blip r:embed="rId4">
            <a:alphaModFix/>
          </a:blip>
          <a:stretch>
            <a:fillRect/>
          </a:stretch>
        </p:blipFill>
        <p:spPr>
          <a:xfrm>
            <a:off x="1484537" y="3435297"/>
            <a:ext cx="594600" cy="615203"/>
          </a:xfrm>
          <a:prstGeom prst="rect">
            <a:avLst/>
          </a:prstGeom>
          <a:noFill/>
          <a:ln>
            <a:noFill/>
          </a:ln>
        </p:spPr>
      </p:pic>
      <p:sp>
        <p:nvSpPr>
          <p:cNvPr id="1322" name="Google Shape;1322;p91"/>
          <p:cNvSpPr/>
          <p:nvPr/>
        </p:nvSpPr>
        <p:spPr>
          <a:xfrm>
            <a:off x="365725" y="1265725"/>
            <a:ext cx="5014200" cy="34815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326" name="Shape 1326"/>
        <p:cNvGrpSpPr/>
        <p:nvPr/>
      </p:nvGrpSpPr>
      <p:grpSpPr>
        <a:xfrm>
          <a:off x="0" y="0"/>
          <a:ext cx="0" cy="0"/>
        </a:xfrm>
      </p:grpSpPr>
      <p:pic>
        <p:nvPicPr>
          <p:cNvPr id="1327" name="Google Shape;1327;p92"/>
          <p:cNvPicPr preferRelativeResize="0"/>
          <p:nvPr/>
        </p:nvPicPr>
        <p:blipFill>
          <a:blip r:embed="rId3">
            <a:alphaModFix/>
          </a:blip>
          <a:srcRect l="348" t="347" r="268" b="456"/>
          <a:stretch>
            <a:fillRect/>
          </a:stretch>
        </p:blipFill>
        <p:spPr>
          <a:xfrm>
            <a:off x="343175" y="1247075"/>
            <a:ext cx="5053901" cy="3519350"/>
          </a:xfrm>
          <a:prstGeom prst="rect">
            <a:avLst/>
          </a:prstGeom>
          <a:noFill/>
          <a:ln>
            <a:noFill/>
          </a:ln>
        </p:spPr>
      </p:pic>
      <p:sp>
        <p:nvSpPr>
          <p:cNvPr id="1328" name="Google Shape;1328;p92"/>
          <p:cNvSpPr txBox="1"/>
          <p:nvPr/>
        </p:nvSpPr>
        <p:spPr>
          <a:xfrm>
            <a:off x="422646" y="1314730"/>
            <a:ext cx="8823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1329" name="Google Shape;1329;p92"/>
          <p:cNvSpPr/>
          <p:nvPr/>
        </p:nvSpPr>
        <p:spPr>
          <a:xfrm>
            <a:off x="2013327" y="23906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330" name="Google Shape;1330;p92"/>
          <p:cNvSpPr txBox="1"/>
          <p:nvPr/>
        </p:nvSpPr>
        <p:spPr>
          <a:xfrm>
            <a:off x="492224" y="2424770"/>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1331" name="Google Shape;1331;p92"/>
          <p:cNvCxnSpPr/>
          <p:nvPr/>
        </p:nvCxnSpPr>
        <p:spPr>
          <a:xfrm flipH="1">
            <a:off x="1274441" y="2448979"/>
            <a:ext cx="804600" cy="188700"/>
          </a:xfrm>
          <a:prstGeom prst="straightConnector1">
            <a:avLst/>
          </a:prstGeom>
          <a:noFill/>
          <a:ln w="28575" cap="flat" cmpd="sng">
            <a:solidFill>
              <a:srgbClr val="000000"/>
            </a:solidFill>
            <a:prstDash val="solid"/>
            <a:round/>
            <a:headEnd type="none" w="med" len="med"/>
            <a:tailEnd type="none" w="med" len="med"/>
          </a:ln>
        </p:spPr>
      </p:cxnSp>
      <p:sp>
        <p:nvSpPr>
          <p:cNvPr id="1332" name="Google Shape;1332;p92"/>
          <p:cNvSpPr/>
          <p:nvPr/>
        </p:nvSpPr>
        <p:spPr>
          <a:xfrm rot="-4513154">
            <a:off x="4675837" y="2314398"/>
            <a:ext cx="117591" cy="117591"/>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1333" name="Google Shape;1333;p92"/>
          <p:cNvCxnSpPr/>
          <p:nvPr/>
        </p:nvCxnSpPr>
        <p:spPr>
          <a:xfrm>
            <a:off x="4735999" y="2366451"/>
            <a:ext cx="61200" cy="514500"/>
          </a:xfrm>
          <a:prstGeom prst="straightConnector1">
            <a:avLst/>
          </a:prstGeom>
          <a:noFill/>
          <a:ln w="28575" cap="flat" cmpd="sng">
            <a:solidFill>
              <a:srgbClr val="000000"/>
            </a:solidFill>
            <a:prstDash val="solid"/>
            <a:round/>
            <a:headEnd type="none" w="med" len="med"/>
            <a:tailEnd type="none" w="med" len="med"/>
          </a:ln>
        </p:spPr>
      </p:cxnSp>
      <p:sp>
        <p:nvSpPr>
          <p:cNvPr id="1334" name="Google Shape;1334;p92"/>
          <p:cNvSpPr txBox="1"/>
          <p:nvPr/>
        </p:nvSpPr>
        <p:spPr>
          <a:xfrm>
            <a:off x="4343420" y="2872765"/>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1335" name="Google Shape;1335;p92"/>
          <p:cNvSpPr/>
          <p:nvPr/>
        </p:nvSpPr>
        <p:spPr>
          <a:xfrm>
            <a:off x="3624005" y="3970066"/>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336" name="Google Shape;1336;p92"/>
          <p:cNvGrpSpPr/>
          <p:nvPr/>
        </p:nvGrpSpPr>
        <p:grpSpPr>
          <a:xfrm flipH="1">
            <a:off x="3669564" y="3932182"/>
            <a:ext cx="1248041" cy="396900"/>
            <a:chOff x="2441679" y="3932182"/>
            <a:chExt cx="1248041" cy="396900"/>
          </a:xfrm>
        </p:grpSpPr>
        <p:sp>
          <p:nvSpPr>
            <p:cNvPr id="1337" name="Google Shape;1337;p92"/>
            <p:cNvSpPr txBox="1"/>
            <p:nvPr/>
          </p:nvSpPr>
          <p:spPr>
            <a:xfrm>
              <a:off x="2441679" y="3932182"/>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1338" name="Google Shape;1338;p92"/>
            <p:cNvCxnSpPr/>
            <p:nvPr/>
          </p:nvCxnSpPr>
          <p:spPr>
            <a:xfrm flipH="1">
              <a:off x="3239420" y="4028393"/>
              <a:ext cx="450300" cy="114300"/>
            </a:xfrm>
            <a:prstGeom prst="straightConnector1">
              <a:avLst/>
            </a:prstGeom>
            <a:noFill/>
            <a:ln w="28575" cap="flat" cmpd="sng">
              <a:solidFill>
                <a:srgbClr val="000000"/>
              </a:solidFill>
              <a:prstDash val="solid"/>
              <a:round/>
              <a:headEnd type="none" w="med" len="med"/>
              <a:tailEnd type="none" w="med" len="med"/>
            </a:ln>
          </p:spPr>
        </p:cxnSp>
      </p:grpSp>
      <p:sp>
        <p:nvSpPr>
          <p:cNvPr id="1339" name="Google Shape;1339;p92"/>
          <p:cNvSpPr/>
          <p:nvPr/>
        </p:nvSpPr>
        <p:spPr>
          <a:xfrm>
            <a:off x="3434917" y="21434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340" name="Google Shape;1340;p92"/>
          <p:cNvSpPr/>
          <p:nvPr/>
        </p:nvSpPr>
        <p:spPr>
          <a:xfrm>
            <a:off x="2753720" y="333695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341" name="Google Shape;1341;p92"/>
          <p:cNvSpPr txBox="1"/>
          <p:nvPr/>
        </p:nvSpPr>
        <p:spPr>
          <a:xfrm>
            <a:off x="4771686" y="4508108"/>
            <a:ext cx="594600" cy="228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08:00</a:t>
            </a:r>
            <a:endParaRPr sz="1600">
              <a:solidFill>
                <a:srgbClr val="FFFFFF"/>
              </a:solidFill>
              <a:latin typeface="Lexend"/>
              <a:ea typeface="Lexend"/>
              <a:cs typeface="Lexend"/>
              <a:sym typeface="Lexend"/>
            </a:endParaRPr>
          </a:p>
        </p:txBody>
      </p:sp>
      <p:cxnSp>
        <p:nvCxnSpPr>
          <p:cNvPr id="1342" name="Google Shape;1342;p92"/>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1343" name="Google Shape;1343;p92"/>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sp>
        <p:nvSpPr>
          <p:cNvPr id="1344" name="Google Shape;1344;p92"/>
          <p:cNvSpPr/>
          <p:nvPr/>
        </p:nvSpPr>
        <p:spPr>
          <a:xfrm>
            <a:off x="1738745" y="400457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345" name="Google Shape;1345;p92"/>
          <p:cNvSpPr/>
          <p:nvPr/>
        </p:nvSpPr>
        <p:spPr>
          <a:xfrm>
            <a:off x="1739973" y="159790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12°C</a:t>
            </a:r>
            <a:endParaRPr sz="1800">
              <a:solidFill>
                <a:srgbClr val="FFFFFF"/>
              </a:solidFill>
              <a:latin typeface="Lexend"/>
              <a:ea typeface="Lexend"/>
              <a:cs typeface="Lexend"/>
              <a:sym typeface="Lexend"/>
            </a:endParaRPr>
          </a:p>
        </p:txBody>
      </p:sp>
      <p:sp>
        <p:nvSpPr>
          <p:cNvPr id="1346" name="Google Shape;1346;p92"/>
          <p:cNvSpPr/>
          <p:nvPr/>
        </p:nvSpPr>
        <p:spPr>
          <a:xfrm>
            <a:off x="3363147" y="32335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chemeClr val="lt1"/>
                </a:solidFill>
                <a:latin typeface="Lexend"/>
                <a:ea typeface="Lexend"/>
                <a:cs typeface="Lexend"/>
                <a:sym typeface="Lexend"/>
              </a:rPr>
              <a:t>10°C</a:t>
            </a:r>
            <a:endParaRPr sz="1800">
              <a:solidFill>
                <a:srgbClr val="FFFFFF"/>
              </a:solidFill>
              <a:latin typeface="Lexend"/>
              <a:ea typeface="Lexend"/>
              <a:cs typeface="Lexend"/>
              <a:sym typeface="Lexend"/>
            </a:endParaRPr>
          </a:p>
        </p:txBody>
      </p:sp>
      <p:sp>
        <p:nvSpPr>
          <p:cNvPr id="1347" name="Google Shape;1347;p92"/>
          <p:cNvSpPr/>
          <p:nvPr/>
        </p:nvSpPr>
        <p:spPr>
          <a:xfrm>
            <a:off x="4573822" y="156472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7°C</a:t>
            </a:r>
            <a:endParaRPr sz="1800">
              <a:solidFill>
                <a:srgbClr val="FFFFFF"/>
              </a:solidFill>
              <a:latin typeface="Lexend"/>
              <a:ea typeface="Lexend"/>
              <a:cs typeface="Lexend"/>
              <a:sym typeface="Lexend"/>
            </a:endParaRPr>
          </a:p>
        </p:txBody>
      </p:sp>
      <p:sp>
        <p:nvSpPr>
          <p:cNvPr id="1348" name="Google Shape;1348;p92"/>
          <p:cNvSpPr/>
          <p:nvPr/>
        </p:nvSpPr>
        <p:spPr>
          <a:xfrm>
            <a:off x="2492860" y="26004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9°C</a:t>
            </a:r>
            <a:endParaRPr sz="1800">
              <a:solidFill>
                <a:srgbClr val="FFFFFF"/>
              </a:solidFill>
              <a:latin typeface="Lexend"/>
              <a:ea typeface="Lexend"/>
              <a:cs typeface="Lexend"/>
              <a:sym typeface="Lexend"/>
            </a:endParaRPr>
          </a:p>
        </p:txBody>
      </p:sp>
      <p:sp>
        <p:nvSpPr>
          <p:cNvPr id="1349" name="Google Shape;1349;p92"/>
          <p:cNvSpPr/>
          <p:nvPr/>
        </p:nvSpPr>
        <p:spPr>
          <a:xfrm>
            <a:off x="1477885" y="319190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8°C</a:t>
            </a:r>
            <a:endParaRPr sz="1800">
              <a:solidFill>
                <a:srgbClr val="FFFFFF"/>
              </a:solidFill>
              <a:latin typeface="Lexend"/>
              <a:ea typeface="Lexend"/>
              <a:cs typeface="Lexend"/>
              <a:sym typeface="Lexend"/>
            </a:endParaRPr>
          </a:p>
        </p:txBody>
      </p:sp>
      <p:cxnSp>
        <p:nvCxnSpPr>
          <p:cNvPr id="1350" name="Google Shape;1350;p92"/>
          <p:cNvCxnSpPr/>
          <p:nvPr/>
        </p:nvCxnSpPr>
        <p:spPr>
          <a:xfrm rot="10800000" flipH="1">
            <a:off x="1550225" y="4065550"/>
            <a:ext cx="240900" cy="172500"/>
          </a:xfrm>
          <a:prstGeom prst="straightConnector1">
            <a:avLst/>
          </a:prstGeom>
          <a:noFill/>
          <a:ln w="28575" cap="flat" cmpd="sng">
            <a:solidFill>
              <a:srgbClr val="000000"/>
            </a:solidFill>
            <a:prstDash val="solid"/>
            <a:round/>
            <a:headEnd type="none" w="med" len="med"/>
            <a:tailEnd type="none" w="med" len="med"/>
          </a:ln>
        </p:spPr>
      </p:cxnSp>
      <p:sp>
        <p:nvSpPr>
          <p:cNvPr id="1351" name="Google Shape;1351;p92"/>
          <p:cNvSpPr txBox="1"/>
          <p:nvPr/>
        </p:nvSpPr>
        <p:spPr>
          <a:xfrm>
            <a:off x="894450" y="4166718"/>
            <a:ext cx="923400" cy="2988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1352" name="Google Shape;1352;p92"/>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Understanding a basic weather forecast</a:t>
            </a:r>
            <a:endParaRPr/>
          </a:p>
        </p:txBody>
      </p:sp>
      <p:sp>
        <p:nvSpPr>
          <p:cNvPr id="1353" name="Google Shape;1353;p92"/>
          <p:cNvSpPr txBox="1"/>
          <p:nvPr/>
        </p:nvSpPr>
        <p:spPr>
          <a:xfrm>
            <a:off x="324000" y="62682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solidFill>
                  <a:schemeClr val="dk1"/>
                </a:solidFill>
                <a:latin typeface="Lexend"/>
                <a:ea typeface="Lexend"/>
                <a:cs typeface="Lexend"/>
                <a:sym typeface="Lexend"/>
              </a:rPr>
              <a:t>1) At 8 am, Sofia cycles to Oakfield Academy from her house near the Old Town. The dotted line shows Sofia’s route.</a:t>
            </a:r>
            <a:endParaRPr sz="1800">
              <a:latin typeface="Lexend"/>
              <a:ea typeface="Lexend"/>
              <a:cs typeface="Lexend"/>
              <a:sym typeface="Lexend"/>
            </a:endParaRPr>
          </a:p>
        </p:txBody>
      </p:sp>
      <p:sp>
        <p:nvSpPr>
          <p:cNvPr id="1354" name="Google Shape;1354;p92"/>
          <p:cNvSpPr/>
          <p:nvPr/>
        </p:nvSpPr>
        <p:spPr>
          <a:xfrm>
            <a:off x="3174060" y="1320642"/>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11°C</a:t>
            </a:r>
            <a:endParaRPr sz="1800">
              <a:solidFill>
                <a:srgbClr val="FFFFFF"/>
              </a:solidFill>
              <a:latin typeface="Lexend"/>
              <a:ea typeface="Lexend"/>
              <a:cs typeface="Lexend"/>
              <a:sym typeface="Lexend"/>
            </a:endParaRPr>
          </a:p>
        </p:txBody>
      </p:sp>
      <p:sp>
        <p:nvSpPr>
          <p:cNvPr id="1355" name="Google Shape;1355;p92"/>
          <p:cNvSpPr txBox="1"/>
          <p:nvPr/>
        </p:nvSpPr>
        <p:spPr>
          <a:xfrm>
            <a:off x="5529975" y="1240425"/>
            <a:ext cx="32901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solidFill>
                  <a:schemeClr val="dk1"/>
                </a:solidFill>
                <a:latin typeface="Lexend"/>
                <a:ea typeface="Lexend"/>
                <a:cs typeface="Lexend"/>
                <a:sym typeface="Lexend"/>
              </a:rPr>
              <a:t>Sofia has the following items. Which should she bring for her journey to Oakfield Academy?                                    Justify your answer for each one.</a:t>
            </a:r>
            <a:endParaRPr sz="1800">
              <a:latin typeface="Lexend"/>
              <a:ea typeface="Lexend"/>
              <a:cs typeface="Lexend"/>
              <a:sym typeface="Lexend"/>
            </a:endParaRPr>
          </a:p>
        </p:txBody>
      </p:sp>
      <p:sp>
        <p:nvSpPr>
          <p:cNvPr id="1356" name="Google Shape;1356;p92"/>
          <p:cNvSpPr txBox="1"/>
          <p:nvPr/>
        </p:nvSpPr>
        <p:spPr>
          <a:xfrm>
            <a:off x="5774400" y="2923090"/>
            <a:ext cx="30456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sunglasses (for constant sunny weather)</a:t>
            </a:r>
            <a:endParaRPr sz="1800">
              <a:solidFill>
                <a:schemeClr val="dk1"/>
              </a:solidFill>
              <a:latin typeface="Lexend"/>
              <a:ea typeface="Lexend"/>
              <a:cs typeface="Lexend"/>
              <a:sym typeface="Lexend"/>
            </a:endParaRPr>
          </a:p>
          <a:p>
            <a:pPr marL="0" lvl="0" indent="0" algn="l" rtl="0">
              <a:spcBef>
                <a:spcPts val="1000"/>
              </a:spcBef>
              <a:spcAft>
                <a:spcPct val="0"/>
              </a:spcAft>
              <a:buNone/>
            </a:pPr>
            <a:r>
              <a:rPr lang="en-GB" sz="1800">
                <a:solidFill>
                  <a:schemeClr val="dk1"/>
                </a:solidFill>
                <a:latin typeface="Lexend"/>
                <a:ea typeface="Lexend"/>
                <a:cs typeface="Lexend"/>
                <a:sym typeface="Lexend"/>
              </a:rPr>
              <a:t>raincoat (for any amount of rain)</a:t>
            </a:r>
            <a:endParaRPr sz="1800">
              <a:solidFill>
                <a:schemeClr val="dk1"/>
              </a:solidFill>
              <a:latin typeface="Lexend"/>
              <a:ea typeface="Lexend"/>
              <a:cs typeface="Lexend"/>
              <a:sym typeface="Lexend"/>
            </a:endParaRPr>
          </a:p>
          <a:p>
            <a:pPr marL="0" lvl="0" indent="0" algn="l" rtl="0">
              <a:spcBef>
                <a:spcPts val="1000"/>
              </a:spcBef>
              <a:spcAft>
                <a:spcPts val="1000"/>
              </a:spcAft>
              <a:buNone/>
            </a:pPr>
            <a:r>
              <a:rPr lang="en-GB" sz="1800">
                <a:solidFill>
                  <a:schemeClr val="dk1"/>
                </a:solidFill>
                <a:latin typeface="Lexend"/>
                <a:ea typeface="Lexend"/>
                <a:cs typeface="Lexend"/>
                <a:sym typeface="Lexend"/>
              </a:rPr>
              <a:t>scarf (if the temperature drops below 10°C)</a:t>
            </a:r>
            <a:endParaRPr sz="1800">
              <a:solidFill>
                <a:schemeClr val="dk1"/>
              </a:solidFill>
              <a:latin typeface="Lexend"/>
              <a:ea typeface="Lexend"/>
              <a:cs typeface="Lexend"/>
              <a:sym typeface="Lexend"/>
            </a:endParaRPr>
          </a:p>
        </p:txBody>
      </p:sp>
      <p:sp>
        <p:nvSpPr>
          <p:cNvPr id="1357" name="Google Shape;1357;p92"/>
          <p:cNvSpPr/>
          <p:nvPr/>
        </p:nvSpPr>
        <p:spPr>
          <a:xfrm>
            <a:off x="2080050" y="2466200"/>
            <a:ext cx="1560050" cy="1699050"/>
          </a:xfrm>
          <a:custGeom>
            <a:rect l="l" t="t" r="r" b="b"/>
            <a:pathLst>
              <a:path w="62402" h="67962" extrusionOk="0">
                <a:moveTo>
                  <a:pt x="62402" y="67962"/>
                </a:moveTo>
                <a:cubicBezTo>
                  <a:pt x="57562" y="64976"/>
                  <a:pt x="40297" y="55537"/>
                  <a:pt x="33363" y="50045"/>
                </a:cubicBezTo>
                <a:cubicBezTo>
                  <a:pt x="26430" y="44553"/>
                  <a:pt x="24920" y="41327"/>
                  <a:pt x="20801" y="35011"/>
                </a:cubicBezTo>
                <a:cubicBezTo>
                  <a:pt x="16682" y="28695"/>
                  <a:pt x="11739" y="16510"/>
                  <a:pt x="8650" y="12151"/>
                </a:cubicBezTo>
                <a:cubicBezTo>
                  <a:pt x="5561" y="7792"/>
                  <a:pt x="3708" y="10881"/>
                  <a:pt x="2266" y="8856"/>
                </a:cubicBezTo>
                <a:cubicBezTo>
                  <a:pt x="824" y="6831"/>
                  <a:pt x="378" y="1476"/>
                  <a:pt x="0" y="0"/>
                </a:cubicBezTo>
              </a:path>
            </a:pathLst>
          </a:custGeom>
          <a:noFill/>
          <a:ln w="28575" cap="flat" cmpd="sng">
            <a:solidFill>
              <a:schemeClr val="dk1"/>
            </a:solidFill>
            <a:prstDash val="dot"/>
            <a:round/>
            <a:headEnd type="none" w="med" len="med"/>
            <a:tailEnd type="none" w="med" len="med"/>
          </a:ln>
        </p:spPr>
        <p:txBody>
          <a:bodyPr/>
          <a:lstStyle/>
          <a:p/>
        </p:txBody>
      </p:sp>
      <p:pic>
        <p:nvPicPr>
          <p:cNvPr id="1358" name="Google Shape;1358;p92"/>
          <p:cNvPicPr preferRelativeResize="0"/>
          <p:nvPr/>
        </p:nvPicPr>
        <p:blipFill>
          <a:blip r:embed="rId4">
            <a:alphaModFix/>
          </a:blip>
          <a:stretch>
            <a:fillRect/>
          </a:stretch>
        </p:blipFill>
        <p:spPr>
          <a:xfrm>
            <a:off x="4682899" y="1844526"/>
            <a:ext cx="448114" cy="514500"/>
          </a:xfrm>
          <a:prstGeom prst="rect">
            <a:avLst/>
          </a:prstGeom>
          <a:noFill/>
          <a:ln>
            <a:noFill/>
          </a:ln>
        </p:spPr>
      </p:pic>
      <p:pic>
        <p:nvPicPr>
          <p:cNvPr id="1359" name="Google Shape;1359;p92"/>
          <p:cNvPicPr preferRelativeResize="0"/>
          <p:nvPr/>
        </p:nvPicPr>
        <p:blipFill>
          <a:blip r:embed="rId4">
            <a:alphaModFix/>
          </a:blip>
          <a:stretch>
            <a:fillRect/>
          </a:stretch>
        </p:blipFill>
        <p:spPr>
          <a:xfrm>
            <a:off x="2753724" y="2897751"/>
            <a:ext cx="448114" cy="514500"/>
          </a:xfrm>
          <a:prstGeom prst="rect">
            <a:avLst/>
          </a:prstGeom>
          <a:noFill/>
          <a:ln>
            <a:noFill/>
          </a:ln>
        </p:spPr>
      </p:pic>
      <p:pic>
        <p:nvPicPr>
          <p:cNvPr id="1360" name="Google Shape;1360;p92"/>
          <p:cNvPicPr preferRelativeResize="0"/>
          <p:nvPr/>
        </p:nvPicPr>
        <p:blipFill>
          <a:blip r:embed="rId4">
            <a:alphaModFix/>
          </a:blip>
          <a:stretch>
            <a:fillRect/>
          </a:stretch>
        </p:blipFill>
        <p:spPr>
          <a:xfrm>
            <a:off x="1738749" y="3507676"/>
            <a:ext cx="448114" cy="514500"/>
          </a:xfrm>
          <a:prstGeom prst="rect">
            <a:avLst/>
          </a:prstGeom>
          <a:noFill/>
          <a:ln>
            <a:noFill/>
          </a:ln>
        </p:spPr>
      </p:pic>
      <p:pic>
        <p:nvPicPr>
          <p:cNvPr id="1361" name="Google Shape;1361;p92"/>
          <p:cNvPicPr preferRelativeResize="0"/>
          <p:nvPr/>
        </p:nvPicPr>
        <p:blipFill>
          <a:blip r:embed="rId5">
            <a:alphaModFix/>
          </a:blip>
          <a:stretch>
            <a:fillRect/>
          </a:stretch>
        </p:blipFill>
        <p:spPr>
          <a:xfrm>
            <a:off x="1728145" y="1869875"/>
            <a:ext cx="687967" cy="463800"/>
          </a:xfrm>
          <a:prstGeom prst="rect">
            <a:avLst/>
          </a:prstGeom>
          <a:noFill/>
          <a:ln>
            <a:noFill/>
          </a:ln>
        </p:spPr>
      </p:pic>
      <p:pic>
        <p:nvPicPr>
          <p:cNvPr id="1362" name="Google Shape;1362;p92"/>
          <p:cNvPicPr preferRelativeResize="0"/>
          <p:nvPr/>
        </p:nvPicPr>
        <p:blipFill>
          <a:blip r:embed="rId5">
            <a:alphaModFix/>
          </a:blip>
          <a:stretch>
            <a:fillRect/>
          </a:stretch>
        </p:blipFill>
        <p:spPr>
          <a:xfrm>
            <a:off x="3132558" y="1636350"/>
            <a:ext cx="687967" cy="463800"/>
          </a:xfrm>
          <a:prstGeom prst="rect">
            <a:avLst/>
          </a:prstGeom>
          <a:noFill/>
          <a:ln>
            <a:noFill/>
          </a:ln>
        </p:spPr>
      </p:pic>
      <p:pic>
        <p:nvPicPr>
          <p:cNvPr id="1363" name="Google Shape;1363;p92"/>
          <p:cNvPicPr preferRelativeResize="0"/>
          <p:nvPr/>
        </p:nvPicPr>
        <p:blipFill>
          <a:blip r:embed="rId5">
            <a:alphaModFix/>
          </a:blip>
          <a:stretch>
            <a:fillRect/>
          </a:stretch>
        </p:blipFill>
        <p:spPr>
          <a:xfrm>
            <a:off x="3338808" y="3464288"/>
            <a:ext cx="687967" cy="463800"/>
          </a:xfrm>
          <a:prstGeom prst="rect">
            <a:avLst/>
          </a:prstGeom>
          <a:noFill/>
          <a:ln>
            <a:noFill/>
          </a:ln>
        </p:spPr>
      </p:pic>
    </p:spTree>
  </p:cSld>
  <p:clrMapOvr>
    <a:masterClrMapping/>
  </p:clrMapOvr>
  <p:transition/>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367" name="Shape 1367"/>
        <p:cNvGrpSpPr/>
        <p:nvPr/>
      </p:nvGrpSpPr>
      <p:grpSpPr>
        <a:xfrm>
          <a:off x="0" y="0"/>
          <a:ext cx="0" cy="0"/>
        </a:xfrm>
      </p:grpSpPr>
      <p:sp>
        <p:nvSpPr>
          <p:cNvPr id="1368" name="Google Shape;1368;p93"/>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Understanding a basic weather forecast</a:t>
            </a:r>
            <a:endParaRPr/>
          </a:p>
        </p:txBody>
      </p:sp>
      <p:sp>
        <p:nvSpPr>
          <p:cNvPr id="1369" name="Google Shape;1369;p93"/>
          <p:cNvSpPr txBox="1"/>
          <p:nvPr/>
        </p:nvSpPr>
        <p:spPr>
          <a:xfrm>
            <a:off x="324000" y="683983"/>
            <a:ext cx="1980000" cy="11409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2) This weather report shows weather data for 1st June 2024.</a:t>
            </a:r>
            <a:endParaRPr sz="1800">
              <a:latin typeface="Lexend"/>
              <a:ea typeface="Lexend"/>
              <a:cs typeface="Lexend"/>
              <a:sym typeface="Lexend"/>
            </a:endParaRPr>
          </a:p>
        </p:txBody>
      </p:sp>
      <p:graphicFrame>
        <p:nvGraphicFramePr>
          <p:cNvPr id="1370" name="Google Shape;1370;p93"/>
          <p:cNvGraphicFramePr>
            <a:graphicFrameLocks noGrp="1"/>
          </p:cNvGraphicFramePr>
          <p:nvPr/>
        </p:nvGraphicFramePr>
        <p:xfrm>
          <a:off x="2385388" y="683971"/>
          <a:ext cx="6434600" cy="1455420"/>
        </p:xfrm>
        <a:graphic>
          <a:graphicData uri="http://schemas.openxmlformats.org/drawingml/2006/table">
            <a:tbl>
              <a:tblPr>
                <a:noFill/>
                <a:tableStyleId>{DAE9959B-F1CB-4490-83DD-53336B36D040}</a:tableStyleId>
              </a:tblPr>
              <a:tblGrid>
                <a:gridCol w="804325"/>
                <a:gridCol w="804325"/>
                <a:gridCol w="804325"/>
                <a:gridCol w="804325"/>
                <a:gridCol w="804325"/>
                <a:gridCol w="804325"/>
                <a:gridCol w="804325"/>
                <a:gridCol w="80432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02:00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04:00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08:00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10:00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14:00</a:t>
                      </a:r>
                      <a:endParaRPr sz="1800">
                        <a:solidFill>
                          <a:schemeClr val="lt1"/>
                        </a:solidFill>
                        <a:latin typeface="Lexend"/>
                        <a:ea typeface="Lexend"/>
                        <a:cs typeface="Lexend"/>
                        <a:sym typeface="Lexend"/>
                      </a:endParaRPr>
                    </a:p>
                  </a:txBody>
                  <a:tcPr marL="0" marR="0" marT="0" marB="0" anchor="ctr">
                    <a:solidFill>
                      <a:schemeClr val="accent4"/>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r>
              <a:tr h="442875">
                <a:tc>
                  <a:txBody>
                    <a:bodyPr vert="horz" wrap="square"/>
                    <a:lstStyle/>
                    <a:p>
                      <a:pPr marL="0" lvl="0" indent="0" algn="ctr" rtl="0">
                        <a:spcBef>
                          <a:spcPct val="0"/>
                        </a:spcBef>
                        <a:spcAft>
                          <a:spcPct val="0"/>
                        </a:spcAft>
                        <a:buNone/>
                      </a:pPr>
                      <a:r>
                        <a:rPr lang="en-GB" sz="1800">
                          <a:latin typeface="Lexend"/>
                          <a:ea typeface="Lexend"/>
                          <a:cs typeface="Lexend"/>
                          <a:sym typeface="Lexend"/>
                        </a:rPr>
                        <a:t>9°C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13°C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r>
            </a:tbl>
          </a:graphicData>
        </a:graphic>
      </p:graphicFrame>
      <p:sp>
        <p:nvSpPr>
          <p:cNvPr id="1371" name="Google Shape;1371;p93"/>
          <p:cNvSpPr txBox="1"/>
          <p:nvPr/>
        </p:nvSpPr>
        <p:spPr>
          <a:xfrm>
            <a:off x="5232900" y="2139371"/>
            <a:ext cx="3587100" cy="463800"/>
          </a:xfrm>
          <a:prstGeom prst="rect">
            <a:avLst/>
          </a:prstGeom>
          <a:noFill/>
          <a:ln>
            <a:noFill/>
          </a:ln>
        </p:spPr>
        <p:txBody>
          <a:bodyPr spcFirstLastPara="1" wrap="square" lIns="0" tIns="0" rIns="0" bIns="0" anchor="t" anchorCtr="0">
            <a:noAutofit/>
          </a:bodyPr>
          <a:lstStyle/>
          <a:p>
            <a:pPr marL="0" lvl="0" indent="0" algn="r" rtl="0">
              <a:spcBef>
                <a:spcPct val="0"/>
              </a:spcBef>
              <a:spcAft>
                <a:spcPct val="0"/>
              </a:spcAft>
              <a:buNone/>
            </a:pPr>
            <a:r>
              <a:rPr lang="en-GB" sz="1800">
                <a:latin typeface="Lexend"/>
                <a:ea typeface="Lexend"/>
                <a:cs typeface="Lexend"/>
                <a:sym typeface="Lexend"/>
              </a:rPr>
              <a:t>weather at “Oakfield Harbour”</a:t>
            </a:r>
            <a:endParaRPr sz="1800">
              <a:solidFill>
                <a:srgbClr val="000000"/>
              </a:solidFill>
              <a:latin typeface="Lexend"/>
              <a:ea typeface="Lexend"/>
              <a:cs typeface="Lexend"/>
              <a:sym typeface="Lexend"/>
            </a:endParaRPr>
          </a:p>
        </p:txBody>
      </p:sp>
      <p:sp>
        <p:nvSpPr>
          <p:cNvPr id="1372" name="Google Shape;1372;p93"/>
          <p:cNvSpPr txBox="1"/>
          <p:nvPr/>
        </p:nvSpPr>
        <p:spPr>
          <a:xfrm>
            <a:off x="324000" y="2571750"/>
            <a:ext cx="8750400" cy="15135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a) Between which two times is sunrise?</a:t>
            </a:r>
            <a:endParaRPr sz="1800">
              <a:latin typeface="Lexend"/>
              <a:ea typeface="Lexend"/>
              <a:cs typeface="Lexend"/>
              <a:sym typeface="Lexend"/>
            </a:endParaRPr>
          </a:p>
          <a:p>
            <a:pPr marL="0" lvl="0" indent="0" algn="l" rtl="0">
              <a:spcBef>
                <a:spcPts val="1000"/>
              </a:spcBef>
              <a:spcAft>
                <a:spcPct val="0"/>
              </a:spcAft>
              <a:buNone/>
            </a:pPr>
            <a:r>
              <a:rPr lang="en-GB" sz="1800">
                <a:latin typeface="Lexend"/>
                <a:ea typeface="Lexend"/>
                <a:cs typeface="Lexend"/>
                <a:sym typeface="Lexend"/>
              </a:rPr>
              <a:t>b) Describe the trend in the weather conditions between 8 am and 12 pm.</a:t>
            </a:r>
            <a:endParaRPr sz="1800">
              <a:latin typeface="Lexend"/>
              <a:ea typeface="Lexend"/>
              <a:cs typeface="Lexend"/>
              <a:sym typeface="Lexend"/>
            </a:endParaRPr>
          </a:p>
          <a:p>
            <a:pPr marL="0" lvl="0" indent="0" algn="l" rtl="0">
              <a:spcBef>
                <a:spcPts val="1000"/>
              </a:spcBef>
              <a:spcAft>
                <a:spcPct val="0"/>
              </a:spcAft>
              <a:buNone/>
            </a:pPr>
            <a:r>
              <a:rPr lang="en-GB" sz="1800">
                <a:solidFill>
                  <a:schemeClr val="dk1"/>
                </a:solidFill>
                <a:latin typeface="Lexend"/>
                <a:ea typeface="Lexend"/>
                <a:cs typeface="Lexend"/>
                <a:sym typeface="Lexend"/>
              </a:rPr>
              <a:t>c) What is the mean temperature during the night-time hours?</a:t>
            </a:r>
            <a:endParaRPr sz="1800">
              <a:latin typeface="Lexend"/>
              <a:ea typeface="Lexend"/>
              <a:cs typeface="Lexend"/>
              <a:sym typeface="Lexend"/>
            </a:endParaRPr>
          </a:p>
          <a:p>
            <a:pPr marL="0" lvl="0" indent="0" algn="l" rtl="0">
              <a:spcBef>
                <a:spcPts val="1000"/>
              </a:spcBef>
              <a:spcAft>
                <a:spcPts val="1000"/>
              </a:spcAft>
              <a:buNone/>
            </a:pPr>
            <a:r>
              <a:rPr lang="en-GB" sz="1800">
                <a:latin typeface="Lexend"/>
                <a:ea typeface="Lexend"/>
                <a:cs typeface="Lexend"/>
                <a:sym typeface="Lexend"/>
              </a:rPr>
              <a:t>d) Which of these weather conditions is likely at 1 pm? Justify your choices.</a:t>
            </a:r>
            <a:endParaRPr sz="1800">
              <a:latin typeface="Lexend"/>
              <a:ea typeface="Lexend"/>
              <a:cs typeface="Lexend"/>
              <a:sym typeface="Lexend"/>
            </a:endParaRPr>
          </a:p>
        </p:txBody>
      </p:sp>
      <p:sp>
        <p:nvSpPr>
          <p:cNvPr id="1373" name="Google Shape;1373;p93"/>
          <p:cNvSpPr/>
          <p:nvPr/>
        </p:nvSpPr>
        <p:spPr>
          <a:xfrm flipH="1">
            <a:off x="882949" y="4177078"/>
            <a:ext cx="1229700" cy="5331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800">
                <a:latin typeface="Lexend"/>
                <a:ea typeface="Lexend"/>
                <a:cs typeface="Lexend"/>
                <a:sym typeface="Lexend"/>
              </a:rPr>
              <a:t>sunny</a:t>
            </a:r>
            <a:endParaRPr sz="1800">
              <a:latin typeface="Lexend"/>
              <a:ea typeface="Lexend"/>
              <a:cs typeface="Lexend"/>
              <a:sym typeface="Lexend"/>
            </a:endParaRPr>
          </a:p>
        </p:txBody>
      </p:sp>
      <p:sp>
        <p:nvSpPr>
          <p:cNvPr id="1374" name="Google Shape;1374;p93"/>
          <p:cNvSpPr/>
          <p:nvPr/>
        </p:nvSpPr>
        <p:spPr>
          <a:xfrm flipH="1">
            <a:off x="2359750" y="4177078"/>
            <a:ext cx="1229700" cy="5331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800">
                <a:latin typeface="Lexend"/>
                <a:ea typeface="Lexend"/>
                <a:cs typeface="Lexend"/>
                <a:sym typeface="Lexend"/>
              </a:rPr>
              <a:t>sunny intervals</a:t>
            </a:r>
            <a:endParaRPr sz="1800">
              <a:latin typeface="Lexend"/>
              <a:ea typeface="Lexend"/>
              <a:cs typeface="Lexend"/>
              <a:sym typeface="Lexend"/>
            </a:endParaRPr>
          </a:p>
        </p:txBody>
      </p:sp>
      <p:sp>
        <p:nvSpPr>
          <p:cNvPr id="1375" name="Google Shape;1375;p93"/>
          <p:cNvSpPr/>
          <p:nvPr/>
        </p:nvSpPr>
        <p:spPr>
          <a:xfrm flipH="1">
            <a:off x="3836550" y="4177078"/>
            <a:ext cx="1229700" cy="5331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800">
                <a:latin typeface="Lexend"/>
                <a:ea typeface="Lexend"/>
                <a:cs typeface="Lexend"/>
                <a:sym typeface="Lexend"/>
              </a:rPr>
              <a:t>rain showers</a:t>
            </a:r>
            <a:endParaRPr sz="1800">
              <a:latin typeface="Lexend"/>
              <a:ea typeface="Lexend"/>
              <a:cs typeface="Lexend"/>
              <a:sym typeface="Lexend"/>
            </a:endParaRPr>
          </a:p>
        </p:txBody>
      </p:sp>
      <p:sp>
        <p:nvSpPr>
          <p:cNvPr id="1376" name="Google Shape;1376;p93"/>
          <p:cNvSpPr/>
          <p:nvPr/>
        </p:nvSpPr>
        <p:spPr>
          <a:xfrm flipH="1">
            <a:off x="5313350" y="4177078"/>
            <a:ext cx="1229700" cy="5331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800">
                <a:latin typeface="Lexend"/>
                <a:ea typeface="Lexend"/>
                <a:cs typeface="Lexend"/>
                <a:sym typeface="Lexend"/>
              </a:rPr>
              <a:t>heavy rain</a:t>
            </a:r>
            <a:endParaRPr sz="1800">
              <a:latin typeface="Lexend"/>
              <a:ea typeface="Lexend"/>
              <a:cs typeface="Lexend"/>
              <a:sym typeface="Lexend"/>
            </a:endParaRPr>
          </a:p>
        </p:txBody>
      </p:sp>
      <p:sp>
        <p:nvSpPr>
          <p:cNvPr id="1377" name="Google Shape;1377;p93"/>
          <p:cNvSpPr/>
          <p:nvPr/>
        </p:nvSpPr>
        <p:spPr>
          <a:xfrm flipH="1">
            <a:off x="6790150" y="4177078"/>
            <a:ext cx="1229700" cy="5331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800">
                <a:latin typeface="Lexend"/>
                <a:ea typeface="Lexend"/>
                <a:cs typeface="Lexend"/>
                <a:sym typeface="Lexend"/>
              </a:rPr>
              <a:t>lightning</a:t>
            </a:r>
            <a:endParaRPr sz="1800">
              <a:latin typeface="Lexend"/>
              <a:ea typeface="Lexend"/>
              <a:cs typeface="Lexend"/>
              <a:sym typeface="Lexend"/>
            </a:endParaRPr>
          </a:p>
        </p:txBody>
      </p:sp>
      <p:sp>
        <p:nvSpPr>
          <p:cNvPr id="1378" name="Google Shape;1378;p93"/>
          <p:cNvSpPr txBox="1"/>
          <p:nvPr/>
        </p:nvSpPr>
        <p:spPr>
          <a:xfrm>
            <a:off x="281825" y="4733975"/>
            <a:ext cx="3000000" cy="2769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endParaRPr sz="600">
              <a:solidFill>
                <a:srgbClr val="808080"/>
              </a:solidFill>
              <a:latin typeface="Lexend"/>
              <a:ea typeface="Lexend"/>
              <a:cs typeface="Lexend"/>
              <a:sym typeface="Lexend"/>
            </a:endParaRPr>
          </a:p>
        </p:txBody>
      </p:sp>
      <p:pic>
        <p:nvPicPr>
          <p:cNvPr id="1379" name="Google Shape;1379;p93"/>
          <p:cNvPicPr preferRelativeResize="0"/>
          <p:nvPr/>
        </p:nvPicPr>
        <p:blipFill>
          <a:blip r:embed="rId3">
            <a:alphaModFix/>
          </a:blip>
          <a:stretch>
            <a:fillRect/>
          </a:stretch>
        </p:blipFill>
        <p:spPr>
          <a:xfrm>
            <a:off x="4125863" y="997500"/>
            <a:ext cx="563213" cy="626760"/>
          </a:xfrm>
          <a:prstGeom prst="rect">
            <a:avLst/>
          </a:prstGeom>
          <a:noFill/>
          <a:ln>
            <a:noFill/>
          </a:ln>
        </p:spPr>
      </p:pic>
      <p:pic>
        <p:nvPicPr>
          <p:cNvPr id="1380" name="Google Shape;1380;p93"/>
          <p:cNvPicPr preferRelativeResize="0"/>
          <p:nvPr/>
        </p:nvPicPr>
        <p:blipFill>
          <a:blip r:embed="rId4">
            <a:alphaModFix/>
          </a:blip>
          <a:stretch>
            <a:fillRect/>
          </a:stretch>
        </p:blipFill>
        <p:spPr>
          <a:xfrm>
            <a:off x="4901577" y="1041713"/>
            <a:ext cx="563200" cy="571346"/>
          </a:xfrm>
          <a:prstGeom prst="rect">
            <a:avLst/>
          </a:prstGeom>
          <a:noFill/>
          <a:ln>
            <a:noFill/>
          </a:ln>
        </p:spPr>
      </p:pic>
      <p:pic>
        <p:nvPicPr>
          <p:cNvPr id="1381" name="Google Shape;1381;p93"/>
          <p:cNvPicPr preferRelativeResize="0"/>
          <p:nvPr/>
        </p:nvPicPr>
        <p:blipFill>
          <a:blip r:embed="rId5">
            <a:alphaModFix/>
          </a:blip>
          <a:stretch>
            <a:fillRect/>
          </a:stretch>
        </p:blipFill>
        <p:spPr>
          <a:xfrm>
            <a:off x="2445773" y="941773"/>
            <a:ext cx="713501" cy="738225"/>
          </a:xfrm>
          <a:prstGeom prst="rect">
            <a:avLst/>
          </a:prstGeom>
          <a:noFill/>
          <a:ln>
            <a:noFill/>
          </a:ln>
        </p:spPr>
      </p:pic>
      <p:pic>
        <p:nvPicPr>
          <p:cNvPr id="1382" name="Google Shape;1382;p93"/>
          <p:cNvPicPr preferRelativeResize="0"/>
          <p:nvPr/>
        </p:nvPicPr>
        <p:blipFill>
          <a:blip r:embed="rId5">
            <a:alphaModFix/>
          </a:blip>
          <a:stretch>
            <a:fillRect/>
          </a:stretch>
        </p:blipFill>
        <p:spPr>
          <a:xfrm>
            <a:off x="3301048" y="941773"/>
            <a:ext cx="713501" cy="738225"/>
          </a:xfrm>
          <a:prstGeom prst="rect">
            <a:avLst/>
          </a:prstGeom>
          <a:noFill/>
          <a:ln>
            <a:noFill/>
          </a:ln>
        </p:spPr>
      </p:pic>
      <p:pic>
        <p:nvPicPr>
          <p:cNvPr id="1383" name="Google Shape;1383;p93"/>
          <p:cNvPicPr preferRelativeResize="0"/>
          <p:nvPr/>
        </p:nvPicPr>
        <p:blipFill>
          <a:blip r:embed="rId6">
            <a:alphaModFix/>
          </a:blip>
          <a:stretch>
            <a:fillRect/>
          </a:stretch>
        </p:blipFill>
        <p:spPr>
          <a:xfrm>
            <a:off x="5705515" y="1008497"/>
            <a:ext cx="563200" cy="637774"/>
          </a:xfrm>
          <a:prstGeom prst="rect">
            <a:avLst/>
          </a:prstGeom>
          <a:noFill/>
          <a:ln>
            <a:noFill/>
          </a:ln>
        </p:spPr>
      </p:pic>
      <p:pic>
        <p:nvPicPr>
          <p:cNvPr id="1384" name="Google Shape;1384;p93"/>
          <p:cNvPicPr preferRelativeResize="0"/>
          <p:nvPr/>
        </p:nvPicPr>
        <p:blipFill>
          <a:blip r:embed="rId6">
            <a:alphaModFix/>
          </a:blip>
          <a:stretch>
            <a:fillRect/>
          </a:stretch>
        </p:blipFill>
        <p:spPr>
          <a:xfrm>
            <a:off x="6564440" y="1008497"/>
            <a:ext cx="563200" cy="637774"/>
          </a:xfrm>
          <a:prstGeom prst="rect">
            <a:avLst/>
          </a:prstGeom>
          <a:noFill/>
          <a:ln>
            <a:noFill/>
          </a:ln>
        </p:spPr>
      </p:pic>
      <p:pic>
        <p:nvPicPr>
          <p:cNvPr id="1385" name="Google Shape;1385;p93"/>
          <p:cNvPicPr preferRelativeResize="0"/>
          <p:nvPr/>
        </p:nvPicPr>
        <p:blipFill>
          <a:blip r:embed="rId7">
            <a:alphaModFix/>
          </a:blip>
          <a:stretch>
            <a:fillRect/>
          </a:stretch>
        </p:blipFill>
        <p:spPr>
          <a:xfrm>
            <a:off x="7326775" y="1004075"/>
            <a:ext cx="563200" cy="646637"/>
          </a:xfrm>
          <a:prstGeom prst="rect">
            <a:avLst/>
          </a:prstGeom>
          <a:noFill/>
          <a:ln>
            <a:noFill/>
          </a:ln>
        </p:spPr>
      </p:pic>
      <p:pic>
        <p:nvPicPr>
          <p:cNvPr id="1386" name="Google Shape;1386;p93"/>
          <p:cNvPicPr preferRelativeResize="0"/>
          <p:nvPr/>
        </p:nvPicPr>
        <p:blipFill>
          <a:blip r:embed="rId8">
            <a:alphaModFix/>
          </a:blip>
          <a:stretch>
            <a:fillRect/>
          </a:stretch>
        </p:blipFill>
        <p:spPr>
          <a:xfrm>
            <a:off x="8015675" y="1040399"/>
            <a:ext cx="713500" cy="481020"/>
          </a:xfrm>
          <a:prstGeom prst="rect">
            <a:avLst/>
          </a:prstGeom>
          <a:noFill/>
          <a:ln>
            <a:noFill/>
          </a:ln>
        </p:spPr>
      </p:pic>
    </p:spTree>
  </p:cSld>
  <p:clrMapOvr>
    <a:masterClrMapping/>
  </p:clrMapOvr>
  <p:transition/>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390" name="Shape 1390"/>
        <p:cNvGrpSpPr/>
        <p:nvPr/>
      </p:nvGrpSpPr>
      <p:grpSpPr>
        <a:xfrm>
          <a:off x="0" y="0"/>
          <a:ext cx="0" cy="0"/>
        </a:xfrm>
      </p:grpSpPr>
      <p:sp>
        <p:nvSpPr>
          <p:cNvPr id="1391" name="Google Shape;1391;p94"/>
          <p:cNvSpPr txBox="1"/>
          <p:nvPr/>
        </p:nvSpPr>
        <p:spPr>
          <a:xfrm>
            <a:off x="5053775" y="1970461"/>
            <a:ext cx="37665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700">
                <a:latin typeface="Lexend"/>
                <a:ea typeface="Lexend"/>
                <a:cs typeface="Lexend"/>
                <a:sym typeface="Lexend"/>
              </a:rPr>
              <a:t>3a) Which location in Oakfield does this weather report most likely represent?</a:t>
            </a:r>
            <a:endParaRPr sz="1700">
              <a:latin typeface="Lexend"/>
              <a:ea typeface="Lexend"/>
              <a:cs typeface="Lexend"/>
              <a:sym typeface="Lexend"/>
            </a:endParaRPr>
          </a:p>
          <a:p>
            <a:pPr marL="0" lvl="0" indent="0" algn="l" rtl="0">
              <a:spcBef>
                <a:spcPts val="1000"/>
              </a:spcBef>
              <a:spcAft>
                <a:spcPct val="0"/>
              </a:spcAft>
              <a:buNone/>
            </a:pPr>
            <a:r>
              <a:rPr lang="en-GB" sz="1700">
                <a:latin typeface="Lexend"/>
                <a:ea typeface="Lexend"/>
                <a:cs typeface="Lexend"/>
                <a:sym typeface="Lexend"/>
              </a:rPr>
              <a:t>b) What is the range of temperatures at this location?</a:t>
            </a:r>
            <a:endParaRPr sz="1700">
              <a:latin typeface="Lexend"/>
              <a:ea typeface="Lexend"/>
              <a:cs typeface="Lexend"/>
              <a:sym typeface="Lexend"/>
            </a:endParaRPr>
          </a:p>
          <a:p>
            <a:pPr marL="0" lvl="0" indent="0" algn="l" rtl="0">
              <a:spcBef>
                <a:spcPts val="1000"/>
              </a:spcBef>
              <a:spcAft>
                <a:spcPts val="1000"/>
              </a:spcAft>
              <a:buNone/>
            </a:pPr>
            <a:r>
              <a:rPr lang="en-GB" sz="1700">
                <a:latin typeface="Lexend"/>
                <a:ea typeface="Lexend"/>
                <a:cs typeface="Lexend"/>
                <a:sym typeface="Lexend"/>
              </a:rPr>
              <a:t>c) The range of temperatures at location A is the same as the range in the report location. What are the maximum and minimum temperatures at location A?</a:t>
            </a:r>
            <a:endParaRPr sz="1700">
              <a:latin typeface="Lexend"/>
              <a:ea typeface="Lexend"/>
              <a:cs typeface="Lexend"/>
              <a:sym typeface="Lexend"/>
            </a:endParaRPr>
          </a:p>
        </p:txBody>
      </p:sp>
      <p:graphicFrame>
        <p:nvGraphicFramePr>
          <p:cNvPr id="1392" name="Google Shape;1392;p94"/>
          <p:cNvGraphicFramePr>
            <a:graphicFrameLocks noGrp="1"/>
          </p:cNvGraphicFramePr>
          <p:nvPr/>
        </p:nvGraphicFramePr>
        <p:xfrm>
          <a:off x="323988" y="683971"/>
          <a:ext cx="5849400" cy="1130040"/>
        </p:xfrm>
        <a:graphic>
          <a:graphicData uri="http://schemas.openxmlformats.org/drawingml/2006/table">
            <a:tbl>
              <a:tblPr>
                <a:noFill/>
                <a:tableStyleId>{DAE9959B-F1CB-4490-83DD-53336B36D040}</a:tableStyleId>
              </a:tblPr>
              <a:tblGrid>
                <a:gridCol w="731175"/>
                <a:gridCol w="731175"/>
                <a:gridCol w="731175"/>
                <a:gridCol w="731175"/>
                <a:gridCol w="731175"/>
                <a:gridCol w="731175"/>
                <a:gridCol w="731175"/>
                <a:gridCol w="7311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03:00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09:00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15:00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18:00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21:00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r>
              <a:tr h="581400">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r>
              <a:tr h="221975">
                <a:tc>
                  <a:txBody>
                    <a:bodyPr vert="horz" wrap="square"/>
                    <a:lstStyle/>
                    <a:p>
                      <a:pPr marL="0" lvl="0" indent="0" algn="ctr" rtl="0">
                        <a:spcBef>
                          <a:spcPct val="0"/>
                        </a:spcBef>
                        <a:spcAft>
                          <a:spcPct val="0"/>
                        </a:spcAft>
                        <a:buNone/>
                      </a:pPr>
                      <a:r>
                        <a:rPr lang="en-GB" sz="1800">
                          <a:latin typeface="Lexend"/>
                          <a:ea typeface="Lexend"/>
                          <a:cs typeface="Lexend"/>
                          <a:sym typeface="Lexend"/>
                        </a:rPr>
                        <a:t>6°C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5°C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13°C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r>
            </a:tbl>
          </a:graphicData>
        </a:graphic>
      </p:graphicFrame>
      <p:pic>
        <p:nvPicPr>
          <p:cNvPr id="1393" name="Google Shape;1393;p94"/>
          <p:cNvPicPr preferRelativeResize="0"/>
          <p:nvPr/>
        </p:nvPicPr>
        <p:blipFill>
          <a:blip r:embed="rId3">
            <a:alphaModFix/>
          </a:blip>
          <a:srcRect l="348" t="351" r="268" b="9705"/>
          <a:stretch>
            <a:fillRect/>
          </a:stretch>
        </p:blipFill>
        <p:spPr>
          <a:xfrm>
            <a:off x="340120" y="1895925"/>
            <a:ext cx="4586054" cy="2895643"/>
          </a:xfrm>
          <a:prstGeom prst="rect">
            <a:avLst/>
          </a:prstGeom>
          <a:noFill/>
          <a:ln>
            <a:noFill/>
          </a:ln>
        </p:spPr>
      </p:pic>
      <p:sp>
        <p:nvSpPr>
          <p:cNvPr id="1394" name="Google Shape;1394;p94"/>
          <p:cNvSpPr txBox="1"/>
          <p:nvPr/>
        </p:nvSpPr>
        <p:spPr>
          <a:xfrm>
            <a:off x="412224" y="1957325"/>
            <a:ext cx="900900" cy="2079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1395" name="Google Shape;1395;p94"/>
          <p:cNvSpPr/>
          <p:nvPr/>
        </p:nvSpPr>
        <p:spPr>
          <a:xfrm>
            <a:off x="1855664" y="2933637"/>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396" name="Google Shape;1396;p94"/>
          <p:cNvSpPr txBox="1"/>
          <p:nvPr/>
        </p:nvSpPr>
        <p:spPr>
          <a:xfrm>
            <a:off x="475371" y="2964597"/>
            <a:ext cx="837900" cy="3603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1397" name="Google Shape;1397;p94"/>
          <p:cNvCxnSpPr/>
          <p:nvPr/>
        </p:nvCxnSpPr>
        <p:spPr>
          <a:xfrm flipH="1">
            <a:off x="1185095" y="2986565"/>
            <a:ext cx="730200" cy="171300"/>
          </a:xfrm>
          <a:prstGeom prst="straightConnector1">
            <a:avLst/>
          </a:prstGeom>
          <a:noFill/>
          <a:ln w="28575" cap="flat" cmpd="sng">
            <a:solidFill>
              <a:srgbClr val="000000"/>
            </a:solidFill>
            <a:prstDash val="solid"/>
            <a:round/>
            <a:headEnd type="none" w="med" len="med"/>
            <a:tailEnd type="none" w="med" len="med"/>
          </a:ln>
        </p:spPr>
      </p:cxnSp>
      <p:sp>
        <p:nvSpPr>
          <p:cNvPr id="1398" name="Google Shape;1398;p94"/>
          <p:cNvSpPr/>
          <p:nvPr/>
        </p:nvSpPr>
        <p:spPr>
          <a:xfrm rot="-4510961">
            <a:off x="4271732" y="2864446"/>
            <a:ext cx="106750" cy="10675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1399" name="Google Shape;1399;p94"/>
          <p:cNvCxnSpPr/>
          <p:nvPr/>
        </p:nvCxnSpPr>
        <p:spPr>
          <a:xfrm>
            <a:off x="4326295" y="2911676"/>
            <a:ext cx="55500" cy="466800"/>
          </a:xfrm>
          <a:prstGeom prst="straightConnector1">
            <a:avLst/>
          </a:prstGeom>
          <a:noFill/>
          <a:ln w="28575" cap="flat" cmpd="sng">
            <a:solidFill>
              <a:srgbClr val="000000"/>
            </a:solidFill>
            <a:prstDash val="solid"/>
            <a:round/>
            <a:headEnd type="none" w="med" len="med"/>
            <a:tailEnd type="none" w="med" len="med"/>
          </a:ln>
        </p:spPr>
      </p:cxnSp>
      <p:sp>
        <p:nvSpPr>
          <p:cNvPr id="1400" name="Google Shape;1400;p94"/>
          <p:cNvSpPr txBox="1"/>
          <p:nvPr/>
        </p:nvSpPr>
        <p:spPr>
          <a:xfrm>
            <a:off x="3970057" y="3371119"/>
            <a:ext cx="837900" cy="3603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1401" name="Google Shape;1401;p94"/>
          <p:cNvSpPr/>
          <p:nvPr/>
        </p:nvSpPr>
        <p:spPr>
          <a:xfrm>
            <a:off x="3317240" y="4366840"/>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402" name="Google Shape;1402;p94"/>
          <p:cNvGrpSpPr/>
          <p:nvPr/>
        </p:nvGrpSpPr>
        <p:grpSpPr>
          <a:xfrm flipH="1">
            <a:off x="3358688" y="4311983"/>
            <a:ext cx="982514" cy="360147"/>
            <a:chOff x="2606940" y="3909728"/>
            <a:chExt cx="1082780" cy="396900"/>
          </a:xfrm>
        </p:grpSpPr>
        <p:sp>
          <p:nvSpPr>
            <p:cNvPr id="1403" name="Google Shape;1403;p94"/>
            <p:cNvSpPr txBox="1"/>
            <p:nvPr/>
          </p:nvSpPr>
          <p:spPr>
            <a:xfrm>
              <a:off x="2606940" y="3909728"/>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1404" name="Google Shape;1404;p94"/>
            <p:cNvCxnSpPr/>
            <p:nvPr/>
          </p:nvCxnSpPr>
          <p:spPr>
            <a:xfrm flipH="1">
              <a:off x="3479720" y="4028393"/>
              <a:ext cx="210000" cy="42300"/>
            </a:xfrm>
            <a:prstGeom prst="straightConnector1">
              <a:avLst/>
            </a:prstGeom>
            <a:noFill/>
            <a:ln w="28575" cap="flat" cmpd="sng">
              <a:solidFill>
                <a:srgbClr val="000000"/>
              </a:solidFill>
              <a:prstDash val="solid"/>
              <a:round/>
              <a:headEnd type="none" w="med" len="med"/>
              <a:tailEnd type="none" w="med" len="med"/>
            </a:ln>
          </p:spPr>
        </p:cxnSp>
      </p:grpSp>
      <p:sp>
        <p:nvSpPr>
          <p:cNvPr id="1405" name="Google Shape;1405;p94"/>
          <p:cNvSpPr/>
          <p:nvPr/>
        </p:nvSpPr>
        <p:spPr>
          <a:xfrm>
            <a:off x="3145655" y="2709321"/>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406" name="Google Shape;1406;p94"/>
          <p:cNvSpPr/>
          <p:nvPr/>
        </p:nvSpPr>
        <p:spPr>
          <a:xfrm>
            <a:off x="2527518" y="3792334"/>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407" name="Google Shape;1407;p94"/>
          <p:cNvSpPr txBox="1"/>
          <p:nvPr/>
        </p:nvSpPr>
        <p:spPr>
          <a:xfrm>
            <a:off x="4358678" y="4575863"/>
            <a:ext cx="539700" cy="207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18:00</a:t>
            </a:r>
            <a:endParaRPr sz="1600">
              <a:solidFill>
                <a:srgbClr val="FFFFFF"/>
              </a:solidFill>
              <a:latin typeface="Lexend"/>
              <a:ea typeface="Lexend"/>
              <a:cs typeface="Lexend"/>
              <a:sym typeface="Lexend"/>
            </a:endParaRPr>
          </a:p>
        </p:txBody>
      </p:sp>
      <p:grpSp>
        <p:nvGrpSpPr>
          <p:cNvPr id="1408" name="Google Shape;1408;p94"/>
          <p:cNvGrpSpPr/>
          <p:nvPr/>
        </p:nvGrpSpPr>
        <p:grpSpPr>
          <a:xfrm>
            <a:off x="310164" y="4108108"/>
            <a:ext cx="337825" cy="587179"/>
            <a:chOff x="386375" y="4087685"/>
            <a:chExt cx="372300" cy="647100"/>
          </a:xfrm>
        </p:grpSpPr>
        <p:cxnSp>
          <p:nvCxnSpPr>
            <p:cNvPr id="1409" name="Google Shape;1409;p94"/>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1410" name="Google Shape;1410;p94"/>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grpSp>
      <p:sp>
        <p:nvSpPr>
          <p:cNvPr id="1411" name="Google Shape;1411;p94"/>
          <p:cNvSpPr/>
          <p:nvPr/>
        </p:nvSpPr>
        <p:spPr>
          <a:xfrm>
            <a:off x="1606501" y="4398151"/>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412" name="Google Shape;1412;p94"/>
          <p:cNvSpPr/>
          <p:nvPr/>
        </p:nvSpPr>
        <p:spPr>
          <a:xfrm>
            <a:off x="1580612" y="2214275"/>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13°C</a:t>
            </a:r>
            <a:endParaRPr sz="1800">
              <a:solidFill>
                <a:srgbClr val="FFFFFF"/>
              </a:solidFill>
              <a:latin typeface="Lexend"/>
              <a:ea typeface="Lexend"/>
              <a:cs typeface="Lexend"/>
              <a:sym typeface="Lexend"/>
            </a:endParaRPr>
          </a:p>
        </p:txBody>
      </p:sp>
      <p:sp>
        <p:nvSpPr>
          <p:cNvPr id="1413" name="Google Shape;1413;p94"/>
          <p:cNvSpPr/>
          <p:nvPr/>
        </p:nvSpPr>
        <p:spPr>
          <a:xfrm>
            <a:off x="3053500" y="3698525"/>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chemeClr val="lt1"/>
                </a:solidFill>
                <a:latin typeface="Lexend"/>
                <a:ea typeface="Lexend"/>
                <a:cs typeface="Lexend"/>
                <a:sym typeface="Lexend"/>
              </a:rPr>
              <a:t>9°C</a:t>
            </a:r>
            <a:endParaRPr sz="1800">
              <a:solidFill>
                <a:srgbClr val="FFFFFF"/>
              </a:solidFill>
              <a:latin typeface="Lexend"/>
              <a:ea typeface="Lexend"/>
              <a:cs typeface="Lexend"/>
              <a:sym typeface="Lexend"/>
            </a:endParaRPr>
          </a:p>
        </p:txBody>
      </p:sp>
      <p:sp>
        <p:nvSpPr>
          <p:cNvPr id="1414" name="Google Shape;1414;p94"/>
          <p:cNvSpPr/>
          <p:nvPr/>
        </p:nvSpPr>
        <p:spPr>
          <a:xfrm>
            <a:off x="4152124" y="2184175"/>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10°C</a:t>
            </a:r>
            <a:endParaRPr sz="1800">
              <a:solidFill>
                <a:srgbClr val="FFFFFF"/>
              </a:solidFill>
              <a:latin typeface="Lexend"/>
              <a:ea typeface="Lexend"/>
              <a:cs typeface="Lexend"/>
              <a:sym typeface="Lexend"/>
            </a:endParaRPr>
          </a:p>
        </p:txBody>
      </p:sp>
      <p:sp>
        <p:nvSpPr>
          <p:cNvPr id="1415" name="Google Shape;1415;p94"/>
          <p:cNvSpPr/>
          <p:nvPr/>
        </p:nvSpPr>
        <p:spPr>
          <a:xfrm>
            <a:off x="2263800" y="3124050"/>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8°C</a:t>
            </a:r>
            <a:endParaRPr sz="1800">
              <a:solidFill>
                <a:srgbClr val="FFFFFF"/>
              </a:solidFill>
              <a:latin typeface="Lexend"/>
              <a:ea typeface="Lexend"/>
              <a:cs typeface="Lexend"/>
              <a:sym typeface="Lexend"/>
            </a:endParaRPr>
          </a:p>
        </p:txBody>
      </p:sp>
      <p:sp>
        <p:nvSpPr>
          <p:cNvPr id="1416" name="Google Shape;1416;p94"/>
          <p:cNvSpPr/>
          <p:nvPr/>
        </p:nvSpPr>
        <p:spPr>
          <a:xfrm>
            <a:off x="1342787" y="3660700"/>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10°C</a:t>
            </a:r>
            <a:endParaRPr sz="1800">
              <a:solidFill>
                <a:srgbClr val="FFFFFF"/>
              </a:solidFill>
              <a:latin typeface="Lexend"/>
              <a:ea typeface="Lexend"/>
              <a:cs typeface="Lexend"/>
              <a:sym typeface="Lexend"/>
            </a:endParaRPr>
          </a:p>
        </p:txBody>
      </p:sp>
      <p:cxnSp>
        <p:nvCxnSpPr>
          <p:cNvPr id="1417" name="Google Shape;1417;p94"/>
          <p:cNvCxnSpPr/>
          <p:nvPr/>
        </p:nvCxnSpPr>
        <p:spPr>
          <a:xfrm rot="10800000" flipH="1">
            <a:off x="1385251" y="4453440"/>
            <a:ext cx="268800" cy="61500"/>
          </a:xfrm>
          <a:prstGeom prst="straightConnector1">
            <a:avLst/>
          </a:prstGeom>
          <a:noFill/>
          <a:ln w="28575" cap="flat" cmpd="sng">
            <a:solidFill>
              <a:srgbClr val="000000"/>
            </a:solidFill>
            <a:prstDash val="solid"/>
            <a:round/>
            <a:headEnd type="none" w="med" len="med"/>
            <a:tailEnd type="none" w="med" len="med"/>
          </a:ln>
        </p:spPr>
      </p:cxnSp>
      <p:sp>
        <p:nvSpPr>
          <p:cNvPr id="1418" name="Google Shape;1418;p94"/>
          <p:cNvSpPr txBox="1"/>
          <p:nvPr/>
        </p:nvSpPr>
        <p:spPr>
          <a:xfrm>
            <a:off x="567393" y="4351637"/>
            <a:ext cx="8379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1419" name="Google Shape;1419;p94"/>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Understanding a basic weather forecast</a:t>
            </a:r>
            <a:endParaRPr/>
          </a:p>
        </p:txBody>
      </p:sp>
      <p:sp>
        <p:nvSpPr>
          <p:cNvPr id="1420" name="Google Shape;1420;p94"/>
          <p:cNvSpPr/>
          <p:nvPr/>
        </p:nvSpPr>
        <p:spPr>
          <a:xfrm>
            <a:off x="2881950" y="1962675"/>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12°C</a:t>
            </a:r>
            <a:endParaRPr sz="1800">
              <a:solidFill>
                <a:srgbClr val="FFFFFF"/>
              </a:solidFill>
              <a:latin typeface="Lexend"/>
              <a:ea typeface="Lexend"/>
              <a:cs typeface="Lexend"/>
              <a:sym typeface="Lexend"/>
            </a:endParaRPr>
          </a:p>
        </p:txBody>
      </p:sp>
      <p:sp>
        <p:nvSpPr>
          <p:cNvPr id="1421" name="Google Shape;1421;p94"/>
          <p:cNvSpPr txBox="1"/>
          <p:nvPr/>
        </p:nvSpPr>
        <p:spPr>
          <a:xfrm>
            <a:off x="6277425" y="683975"/>
            <a:ext cx="25428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700">
                <a:latin typeface="Lexend"/>
                <a:ea typeface="Lexend"/>
                <a:cs typeface="Lexend"/>
                <a:sym typeface="Lexend"/>
              </a:rPr>
              <a:t>Weather report for a location in Oakfield.</a:t>
            </a:r>
            <a:endParaRPr sz="1700">
              <a:latin typeface="Lexend"/>
              <a:ea typeface="Lexend"/>
              <a:cs typeface="Lexend"/>
              <a:sym typeface="Lexend"/>
            </a:endParaRPr>
          </a:p>
        </p:txBody>
      </p:sp>
      <p:sp>
        <p:nvSpPr>
          <p:cNvPr id="1422" name="Google Shape;1422;p94"/>
          <p:cNvSpPr txBox="1"/>
          <p:nvPr/>
        </p:nvSpPr>
        <p:spPr>
          <a:xfrm>
            <a:off x="2911796" y="2709479"/>
            <a:ext cx="3378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latin typeface="Lexend"/>
                <a:ea typeface="Lexend"/>
                <a:cs typeface="Lexend"/>
                <a:sym typeface="Lexend"/>
              </a:rPr>
              <a:t>A</a:t>
            </a:r>
            <a:endParaRPr>
              <a:solidFill>
                <a:srgbClr val="000000"/>
              </a:solidFill>
              <a:latin typeface="Lexend"/>
              <a:ea typeface="Lexend"/>
              <a:cs typeface="Lexend"/>
              <a:sym typeface="Lexend"/>
            </a:endParaRPr>
          </a:p>
        </p:txBody>
      </p:sp>
      <p:sp>
        <p:nvSpPr>
          <p:cNvPr id="1423" name="Google Shape;1423;p94"/>
          <p:cNvSpPr txBox="1"/>
          <p:nvPr/>
        </p:nvSpPr>
        <p:spPr>
          <a:xfrm>
            <a:off x="2285196" y="3793611"/>
            <a:ext cx="3378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latin typeface="Lexend"/>
                <a:ea typeface="Lexend"/>
                <a:cs typeface="Lexend"/>
                <a:sym typeface="Lexend"/>
              </a:rPr>
              <a:t>B</a:t>
            </a:r>
            <a:endParaRPr>
              <a:solidFill>
                <a:srgbClr val="000000"/>
              </a:solidFill>
              <a:latin typeface="Lexend"/>
              <a:ea typeface="Lexend"/>
              <a:cs typeface="Lexend"/>
              <a:sym typeface="Lexend"/>
            </a:endParaRPr>
          </a:p>
        </p:txBody>
      </p:sp>
      <p:pic>
        <p:nvPicPr>
          <p:cNvPr id="1424" name="Google Shape;1424;p94"/>
          <p:cNvPicPr preferRelativeResize="0"/>
          <p:nvPr/>
        </p:nvPicPr>
        <p:blipFill>
          <a:blip r:embed="rId4">
            <a:alphaModFix/>
          </a:blip>
          <a:stretch>
            <a:fillRect/>
          </a:stretch>
        </p:blipFill>
        <p:spPr>
          <a:xfrm>
            <a:off x="412225" y="899351"/>
            <a:ext cx="634200" cy="656177"/>
          </a:xfrm>
          <a:prstGeom prst="rect">
            <a:avLst/>
          </a:prstGeom>
          <a:noFill/>
          <a:ln>
            <a:noFill/>
          </a:ln>
        </p:spPr>
      </p:pic>
      <p:pic>
        <p:nvPicPr>
          <p:cNvPr id="1425" name="Google Shape;1425;p94"/>
          <p:cNvPicPr preferRelativeResize="0"/>
          <p:nvPr/>
        </p:nvPicPr>
        <p:blipFill>
          <a:blip r:embed="rId5">
            <a:alphaModFix/>
          </a:blip>
          <a:stretch>
            <a:fillRect/>
          </a:stretch>
        </p:blipFill>
        <p:spPr>
          <a:xfrm>
            <a:off x="1106450" y="1037449"/>
            <a:ext cx="634200" cy="373033"/>
          </a:xfrm>
          <a:prstGeom prst="rect">
            <a:avLst/>
          </a:prstGeom>
          <a:noFill/>
          <a:ln>
            <a:noFill/>
          </a:ln>
        </p:spPr>
      </p:pic>
      <p:pic>
        <p:nvPicPr>
          <p:cNvPr id="1426" name="Google Shape;1426;p94"/>
          <p:cNvPicPr preferRelativeResize="0"/>
          <p:nvPr/>
        </p:nvPicPr>
        <p:blipFill>
          <a:blip r:embed="rId5">
            <a:alphaModFix/>
          </a:blip>
          <a:stretch>
            <a:fillRect/>
          </a:stretch>
        </p:blipFill>
        <p:spPr>
          <a:xfrm>
            <a:off x="1831737" y="1037449"/>
            <a:ext cx="634200" cy="373033"/>
          </a:xfrm>
          <a:prstGeom prst="rect">
            <a:avLst/>
          </a:prstGeom>
          <a:noFill/>
          <a:ln>
            <a:noFill/>
          </a:ln>
        </p:spPr>
      </p:pic>
      <p:pic>
        <p:nvPicPr>
          <p:cNvPr id="1427" name="Google Shape;1427;p94"/>
          <p:cNvPicPr preferRelativeResize="0"/>
          <p:nvPr/>
        </p:nvPicPr>
        <p:blipFill>
          <a:blip r:embed="rId5">
            <a:alphaModFix/>
          </a:blip>
          <a:stretch>
            <a:fillRect/>
          </a:stretch>
        </p:blipFill>
        <p:spPr>
          <a:xfrm>
            <a:off x="4025950" y="1062462"/>
            <a:ext cx="634200" cy="373033"/>
          </a:xfrm>
          <a:prstGeom prst="rect">
            <a:avLst/>
          </a:prstGeom>
          <a:noFill/>
          <a:ln>
            <a:noFill/>
          </a:ln>
        </p:spPr>
      </p:pic>
      <p:pic>
        <p:nvPicPr>
          <p:cNvPr id="1428" name="Google Shape;1428;p94"/>
          <p:cNvPicPr preferRelativeResize="0"/>
          <p:nvPr/>
        </p:nvPicPr>
        <p:blipFill>
          <a:blip r:embed="rId6">
            <a:alphaModFix/>
          </a:blip>
          <a:stretch>
            <a:fillRect/>
          </a:stretch>
        </p:blipFill>
        <p:spPr>
          <a:xfrm>
            <a:off x="2617124" y="954689"/>
            <a:ext cx="580200" cy="588577"/>
          </a:xfrm>
          <a:prstGeom prst="rect">
            <a:avLst/>
          </a:prstGeom>
          <a:noFill/>
          <a:ln>
            <a:noFill/>
          </a:ln>
        </p:spPr>
      </p:pic>
      <p:pic>
        <p:nvPicPr>
          <p:cNvPr id="1429" name="Google Shape;1429;p94"/>
          <p:cNvPicPr preferRelativeResize="0"/>
          <p:nvPr/>
        </p:nvPicPr>
        <p:blipFill>
          <a:blip r:embed="rId7">
            <a:alphaModFix/>
          </a:blip>
          <a:stretch>
            <a:fillRect/>
          </a:stretch>
        </p:blipFill>
        <p:spPr>
          <a:xfrm>
            <a:off x="3294538" y="1035200"/>
            <a:ext cx="634200" cy="427549"/>
          </a:xfrm>
          <a:prstGeom prst="rect">
            <a:avLst/>
          </a:prstGeom>
          <a:noFill/>
          <a:ln>
            <a:noFill/>
          </a:ln>
        </p:spPr>
      </p:pic>
      <p:pic>
        <p:nvPicPr>
          <p:cNvPr id="1430" name="Google Shape;1430;p94"/>
          <p:cNvPicPr preferRelativeResize="0"/>
          <p:nvPr/>
        </p:nvPicPr>
        <p:blipFill>
          <a:blip r:embed="rId8">
            <a:alphaModFix/>
          </a:blip>
          <a:stretch>
            <a:fillRect/>
          </a:stretch>
        </p:blipFill>
        <p:spPr>
          <a:xfrm>
            <a:off x="4868102" y="1015588"/>
            <a:ext cx="406575" cy="466800"/>
          </a:xfrm>
          <a:prstGeom prst="rect">
            <a:avLst/>
          </a:prstGeom>
          <a:noFill/>
          <a:ln>
            <a:noFill/>
          </a:ln>
        </p:spPr>
      </p:pic>
      <p:pic>
        <p:nvPicPr>
          <p:cNvPr id="1431" name="Google Shape;1431;p94"/>
          <p:cNvPicPr preferRelativeResize="0"/>
          <p:nvPr/>
        </p:nvPicPr>
        <p:blipFill>
          <a:blip r:embed="rId9">
            <a:alphaModFix/>
          </a:blip>
          <a:stretch>
            <a:fillRect/>
          </a:stretch>
        </p:blipFill>
        <p:spPr>
          <a:xfrm>
            <a:off x="5570959" y="960657"/>
            <a:ext cx="477079" cy="540250"/>
          </a:xfrm>
          <a:prstGeom prst="rect">
            <a:avLst/>
          </a:prstGeom>
          <a:noFill/>
          <a:ln>
            <a:noFill/>
          </a:ln>
        </p:spPr>
      </p:pic>
      <p:pic>
        <p:nvPicPr>
          <p:cNvPr id="1432" name="Google Shape;1432;p94"/>
          <p:cNvPicPr preferRelativeResize="0"/>
          <p:nvPr/>
        </p:nvPicPr>
        <p:blipFill>
          <a:blip r:embed="rId8">
            <a:alphaModFix/>
          </a:blip>
          <a:stretch>
            <a:fillRect/>
          </a:stretch>
        </p:blipFill>
        <p:spPr>
          <a:xfrm>
            <a:off x="2527527" y="3371113"/>
            <a:ext cx="406575" cy="466800"/>
          </a:xfrm>
          <a:prstGeom prst="rect">
            <a:avLst/>
          </a:prstGeom>
          <a:noFill/>
          <a:ln>
            <a:noFill/>
          </a:ln>
        </p:spPr>
      </p:pic>
      <p:pic>
        <p:nvPicPr>
          <p:cNvPr id="1433" name="Google Shape;1433;p94"/>
          <p:cNvPicPr preferRelativeResize="0"/>
          <p:nvPr/>
        </p:nvPicPr>
        <p:blipFill>
          <a:blip r:embed="rId8">
            <a:alphaModFix/>
          </a:blip>
          <a:stretch>
            <a:fillRect/>
          </a:stretch>
        </p:blipFill>
        <p:spPr>
          <a:xfrm>
            <a:off x="1641965" y="3947263"/>
            <a:ext cx="406575" cy="466800"/>
          </a:xfrm>
          <a:prstGeom prst="rect">
            <a:avLst/>
          </a:prstGeom>
          <a:noFill/>
          <a:ln>
            <a:noFill/>
          </a:ln>
        </p:spPr>
      </p:pic>
      <p:pic>
        <p:nvPicPr>
          <p:cNvPr id="1434" name="Google Shape;1434;p94"/>
          <p:cNvPicPr preferRelativeResize="0"/>
          <p:nvPr/>
        </p:nvPicPr>
        <p:blipFill>
          <a:blip r:embed="rId8">
            <a:alphaModFix/>
          </a:blip>
          <a:stretch>
            <a:fillRect/>
          </a:stretch>
        </p:blipFill>
        <p:spPr>
          <a:xfrm>
            <a:off x="2980152" y="3982163"/>
            <a:ext cx="406575" cy="466800"/>
          </a:xfrm>
          <a:prstGeom prst="rect">
            <a:avLst/>
          </a:prstGeom>
          <a:noFill/>
          <a:ln>
            <a:noFill/>
          </a:ln>
        </p:spPr>
      </p:pic>
      <p:pic>
        <p:nvPicPr>
          <p:cNvPr id="1435" name="Google Shape;1435;p94"/>
          <p:cNvPicPr preferRelativeResize="0"/>
          <p:nvPr/>
        </p:nvPicPr>
        <p:blipFill>
          <a:blip r:embed="rId7">
            <a:alphaModFix/>
          </a:blip>
          <a:stretch>
            <a:fillRect/>
          </a:stretch>
        </p:blipFill>
        <p:spPr>
          <a:xfrm>
            <a:off x="1405288" y="2465100"/>
            <a:ext cx="634200" cy="427549"/>
          </a:xfrm>
          <a:prstGeom prst="rect">
            <a:avLst/>
          </a:prstGeom>
          <a:noFill/>
          <a:ln>
            <a:noFill/>
          </a:ln>
        </p:spPr>
      </p:pic>
      <p:pic>
        <p:nvPicPr>
          <p:cNvPr id="1436" name="Google Shape;1436;p94"/>
          <p:cNvPicPr preferRelativeResize="0"/>
          <p:nvPr/>
        </p:nvPicPr>
        <p:blipFill>
          <a:blip r:embed="rId9">
            <a:alphaModFix/>
          </a:blip>
          <a:stretch>
            <a:fillRect/>
          </a:stretch>
        </p:blipFill>
        <p:spPr>
          <a:xfrm>
            <a:off x="4286681" y="2393728"/>
            <a:ext cx="477079" cy="540250"/>
          </a:xfrm>
          <a:prstGeom prst="rect">
            <a:avLst/>
          </a:prstGeom>
          <a:noFill/>
          <a:ln>
            <a:noFill/>
          </a:ln>
        </p:spPr>
      </p:pic>
      <p:pic>
        <p:nvPicPr>
          <p:cNvPr id="1437" name="Google Shape;1437;p94"/>
          <p:cNvPicPr preferRelativeResize="0"/>
          <p:nvPr/>
        </p:nvPicPr>
        <p:blipFill>
          <a:blip r:embed="rId5">
            <a:alphaModFix/>
          </a:blip>
          <a:stretch>
            <a:fillRect/>
          </a:stretch>
        </p:blipFill>
        <p:spPr>
          <a:xfrm>
            <a:off x="2866375" y="2273087"/>
            <a:ext cx="634200" cy="373033"/>
          </a:xfrm>
          <a:prstGeom prst="rect">
            <a:avLst/>
          </a:prstGeom>
          <a:noFill/>
          <a:ln>
            <a:noFill/>
          </a:ln>
        </p:spPr>
      </p:pic>
      <p:sp>
        <p:nvSpPr>
          <p:cNvPr id="1438" name="Google Shape;1438;p94"/>
          <p:cNvSpPr/>
          <p:nvPr/>
        </p:nvSpPr>
        <p:spPr>
          <a:xfrm>
            <a:off x="365725" y="1895925"/>
            <a:ext cx="4532700" cy="28956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Tree>
  </p:cSld>
  <p:clrMapOvr>
    <a:masterClrMapping/>
  </p:clrMapOvr>
  <p:transition/>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442" name="Shape 1442"/>
        <p:cNvGrpSpPr/>
        <p:nvPr/>
      </p:nvGrpSpPr>
      <p:grpSpPr>
        <a:xfrm>
          <a:off x="0" y="0"/>
          <a:ext cx="0" cy="0"/>
        </a:xfrm>
      </p:grpSpPr>
      <p:pic>
        <p:nvPicPr>
          <p:cNvPr id="1443" name="Google Shape;1443;p95"/>
          <p:cNvPicPr preferRelativeResize="0"/>
          <p:nvPr/>
        </p:nvPicPr>
        <p:blipFill>
          <a:blip r:embed="rId3">
            <a:alphaModFix/>
          </a:blip>
          <a:srcRect l="348" t="347" r="268" b="456"/>
          <a:stretch>
            <a:fillRect/>
          </a:stretch>
        </p:blipFill>
        <p:spPr>
          <a:xfrm>
            <a:off x="343175" y="1247075"/>
            <a:ext cx="5053901" cy="3519350"/>
          </a:xfrm>
          <a:prstGeom prst="rect">
            <a:avLst/>
          </a:prstGeom>
          <a:noFill/>
          <a:ln>
            <a:noFill/>
          </a:ln>
        </p:spPr>
      </p:pic>
      <p:sp>
        <p:nvSpPr>
          <p:cNvPr id="1444" name="Google Shape;1444;p95"/>
          <p:cNvSpPr txBox="1"/>
          <p:nvPr/>
        </p:nvSpPr>
        <p:spPr>
          <a:xfrm>
            <a:off x="422646" y="1314730"/>
            <a:ext cx="8823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1445" name="Google Shape;1445;p95"/>
          <p:cNvSpPr/>
          <p:nvPr/>
        </p:nvSpPr>
        <p:spPr>
          <a:xfrm>
            <a:off x="2013327" y="23906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446" name="Google Shape;1446;p95"/>
          <p:cNvSpPr txBox="1"/>
          <p:nvPr/>
        </p:nvSpPr>
        <p:spPr>
          <a:xfrm>
            <a:off x="492224" y="2424770"/>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1447" name="Google Shape;1447;p95"/>
          <p:cNvCxnSpPr/>
          <p:nvPr/>
        </p:nvCxnSpPr>
        <p:spPr>
          <a:xfrm flipH="1">
            <a:off x="1274441" y="2448979"/>
            <a:ext cx="804600" cy="188700"/>
          </a:xfrm>
          <a:prstGeom prst="straightConnector1">
            <a:avLst/>
          </a:prstGeom>
          <a:noFill/>
          <a:ln w="28575" cap="flat" cmpd="sng">
            <a:solidFill>
              <a:srgbClr val="000000"/>
            </a:solidFill>
            <a:prstDash val="solid"/>
            <a:round/>
            <a:headEnd type="none" w="med" len="med"/>
            <a:tailEnd type="none" w="med" len="med"/>
          </a:ln>
        </p:spPr>
      </p:cxnSp>
      <p:sp>
        <p:nvSpPr>
          <p:cNvPr id="1448" name="Google Shape;1448;p95"/>
          <p:cNvSpPr/>
          <p:nvPr/>
        </p:nvSpPr>
        <p:spPr>
          <a:xfrm rot="-4513154">
            <a:off x="4675837" y="2314398"/>
            <a:ext cx="117591" cy="117591"/>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1449" name="Google Shape;1449;p95"/>
          <p:cNvCxnSpPr/>
          <p:nvPr/>
        </p:nvCxnSpPr>
        <p:spPr>
          <a:xfrm>
            <a:off x="4735999" y="2366451"/>
            <a:ext cx="61200" cy="514500"/>
          </a:xfrm>
          <a:prstGeom prst="straightConnector1">
            <a:avLst/>
          </a:prstGeom>
          <a:noFill/>
          <a:ln w="28575" cap="flat" cmpd="sng">
            <a:solidFill>
              <a:srgbClr val="000000"/>
            </a:solidFill>
            <a:prstDash val="solid"/>
            <a:round/>
            <a:headEnd type="none" w="med" len="med"/>
            <a:tailEnd type="none" w="med" len="med"/>
          </a:ln>
        </p:spPr>
      </p:cxnSp>
      <p:sp>
        <p:nvSpPr>
          <p:cNvPr id="1450" name="Google Shape;1450;p95"/>
          <p:cNvSpPr txBox="1"/>
          <p:nvPr/>
        </p:nvSpPr>
        <p:spPr>
          <a:xfrm>
            <a:off x="4343420" y="2872765"/>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1451" name="Google Shape;1451;p95"/>
          <p:cNvSpPr/>
          <p:nvPr/>
        </p:nvSpPr>
        <p:spPr>
          <a:xfrm>
            <a:off x="3624005" y="3970066"/>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452" name="Google Shape;1452;p95"/>
          <p:cNvGrpSpPr/>
          <p:nvPr/>
        </p:nvGrpSpPr>
        <p:grpSpPr>
          <a:xfrm flipH="1">
            <a:off x="3669564" y="3932182"/>
            <a:ext cx="1248041" cy="396900"/>
            <a:chOff x="2441679" y="3932182"/>
            <a:chExt cx="1248041" cy="396900"/>
          </a:xfrm>
        </p:grpSpPr>
        <p:sp>
          <p:nvSpPr>
            <p:cNvPr id="1453" name="Google Shape;1453;p95"/>
            <p:cNvSpPr txBox="1"/>
            <p:nvPr/>
          </p:nvSpPr>
          <p:spPr>
            <a:xfrm>
              <a:off x="2441679" y="3932182"/>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1454" name="Google Shape;1454;p95"/>
            <p:cNvCxnSpPr/>
            <p:nvPr/>
          </p:nvCxnSpPr>
          <p:spPr>
            <a:xfrm flipH="1">
              <a:off x="3239420" y="4028393"/>
              <a:ext cx="450300" cy="114300"/>
            </a:xfrm>
            <a:prstGeom prst="straightConnector1">
              <a:avLst/>
            </a:prstGeom>
            <a:noFill/>
            <a:ln w="28575" cap="flat" cmpd="sng">
              <a:solidFill>
                <a:srgbClr val="000000"/>
              </a:solidFill>
              <a:prstDash val="solid"/>
              <a:round/>
              <a:headEnd type="none" w="med" len="med"/>
              <a:tailEnd type="none" w="med" len="med"/>
            </a:ln>
          </p:spPr>
        </p:cxnSp>
      </p:grpSp>
      <p:sp>
        <p:nvSpPr>
          <p:cNvPr id="1455" name="Google Shape;1455;p95"/>
          <p:cNvSpPr/>
          <p:nvPr/>
        </p:nvSpPr>
        <p:spPr>
          <a:xfrm>
            <a:off x="3434917" y="21434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456" name="Google Shape;1456;p95"/>
          <p:cNvSpPr/>
          <p:nvPr/>
        </p:nvSpPr>
        <p:spPr>
          <a:xfrm>
            <a:off x="2753720" y="333695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457" name="Google Shape;1457;p95"/>
          <p:cNvSpPr txBox="1"/>
          <p:nvPr/>
        </p:nvSpPr>
        <p:spPr>
          <a:xfrm>
            <a:off x="4771686" y="4508108"/>
            <a:ext cx="594600" cy="228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08:00</a:t>
            </a:r>
            <a:endParaRPr sz="1600">
              <a:solidFill>
                <a:srgbClr val="FFFFFF"/>
              </a:solidFill>
              <a:latin typeface="Lexend"/>
              <a:ea typeface="Lexend"/>
              <a:cs typeface="Lexend"/>
              <a:sym typeface="Lexend"/>
            </a:endParaRPr>
          </a:p>
        </p:txBody>
      </p:sp>
      <p:cxnSp>
        <p:nvCxnSpPr>
          <p:cNvPr id="1458" name="Google Shape;1458;p95"/>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1459" name="Google Shape;1459;p95"/>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sp>
        <p:nvSpPr>
          <p:cNvPr id="1460" name="Google Shape;1460;p95"/>
          <p:cNvSpPr/>
          <p:nvPr/>
        </p:nvSpPr>
        <p:spPr>
          <a:xfrm>
            <a:off x="1738745" y="400457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461" name="Google Shape;1461;p95"/>
          <p:cNvSpPr/>
          <p:nvPr/>
        </p:nvSpPr>
        <p:spPr>
          <a:xfrm>
            <a:off x="1739973" y="159790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12°C</a:t>
            </a:r>
            <a:endParaRPr sz="1800">
              <a:solidFill>
                <a:srgbClr val="FFFFFF"/>
              </a:solidFill>
              <a:latin typeface="Lexend"/>
              <a:ea typeface="Lexend"/>
              <a:cs typeface="Lexend"/>
              <a:sym typeface="Lexend"/>
            </a:endParaRPr>
          </a:p>
        </p:txBody>
      </p:sp>
      <p:sp>
        <p:nvSpPr>
          <p:cNvPr id="1462" name="Google Shape;1462;p95"/>
          <p:cNvSpPr/>
          <p:nvPr/>
        </p:nvSpPr>
        <p:spPr>
          <a:xfrm>
            <a:off x="3363147" y="32335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chemeClr val="lt1"/>
                </a:solidFill>
                <a:latin typeface="Lexend"/>
                <a:ea typeface="Lexend"/>
                <a:cs typeface="Lexend"/>
                <a:sym typeface="Lexend"/>
              </a:rPr>
              <a:t>10°C</a:t>
            </a:r>
            <a:endParaRPr sz="1800">
              <a:solidFill>
                <a:srgbClr val="FFFFFF"/>
              </a:solidFill>
              <a:latin typeface="Lexend"/>
              <a:ea typeface="Lexend"/>
              <a:cs typeface="Lexend"/>
              <a:sym typeface="Lexend"/>
            </a:endParaRPr>
          </a:p>
        </p:txBody>
      </p:sp>
      <p:sp>
        <p:nvSpPr>
          <p:cNvPr id="1463" name="Google Shape;1463;p95"/>
          <p:cNvSpPr/>
          <p:nvPr/>
        </p:nvSpPr>
        <p:spPr>
          <a:xfrm>
            <a:off x="4573822" y="156472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7°C</a:t>
            </a:r>
            <a:endParaRPr sz="1800">
              <a:solidFill>
                <a:srgbClr val="FFFFFF"/>
              </a:solidFill>
              <a:latin typeface="Lexend"/>
              <a:ea typeface="Lexend"/>
              <a:cs typeface="Lexend"/>
              <a:sym typeface="Lexend"/>
            </a:endParaRPr>
          </a:p>
        </p:txBody>
      </p:sp>
      <p:sp>
        <p:nvSpPr>
          <p:cNvPr id="1464" name="Google Shape;1464;p95"/>
          <p:cNvSpPr/>
          <p:nvPr/>
        </p:nvSpPr>
        <p:spPr>
          <a:xfrm>
            <a:off x="2492860" y="26004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9°C</a:t>
            </a:r>
            <a:endParaRPr sz="1800">
              <a:solidFill>
                <a:srgbClr val="FFFFFF"/>
              </a:solidFill>
              <a:latin typeface="Lexend"/>
              <a:ea typeface="Lexend"/>
              <a:cs typeface="Lexend"/>
              <a:sym typeface="Lexend"/>
            </a:endParaRPr>
          </a:p>
        </p:txBody>
      </p:sp>
      <p:sp>
        <p:nvSpPr>
          <p:cNvPr id="1465" name="Google Shape;1465;p95"/>
          <p:cNvSpPr/>
          <p:nvPr/>
        </p:nvSpPr>
        <p:spPr>
          <a:xfrm>
            <a:off x="1477885" y="319190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8°C</a:t>
            </a:r>
            <a:endParaRPr sz="1800">
              <a:solidFill>
                <a:srgbClr val="FFFFFF"/>
              </a:solidFill>
              <a:latin typeface="Lexend"/>
              <a:ea typeface="Lexend"/>
              <a:cs typeface="Lexend"/>
              <a:sym typeface="Lexend"/>
            </a:endParaRPr>
          </a:p>
        </p:txBody>
      </p:sp>
      <p:cxnSp>
        <p:nvCxnSpPr>
          <p:cNvPr id="1466" name="Google Shape;1466;p95"/>
          <p:cNvCxnSpPr/>
          <p:nvPr/>
        </p:nvCxnSpPr>
        <p:spPr>
          <a:xfrm rot="10800000" flipH="1">
            <a:off x="1550225" y="4065550"/>
            <a:ext cx="240900" cy="172500"/>
          </a:xfrm>
          <a:prstGeom prst="straightConnector1">
            <a:avLst/>
          </a:prstGeom>
          <a:noFill/>
          <a:ln w="28575" cap="flat" cmpd="sng">
            <a:solidFill>
              <a:srgbClr val="000000"/>
            </a:solidFill>
            <a:prstDash val="solid"/>
            <a:round/>
            <a:headEnd type="none" w="med" len="med"/>
            <a:tailEnd type="none" w="med" len="med"/>
          </a:ln>
        </p:spPr>
      </p:cxnSp>
      <p:sp>
        <p:nvSpPr>
          <p:cNvPr id="1467" name="Google Shape;1467;p95"/>
          <p:cNvSpPr txBox="1"/>
          <p:nvPr/>
        </p:nvSpPr>
        <p:spPr>
          <a:xfrm>
            <a:off x="894450" y="4166718"/>
            <a:ext cx="923400" cy="2988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1468" name="Google Shape;1468;p95"/>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Understanding a basic weather forecast</a:t>
            </a:r>
            <a:endParaRPr/>
          </a:p>
        </p:txBody>
      </p:sp>
      <p:sp>
        <p:nvSpPr>
          <p:cNvPr id="1469" name="Google Shape;1469;p95"/>
          <p:cNvSpPr txBox="1"/>
          <p:nvPr/>
        </p:nvSpPr>
        <p:spPr>
          <a:xfrm>
            <a:off x="324000" y="62682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solidFill>
                  <a:schemeClr val="dk1"/>
                </a:solidFill>
                <a:latin typeface="Lexend"/>
                <a:ea typeface="Lexend"/>
                <a:cs typeface="Lexend"/>
                <a:sym typeface="Lexend"/>
              </a:rPr>
              <a:t>1) At 8 am, Sofia cycles to Oakfield Academy from her house near the Old Town. The dotted line shows Sofia’s route.</a:t>
            </a:r>
            <a:endParaRPr sz="1800">
              <a:latin typeface="Lexend"/>
              <a:ea typeface="Lexend"/>
              <a:cs typeface="Lexend"/>
              <a:sym typeface="Lexend"/>
            </a:endParaRPr>
          </a:p>
        </p:txBody>
      </p:sp>
      <p:sp>
        <p:nvSpPr>
          <p:cNvPr id="1470" name="Google Shape;1470;p95"/>
          <p:cNvSpPr/>
          <p:nvPr/>
        </p:nvSpPr>
        <p:spPr>
          <a:xfrm>
            <a:off x="3174060" y="1320642"/>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11°C</a:t>
            </a:r>
            <a:endParaRPr sz="1800">
              <a:solidFill>
                <a:srgbClr val="FFFFFF"/>
              </a:solidFill>
              <a:latin typeface="Lexend"/>
              <a:ea typeface="Lexend"/>
              <a:cs typeface="Lexend"/>
              <a:sym typeface="Lexend"/>
            </a:endParaRPr>
          </a:p>
        </p:txBody>
      </p:sp>
      <p:sp>
        <p:nvSpPr>
          <p:cNvPr id="1471" name="Google Shape;1471;p95"/>
          <p:cNvSpPr txBox="1"/>
          <p:nvPr/>
        </p:nvSpPr>
        <p:spPr>
          <a:xfrm>
            <a:off x="5529975" y="1240425"/>
            <a:ext cx="32901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solidFill>
                  <a:schemeClr val="dk1"/>
                </a:solidFill>
                <a:latin typeface="Lexend"/>
                <a:ea typeface="Lexend"/>
                <a:cs typeface="Lexend"/>
                <a:sym typeface="Lexend"/>
              </a:rPr>
              <a:t>Sofia has the following items. Which should she bring for her journey to Oakfield Academy?                                    Justify your answer for each one.</a:t>
            </a:r>
            <a:endParaRPr sz="1800">
              <a:latin typeface="Lexend"/>
              <a:ea typeface="Lexend"/>
              <a:cs typeface="Lexend"/>
              <a:sym typeface="Lexend"/>
            </a:endParaRPr>
          </a:p>
        </p:txBody>
      </p:sp>
      <p:sp>
        <p:nvSpPr>
          <p:cNvPr id="1472" name="Google Shape;1472;p95"/>
          <p:cNvSpPr txBox="1"/>
          <p:nvPr/>
        </p:nvSpPr>
        <p:spPr>
          <a:xfrm>
            <a:off x="5774400" y="2923090"/>
            <a:ext cx="30456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sunglasses (for constant sunny weather)</a:t>
            </a:r>
            <a:endParaRPr sz="1800">
              <a:solidFill>
                <a:schemeClr val="dk1"/>
              </a:solidFill>
              <a:latin typeface="Lexend"/>
              <a:ea typeface="Lexend"/>
              <a:cs typeface="Lexend"/>
              <a:sym typeface="Lexend"/>
            </a:endParaRPr>
          </a:p>
          <a:p>
            <a:pPr marL="0" lvl="0" indent="0" algn="l" rtl="0">
              <a:spcBef>
                <a:spcPts val="1000"/>
              </a:spcBef>
              <a:spcAft>
                <a:spcPct val="0"/>
              </a:spcAft>
              <a:buNone/>
            </a:pPr>
            <a:r>
              <a:rPr lang="en-GB" sz="1800">
                <a:solidFill>
                  <a:schemeClr val="dk1"/>
                </a:solidFill>
                <a:latin typeface="Lexend"/>
                <a:ea typeface="Lexend"/>
                <a:cs typeface="Lexend"/>
                <a:sym typeface="Lexend"/>
              </a:rPr>
              <a:t>raincoat (for any amount of rain)</a:t>
            </a:r>
            <a:endParaRPr sz="1800">
              <a:solidFill>
                <a:schemeClr val="dk1"/>
              </a:solidFill>
              <a:latin typeface="Lexend"/>
              <a:ea typeface="Lexend"/>
              <a:cs typeface="Lexend"/>
              <a:sym typeface="Lexend"/>
            </a:endParaRPr>
          </a:p>
          <a:p>
            <a:pPr marL="0" lvl="0" indent="0" algn="l" rtl="0">
              <a:spcBef>
                <a:spcPts val="1000"/>
              </a:spcBef>
              <a:spcAft>
                <a:spcPts val="1000"/>
              </a:spcAft>
              <a:buNone/>
            </a:pPr>
            <a:r>
              <a:rPr lang="en-GB" sz="1800">
                <a:solidFill>
                  <a:schemeClr val="dk1"/>
                </a:solidFill>
                <a:latin typeface="Lexend"/>
                <a:ea typeface="Lexend"/>
                <a:cs typeface="Lexend"/>
                <a:sym typeface="Lexend"/>
              </a:rPr>
              <a:t>scarf (if the temperature drops below 10°C)</a:t>
            </a:r>
            <a:endParaRPr sz="1800">
              <a:solidFill>
                <a:schemeClr val="dk1"/>
              </a:solidFill>
              <a:latin typeface="Lexend"/>
              <a:ea typeface="Lexend"/>
              <a:cs typeface="Lexend"/>
              <a:sym typeface="Lexend"/>
            </a:endParaRPr>
          </a:p>
        </p:txBody>
      </p:sp>
      <p:sp>
        <p:nvSpPr>
          <p:cNvPr id="1473" name="Google Shape;1473;p95"/>
          <p:cNvSpPr/>
          <p:nvPr/>
        </p:nvSpPr>
        <p:spPr>
          <a:xfrm>
            <a:off x="2080050" y="2466200"/>
            <a:ext cx="1560050" cy="1699050"/>
          </a:xfrm>
          <a:custGeom>
            <a:rect l="l" t="t" r="r" b="b"/>
            <a:pathLst>
              <a:path w="62402" h="67962" extrusionOk="0">
                <a:moveTo>
                  <a:pt x="62402" y="67962"/>
                </a:moveTo>
                <a:cubicBezTo>
                  <a:pt x="57562" y="64976"/>
                  <a:pt x="40297" y="55537"/>
                  <a:pt x="33363" y="50045"/>
                </a:cubicBezTo>
                <a:cubicBezTo>
                  <a:pt x="26430" y="44553"/>
                  <a:pt x="24920" y="41327"/>
                  <a:pt x="20801" y="35011"/>
                </a:cubicBezTo>
                <a:cubicBezTo>
                  <a:pt x="16682" y="28695"/>
                  <a:pt x="11739" y="16510"/>
                  <a:pt x="8650" y="12151"/>
                </a:cubicBezTo>
                <a:cubicBezTo>
                  <a:pt x="5561" y="7792"/>
                  <a:pt x="3708" y="10881"/>
                  <a:pt x="2266" y="8856"/>
                </a:cubicBezTo>
                <a:cubicBezTo>
                  <a:pt x="824" y="6831"/>
                  <a:pt x="378" y="1476"/>
                  <a:pt x="0" y="0"/>
                </a:cubicBezTo>
              </a:path>
            </a:pathLst>
          </a:custGeom>
          <a:noFill/>
          <a:ln w="28575" cap="flat" cmpd="sng">
            <a:solidFill>
              <a:schemeClr val="dk1"/>
            </a:solidFill>
            <a:prstDash val="dot"/>
            <a:round/>
            <a:headEnd type="none" w="med" len="med"/>
            <a:tailEnd type="none" w="med" len="med"/>
          </a:ln>
        </p:spPr>
        <p:txBody>
          <a:bodyPr/>
          <a:lstStyle/>
          <a:p/>
        </p:txBody>
      </p:sp>
      <p:pic>
        <p:nvPicPr>
          <p:cNvPr id="1474" name="Google Shape;1474;p95"/>
          <p:cNvPicPr preferRelativeResize="0"/>
          <p:nvPr/>
        </p:nvPicPr>
        <p:blipFill>
          <a:blip r:embed="rId4">
            <a:alphaModFix/>
          </a:blip>
          <a:stretch>
            <a:fillRect/>
          </a:stretch>
        </p:blipFill>
        <p:spPr>
          <a:xfrm>
            <a:off x="4703665" y="1868375"/>
            <a:ext cx="406575" cy="466800"/>
          </a:xfrm>
          <a:prstGeom prst="rect">
            <a:avLst/>
          </a:prstGeom>
          <a:noFill/>
          <a:ln>
            <a:noFill/>
          </a:ln>
        </p:spPr>
      </p:pic>
      <p:pic>
        <p:nvPicPr>
          <p:cNvPr id="1475" name="Google Shape;1475;p95"/>
          <p:cNvPicPr preferRelativeResize="0"/>
          <p:nvPr/>
        </p:nvPicPr>
        <p:blipFill>
          <a:blip r:embed="rId4">
            <a:alphaModFix/>
          </a:blip>
          <a:stretch>
            <a:fillRect/>
          </a:stretch>
        </p:blipFill>
        <p:spPr>
          <a:xfrm>
            <a:off x="2726724" y="2888751"/>
            <a:ext cx="406575" cy="466800"/>
          </a:xfrm>
          <a:prstGeom prst="rect">
            <a:avLst/>
          </a:prstGeom>
          <a:noFill/>
          <a:ln>
            <a:noFill/>
          </a:ln>
        </p:spPr>
      </p:pic>
      <p:pic>
        <p:nvPicPr>
          <p:cNvPr id="1476" name="Google Shape;1476;p95"/>
          <p:cNvPicPr preferRelativeResize="0"/>
          <p:nvPr/>
        </p:nvPicPr>
        <p:blipFill>
          <a:blip r:embed="rId4">
            <a:alphaModFix/>
          </a:blip>
          <a:stretch>
            <a:fillRect/>
          </a:stretch>
        </p:blipFill>
        <p:spPr>
          <a:xfrm>
            <a:off x="1684790" y="3500970"/>
            <a:ext cx="406575" cy="466800"/>
          </a:xfrm>
          <a:prstGeom prst="rect">
            <a:avLst/>
          </a:prstGeom>
          <a:noFill/>
          <a:ln>
            <a:noFill/>
          </a:ln>
        </p:spPr>
      </p:pic>
      <p:pic>
        <p:nvPicPr>
          <p:cNvPr id="1477" name="Google Shape;1477;p95"/>
          <p:cNvPicPr preferRelativeResize="0"/>
          <p:nvPr/>
        </p:nvPicPr>
        <p:blipFill>
          <a:blip r:embed="rId5">
            <a:alphaModFix/>
          </a:blip>
          <a:stretch>
            <a:fillRect/>
          </a:stretch>
        </p:blipFill>
        <p:spPr>
          <a:xfrm>
            <a:off x="3159450" y="1614238"/>
            <a:ext cx="634200" cy="427549"/>
          </a:xfrm>
          <a:prstGeom prst="rect">
            <a:avLst/>
          </a:prstGeom>
          <a:noFill/>
          <a:ln>
            <a:noFill/>
          </a:ln>
        </p:spPr>
      </p:pic>
      <p:pic>
        <p:nvPicPr>
          <p:cNvPr id="1478" name="Google Shape;1478;p95"/>
          <p:cNvPicPr preferRelativeResize="0"/>
          <p:nvPr/>
        </p:nvPicPr>
        <p:blipFill>
          <a:blip r:embed="rId5">
            <a:alphaModFix/>
          </a:blip>
          <a:stretch>
            <a:fillRect/>
          </a:stretch>
        </p:blipFill>
        <p:spPr>
          <a:xfrm>
            <a:off x="1755025" y="1916700"/>
            <a:ext cx="634200" cy="427549"/>
          </a:xfrm>
          <a:prstGeom prst="rect">
            <a:avLst/>
          </a:prstGeom>
          <a:noFill/>
          <a:ln>
            <a:noFill/>
          </a:ln>
        </p:spPr>
      </p:pic>
      <p:pic>
        <p:nvPicPr>
          <p:cNvPr id="1479" name="Google Shape;1479;p95"/>
          <p:cNvPicPr preferRelativeResize="0"/>
          <p:nvPr/>
        </p:nvPicPr>
        <p:blipFill>
          <a:blip r:embed="rId5">
            <a:alphaModFix/>
          </a:blip>
          <a:stretch>
            <a:fillRect/>
          </a:stretch>
        </p:blipFill>
        <p:spPr>
          <a:xfrm>
            <a:off x="3365700" y="3464300"/>
            <a:ext cx="634200" cy="427549"/>
          </a:xfrm>
          <a:prstGeom prst="rect">
            <a:avLst/>
          </a:prstGeom>
          <a:noFill/>
          <a:ln>
            <a:noFill/>
          </a:ln>
        </p:spPr>
      </p:pic>
    </p:spTree>
  </p:cSld>
  <p:clrMapOvr>
    <a:masterClrMapping/>
  </p:clrMapOvr>
  <p:transition/>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483" name="Shape 1483"/>
        <p:cNvGrpSpPr/>
        <p:nvPr/>
      </p:nvGrpSpPr>
      <p:grpSpPr>
        <a:xfrm>
          <a:off x="0" y="0"/>
          <a:ext cx="0" cy="0"/>
        </a:xfrm>
      </p:grpSpPr>
      <p:pic>
        <p:nvPicPr>
          <p:cNvPr id="1484" name="Google Shape;1484;p96"/>
          <p:cNvPicPr preferRelativeResize="0"/>
          <p:nvPr/>
        </p:nvPicPr>
        <p:blipFill>
          <a:blip r:embed="rId3">
            <a:alphaModFix/>
          </a:blip>
          <a:srcRect l="348" t="347" r="268" b="456"/>
          <a:stretch>
            <a:fillRect/>
          </a:stretch>
        </p:blipFill>
        <p:spPr>
          <a:xfrm>
            <a:off x="343175" y="1247075"/>
            <a:ext cx="5053901" cy="3519350"/>
          </a:xfrm>
          <a:prstGeom prst="rect">
            <a:avLst/>
          </a:prstGeom>
          <a:noFill/>
          <a:ln>
            <a:noFill/>
          </a:ln>
        </p:spPr>
      </p:pic>
      <p:sp>
        <p:nvSpPr>
          <p:cNvPr id="1485" name="Google Shape;1485;p96"/>
          <p:cNvSpPr txBox="1"/>
          <p:nvPr/>
        </p:nvSpPr>
        <p:spPr>
          <a:xfrm>
            <a:off x="422646" y="1314730"/>
            <a:ext cx="8823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1486" name="Google Shape;1486;p96"/>
          <p:cNvSpPr/>
          <p:nvPr/>
        </p:nvSpPr>
        <p:spPr>
          <a:xfrm>
            <a:off x="2013327" y="23906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487" name="Google Shape;1487;p96"/>
          <p:cNvSpPr txBox="1"/>
          <p:nvPr/>
        </p:nvSpPr>
        <p:spPr>
          <a:xfrm>
            <a:off x="492224" y="2424770"/>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1488" name="Google Shape;1488;p96"/>
          <p:cNvCxnSpPr/>
          <p:nvPr/>
        </p:nvCxnSpPr>
        <p:spPr>
          <a:xfrm flipH="1">
            <a:off x="1274441" y="2448979"/>
            <a:ext cx="804600" cy="188700"/>
          </a:xfrm>
          <a:prstGeom prst="straightConnector1">
            <a:avLst/>
          </a:prstGeom>
          <a:noFill/>
          <a:ln w="28575" cap="flat" cmpd="sng">
            <a:solidFill>
              <a:srgbClr val="000000"/>
            </a:solidFill>
            <a:prstDash val="solid"/>
            <a:round/>
            <a:headEnd type="none" w="med" len="med"/>
            <a:tailEnd type="none" w="med" len="med"/>
          </a:ln>
        </p:spPr>
      </p:cxnSp>
      <p:sp>
        <p:nvSpPr>
          <p:cNvPr id="1489" name="Google Shape;1489;p96"/>
          <p:cNvSpPr/>
          <p:nvPr/>
        </p:nvSpPr>
        <p:spPr>
          <a:xfrm rot="-4513154">
            <a:off x="4675837" y="2314398"/>
            <a:ext cx="117591" cy="117591"/>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1490" name="Google Shape;1490;p96"/>
          <p:cNvCxnSpPr/>
          <p:nvPr/>
        </p:nvCxnSpPr>
        <p:spPr>
          <a:xfrm>
            <a:off x="4735999" y="2366451"/>
            <a:ext cx="61200" cy="514500"/>
          </a:xfrm>
          <a:prstGeom prst="straightConnector1">
            <a:avLst/>
          </a:prstGeom>
          <a:noFill/>
          <a:ln w="28575" cap="flat" cmpd="sng">
            <a:solidFill>
              <a:srgbClr val="000000"/>
            </a:solidFill>
            <a:prstDash val="solid"/>
            <a:round/>
            <a:headEnd type="none" w="med" len="med"/>
            <a:tailEnd type="none" w="med" len="med"/>
          </a:ln>
        </p:spPr>
      </p:cxnSp>
      <p:sp>
        <p:nvSpPr>
          <p:cNvPr id="1491" name="Google Shape;1491;p96"/>
          <p:cNvSpPr txBox="1"/>
          <p:nvPr/>
        </p:nvSpPr>
        <p:spPr>
          <a:xfrm>
            <a:off x="4343420" y="2872765"/>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1492" name="Google Shape;1492;p96"/>
          <p:cNvSpPr/>
          <p:nvPr/>
        </p:nvSpPr>
        <p:spPr>
          <a:xfrm>
            <a:off x="3624005" y="3970066"/>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493" name="Google Shape;1493;p96"/>
          <p:cNvGrpSpPr/>
          <p:nvPr/>
        </p:nvGrpSpPr>
        <p:grpSpPr>
          <a:xfrm flipH="1">
            <a:off x="3669564" y="3932182"/>
            <a:ext cx="1248041" cy="396900"/>
            <a:chOff x="2441679" y="3932182"/>
            <a:chExt cx="1248041" cy="396900"/>
          </a:xfrm>
        </p:grpSpPr>
        <p:sp>
          <p:nvSpPr>
            <p:cNvPr id="1494" name="Google Shape;1494;p96"/>
            <p:cNvSpPr txBox="1"/>
            <p:nvPr/>
          </p:nvSpPr>
          <p:spPr>
            <a:xfrm>
              <a:off x="2441679" y="3932182"/>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1495" name="Google Shape;1495;p96"/>
            <p:cNvCxnSpPr/>
            <p:nvPr/>
          </p:nvCxnSpPr>
          <p:spPr>
            <a:xfrm flipH="1">
              <a:off x="3239420" y="4028393"/>
              <a:ext cx="450300" cy="114300"/>
            </a:xfrm>
            <a:prstGeom prst="straightConnector1">
              <a:avLst/>
            </a:prstGeom>
            <a:noFill/>
            <a:ln w="28575" cap="flat" cmpd="sng">
              <a:solidFill>
                <a:srgbClr val="000000"/>
              </a:solidFill>
              <a:prstDash val="solid"/>
              <a:round/>
              <a:headEnd type="none" w="med" len="med"/>
              <a:tailEnd type="none" w="med" len="med"/>
            </a:ln>
          </p:spPr>
        </p:cxnSp>
      </p:grpSp>
      <p:sp>
        <p:nvSpPr>
          <p:cNvPr id="1496" name="Google Shape;1496;p96"/>
          <p:cNvSpPr/>
          <p:nvPr/>
        </p:nvSpPr>
        <p:spPr>
          <a:xfrm>
            <a:off x="3434917" y="21434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497" name="Google Shape;1497;p96"/>
          <p:cNvSpPr/>
          <p:nvPr/>
        </p:nvSpPr>
        <p:spPr>
          <a:xfrm>
            <a:off x="2753720" y="333695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498" name="Google Shape;1498;p96"/>
          <p:cNvSpPr txBox="1"/>
          <p:nvPr/>
        </p:nvSpPr>
        <p:spPr>
          <a:xfrm>
            <a:off x="4771686" y="4508108"/>
            <a:ext cx="594600" cy="228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08:00</a:t>
            </a:r>
            <a:endParaRPr sz="1600">
              <a:solidFill>
                <a:srgbClr val="FFFFFF"/>
              </a:solidFill>
              <a:latin typeface="Lexend"/>
              <a:ea typeface="Lexend"/>
              <a:cs typeface="Lexend"/>
              <a:sym typeface="Lexend"/>
            </a:endParaRPr>
          </a:p>
        </p:txBody>
      </p:sp>
      <p:cxnSp>
        <p:nvCxnSpPr>
          <p:cNvPr id="1499" name="Google Shape;1499;p96"/>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1500" name="Google Shape;1500;p96"/>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sp>
        <p:nvSpPr>
          <p:cNvPr id="1501" name="Google Shape;1501;p96"/>
          <p:cNvSpPr/>
          <p:nvPr/>
        </p:nvSpPr>
        <p:spPr>
          <a:xfrm>
            <a:off x="1738745" y="400457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502" name="Google Shape;1502;p96"/>
          <p:cNvSpPr/>
          <p:nvPr/>
        </p:nvSpPr>
        <p:spPr>
          <a:xfrm>
            <a:off x="1739973" y="159790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12°C</a:t>
            </a:r>
            <a:endParaRPr sz="1800">
              <a:solidFill>
                <a:srgbClr val="FFFFFF"/>
              </a:solidFill>
              <a:latin typeface="Lexend"/>
              <a:ea typeface="Lexend"/>
              <a:cs typeface="Lexend"/>
              <a:sym typeface="Lexend"/>
            </a:endParaRPr>
          </a:p>
        </p:txBody>
      </p:sp>
      <p:sp>
        <p:nvSpPr>
          <p:cNvPr id="1503" name="Google Shape;1503;p96"/>
          <p:cNvSpPr/>
          <p:nvPr/>
        </p:nvSpPr>
        <p:spPr>
          <a:xfrm>
            <a:off x="3363147" y="32335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chemeClr val="lt1"/>
                </a:solidFill>
                <a:latin typeface="Lexend"/>
                <a:ea typeface="Lexend"/>
                <a:cs typeface="Lexend"/>
                <a:sym typeface="Lexend"/>
              </a:rPr>
              <a:t>10°C</a:t>
            </a:r>
            <a:endParaRPr sz="1800">
              <a:solidFill>
                <a:srgbClr val="FFFFFF"/>
              </a:solidFill>
              <a:latin typeface="Lexend"/>
              <a:ea typeface="Lexend"/>
              <a:cs typeface="Lexend"/>
              <a:sym typeface="Lexend"/>
            </a:endParaRPr>
          </a:p>
        </p:txBody>
      </p:sp>
      <p:sp>
        <p:nvSpPr>
          <p:cNvPr id="1504" name="Google Shape;1504;p96"/>
          <p:cNvSpPr/>
          <p:nvPr/>
        </p:nvSpPr>
        <p:spPr>
          <a:xfrm>
            <a:off x="4573822" y="156472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7°C</a:t>
            </a:r>
            <a:endParaRPr sz="1800">
              <a:solidFill>
                <a:srgbClr val="FFFFFF"/>
              </a:solidFill>
              <a:latin typeface="Lexend"/>
              <a:ea typeface="Lexend"/>
              <a:cs typeface="Lexend"/>
              <a:sym typeface="Lexend"/>
            </a:endParaRPr>
          </a:p>
        </p:txBody>
      </p:sp>
      <p:sp>
        <p:nvSpPr>
          <p:cNvPr id="1505" name="Google Shape;1505;p96"/>
          <p:cNvSpPr/>
          <p:nvPr/>
        </p:nvSpPr>
        <p:spPr>
          <a:xfrm>
            <a:off x="2492860" y="26004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9°C</a:t>
            </a:r>
            <a:endParaRPr sz="1800">
              <a:solidFill>
                <a:srgbClr val="FFFFFF"/>
              </a:solidFill>
              <a:latin typeface="Lexend"/>
              <a:ea typeface="Lexend"/>
              <a:cs typeface="Lexend"/>
              <a:sym typeface="Lexend"/>
            </a:endParaRPr>
          </a:p>
        </p:txBody>
      </p:sp>
      <p:sp>
        <p:nvSpPr>
          <p:cNvPr id="1506" name="Google Shape;1506;p96"/>
          <p:cNvSpPr/>
          <p:nvPr/>
        </p:nvSpPr>
        <p:spPr>
          <a:xfrm>
            <a:off x="1477885" y="319190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8°C</a:t>
            </a:r>
            <a:endParaRPr sz="1800">
              <a:solidFill>
                <a:srgbClr val="FFFFFF"/>
              </a:solidFill>
              <a:latin typeface="Lexend"/>
              <a:ea typeface="Lexend"/>
              <a:cs typeface="Lexend"/>
              <a:sym typeface="Lexend"/>
            </a:endParaRPr>
          </a:p>
        </p:txBody>
      </p:sp>
      <p:cxnSp>
        <p:nvCxnSpPr>
          <p:cNvPr id="1507" name="Google Shape;1507;p96"/>
          <p:cNvCxnSpPr/>
          <p:nvPr/>
        </p:nvCxnSpPr>
        <p:spPr>
          <a:xfrm rot="10800000" flipH="1">
            <a:off x="1550225" y="4065550"/>
            <a:ext cx="240900" cy="172500"/>
          </a:xfrm>
          <a:prstGeom prst="straightConnector1">
            <a:avLst/>
          </a:prstGeom>
          <a:noFill/>
          <a:ln w="28575" cap="flat" cmpd="sng">
            <a:solidFill>
              <a:srgbClr val="000000"/>
            </a:solidFill>
            <a:prstDash val="solid"/>
            <a:round/>
            <a:headEnd type="none" w="med" len="med"/>
            <a:tailEnd type="none" w="med" len="med"/>
          </a:ln>
        </p:spPr>
      </p:cxnSp>
      <p:sp>
        <p:nvSpPr>
          <p:cNvPr id="1508" name="Google Shape;1508;p96"/>
          <p:cNvSpPr txBox="1"/>
          <p:nvPr/>
        </p:nvSpPr>
        <p:spPr>
          <a:xfrm>
            <a:off x="894450" y="4166718"/>
            <a:ext cx="923400" cy="2988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1509" name="Google Shape;1509;p96"/>
          <p:cNvSpPr txBox="1"/>
          <p:nvPr/>
        </p:nvSpPr>
        <p:spPr>
          <a:xfrm>
            <a:off x="5509350" y="757920"/>
            <a:ext cx="3290100" cy="39783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2000">
                <a:solidFill>
                  <a:schemeClr val="dk1"/>
                </a:solidFill>
                <a:latin typeface="Kalam"/>
                <a:ea typeface="Kalam"/>
                <a:cs typeface="Kalam"/>
                <a:sym typeface="Kalam"/>
              </a:rPr>
              <a:t>Sofia should bring her raincoat, as she passes in between two locations that show rainfall.</a:t>
            </a:r>
            <a:endParaRPr sz="2000">
              <a:solidFill>
                <a:schemeClr val="dk1"/>
              </a:solidFill>
              <a:latin typeface="Kalam"/>
              <a:ea typeface="Kalam"/>
              <a:cs typeface="Kalam"/>
              <a:sym typeface="Kalam"/>
            </a:endParaRPr>
          </a:p>
          <a:p>
            <a:pPr marL="0" lvl="0" indent="0" algn="l" rtl="0">
              <a:spcBef>
                <a:spcPts val="1000"/>
              </a:spcBef>
              <a:spcAft>
                <a:spcPct val="0"/>
              </a:spcAft>
              <a:buNone/>
            </a:pPr>
            <a:r>
              <a:rPr lang="en-GB" sz="2000">
                <a:solidFill>
                  <a:schemeClr val="dk1"/>
                </a:solidFill>
                <a:latin typeface="Kalam"/>
                <a:ea typeface="Kalam"/>
                <a:cs typeface="Kalam"/>
                <a:sym typeface="Kalam"/>
              </a:rPr>
              <a:t>Sofia should also bring her scarf, as in the locations with rainfall, the temperature drops below 10°C (at 8°C and 9°C).</a:t>
            </a:r>
            <a:endParaRPr sz="2000">
              <a:solidFill>
                <a:schemeClr val="dk1"/>
              </a:solidFill>
              <a:latin typeface="Kalam"/>
              <a:ea typeface="Kalam"/>
              <a:cs typeface="Kalam"/>
              <a:sym typeface="Kalam"/>
            </a:endParaRPr>
          </a:p>
          <a:p>
            <a:pPr marL="0" lvl="0" indent="0" algn="l" rtl="0">
              <a:spcBef>
                <a:spcPts val="1000"/>
              </a:spcBef>
              <a:spcAft>
                <a:spcPts val="1000"/>
              </a:spcAft>
              <a:buNone/>
            </a:pPr>
            <a:r>
              <a:rPr lang="en-GB" sz="2000">
                <a:solidFill>
                  <a:schemeClr val="dk1"/>
                </a:solidFill>
                <a:latin typeface="Kalam"/>
                <a:ea typeface="Kalam"/>
                <a:cs typeface="Kalam"/>
                <a:sym typeface="Kalam"/>
              </a:rPr>
              <a:t>Sofia does not need to bring sunglasses, as there are only sunny intervals at Oakfield Academy, not constant sun.</a:t>
            </a:r>
            <a:endParaRPr sz="2000">
              <a:solidFill>
                <a:schemeClr val="dk1"/>
              </a:solidFill>
              <a:latin typeface="Kalam"/>
              <a:ea typeface="Kalam"/>
              <a:cs typeface="Kalam"/>
              <a:sym typeface="Kalam"/>
            </a:endParaRPr>
          </a:p>
        </p:txBody>
      </p:sp>
      <p:sp>
        <p:nvSpPr>
          <p:cNvPr id="1510" name="Google Shape;1510;p96"/>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Understanding a basic weather forecast</a:t>
            </a:r>
            <a:endParaRPr/>
          </a:p>
        </p:txBody>
      </p:sp>
      <p:sp>
        <p:nvSpPr>
          <p:cNvPr id="1511" name="Google Shape;1511;p96"/>
          <p:cNvSpPr/>
          <p:nvPr/>
        </p:nvSpPr>
        <p:spPr>
          <a:xfrm>
            <a:off x="3174060" y="1320642"/>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11°C</a:t>
            </a:r>
            <a:endParaRPr sz="1800">
              <a:solidFill>
                <a:srgbClr val="FFFFFF"/>
              </a:solidFill>
              <a:latin typeface="Lexend"/>
              <a:ea typeface="Lexend"/>
              <a:cs typeface="Lexend"/>
              <a:sym typeface="Lexend"/>
            </a:endParaRPr>
          </a:p>
        </p:txBody>
      </p:sp>
      <p:sp>
        <p:nvSpPr>
          <p:cNvPr id="1512" name="Google Shape;1512;p96"/>
          <p:cNvSpPr/>
          <p:nvPr/>
        </p:nvSpPr>
        <p:spPr>
          <a:xfrm>
            <a:off x="2080050" y="2466200"/>
            <a:ext cx="1560050" cy="1699050"/>
          </a:xfrm>
          <a:custGeom>
            <a:rect l="l" t="t" r="r" b="b"/>
            <a:pathLst>
              <a:path w="62402" h="67962" extrusionOk="0">
                <a:moveTo>
                  <a:pt x="62402" y="67962"/>
                </a:moveTo>
                <a:cubicBezTo>
                  <a:pt x="57562" y="64976"/>
                  <a:pt x="40297" y="55537"/>
                  <a:pt x="33363" y="50045"/>
                </a:cubicBezTo>
                <a:cubicBezTo>
                  <a:pt x="26430" y="44553"/>
                  <a:pt x="24920" y="41327"/>
                  <a:pt x="20801" y="35011"/>
                </a:cubicBezTo>
                <a:cubicBezTo>
                  <a:pt x="16682" y="28695"/>
                  <a:pt x="11739" y="16510"/>
                  <a:pt x="8650" y="12151"/>
                </a:cubicBezTo>
                <a:cubicBezTo>
                  <a:pt x="5561" y="7792"/>
                  <a:pt x="3708" y="10881"/>
                  <a:pt x="2266" y="8856"/>
                </a:cubicBezTo>
                <a:cubicBezTo>
                  <a:pt x="824" y="6831"/>
                  <a:pt x="378" y="1476"/>
                  <a:pt x="0" y="0"/>
                </a:cubicBezTo>
              </a:path>
            </a:pathLst>
          </a:custGeom>
          <a:noFill/>
          <a:ln w="28575" cap="flat" cmpd="sng">
            <a:solidFill>
              <a:schemeClr val="dk1"/>
            </a:solidFill>
            <a:prstDash val="dot"/>
            <a:round/>
            <a:headEnd type="none" w="med" len="med"/>
            <a:tailEnd type="none" w="med" len="med"/>
          </a:ln>
        </p:spPr>
        <p:txBody>
          <a:bodyPr/>
          <a:lstStyle/>
          <a:p/>
        </p:txBody>
      </p:sp>
      <p:pic>
        <p:nvPicPr>
          <p:cNvPr id="1513" name="Google Shape;1513;p96"/>
          <p:cNvPicPr preferRelativeResize="0"/>
          <p:nvPr/>
        </p:nvPicPr>
        <p:blipFill>
          <a:blip r:embed="rId4">
            <a:alphaModFix/>
          </a:blip>
          <a:stretch>
            <a:fillRect/>
          </a:stretch>
        </p:blipFill>
        <p:spPr>
          <a:xfrm>
            <a:off x="4703665" y="1868375"/>
            <a:ext cx="406575" cy="466800"/>
          </a:xfrm>
          <a:prstGeom prst="rect">
            <a:avLst/>
          </a:prstGeom>
          <a:noFill/>
          <a:ln>
            <a:noFill/>
          </a:ln>
        </p:spPr>
      </p:pic>
      <p:pic>
        <p:nvPicPr>
          <p:cNvPr id="1514" name="Google Shape;1514;p96"/>
          <p:cNvPicPr preferRelativeResize="0"/>
          <p:nvPr/>
        </p:nvPicPr>
        <p:blipFill>
          <a:blip r:embed="rId4">
            <a:alphaModFix/>
          </a:blip>
          <a:stretch>
            <a:fillRect/>
          </a:stretch>
        </p:blipFill>
        <p:spPr>
          <a:xfrm>
            <a:off x="2726724" y="2888751"/>
            <a:ext cx="406575" cy="466800"/>
          </a:xfrm>
          <a:prstGeom prst="rect">
            <a:avLst/>
          </a:prstGeom>
          <a:noFill/>
          <a:ln>
            <a:noFill/>
          </a:ln>
        </p:spPr>
      </p:pic>
      <p:pic>
        <p:nvPicPr>
          <p:cNvPr id="1515" name="Google Shape;1515;p96"/>
          <p:cNvPicPr preferRelativeResize="0"/>
          <p:nvPr/>
        </p:nvPicPr>
        <p:blipFill>
          <a:blip r:embed="rId4">
            <a:alphaModFix/>
          </a:blip>
          <a:stretch>
            <a:fillRect/>
          </a:stretch>
        </p:blipFill>
        <p:spPr>
          <a:xfrm>
            <a:off x="1684790" y="3500970"/>
            <a:ext cx="406575" cy="466800"/>
          </a:xfrm>
          <a:prstGeom prst="rect">
            <a:avLst/>
          </a:prstGeom>
          <a:noFill/>
          <a:ln>
            <a:noFill/>
          </a:ln>
        </p:spPr>
      </p:pic>
      <p:pic>
        <p:nvPicPr>
          <p:cNvPr id="1516" name="Google Shape;1516;p96"/>
          <p:cNvPicPr preferRelativeResize="0"/>
          <p:nvPr/>
        </p:nvPicPr>
        <p:blipFill>
          <a:blip r:embed="rId5">
            <a:alphaModFix/>
          </a:blip>
          <a:stretch>
            <a:fillRect/>
          </a:stretch>
        </p:blipFill>
        <p:spPr>
          <a:xfrm>
            <a:off x="3159450" y="1614238"/>
            <a:ext cx="634200" cy="427549"/>
          </a:xfrm>
          <a:prstGeom prst="rect">
            <a:avLst/>
          </a:prstGeom>
          <a:noFill/>
          <a:ln>
            <a:noFill/>
          </a:ln>
        </p:spPr>
      </p:pic>
      <p:pic>
        <p:nvPicPr>
          <p:cNvPr id="1517" name="Google Shape;1517;p96"/>
          <p:cNvPicPr preferRelativeResize="0"/>
          <p:nvPr/>
        </p:nvPicPr>
        <p:blipFill>
          <a:blip r:embed="rId5">
            <a:alphaModFix/>
          </a:blip>
          <a:stretch>
            <a:fillRect/>
          </a:stretch>
        </p:blipFill>
        <p:spPr>
          <a:xfrm>
            <a:off x="1755025" y="1916700"/>
            <a:ext cx="634200" cy="427549"/>
          </a:xfrm>
          <a:prstGeom prst="rect">
            <a:avLst/>
          </a:prstGeom>
          <a:noFill/>
          <a:ln>
            <a:noFill/>
          </a:ln>
        </p:spPr>
      </p:pic>
      <p:pic>
        <p:nvPicPr>
          <p:cNvPr id="1518" name="Google Shape;1518;p96"/>
          <p:cNvPicPr preferRelativeResize="0"/>
          <p:nvPr/>
        </p:nvPicPr>
        <p:blipFill>
          <a:blip r:embed="rId5">
            <a:alphaModFix/>
          </a:blip>
          <a:stretch>
            <a:fillRect/>
          </a:stretch>
        </p:blipFill>
        <p:spPr>
          <a:xfrm>
            <a:off x="3365700" y="3464300"/>
            <a:ext cx="634200" cy="427549"/>
          </a:xfrm>
          <a:prstGeom prst="rect">
            <a:avLst/>
          </a:prstGeom>
          <a:noFill/>
          <a:ln>
            <a:noFill/>
          </a:ln>
        </p:spPr>
      </p:pic>
    </p:spTree>
  </p:cSld>
  <p:clrMapOvr>
    <a:masterClrMapping/>
  </p:clrMapOvr>
  <p:transition/>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22" name="Shape 1522"/>
        <p:cNvGrpSpPr/>
        <p:nvPr/>
      </p:nvGrpSpPr>
      <p:grpSpPr>
        <a:xfrm>
          <a:off x="0" y="0"/>
          <a:ext cx="0" cy="0"/>
        </a:xfrm>
      </p:grpSpPr>
      <p:sp>
        <p:nvSpPr>
          <p:cNvPr id="1523" name="Google Shape;1523;p97"/>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Understanding a basic weather forecast</a:t>
            </a:r>
            <a:endParaRPr/>
          </a:p>
        </p:txBody>
      </p:sp>
      <p:sp>
        <p:nvSpPr>
          <p:cNvPr id="1524" name="Google Shape;1524;p97"/>
          <p:cNvSpPr txBox="1"/>
          <p:nvPr/>
        </p:nvSpPr>
        <p:spPr>
          <a:xfrm>
            <a:off x="324000" y="683970"/>
            <a:ext cx="1980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2) This weather report shows weather data for 1st June 2024.</a:t>
            </a:r>
            <a:endParaRPr sz="1800">
              <a:latin typeface="Lexend"/>
              <a:ea typeface="Lexend"/>
              <a:cs typeface="Lexend"/>
              <a:sym typeface="Lexend"/>
            </a:endParaRPr>
          </a:p>
        </p:txBody>
      </p:sp>
      <p:graphicFrame>
        <p:nvGraphicFramePr>
          <p:cNvPr id="1525" name="Google Shape;1525;p97"/>
          <p:cNvGraphicFramePr>
            <a:graphicFrameLocks noGrp="1"/>
          </p:cNvGraphicFramePr>
          <p:nvPr/>
        </p:nvGraphicFramePr>
        <p:xfrm>
          <a:off x="2385388" y="683971"/>
          <a:ext cx="6434600" cy="1455420"/>
        </p:xfrm>
        <a:graphic>
          <a:graphicData uri="http://schemas.openxmlformats.org/drawingml/2006/table">
            <a:tbl>
              <a:tblPr>
                <a:noFill/>
                <a:tableStyleId>{DAE9959B-F1CB-4490-83DD-53336B36D040}</a:tableStyleId>
              </a:tblPr>
              <a:tblGrid>
                <a:gridCol w="804325"/>
                <a:gridCol w="804325"/>
                <a:gridCol w="804325"/>
                <a:gridCol w="804325"/>
                <a:gridCol w="804325"/>
                <a:gridCol w="804325"/>
                <a:gridCol w="804325"/>
                <a:gridCol w="80432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02:00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04:00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08:00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10:00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14:00</a:t>
                      </a:r>
                      <a:endParaRPr sz="1800">
                        <a:solidFill>
                          <a:schemeClr val="lt1"/>
                        </a:solidFill>
                        <a:latin typeface="Lexend"/>
                        <a:ea typeface="Lexend"/>
                        <a:cs typeface="Lexend"/>
                        <a:sym typeface="Lexend"/>
                      </a:endParaRPr>
                    </a:p>
                  </a:txBody>
                  <a:tcPr marL="0" marR="0" marT="0" marB="0" anchor="ctr">
                    <a:solidFill>
                      <a:schemeClr val="accent4"/>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r>
              <a:tr h="442875">
                <a:tc>
                  <a:txBody>
                    <a:bodyPr vert="horz" wrap="square"/>
                    <a:lstStyle/>
                    <a:p>
                      <a:pPr marL="0" lvl="0" indent="0" algn="ctr" rtl="0">
                        <a:spcBef>
                          <a:spcPct val="0"/>
                        </a:spcBef>
                        <a:spcAft>
                          <a:spcPct val="0"/>
                        </a:spcAft>
                        <a:buNone/>
                      </a:pPr>
                      <a:r>
                        <a:rPr lang="en-GB" sz="1800">
                          <a:latin typeface="Lexend"/>
                          <a:ea typeface="Lexend"/>
                          <a:cs typeface="Lexend"/>
                          <a:sym typeface="Lexend"/>
                        </a:rPr>
                        <a:t>9°C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13°C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r>
            </a:tbl>
          </a:graphicData>
        </a:graphic>
      </p:graphicFrame>
      <p:sp>
        <p:nvSpPr>
          <p:cNvPr id="1526" name="Google Shape;1526;p97"/>
          <p:cNvSpPr txBox="1"/>
          <p:nvPr/>
        </p:nvSpPr>
        <p:spPr>
          <a:xfrm>
            <a:off x="5232900" y="2139371"/>
            <a:ext cx="3587100" cy="463800"/>
          </a:xfrm>
          <a:prstGeom prst="rect">
            <a:avLst/>
          </a:prstGeom>
          <a:noFill/>
          <a:ln>
            <a:noFill/>
          </a:ln>
        </p:spPr>
        <p:txBody>
          <a:bodyPr spcFirstLastPara="1" wrap="square" lIns="0" tIns="0" rIns="0" bIns="0" anchor="t" anchorCtr="0">
            <a:noAutofit/>
          </a:bodyPr>
          <a:lstStyle/>
          <a:p>
            <a:pPr marL="0" lvl="0" indent="0" algn="r" rtl="0">
              <a:spcBef>
                <a:spcPct val="0"/>
              </a:spcBef>
              <a:spcAft>
                <a:spcPct val="0"/>
              </a:spcAft>
              <a:buNone/>
            </a:pPr>
            <a:r>
              <a:rPr lang="en-GB" sz="1800">
                <a:latin typeface="Lexend"/>
                <a:ea typeface="Lexend"/>
                <a:cs typeface="Lexend"/>
                <a:sym typeface="Lexend"/>
              </a:rPr>
              <a:t>weather at “Oakfield Harbour”</a:t>
            </a:r>
            <a:endParaRPr sz="1800">
              <a:solidFill>
                <a:srgbClr val="000000"/>
              </a:solidFill>
              <a:latin typeface="Lexend"/>
              <a:ea typeface="Lexend"/>
              <a:cs typeface="Lexend"/>
              <a:sym typeface="Lexend"/>
            </a:endParaRPr>
          </a:p>
        </p:txBody>
      </p:sp>
      <p:sp>
        <p:nvSpPr>
          <p:cNvPr id="1527" name="Google Shape;1527;p97"/>
          <p:cNvSpPr txBox="1"/>
          <p:nvPr/>
        </p:nvSpPr>
        <p:spPr>
          <a:xfrm>
            <a:off x="324000" y="2647950"/>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a) Between which two times is sunrise?</a:t>
            </a:r>
            <a:endParaRPr sz="1800">
              <a:latin typeface="Lexend"/>
              <a:ea typeface="Lexend"/>
              <a:cs typeface="Lexend"/>
              <a:sym typeface="Lexend"/>
            </a:endParaRPr>
          </a:p>
          <a:p>
            <a:pPr marL="0" lvl="0" indent="0" algn="l" rtl="0">
              <a:spcBef>
                <a:spcPts val="1000"/>
              </a:spcBef>
              <a:spcAft>
                <a:spcPct val="0"/>
              </a:spcAft>
              <a:buNone/>
            </a:pPr>
            <a:endParaRPr sz="1800">
              <a:latin typeface="Lexend"/>
              <a:ea typeface="Lexend"/>
              <a:cs typeface="Lexend"/>
              <a:sym typeface="Lexend"/>
            </a:endParaRPr>
          </a:p>
          <a:p>
            <a:pPr marL="0" lvl="0" indent="0" algn="l" rtl="0">
              <a:spcBef>
                <a:spcPts val="1000"/>
              </a:spcBef>
              <a:spcAft>
                <a:spcPts val="1000"/>
              </a:spcAft>
              <a:buNone/>
            </a:pPr>
            <a:r>
              <a:rPr lang="en-GB" sz="1800">
                <a:latin typeface="Lexend"/>
                <a:ea typeface="Lexend"/>
                <a:cs typeface="Lexend"/>
                <a:sym typeface="Lexend"/>
              </a:rPr>
              <a:t>b) Describe the trend in the weather conditions between 8 am and 12 pm. </a:t>
            </a:r>
            <a:endParaRPr sz="1800">
              <a:latin typeface="Lexend"/>
              <a:ea typeface="Lexend"/>
              <a:cs typeface="Lexend"/>
              <a:sym typeface="Lexend"/>
            </a:endParaRPr>
          </a:p>
        </p:txBody>
      </p:sp>
      <p:sp>
        <p:nvSpPr>
          <p:cNvPr id="1528" name="Google Shape;1528;p97"/>
          <p:cNvSpPr txBox="1"/>
          <p:nvPr/>
        </p:nvSpPr>
        <p:spPr>
          <a:xfrm>
            <a:off x="1031450" y="3837297"/>
            <a:ext cx="7788600" cy="5730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2000">
                <a:latin typeface="Kalam"/>
                <a:ea typeface="Kalam"/>
                <a:cs typeface="Kalam"/>
                <a:sym typeface="Kalam"/>
              </a:rPr>
              <a:t>The rainfall increases from rain showers to heavy rain.                          The temperature also drops 2°C, from </a:t>
            </a:r>
            <a:r>
              <a:rPr lang="en-GB" sz="2000">
                <a:solidFill>
                  <a:schemeClr val="dk1"/>
                </a:solidFill>
                <a:latin typeface="Kalam"/>
                <a:ea typeface="Kalam"/>
                <a:cs typeface="Kalam"/>
                <a:sym typeface="Kalam"/>
              </a:rPr>
              <a:t>13°C to 11°C.</a:t>
            </a:r>
            <a:endParaRPr sz="2000">
              <a:latin typeface="Kalam"/>
              <a:ea typeface="Kalam"/>
              <a:cs typeface="Kalam"/>
              <a:sym typeface="Kalam"/>
            </a:endParaRPr>
          </a:p>
        </p:txBody>
      </p:sp>
      <p:sp>
        <p:nvSpPr>
          <p:cNvPr id="1529" name="Google Shape;1529;p97"/>
          <p:cNvSpPr txBox="1"/>
          <p:nvPr/>
        </p:nvSpPr>
        <p:spPr>
          <a:xfrm>
            <a:off x="1031450" y="2978029"/>
            <a:ext cx="77886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2000">
                <a:latin typeface="Kalam"/>
                <a:ea typeface="Kalam"/>
                <a:cs typeface="Kalam"/>
                <a:sym typeface="Kalam"/>
              </a:rPr>
              <a:t>Between 4 am and 6 am.</a:t>
            </a:r>
            <a:endParaRPr sz="2000">
              <a:latin typeface="Kalam"/>
              <a:ea typeface="Kalam"/>
              <a:cs typeface="Kalam"/>
              <a:sym typeface="Kalam"/>
            </a:endParaRPr>
          </a:p>
        </p:txBody>
      </p:sp>
      <p:pic>
        <p:nvPicPr>
          <p:cNvPr id="1530" name="Google Shape;1530;p97"/>
          <p:cNvPicPr preferRelativeResize="0"/>
          <p:nvPr/>
        </p:nvPicPr>
        <p:blipFill>
          <a:blip r:embed="rId3">
            <a:alphaModFix/>
          </a:blip>
          <a:stretch>
            <a:fillRect/>
          </a:stretch>
        </p:blipFill>
        <p:spPr>
          <a:xfrm>
            <a:off x="2461550" y="992972"/>
            <a:ext cx="646425" cy="668824"/>
          </a:xfrm>
          <a:prstGeom prst="rect">
            <a:avLst/>
          </a:prstGeom>
          <a:noFill/>
          <a:ln>
            <a:noFill/>
          </a:ln>
        </p:spPr>
      </p:pic>
      <p:pic>
        <p:nvPicPr>
          <p:cNvPr id="1531" name="Google Shape;1531;p97"/>
          <p:cNvPicPr preferRelativeResize="0"/>
          <p:nvPr/>
        </p:nvPicPr>
        <p:blipFill>
          <a:blip r:embed="rId3">
            <a:alphaModFix/>
          </a:blip>
          <a:stretch>
            <a:fillRect/>
          </a:stretch>
        </p:blipFill>
        <p:spPr>
          <a:xfrm>
            <a:off x="3281825" y="992972"/>
            <a:ext cx="646425" cy="668824"/>
          </a:xfrm>
          <a:prstGeom prst="rect">
            <a:avLst/>
          </a:prstGeom>
          <a:noFill/>
          <a:ln>
            <a:noFill/>
          </a:ln>
        </p:spPr>
      </p:pic>
      <p:pic>
        <p:nvPicPr>
          <p:cNvPr id="1532" name="Google Shape;1532;p97"/>
          <p:cNvPicPr preferRelativeResize="0"/>
          <p:nvPr/>
        </p:nvPicPr>
        <p:blipFill>
          <a:blip r:embed="rId4">
            <a:alphaModFix/>
          </a:blip>
          <a:stretch>
            <a:fillRect/>
          </a:stretch>
        </p:blipFill>
        <p:spPr>
          <a:xfrm>
            <a:off x="4873337" y="999501"/>
            <a:ext cx="646450" cy="655783"/>
          </a:xfrm>
          <a:prstGeom prst="rect">
            <a:avLst/>
          </a:prstGeom>
          <a:noFill/>
          <a:ln>
            <a:noFill/>
          </a:ln>
        </p:spPr>
      </p:pic>
      <p:pic>
        <p:nvPicPr>
          <p:cNvPr id="1533" name="Google Shape;1533;p97"/>
          <p:cNvPicPr preferRelativeResize="0"/>
          <p:nvPr/>
        </p:nvPicPr>
        <p:blipFill>
          <a:blip r:embed="rId5">
            <a:alphaModFix/>
          </a:blip>
          <a:stretch>
            <a:fillRect/>
          </a:stretch>
        </p:blipFill>
        <p:spPr>
          <a:xfrm>
            <a:off x="4143344" y="1040891"/>
            <a:ext cx="514894" cy="573000"/>
          </a:xfrm>
          <a:prstGeom prst="rect">
            <a:avLst/>
          </a:prstGeom>
          <a:noFill/>
          <a:ln>
            <a:noFill/>
          </a:ln>
        </p:spPr>
      </p:pic>
      <p:pic>
        <p:nvPicPr>
          <p:cNvPr id="1534" name="Google Shape;1534;p97"/>
          <p:cNvPicPr preferRelativeResize="0"/>
          <p:nvPr/>
        </p:nvPicPr>
        <p:blipFill>
          <a:blip r:embed="rId6">
            <a:alphaModFix/>
          </a:blip>
          <a:stretch>
            <a:fillRect/>
          </a:stretch>
        </p:blipFill>
        <p:spPr>
          <a:xfrm>
            <a:off x="5714246" y="1035863"/>
            <a:ext cx="514900" cy="583064"/>
          </a:xfrm>
          <a:prstGeom prst="rect">
            <a:avLst/>
          </a:prstGeom>
          <a:noFill/>
          <a:ln>
            <a:noFill/>
          </a:ln>
        </p:spPr>
      </p:pic>
      <p:pic>
        <p:nvPicPr>
          <p:cNvPr id="1535" name="Google Shape;1535;p97"/>
          <p:cNvPicPr preferRelativeResize="0"/>
          <p:nvPr/>
        </p:nvPicPr>
        <p:blipFill>
          <a:blip r:embed="rId6">
            <a:alphaModFix/>
          </a:blip>
          <a:stretch>
            <a:fillRect/>
          </a:stretch>
        </p:blipFill>
        <p:spPr>
          <a:xfrm>
            <a:off x="6546983" y="1035863"/>
            <a:ext cx="514900" cy="583064"/>
          </a:xfrm>
          <a:prstGeom prst="rect">
            <a:avLst/>
          </a:prstGeom>
          <a:noFill/>
          <a:ln>
            <a:noFill/>
          </a:ln>
        </p:spPr>
      </p:pic>
      <p:pic>
        <p:nvPicPr>
          <p:cNvPr id="1536" name="Google Shape;1536;p97"/>
          <p:cNvPicPr preferRelativeResize="0"/>
          <p:nvPr/>
        </p:nvPicPr>
        <p:blipFill>
          <a:blip r:embed="rId7">
            <a:alphaModFix/>
          </a:blip>
          <a:stretch>
            <a:fillRect/>
          </a:stretch>
        </p:blipFill>
        <p:spPr>
          <a:xfrm>
            <a:off x="7379700" y="1031813"/>
            <a:ext cx="514900" cy="591181"/>
          </a:xfrm>
          <a:prstGeom prst="rect">
            <a:avLst/>
          </a:prstGeom>
          <a:noFill/>
          <a:ln>
            <a:noFill/>
          </a:ln>
        </p:spPr>
      </p:pic>
      <p:pic>
        <p:nvPicPr>
          <p:cNvPr id="1537" name="Google Shape;1537;p97"/>
          <p:cNvPicPr preferRelativeResize="0"/>
          <p:nvPr/>
        </p:nvPicPr>
        <p:blipFill>
          <a:blip r:embed="rId8">
            <a:alphaModFix/>
          </a:blip>
          <a:stretch>
            <a:fillRect/>
          </a:stretch>
        </p:blipFill>
        <p:spPr>
          <a:xfrm>
            <a:off x="8089075" y="1109513"/>
            <a:ext cx="646425" cy="435792"/>
          </a:xfrm>
          <a:prstGeom prst="rect">
            <a:avLst/>
          </a:prstGeom>
          <a:noFill/>
          <a:ln>
            <a:noFill/>
          </a:ln>
        </p:spPr>
      </p:pic>
    </p:spTree>
  </p:cSld>
  <p:clrMapOvr>
    <a:masterClrMapping/>
  </p:clrMapOvr>
  <p:transition/>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41" name="Shape 1541"/>
        <p:cNvGrpSpPr/>
        <p:nvPr/>
      </p:nvGrpSpPr>
      <p:grpSpPr>
        <a:xfrm>
          <a:off x="0" y="0"/>
          <a:ext cx="0" cy="0"/>
        </a:xfrm>
      </p:grpSpPr>
      <p:sp>
        <p:nvSpPr>
          <p:cNvPr id="1542" name="Google Shape;1542;p98"/>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Understanding a basic weather forecast</a:t>
            </a:r>
            <a:endParaRPr/>
          </a:p>
        </p:txBody>
      </p:sp>
      <p:sp>
        <p:nvSpPr>
          <p:cNvPr id="1543" name="Google Shape;1543;p98"/>
          <p:cNvSpPr txBox="1"/>
          <p:nvPr/>
        </p:nvSpPr>
        <p:spPr>
          <a:xfrm>
            <a:off x="324000" y="683970"/>
            <a:ext cx="1980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2) This weather report shows weather data for 1st June 2024.</a:t>
            </a:r>
            <a:endParaRPr sz="1800">
              <a:latin typeface="Lexend"/>
              <a:ea typeface="Lexend"/>
              <a:cs typeface="Lexend"/>
              <a:sym typeface="Lexend"/>
            </a:endParaRPr>
          </a:p>
        </p:txBody>
      </p:sp>
      <p:graphicFrame>
        <p:nvGraphicFramePr>
          <p:cNvPr id="1544" name="Google Shape;1544;p98"/>
          <p:cNvGraphicFramePr>
            <a:graphicFrameLocks noGrp="1"/>
          </p:cNvGraphicFramePr>
          <p:nvPr/>
        </p:nvGraphicFramePr>
        <p:xfrm>
          <a:off x="2385388" y="683971"/>
          <a:ext cx="6434600" cy="1455420"/>
        </p:xfrm>
        <a:graphic>
          <a:graphicData uri="http://schemas.openxmlformats.org/drawingml/2006/table">
            <a:tbl>
              <a:tblPr>
                <a:noFill/>
                <a:tableStyleId>{DAE9959B-F1CB-4490-83DD-53336B36D040}</a:tableStyleId>
              </a:tblPr>
              <a:tblGrid>
                <a:gridCol w="804325"/>
                <a:gridCol w="804325"/>
                <a:gridCol w="804325"/>
                <a:gridCol w="804325"/>
                <a:gridCol w="804325"/>
                <a:gridCol w="804325"/>
                <a:gridCol w="804325"/>
                <a:gridCol w="80432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02:00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04:00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08:00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10:00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14:00</a:t>
                      </a:r>
                      <a:endParaRPr sz="1800">
                        <a:solidFill>
                          <a:schemeClr val="lt1"/>
                        </a:solidFill>
                        <a:latin typeface="Lexend"/>
                        <a:ea typeface="Lexend"/>
                        <a:cs typeface="Lexend"/>
                        <a:sym typeface="Lexend"/>
                      </a:endParaRPr>
                    </a:p>
                  </a:txBody>
                  <a:tcPr marL="0" marR="0" marT="0" marB="0" anchor="ctr">
                    <a:solidFill>
                      <a:schemeClr val="accent4"/>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r>
              <a:tr h="442875">
                <a:tc>
                  <a:txBody>
                    <a:bodyPr vert="horz" wrap="square"/>
                    <a:lstStyle/>
                    <a:p>
                      <a:pPr marL="0" lvl="0" indent="0" algn="ctr" rtl="0">
                        <a:spcBef>
                          <a:spcPct val="0"/>
                        </a:spcBef>
                        <a:spcAft>
                          <a:spcPct val="0"/>
                        </a:spcAft>
                        <a:buNone/>
                      </a:pPr>
                      <a:r>
                        <a:rPr lang="en-GB" sz="1800">
                          <a:latin typeface="Lexend"/>
                          <a:ea typeface="Lexend"/>
                          <a:cs typeface="Lexend"/>
                          <a:sym typeface="Lexend"/>
                        </a:rPr>
                        <a:t>9°C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13°C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r>
            </a:tbl>
          </a:graphicData>
        </a:graphic>
      </p:graphicFrame>
      <p:sp>
        <p:nvSpPr>
          <p:cNvPr id="1545" name="Google Shape;1545;p98"/>
          <p:cNvSpPr txBox="1"/>
          <p:nvPr/>
        </p:nvSpPr>
        <p:spPr>
          <a:xfrm>
            <a:off x="5232900" y="2139371"/>
            <a:ext cx="3587100" cy="463800"/>
          </a:xfrm>
          <a:prstGeom prst="rect">
            <a:avLst/>
          </a:prstGeom>
          <a:noFill/>
          <a:ln>
            <a:noFill/>
          </a:ln>
        </p:spPr>
        <p:txBody>
          <a:bodyPr spcFirstLastPara="1" wrap="square" lIns="0" tIns="0" rIns="0" bIns="0" anchor="t" anchorCtr="0">
            <a:noAutofit/>
          </a:bodyPr>
          <a:lstStyle/>
          <a:p>
            <a:pPr marL="0" lvl="0" indent="0" algn="r" rtl="0">
              <a:spcBef>
                <a:spcPct val="0"/>
              </a:spcBef>
              <a:spcAft>
                <a:spcPct val="0"/>
              </a:spcAft>
              <a:buNone/>
            </a:pPr>
            <a:r>
              <a:rPr lang="en-GB" sz="1800">
                <a:latin typeface="Lexend"/>
                <a:ea typeface="Lexend"/>
                <a:cs typeface="Lexend"/>
                <a:sym typeface="Lexend"/>
              </a:rPr>
              <a:t>weather at “Oakfield Harbour”</a:t>
            </a:r>
            <a:endParaRPr sz="1800">
              <a:solidFill>
                <a:srgbClr val="000000"/>
              </a:solidFill>
              <a:latin typeface="Lexend"/>
              <a:ea typeface="Lexend"/>
              <a:cs typeface="Lexend"/>
              <a:sym typeface="Lexend"/>
            </a:endParaRPr>
          </a:p>
        </p:txBody>
      </p:sp>
      <p:sp>
        <p:nvSpPr>
          <p:cNvPr id="1546" name="Google Shape;1546;p98"/>
          <p:cNvSpPr txBox="1"/>
          <p:nvPr/>
        </p:nvSpPr>
        <p:spPr>
          <a:xfrm>
            <a:off x="1031450" y="2978029"/>
            <a:ext cx="77886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2000">
                <a:latin typeface="Kalam"/>
                <a:ea typeface="Kalam"/>
                <a:cs typeface="Kalam"/>
                <a:sym typeface="Kalam"/>
              </a:rPr>
              <a:t>(9°C + </a:t>
            </a:r>
            <a:r>
              <a:rPr lang="en-GB" sz="2000">
                <a:solidFill>
                  <a:schemeClr val="dk1"/>
                </a:solidFill>
                <a:latin typeface="Kalam"/>
                <a:ea typeface="Kalam"/>
                <a:cs typeface="Kalam"/>
                <a:sym typeface="Kalam"/>
              </a:rPr>
              <a:t>10°C + 8°C</a:t>
            </a:r>
            <a:r>
              <a:rPr lang="en-GB" sz="2000">
                <a:latin typeface="Kalam"/>
                <a:ea typeface="Kalam"/>
                <a:cs typeface="Kalam"/>
                <a:sym typeface="Kalam"/>
              </a:rPr>
              <a:t>) ÷ 3 = 9°C</a:t>
            </a:r>
            <a:endParaRPr sz="2000">
              <a:latin typeface="Kalam"/>
              <a:ea typeface="Kalam"/>
              <a:cs typeface="Kalam"/>
              <a:sym typeface="Kalam"/>
            </a:endParaRPr>
          </a:p>
        </p:txBody>
      </p:sp>
      <p:sp>
        <p:nvSpPr>
          <p:cNvPr id="1547" name="Google Shape;1547;p98"/>
          <p:cNvSpPr txBox="1"/>
          <p:nvPr/>
        </p:nvSpPr>
        <p:spPr>
          <a:xfrm>
            <a:off x="324000" y="2647950"/>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c) What is the mean temperature during the night-time hours?</a:t>
            </a:r>
            <a:endParaRPr sz="1800">
              <a:latin typeface="Lexend"/>
              <a:ea typeface="Lexend"/>
              <a:cs typeface="Lexend"/>
              <a:sym typeface="Lexend"/>
            </a:endParaRPr>
          </a:p>
          <a:p>
            <a:pPr marL="0" lvl="0" indent="0" algn="l" rtl="0">
              <a:spcBef>
                <a:spcPts val="1000"/>
              </a:spcBef>
              <a:spcAft>
                <a:spcPts val="1000"/>
              </a:spcAft>
              <a:buNone/>
            </a:pPr>
            <a:endParaRPr sz="1800">
              <a:latin typeface="Lexend"/>
              <a:ea typeface="Lexend"/>
              <a:cs typeface="Lexend"/>
              <a:sym typeface="Lexend"/>
            </a:endParaRPr>
          </a:p>
        </p:txBody>
      </p:sp>
      <p:pic>
        <p:nvPicPr>
          <p:cNvPr id="1548" name="Google Shape;1548;p98"/>
          <p:cNvPicPr preferRelativeResize="0"/>
          <p:nvPr/>
        </p:nvPicPr>
        <p:blipFill>
          <a:blip r:embed="rId3">
            <a:alphaModFix/>
          </a:blip>
          <a:stretch>
            <a:fillRect/>
          </a:stretch>
        </p:blipFill>
        <p:spPr>
          <a:xfrm>
            <a:off x="2461550" y="992972"/>
            <a:ext cx="646425" cy="668824"/>
          </a:xfrm>
          <a:prstGeom prst="rect">
            <a:avLst/>
          </a:prstGeom>
          <a:noFill/>
          <a:ln>
            <a:noFill/>
          </a:ln>
        </p:spPr>
      </p:pic>
      <p:pic>
        <p:nvPicPr>
          <p:cNvPr id="1549" name="Google Shape;1549;p98"/>
          <p:cNvPicPr preferRelativeResize="0"/>
          <p:nvPr/>
        </p:nvPicPr>
        <p:blipFill>
          <a:blip r:embed="rId3">
            <a:alphaModFix/>
          </a:blip>
          <a:stretch>
            <a:fillRect/>
          </a:stretch>
        </p:blipFill>
        <p:spPr>
          <a:xfrm>
            <a:off x="3281825" y="992972"/>
            <a:ext cx="646425" cy="668824"/>
          </a:xfrm>
          <a:prstGeom prst="rect">
            <a:avLst/>
          </a:prstGeom>
          <a:noFill/>
          <a:ln>
            <a:noFill/>
          </a:ln>
        </p:spPr>
      </p:pic>
      <p:pic>
        <p:nvPicPr>
          <p:cNvPr id="1550" name="Google Shape;1550;p98"/>
          <p:cNvPicPr preferRelativeResize="0"/>
          <p:nvPr/>
        </p:nvPicPr>
        <p:blipFill>
          <a:blip r:embed="rId4">
            <a:alphaModFix/>
          </a:blip>
          <a:stretch>
            <a:fillRect/>
          </a:stretch>
        </p:blipFill>
        <p:spPr>
          <a:xfrm>
            <a:off x="4873337" y="999501"/>
            <a:ext cx="646450" cy="655783"/>
          </a:xfrm>
          <a:prstGeom prst="rect">
            <a:avLst/>
          </a:prstGeom>
          <a:noFill/>
          <a:ln>
            <a:noFill/>
          </a:ln>
        </p:spPr>
      </p:pic>
      <p:pic>
        <p:nvPicPr>
          <p:cNvPr id="1551" name="Google Shape;1551;p98"/>
          <p:cNvPicPr preferRelativeResize="0"/>
          <p:nvPr/>
        </p:nvPicPr>
        <p:blipFill>
          <a:blip r:embed="rId5">
            <a:alphaModFix/>
          </a:blip>
          <a:stretch>
            <a:fillRect/>
          </a:stretch>
        </p:blipFill>
        <p:spPr>
          <a:xfrm>
            <a:off x="4143344" y="1040891"/>
            <a:ext cx="514894" cy="573000"/>
          </a:xfrm>
          <a:prstGeom prst="rect">
            <a:avLst/>
          </a:prstGeom>
          <a:noFill/>
          <a:ln>
            <a:noFill/>
          </a:ln>
        </p:spPr>
      </p:pic>
      <p:pic>
        <p:nvPicPr>
          <p:cNvPr id="1552" name="Google Shape;1552;p98"/>
          <p:cNvPicPr preferRelativeResize="0"/>
          <p:nvPr/>
        </p:nvPicPr>
        <p:blipFill>
          <a:blip r:embed="rId6">
            <a:alphaModFix/>
          </a:blip>
          <a:stretch>
            <a:fillRect/>
          </a:stretch>
        </p:blipFill>
        <p:spPr>
          <a:xfrm>
            <a:off x="5714246" y="1035863"/>
            <a:ext cx="514900" cy="583064"/>
          </a:xfrm>
          <a:prstGeom prst="rect">
            <a:avLst/>
          </a:prstGeom>
          <a:noFill/>
          <a:ln>
            <a:noFill/>
          </a:ln>
        </p:spPr>
      </p:pic>
      <p:pic>
        <p:nvPicPr>
          <p:cNvPr id="1553" name="Google Shape;1553;p98"/>
          <p:cNvPicPr preferRelativeResize="0"/>
          <p:nvPr/>
        </p:nvPicPr>
        <p:blipFill>
          <a:blip r:embed="rId6">
            <a:alphaModFix/>
          </a:blip>
          <a:stretch>
            <a:fillRect/>
          </a:stretch>
        </p:blipFill>
        <p:spPr>
          <a:xfrm>
            <a:off x="6546983" y="1035863"/>
            <a:ext cx="514900" cy="583064"/>
          </a:xfrm>
          <a:prstGeom prst="rect">
            <a:avLst/>
          </a:prstGeom>
          <a:noFill/>
          <a:ln>
            <a:noFill/>
          </a:ln>
        </p:spPr>
      </p:pic>
      <p:pic>
        <p:nvPicPr>
          <p:cNvPr id="1554" name="Google Shape;1554;p98"/>
          <p:cNvPicPr preferRelativeResize="0"/>
          <p:nvPr/>
        </p:nvPicPr>
        <p:blipFill>
          <a:blip r:embed="rId7">
            <a:alphaModFix/>
          </a:blip>
          <a:stretch>
            <a:fillRect/>
          </a:stretch>
        </p:blipFill>
        <p:spPr>
          <a:xfrm>
            <a:off x="7379700" y="1031813"/>
            <a:ext cx="514900" cy="591181"/>
          </a:xfrm>
          <a:prstGeom prst="rect">
            <a:avLst/>
          </a:prstGeom>
          <a:noFill/>
          <a:ln>
            <a:noFill/>
          </a:ln>
        </p:spPr>
      </p:pic>
      <p:pic>
        <p:nvPicPr>
          <p:cNvPr id="1555" name="Google Shape;1555;p98"/>
          <p:cNvPicPr preferRelativeResize="0"/>
          <p:nvPr/>
        </p:nvPicPr>
        <p:blipFill>
          <a:blip r:embed="rId8">
            <a:alphaModFix/>
          </a:blip>
          <a:stretch>
            <a:fillRect/>
          </a:stretch>
        </p:blipFill>
        <p:spPr>
          <a:xfrm>
            <a:off x="8089075" y="1109513"/>
            <a:ext cx="646425" cy="435792"/>
          </a:xfrm>
          <a:prstGeom prst="rect">
            <a:avLst/>
          </a:prstGeom>
          <a:noFill/>
          <a:ln>
            <a:noFill/>
          </a:ln>
        </p:spPr>
      </p:pic>
    </p:spTree>
  </p:cSld>
  <p:clrMapOvr>
    <a:masterClrMapping/>
  </p:clrMapOvr>
  <p:transition/>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59" name="Shape 1559"/>
        <p:cNvGrpSpPr/>
        <p:nvPr/>
      </p:nvGrpSpPr>
      <p:grpSpPr>
        <a:xfrm>
          <a:off x="0" y="0"/>
          <a:ext cx="0" cy="0"/>
        </a:xfrm>
      </p:grpSpPr>
      <p:sp>
        <p:nvSpPr>
          <p:cNvPr id="1560" name="Google Shape;1560;p99"/>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Understanding a basic weather forecast</a:t>
            </a:r>
            <a:endParaRPr/>
          </a:p>
        </p:txBody>
      </p:sp>
      <p:sp>
        <p:nvSpPr>
          <p:cNvPr id="1561" name="Google Shape;1561;p99"/>
          <p:cNvSpPr txBox="1"/>
          <p:nvPr/>
        </p:nvSpPr>
        <p:spPr>
          <a:xfrm>
            <a:off x="324000" y="683970"/>
            <a:ext cx="1980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2) This weather report shows weather data for 1st June 2024.</a:t>
            </a:r>
            <a:endParaRPr sz="1800">
              <a:latin typeface="Lexend"/>
              <a:ea typeface="Lexend"/>
              <a:cs typeface="Lexend"/>
              <a:sym typeface="Lexend"/>
            </a:endParaRPr>
          </a:p>
        </p:txBody>
      </p:sp>
      <p:graphicFrame>
        <p:nvGraphicFramePr>
          <p:cNvPr id="1562" name="Google Shape;1562;p99"/>
          <p:cNvGraphicFramePr>
            <a:graphicFrameLocks noGrp="1"/>
          </p:cNvGraphicFramePr>
          <p:nvPr/>
        </p:nvGraphicFramePr>
        <p:xfrm>
          <a:off x="2385388" y="683971"/>
          <a:ext cx="6434600" cy="1455420"/>
        </p:xfrm>
        <a:graphic>
          <a:graphicData uri="http://schemas.openxmlformats.org/drawingml/2006/table">
            <a:tbl>
              <a:tblPr>
                <a:noFill/>
                <a:tableStyleId>{DAE9959B-F1CB-4490-83DD-53336B36D040}</a:tableStyleId>
              </a:tblPr>
              <a:tblGrid>
                <a:gridCol w="804325"/>
                <a:gridCol w="804325"/>
                <a:gridCol w="804325"/>
                <a:gridCol w="804325"/>
                <a:gridCol w="804325"/>
                <a:gridCol w="804325"/>
                <a:gridCol w="804325"/>
                <a:gridCol w="80432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02:00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04:00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08:00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10:00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14:00</a:t>
                      </a:r>
                      <a:endParaRPr sz="1800">
                        <a:solidFill>
                          <a:schemeClr val="lt1"/>
                        </a:solidFill>
                        <a:latin typeface="Lexend"/>
                        <a:ea typeface="Lexend"/>
                        <a:cs typeface="Lexend"/>
                        <a:sym typeface="Lexend"/>
                      </a:endParaRPr>
                    </a:p>
                  </a:txBody>
                  <a:tcPr marL="0" marR="0" marT="0" marB="0" anchor="ctr">
                    <a:solidFill>
                      <a:schemeClr val="accent4"/>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r>
              <a:tr h="442875">
                <a:tc>
                  <a:txBody>
                    <a:bodyPr vert="horz" wrap="square"/>
                    <a:lstStyle/>
                    <a:p>
                      <a:pPr marL="0" lvl="0" indent="0" algn="ctr" rtl="0">
                        <a:spcBef>
                          <a:spcPct val="0"/>
                        </a:spcBef>
                        <a:spcAft>
                          <a:spcPct val="0"/>
                        </a:spcAft>
                        <a:buNone/>
                      </a:pPr>
                      <a:r>
                        <a:rPr lang="en-GB" sz="1800">
                          <a:latin typeface="Lexend"/>
                          <a:ea typeface="Lexend"/>
                          <a:cs typeface="Lexend"/>
                          <a:sym typeface="Lexend"/>
                        </a:rPr>
                        <a:t>9°C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13°C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r>
            </a:tbl>
          </a:graphicData>
        </a:graphic>
      </p:graphicFrame>
      <p:sp>
        <p:nvSpPr>
          <p:cNvPr id="1563" name="Google Shape;1563;p99"/>
          <p:cNvSpPr txBox="1"/>
          <p:nvPr/>
        </p:nvSpPr>
        <p:spPr>
          <a:xfrm>
            <a:off x="5232900" y="2139371"/>
            <a:ext cx="3587100" cy="463800"/>
          </a:xfrm>
          <a:prstGeom prst="rect">
            <a:avLst/>
          </a:prstGeom>
          <a:noFill/>
          <a:ln>
            <a:noFill/>
          </a:ln>
        </p:spPr>
        <p:txBody>
          <a:bodyPr spcFirstLastPara="1" wrap="square" lIns="0" tIns="0" rIns="0" bIns="0" anchor="t" anchorCtr="0">
            <a:noAutofit/>
          </a:bodyPr>
          <a:lstStyle/>
          <a:p>
            <a:pPr marL="0" lvl="0" indent="0" algn="r" rtl="0">
              <a:spcBef>
                <a:spcPct val="0"/>
              </a:spcBef>
              <a:spcAft>
                <a:spcPct val="0"/>
              </a:spcAft>
              <a:buNone/>
            </a:pPr>
            <a:r>
              <a:rPr lang="en-GB" sz="1800">
                <a:latin typeface="Lexend"/>
                <a:ea typeface="Lexend"/>
                <a:cs typeface="Lexend"/>
                <a:sym typeface="Lexend"/>
              </a:rPr>
              <a:t>weather at “Oakfield Harbour”</a:t>
            </a:r>
            <a:endParaRPr sz="1800">
              <a:solidFill>
                <a:srgbClr val="000000"/>
              </a:solidFill>
              <a:latin typeface="Lexend"/>
              <a:ea typeface="Lexend"/>
              <a:cs typeface="Lexend"/>
              <a:sym typeface="Lexend"/>
            </a:endParaRPr>
          </a:p>
        </p:txBody>
      </p:sp>
      <p:sp>
        <p:nvSpPr>
          <p:cNvPr id="1564" name="Google Shape;1564;p99"/>
          <p:cNvSpPr/>
          <p:nvPr/>
        </p:nvSpPr>
        <p:spPr>
          <a:xfrm flipH="1">
            <a:off x="882949" y="4267030"/>
            <a:ext cx="1229700" cy="5331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800">
                <a:latin typeface="Lexend"/>
                <a:ea typeface="Lexend"/>
                <a:cs typeface="Lexend"/>
                <a:sym typeface="Lexend"/>
              </a:rPr>
              <a:t>sunny</a:t>
            </a:r>
            <a:endParaRPr sz="1800">
              <a:latin typeface="Lexend"/>
              <a:ea typeface="Lexend"/>
              <a:cs typeface="Lexend"/>
              <a:sym typeface="Lexend"/>
            </a:endParaRPr>
          </a:p>
        </p:txBody>
      </p:sp>
      <p:sp>
        <p:nvSpPr>
          <p:cNvPr id="1565" name="Google Shape;1565;p99"/>
          <p:cNvSpPr txBox="1"/>
          <p:nvPr/>
        </p:nvSpPr>
        <p:spPr>
          <a:xfrm>
            <a:off x="324000" y="2647950"/>
            <a:ext cx="90084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d) Which of these weather conditions is likely at 1 pm? Justify your choices.</a:t>
            </a:r>
            <a:endParaRPr sz="1800">
              <a:latin typeface="Lexend"/>
              <a:ea typeface="Lexend"/>
              <a:cs typeface="Lexend"/>
              <a:sym typeface="Lexend"/>
            </a:endParaRPr>
          </a:p>
        </p:txBody>
      </p:sp>
      <p:sp>
        <p:nvSpPr>
          <p:cNvPr id="1566" name="Google Shape;1566;p99"/>
          <p:cNvSpPr/>
          <p:nvPr/>
        </p:nvSpPr>
        <p:spPr>
          <a:xfrm flipH="1">
            <a:off x="2359750" y="4267030"/>
            <a:ext cx="1229700" cy="5331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800">
                <a:latin typeface="Lexend"/>
                <a:ea typeface="Lexend"/>
                <a:cs typeface="Lexend"/>
                <a:sym typeface="Lexend"/>
              </a:rPr>
              <a:t>sunny intervals</a:t>
            </a:r>
            <a:endParaRPr sz="1800">
              <a:latin typeface="Lexend"/>
              <a:ea typeface="Lexend"/>
              <a:cs typeface="Lexend"/>
              <a:sym typeface="Lexend"/>
            </a:endParaRPr>
          </a:p>
        </p:txBody>
      </p:sp>
      <p:sp>
        <p:nvSpPr>
          <p:cNvPr id="1567" name="Google Shape;1567;p99"/>
          <p:cNvSpPr/>
          <p:nvPr/>
        </p:nvSpPr>
        <p:spPr>
          <a:xfrm flipH="1">
            <a:off x="3836550" y="4267030"/>
            <a:ext cx="1229700" cy="5331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800">
                <a:latin typeface="Lexend"/>
                <a:ea typeface="Lexend"/>
                <a:cs typeface="Lexend"/>
                <a:sym typeface="Lexend"/>
              </a:rPr>
              <a:t>rain showers</a:t>
            </a:r>
            <a:endParaRPr sz="1800">
              <a:latin typeface="Lexend"/>
              <a:ea typeface="Lexend"/>
              <a:cs typeface="Lexend"/>
              <a:sym typeface="Lexend"/>
            </a:endParaRPr>
          </a:p>
        </p:txBody>
      </p:sp>
      <p:sp>
        <p:nvSpPr>
          <p:cNvPr id="1568" name="Google Shape;1568;p99"/>
          <p:cNvSpPr/>
          <p:nvPr/>
        </p:nvSpPr>
        <p:spPr>
          <a:xfrm flipH="1">
            <a:off x="5313350" y="4267030"/>
            <a:ext cx="1229700" cy="5331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800">
                <a:latin typeface="Lexend"/>
                <a:ea typeface="Lexend"/>
                <a:cs typeface="Lexend"/>
                <a:sym typeface="Lexend"/>
              </a:rPr>
              <a:t>heavy rain</a:t>
            </a:r>
            <a:endParaRPr sz="1800">
              <a:latin typeface="Lexend"/>
              <a:ea typeface="Lexend"/>
              <a:cs typeface="Lexend"/>
              <a:sym typeface="Lexend"/>
            </a:endParaRPr>
          </a:p>
        </p:txBody>
      </p:sp>
      <p:sp>
        <p:nvSpPr>
          <p:cNvPr id="1569" name="Google Shape;1569;p99"/>
          <p:cNvSpPr/>
          <p:nvPr/>
        </p:nvSpPr>
        <p:spPr>
          <a:xfrm flipH="1">
            <a:off x="6790150" y="4267030"/>
            <a:ext cx="1229700" cy="5331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800">
                <a:latin typeface="Lexend"/>
                <a:ea typeface="Lexend"/>
                <a:cs typeface="Lexend"/>
                <a:sym typeface="Lexend"/>
              </a:rPr>
              <a:t>lightning</a:t>
            </a:r>
            <a:endParaRPr sz="1800">
              <a:latin typeface="Lexend"/>
              <a:ea typeface="Lexend"/>
              <a:cs typeface="Lexend"/>
              <a:sym typeface="Lexend"/>
            </a:endParaRPr>
          </a:p>
        </p:txBody>
      </p:sp>
      <p:pic>
        <p:nvPicPr>
          <p:cNvPr id="1570" name="Google Shape;1570;p99"/>
          <p:cNvPicPr preferRelativeResize="0"/>
          <p:nvPr/>
        </p:nvPicPr>
        <p:blipFill>
          <a:blip r:embed="rId3">
            <a:alphaModFix/>
          </a:blip>
          <a:stretch>
            <a:fillRect/>
          </a:stretch>
        </p:blipFill>
        <p:spPr>
          <a:xfrm>
            <a:off x="2798750" y="3894825"/>
            <a:ext cx="351700" cy="372200"/>
          </a:xfrm>
          <a:prstGeom prst="rect">
            <a:avLst/>
          </a:prstGeom>
          <a:noFill/>
          <a:ln>
            <a:noFill/>
          </a:ln>
        </p:spPr>
      </p:pic>
      <p:sp>
        <p:nvSpPr>
          <p:cNvPr id="1571" name="Google Shape;1571;p99"/>
          <p:cNvSpPr txBox="1"/>
          <p:nvPr/>
        </p:nvSpPr>
        <p:spPr>
          <a:xfrm>
            <a:off x="1031450" y="2977923"/>
            <a:ext cx="77886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2000">
                <a:latin typeface="Kalam"/>
                <a:ea typeface="Kalam"/>
                <a:cs typeface="Kalam"/>
                <a:sym typeface="Kalam"/>
              </a:rPr>
              <a:t>Whilst the weather could be anything at 1 pm, it is likely to be either the weather at 12 pm (heavy rain) or the weather at 2 pm (sunny intervals), or a combination of both (rain showers).</a:t>
            </a:r>
            <a:endParaRPr sz="2000">
              <a:latin typeface="Kalam"/>
              <a:ea typeface="Kalam"/>
              <a:cs typeface="Kalam"/>
              <a:sym typeface="Kalam"/>
            </a:endParaRPr>
          </a:p>
        </p:txBody>
      </p:sp>
      <p:pic>
        <p:nvPicPr>
          <p:cNvPr id="1572" name="Google Shape;1572;p99"/>
          <p:cNvPicPr preferRelativeResize="0"/>
          <p:nvPr/>
        </p:nvPicPr>
        <p:blipFill>
          <a:blip r:embed="rId3">
            <a:alphaModFix/>
          </a:blip>
          <a:stretch>
            <a:fillRect/>
          </a:stretch>
        </p:blipFill>
        <p:spPr>
          <a:xfrm>
            <a:off x="4275550" y="3894825"/>
            <a:ext cx="351700" cy="372200"/>
          </a:xfrm>
          <a:prstGeom prst="rect">
            <a:avLst/>
          </a:prstGeom>
          <a:noFill/>
          <a:ln>
            <a:noFill/>
          </a:ln>
        </p:spPr>
      </p:pic>
      <p:pic>
        <p:nvPicPr>
          <p:cNvPr id="1573" name="Google Shape;1573;p99"/>
          <p:cNvPicPr preferRelativeResize="0"/>
          <p:nvPr/>
        </p:nvPicPr>
        <p:blipFill>
          <a:blip r:embed="rId3">
            <a:alphaModFix/>
          </a:blip>
          <a:stretch>
            <a:fillRect/>
          </a:stretch>
        </p:blipFill>
        <p:spPr>
          <a:xfrm>
            <a:off x="5752350" y="3894825"/>
            <a:ext cx="351700" cy="372200"/>
          </a:xfrm>
          <a:prstGeom prst="rect">
            <a:avLst/>
          </a:prstGeom>
          <a:noFill/>
          <a:ln>
            <a:noFill/>
          </a:ln>
        </p:spPr>
      </p:pic>
      <p:pic>
        <p:nvPicPr>
          <p:cNvPr id="1574" name="Google Shape;1574;p99"/>
          <p:cNvPicPr preferRelativeResize="0"/>
          <p:nvPr/>
        </p:nvPicPr>
        <p:blipFill>
          <a:blip r:embed="rId4">
            <a:alphaModFix/>
          </a:blip>
          <a:stretch>
            <a:fillRect/>
          </a:stretch>
        </p:blipFill>
        <p:spPr>
          <a:xfrm>
            <a:off x="2461550" y="992972"/>
            <a:ext cx="646425" cy="668824"/>
          </a:xfrm>
          <a:prstGeom prst="rect">
            <a:avLst/>
          </a:prstGeom>
          <a:noFill/>
          <a:ln>
            <a:noFill/>
          </a:ln>
        </p:spPr>
      </p:pic>
      <p:pic>
        <p:nvPicPr>
          <p:cNvPr id="1575" name="Google Shape;1575;p99"/>
          <p:cNvPicPr preferRelativeResize="0"/>
          <p:nvPr/>
        </p:nvPicPr>
        <p:blipFill>
          <a:blip r:embed="rId4">
            <a:alphaModFix/>
          </a:blip>
          <a:stretch>
            <a:fillRect/>
          </a:stretch>
        </p:blipFill>
        <p:spPr>
          <a:xfrm>
            <a:off x="3281825" y="992972"/>
            <a:ext cx="646425" cy="668824"/>
          </a:xfrm>
          <a:prstGeom prst="rect">
            <a:avLst/>
          </a:prstGeom>
          <a:noFill/>
          <a:ln>
            <a:noFill/>
          </a:ln>
        </p:spPr>
      </p:pic>
      <p:pic>
        <p:nvPicPr>
          <p:cNvPr id="1576" name="Google Shape;1576;p99"/>
          <p:cNvPicPr preferRelativeResize="0"/>
          <p:nvPr/>
        </p:nvPicPr>
        <p:blipFill>
          <a:blip r:embed="rId5">
            <a:alphaModFix/>
          </a:blip>
          <a:stretch>
            <a:fillRect/>
          </a:stretch>
        </p:blipFill>
        <p:spPr>
          <a:xfrm>
            <a:off x="4873337" y="999501"/>
            <a:ext cx="646450" cy="655783"/>
          </a:xfrm>
          <a:prstGeom prst="rect">
            <a:avLst/>
          </a:prstGeom>
          <a:noFill/>
          <a:ln>
            <a:noFill/>
          </a:ln>
        </p:spPr>
      </p:pic>
      <p:pic>
        <p:nvPicPr>
          <p:cNvPr id="1577" name="Google Shape;1577;p99"/>
          <p:cNvPicPr preferRelativeResize="0"/>
          <p:nvPr/>
        </p:nvPicPr>
        <p:blipFill>
          <a:blip r:embed="rId6">
            <a:alphaModFix/>
          </a:blip>
          <a:stretch>
            <a:fillRect/>
          </a:stretch>
        </p:blipFill>
        <p:spPr>
          <a:xfrm>
            <a:off x="4143344" y="1040891"/>
            <a:ext cx="514894" cy="573000"/>
          </a:xfrm>
          <a:prstGeom prst="rect">
            <a:avLst/>
          </a:prstGeom>
          <a:noFill/>
          <a:ln>
            <a:noFill/>
          </a:ln>
        </p:spPr>
      </p:pic>
      <p:pic>
        <p:nvPicPr>
          <p:cNvPr id="1578" name="Google Shape;1578;p99"/>
          <p:cNvPicPr preferRelativeResize="0"/>
          <p:nvPr/>
        </p:nvPicPr>
        <p:blipFill>
          <a:blip r:embed="rId7">
            <a:alphaModFix/>
          </a:blip>
          <a:stretch>
            <a:fillRect/>
          </a:stretch>
        </p:blipFill>
        <p:spPr>
          <a:xfrm>
            <a:off x="5714246" y="1035863"/>
            <a:ext cx="514900" cy="583064"/>
          </a:xfrm>
          <a:prstGeom prst="rect">
            <a:avLst/>
          </a:prstGeom>
          <a:noFill/>
          <a:ln>
            <a:noFill/>
          </a:ln>
        </p:spPr>
      </p:pic>
      <p:pic>
        <p:nvPicPr>
          <p:cNvPr id="1579" name="Google Shape;1579;p99"/>
          <p:cNvPicPr preferRelativeResize="0"/>
          <p:nvPr/>
        </p:nvPicPr>
        <p:blipFill>
          <a:blip r:embed="rId7">
            <a:alphaModFix/>
          </a:blip>
          <a:stretch>
            <a:fillRect/>
          </a:stretch>
        </p:blipFill>
        <p:spPr>
          <a:xfrm>
            <a:off x="6546983" y="1035863"/>
            <a:ext cx="514900" cy="583064"/>
          </a:xfrm>
          <a:prstGeom prst="rect">
            <a:avLst/>
          </a:prstGeom>
          <a:noFill/>
          <a:ln>
            <a:noFill/>
          </a:ln>
        </p:spPr>
      </p:pic>
      <p:pic>
        <p:nvPicPr>
          <p:cNvPr id="1580" name="Google Shape;1580;p99"/>
          <p:cNvPicPr preferRelativeResize="0"/>
          <p:nvPr/>
        </p:nvPicPr>
        <p:blipFill>
          <a:blip r:embed="rId8">
            <a:alphaModFix/>
          </a:blip>
          <a:stretch>
            <a:fillRect/>
          </a:stretch>
        </p:blipFill>
        <p:spPr>
          <a:xfrm>
            <a:off x="7379700" y="1031813"/>
            <a:ext cx="514900" cy="591181"/>
          </a:xfrm>
          <a:prstGeom prst="rect">
            <a:avLst/>
          </a:prstGeom>
          <a:noFill/>
          <a:ln>
            <a:noFill/>
          </a:ln>
        </p:spPr>
      </p:pic>
      <p:pic>
        <p:nvPicPr>
          <p:cNvPr id="1581" name="Google Shape;1581;p99"/>
          <p:cNvPicPr preferRelativeResize="0"/>
          <p:nvPr/>
        </p:nvPicPr>
        <p:blipFill>
          <a:blip r:embed="rId9">
            <a:alphaModFix/>
          </a:blip>
          <a:stretch>
            <a:fillRect/>
          </a:stretch>
        </p:blipFill>
        <p:spPr>
          <a:xfrm>
            <a:off x="8089075" y="1109513"/>
            <a:ext cx="646425" cy="435792"/>
          </a:xfrm>
          <a:prstGeom prst="rect">
            <a:avLst/>
          </a:prstGeom>
          <a:noFill/>
          <a:ln>
            <a:noFill/>
          </a:ln>
        </p:spPr>
      </p:pic>
    </p:spTree>
  </p:cSld>
  <p:clrMapOvr>
    <a:masterClrMapping/>
  </p:clrMapOvr>
  <p:transition/>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85" name="Shape 1585"/>
        <p:cNvGrpSpPr/>
        <p:nvPr/>
      </p:nvGrpSpPr>
      <p:grpSpPr>
        <a:xfrm>
          <a:off x="0" y="0"/>
          <a:ext cx="0" cy="0"/>
        </a:xfrm>
      </p:grpSpPr>
      <p:sp>
        <p:nvSpPr>
          <p:cNvPr id="1586" name="Google Shape;1586;p100"/>
          <p:cNvSpPr txBox="1"/>
          <p:nvPr/>
        </p:nvSpPr>
        <p:spPr>
          <a:xfrm>
            <a:off x="5053775" y="1970461"/>
            <a:ext cx="37665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700">
                <a:latin typeface="Lexend"/>
                <a:ea typeface="Lexend"/>
                <a:cs typeface="Lexend"/>
                <a:sym typeface="Lexend"/>
              </a:rPr>
              <a:t>3a) Which location in Oakfield does this weather report most likely represent?</a:t>
            </a:r>
            <a:endParaRPr sz="1700">
              <a:latin typeface="Lexend"/>
              <a:ea typeface="Lexend"/>
              <a:cs typeface="Lexend"/>
              <a:sym typeface="Lexend"/>
            </a:endParaRPr>
          </a:p>
        </p:txBody>
      </p:sp>
      <p:graphicFrame>
        <p:nvGraphicFramePr>
          <p:cNvPr id="1587" name="Google Shape;1587;p100"/>
          <p:cNvGraphicFramePr>
            <a:graphicFrameLocks noGrp="1"/>
          </p:cNvGraphicFramePr>
          <p:nvPr/>
        </p:nvGraphicFramePr>
        <p:xfrm>
          <a:off x="323988" y="683971"/>
          <a:ext cx="5849400" cy="1130040"/>
        </p:xfrm>
        <a:graphic>
          <a:graphicData uri="http://schemas.openxmlformats.org/drawingml/2006/table">
            <a:tbl>
              <a:tblPr>
                <a:noFill/>
                <a:tableStyleId>{DAE9959B-F1CB-4490-83DD-53336B36D040}</a:tableStyleId>
              </a:tblPr>
              <a:tblGrid>
                <a:gridCol w="731175"/>
                <a:gridCol w="731175"/>
                <a:gridCol w="731175"/>
                <a:gridCol w="731175"/>
                <a:gridCol w="731175"/>
                <a:gridCol w="731175"/>
                <a:gridCol w="731175"/>
                <a:gridCol w="7311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03:00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09:00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15:00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18:00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21:00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r>
              <a:tr h="581400">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r>
              <a:tr h="221975">
                <a:tc>
                  <a:txBody>
                    <a:bodyPr vert="horz" wrap="square"/>
                    <a:lstStyle/>
                    <a:p>
                      <a:pPr marL="0" lvl="0" indent="0" algn="ctr" rtl="0">
                        <a:spcBef>
                          <a:spcPct val="0"/>
                        </a:spcBef>
                        <a:spcAft>
                          <a:spcPct val="0"/>
                        </a:spcAft>
                        <a:buNone/>
                      </a:pPr>
                      <a:r>
                        <a:rPr lang="en-GB" sz="1800">
                          <a:latin typeface="Lexend"/>
                          <a:ea typeface="Lexend"/>
                          <a:cs typeface="Lexend"/>
                          <a:sym typeface="Lexend"/>
                        </a:rPr>
                        <a:t>6°C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5°C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13°C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r>
            </a:tbl>
          </a:graphicData>
        </a:graphic>
      </p:graphicFrame>
      <p:sp>
        <p:nvSpPr>
          <p:cNvPr id="1588" name="Google Shape;1588;p100"/>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Understanding a basic weather forecast</a:t>
            </a:r>
            <a:endParaRPr/>
          </a:p>
        </p:txBody>
      </p:sp>
      <p:sp>
        <p:nvSpPr>
          <p:cNvPr id="1589" name="Google Shape;1589;p100"/>
          <p:cNvSpPr txBox="1"/>
          <p:nvPr/>
        </p:nvSpPr>
        <p:spPr>
          <a:xfrm>
            <a:off x="6277425" y="683975"/>
            <a:ext cx="25428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700">
                <a:latin typeface="Lexend"/>
                <a:ea typeface="Lexend"/>
                <a:cs typeface="Lexend"/>
                <a:sym typeface="Lexend"/>
              </a:rPr>
              <a:t>Weather report for a location in Oakfield.</a:t>
            </a:r>
            <a:endParaRPr sz="1700">
              <a:latin typeface="Lexend"/>
              <a:ea typeface="Lexend"/>
              <a:cs typeface="Lexend"/>
              <a:sym typeface="Lexend"/>
            </a:endParaRPr>
          </a:p>
        </p:txBody>
      </p:sp>
      <p:sp>
        <p:nvSpPr>
          <p:cNvPr id="1590" name="Google Shape;1590;p100"/>
          <p:cNvSpPr txBox="1"/>
          <p:nvPr/>
        </p:nvSpPr>
        <p:spPr>
          <a:xfrm>
            <a:off x="5095875" y="2977925"/>
            <a:ext cx="37242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Oakmoor.</a:t>
            </a:r>
            <a:endParaRPr sz="2000">
              <a:latin typeface="Kalam"/>
              <a:ea typeface="Kalam"/>
              <a:cs typeface="Kalam"/>
              <a:sym typeface="Kalam"/>
            </a:endParaRPr>
          </a:p>
          <a:p>
            <a:pPr marL="0" lvl="0" indent="0" algn="l" rtl="0">
              <a:spcBef>
                <a:spcPts val="1000"/>
              </a:spcBef>
              <a:spcAft>
                <a:spcPts val="1000"/>
              </a:spcAft>
              <a:buNone/>
            </a:pPr>
            <a:r>
              <a:rPr lang="en-GB" sz="2000">
                <a:latin typeface="Kalam"/>
                <a:ea typeface="Kalam"/>
                <a:cs typeface="Kalam"/>
                <a:sym typeface="Kalam"/>
              </a:rPr>
              <a:t>This is because both the report and map show heavy rain and a temperature of 10°C at 6 pm.</a:t>
            </a:r>
            <a:endParaRPr sz="2000">
              <a:latin typeface="Kalam"/>
              <a:ea typeface="Kalam"/>
              <a:cs typeface="Kalam"/>
              <a:sym typeface="Kalam"/>
            </a:endParaRPr>
          </a:p>
        </p:txBody>
      </p:sp>
      <p:pic>
        <p:nvPicPr>
          <p:cNvPr id="1591" name="Google Shape;1591;p100"/>
          <p:cNvPicPr preferRelativeResize="0"/>
          <p:nvPr/>
        </p:nvPicPr>
        <p:blipFill>
          <a:blip r:embed="rId3">
            <a:alphaModFix/>
          </a:blip>
          <a:stretch>
            <a:fillRect/>
          </a:stretch>
        </p:blipFill>
        <p:spPr>
          <a:xfrm>
            <a:off x="412225" y="899351"/>
            <a:ext cx="634200" cy="656177"/>
          </a:xfrm>
          <a:prstGeom prst="rect">
            <a:avLst/>
          </a:prstGeom>
          <a:noFill/>
          <a:ln>
            <a:noFill/>
          </a:ln>
        </p:spPr>
      </p:pic>
      <p:pic>
        <p:nvPicPr>
          <p:cNvPr id="1592" name="Google Shape;1592;p100"/>
          <p:cNvPicPr preferRelativeResize="0"/>
          <p:nvPr/>
        </p:nvPicPr>
        <p:blipFill>
          <a:blip r:embed="rId4">
            <a:alphaModFix/>
          </a:blip>
          <a:stretch>
            <a:fillRect/>
          </a:stretch>
        </p:blipFill>
        <p:spPr>
          <a:xfrm>
            <a:off x="1106450" y="1037449"/>
            <a:ext cx="634200" cy="373033"/>
          </a:xfrm>
          <a:prstGeom prst="rect">
            <a:avLst/>
          </a:prstGeom>
          <a:noFill/>
          <a:ln>
            <a:noFill/>
          </a:ln>
        </p:spPr>
      </p:pic>
      <p:pic>
        <p:nvPicPr>
          <p:cNvPr id="1593" name="Google Shape;1593;p100"/>
          <p:cNvPicPr preferRelativeResize="0"/>
          <p:nvPr/>
        </p:nvPicPr>
        <p:blipFill>
          <a:blip r:embed="rId4">
            <a:alphaModFix/>
          </a:blip>
          <a:stretch>
            <a:fillRect/>
          </a:stretch>
        </p:blipFill>
        <p:spPr>
          <a:xfrm>
            <a:off x="1831737" y="1037449"/>
            <a:ext cx="634200" cy="373033"/>
          </a:xfrm>
          <a:prstGeom prst="rect">
            <a:avLst/>
          </a:prstGeom>
          <a:noFill/>
          <a:ln>
            <a:noFill/>
          </a:ln>
        </p:spPr>
      </p:pic>
      <p:pic>
        <p:nvPicPr>
          <p:cNvPr id="1594" name="Google Shape;1594;p100"/>
          <p:cNvPicPr preferRelativeResize="0"/>
          <p:nvPr/>
        </p:nvPicPr>
        <p:blipFill>
          <a:blip r:embed="rId4">
            <a:alphaModFix/>
          </a:blip>
          <a:stretch>
            <a:fillRect/>
          </a:stretch>
        </p:blipFill>
        <p:spPr>
          <a:xfrm>
            <a:off x="4025950" y="1062462"/>
            <a:ext cx="634200" cy="373033"/>
          </a:xfrm>
          <a:prstGeom prst="rect">
            <a:avLst/>
          </a:prstGeom>
          <a:noFill/>
          <a:ln>
            <a:noFill/>
          </a:ln>
        </p:spPr>
      </p:pic>
      <p:pic>
        <p:nvPicPr>
          <p:cNvPr id="1595" name="Google Shape;1595;p100"/>
          <p:cNvPicPr preferRelativeResize="0"/>
          <p:nvPr/>
        </p:nvPicPr>
        <p:blipFill>
          <a:blip r:embed="rId5">
            <a:alphaModFix/>
          </a:blip>
          <a:stretch>
            <a:fillRect/>
          </a:stretch>
        </p:blipFill>
        <p:spPr>
          <a:xfrm>
            <a:off x="2617124" y="954689"/>
            <a:ext cx="580200" cy="588577"/>
          </a:xfrm>
          <a:prstGeom prst="rect">
            <a:avLst/>
          </a:prstGeom>
          <a:noFill/>
          <a:ln>
            <a:noFill/>
          </a:ln>
        </p:spPr>
      </p:pic>
      <p:pic>
        <p:nvPicPr>
          <p:cNvPr id="1596" name="Google Shape;1596;p100"/>
          <p:cNvPicPr preferRelativeResize="0"/>
          <p:nvPr/>
        </p:nvPicPr>
        <p:blipFill>
          <a:blip r:embed="rId6">
            <a:alphaModFix/>
          </a:blip>
          <a:stretch>
            <a:fillRect/>
          </a:stretch>
        </p:blipFill>
        <p:spPr>
          <a:xfrm>
            <a:off x="3294538" y="1035200"/>
            <a:ext cx="634200" cy="427549"/>
          </a:xfrm>
          <a:prstGeom prst="rect">
            <a:avLst/>
          </a:prstGeom>
          <a:noFill/>
          <a:ln>
            <a:noFill/>
          </a:ln>
        </p:spPr>
      </p:pic>
      <p:pic>
        <p:nvPicPr>
          <p:cNvPr id="1597" name="Google Shape;1597;p100"/>
          <p:cNvPicPr preferRelativeResize="0"/>
          <p:nvPr/>
        </p:nvPicPr>
        <p:blipFill>
          <a:blip r:embed="rId7">
            <a:alphaModFix/>
          </a:blip>
          <a:stretch>
            <a:fillRect/>
          </a:stretch>
        </p:blipFill>
        <p:spPr>
          <a:xfrm>
            <a:off x="4868102" y="1015588"/>
            <a:ext cx="406575" cy="466800"/>
          </a:xfrm>
          <a:prstGeom prst="rect">
            <a:avLst/>
          </a:prstGeom>
          <a:noFill/>
          <a:ln>
            <a:noFill/>
          </a:ln>
        </p:spPr>
      </p:pic>
      <p:pic>
        <p:nvPicPr>
          <p:cNvPr id="1598" name="Google Shape;1598;p100"/>
          <p:cNvPicPr preferRelativeResize="0"/>
          <p:nvPr/>
        </p:nvPicPr>
        <p:blipFill>
          <a:blip r:embed="rId8">
            <a:alphaModFix/>
          </a:blip>
          <a:stretch>
            <a:fillRect/>
          </a:stretch>
        </p:blipFill>
        <p:spPr>
          <a:xfrm>
            <a:off x="5570959" y="960657"/>
            <a:ext cx="477079" cy="540250"/>
          </a:xfrm>
          <a:prstGeom prst="rect">
            <a:avLst/>
          </a:prstGeom>
          <a:noFill/>
          <a:ln>
            <a:noFill/>
          </a:ln>
        </p:spPr>
      </p:pic>
      <p:pic>
        <p:nvPicPr>
          <p:cNvPr id="1599" name="Google Shape;1599;p100"/>
          <p:cNvPicPr preferRelativeResize="0"/>
          <p:nvPr/>
        </p:nvPicPr>
        <p:blipFill>
          <a:blip r:embed="rId9">
            <a:alphaModFix/>
          </a:blip>
          <a:srcRect l="348" t="351" r="268" b="9705"/>
          <a:stretch>
            <a:fillRect/>
          </a:stretch>
        </p:blipFill>
        <p:spPr>
          <a:xfrm>
            <a:off x="340120" y="1895925"/>
            <a:ext cx="4586054" cy="2895643"/>
          </a:xfrm>
          <a:prstGeom prst="rect">
            <a:avLst/>
          </a:prstGeom>
          <a:noFill/>
          <a:ln>
            <a:noFill/>
          </a:ln>
        </p:spPr>
      </p:pic>
      <p:sp>
        <p:nvSpPr>
          <p:cNvPr id="1600" name="Google Shape;1600;p100"/>
          <p:cNvSpPr txBox="1"/>
          <p:nvPr/>
        </p:nvSpPr>
        <p:spPr>
          <a:xfrm>
            <a:off x="412224" y="1957325"/>
            <a:ext cx="900900" cy="2079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1601" name="Google Shape;1601;p100"/>
          <p:cNvSpPr/>
          <p:nvPr/>
        </p:nvSpPr>
        <p:spPr>
          <a:xfrm>
            <a:off x="1855664" y="2933637"/>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602" name="Google Shape;1602;p100"/>
          <p:cNvSpPr txBox="1"/>
          <p:nvPr/>
        </p:nvSpPr>
        <p:spPr>
          <a:xfrm>
            <a:off x="475371" y="2964597"/>
            <a:ext cx="837900" cy="3603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1603" name="Google Shape;1603;p100"/>
          <p:cNvCxnSpPr/>
          <p:nvPr/>
        </p:nvCxnSpPr>
        <p:spPr>
          <a:xfrm flipH="1">
            <a:off x="1185095" y="2986565"/>
            <a:ext cx="730200" cy="171300"/>
          </a:xfrm>
          <a:prstGeom prst="straightConnector1">
            <a:avLst/>
          </a:prstGeom>
          <a:noFill/>
          <a:ln w="28575" cap="flat" cmpd="sng">
            <a:solidFill>
              <a:srgbClr val="000000"/>
            </a:solidFill>
            <a:prstDash val="solid"/>
            <a:round/>
            <a:headEnd type="none" w="med" len="med"/>
            <a:tailEnd type="none" w="med" len="med"/>
          </a:ln>
        </p:spPr>
      </p:cxnSp>
      <p:sp>
        <p:nvSpPr>
          <p:cNvPr id="1604" name="Google Shape;1604;p100"/>
          <p:cNvSpPr/>
          <p:nvPr/>
        </p:nvSpPr>
        <p:spPr>
          <a:xfrm rot="-4510961">
            <a:off x="4271732" y="2864446"/>
            <a:ext cx="106750" cy="10675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1605" name="Google Shape;1605;p100"/>
          <p:cNvCxnSpPr/>
          <p:nvPr/>
        </p:nvCxnSpPr>
        <p:spPr>
          <a:xfrm>
            <a:off x="4326295" y="2911676"/>
            <a:ext cx="55500" cy="466800"/>
          </a:xfrm>
          <a:prstGeom prst="straightConnector1">
            <a:avLst/>
          </a:prstGeom>
          <a:noFill/>
          <a:ln w="28575" cap="flat" cmpd="sng">
            <a:solidFill>
              <a:srgbClr val="000000"/>
            </a:solidFill>
            <a:prstDash val="solid"/>
            <a:round/>
            <a:headEnd type="none" w="med" len="med"/>
            <a:tailEnd type="none" w="med" len="med"/>
          </a:ln>
        </p:spPr>
      </p:cxnSp>
      <p:sp>
        <p:nvSpPr>
          <p:cNvPr id="1606" name="Google Shape;1606;p100"/>
          <p:cNvSpPr txBox="1"/>
          <p:nvPr/>
        </p:nvSpPr>
        <p:spPr>
          <a:xfrm>
            <a:off x="3970057" y="3371119"/>
            <a:ext cx="837900" cy="3603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1607" name="Google Shape;1607;p100"/>
          <p:cNvSpPr/>
          <p:nvPr/>
        </p:nvSpPr>
        <p:spPr>
          <a:xfrm>
            <a:off x="3317240" y="4366840"/>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608" name="Google Shape;1608;p100"/>
          <p:cNvGrpSpPr/>
          <p:nvPr/>
        </p:nvGrpSpPr>
        <p:grpSpPr>
          <a:xfrm flipH="1">
            <a:off x="3358688" y="4311983"/>
            <a:ext cx="982514" cy="360147"/>
            <a:chOff x="2606940" y="3909728"/>
            <a:chExt cx="1082780" cy="396900"/>
          </a:xfrm>
        </p:grpSpPr>
        <p:sp>
          <p:nvSpPr>
            <p:cNvPr id="1609" name="Google Shape;1609;p100"/>
            <p:cNvSpPr txBox="1"/>
            <p:nvPr/>
          </p:nvSpPr>
          <p:spPr>
            <a:xfrm>
              <a:off x="2606940" y="3909728"/>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1610" name="Google Shape;1610;p100"/>
            <p:cNvCxnSpPr/>
            <p:nvPr/>
          </p:nvCxnSpPr>
          <p:spPr>
            <a:xfrm flipH="1">
              <a:off x="3479720" y="4028393"/>
              <a:ext cx="210000" cy="42300"/>
            </a:xfrm>
            <a:prstGeom prst="straightConnector1">
              <a:avLst/>
            </a:prstGeom>
            <a:noFill/>
            <a:ln w="28575" cap="flat" cmpd="sng">
              <a:solidFill>
                <a:srgbClr val="000000"/>
              </a:solidFill>
              <a:prstDash val="solid"/>
              <a:round/>
              <a:headEnd type="none" w="med" len="med"/>
              <a:tailEnd type="none" w="med" len="med"/>
            </a:ln>
          </p:spPr>
        </p:cxnSp>
      </p:grpSp>
      <p:sp>
        <p:nvSpPr>
          <p:cNvPr id="1611" name="Google Shape;1611;p100"/>
          <p:cNvSpPr/>
          <p:nvPr/>
        </p:nvSpPr>
        <p:spPr>
          <a:xfrm>
            <a:off x="3145655" y="2709321"/>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612" name="Google Shape;1612;p100"/>
          <p:cNvSpPr/>
          <p:nvPr/>
        </p:nvSpPr>
        <p:spPr>
          <a:xfrm>
            <a:off x="2527518" y="3792334"/>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613" name="Google Shape;1613;p100"/>
          <p:cNvSpPr txBox="1"/>
          <p:nvPr/>
        </p:nvSpPr>
        <p:spPr>
          <a:xfrm>
            <a:off x="4358678" y="4575863"/>
            <a:ext cx="539700" cy="207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18:00</a:t>
            </a:r>
            <a:endParaRPr sz="1600">
              <a:solidFill>
                <a:srgbClr val="FFFFFF"/>
              </a:solidFill>
              <a:latin typeface="Lexend"/>
              <a:ea typeface="Lexend"/>
              <a:cs typeface="Lexend"/>
              <a:sym typeface="Lexend"/>
            </a:endParaRPr>
          </a:p>
        </p:txBody>
      </p:sp>
      <p:grpSp>
        <p:nvGrpSpPr>
          <p:cNvPr id="1614" name="Google Shape;1614;p100"/>
          <p:cNvGrpSpPr/>
          <p:nvPr/>
        </p:nvGrpSpPr>
        <p:grpSpPr>
          <a:xfrm>
            <a:off x="310164" y="4108108"/>
            <a:ext cx="337825" cy="587179"/>
            <a:chOff x="386375" y="4087685"/>
            <a:chExt cx="372300" cy="647100"/>
          </a:xfrm>
        </p:grpSpPr>
        <p:cxnSp>
          <p:nvCxnSpPr>
            <p:cNvPr id="1615" name="Google Shape;1615;p100"/>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1616" name="Google Shape;1616;p100"/>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grpSp>
      <p:sp>
        <p:nvSpPr>
          <p:cNvPr id="1617" name="Google Shape;1617;p100"/>
          <p:cNvSpPr/>
          <p:nvPr/>
        </p:nvSpPr>
        <p:spPr>
          <a:xfrm>
            <a:off x="1606501" y="4398151"/>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618" name="Google Shape;1618;p100"/>
          <p:cNvSpPr/>
          <p:nvPr/>
        </p:nvSpPr>
        <p:spPr>
          <a:xfrm>
            <a:off x="1580612" y="2214275"/>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13°C</a:t>
            </a:r>
            <a:endParaRPr sz="1800">
              <a:solidFill>
                <a:srgbClr val="FFFFFF"/>
              </a:solidFill>
              <a:latin typeface="Lexend"/>
              <a:ea typeface="Lexend"/>
              <a:cs typeface="Lexend"/>
              <a:sym typeface="Lexend"/>
            </a:endParaRPr>
          </a:p>
        </p:txBody>
      </p:sp>
      <p:sp>
        <p:nvSpPr>
          <p:cNvPr id="1619" name="Google Shape;1619;p100"/>
          <p:cNvSpPr/>
          <p:nvPr/>
        </p:nvSpPr>
        <p:spPr>
          <a:xfrm>
            <a:off x="3053500" y="3698525"/>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chemeClr val="lt1"/>
                </a:solidFill>
                <a:latin typeface="Lexend"/>
                <a:ea typeface="Lexend"/>
                <a:cs typeface="Lexend"/>
                <a:sym typeface="Lexend"/>
              </a:rPr>
              <a:t>9°C</a:t>
            </a:r>
            <a:endParaRPr sz="1800">
              <a:solidFill>
                <a:srgbClr val="FFFFFF"/>
              </a:solidFill>
              <a:latin typeface="Lexend"/>
              <a:ea typeface="Lexend"/>
              <a:cs typeface="Lexend"/>
              <a:sym typeface="Lexend"/>
            </a:endParaRPr>
          </a:p>
        </p:txBody>
      </p:sp>
      <p:sp>
        <p:nvSpPr>
          <p:cNvPr id="1620" name="Google Shape;1620;p100"/>
          <p:cNvSpPr/>
          <p:nvPr/>
        </p:nvSpPr>
        <p:spPr>
          <a:xfrm>
            <a:off x="4152124" y="2184175"/>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10°C</a:t>
            </a:r>
            <a:endParaRPr sz="1800">
              <a:solidFill>
                <a:srgbClr val="FFFFFF"/>
              </a:solidFill>
              <a:latin typeface="Lexend"/>
              <a:ea typeface="Lexend"/>
              <a:cs typeface="Lexend"/>
              <a:sym typeface="Lexend"/>
            </a:endParaRPr>
          </a:p>
        </p:txBody>
      </p:sp>
      <p:sp>
        <p:nvSpPr>
          <p:cNvPr id="1621" name="Google Shape;1621;p100"/>
          <p:cNvSpPr/>
          <p:nvPr/>
        </p:nvSpPr>
        <p:spPr>
          <a:xfrm>
            <a:off x="2263800" y="3124050"/>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8°C</a:t>
            </a:r>
            <a:endParaRPr sz="1800">
              <a:solidFill>
                <a:srgbClr val="FFFFFF"/>
              </a:solidFill>
              <a:latin typeface="Lexend"/>
              <a:ea typeface="Lexend"/>
              <a:cs typeface="Lexend"/>
              <a:sym typeface="Lexend"/>
            </a:endParaRPr>
          </a:p>
        </p:txBody>
      </p:sp>
      <p:sp>
        <p:nvSpPr>
          <p:cNvPr id="1622" name="Google Shape;1622;p100"/>
          <p:cNvSpPr/>
          <p:nvPr/>
        </p:nvSpPr>
        <p:spPr>
          <a:xfrm>
            <a:off x="1342787" y="3660700"/>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10°C</a:t>
            </a:r>
            <a:endParaRPr sz="1800">
              <a:solidFill>
                <a:srgbClr val="FFFFFF"/>
              </a:solidFill>
              <a:latin typeface="Lexend"/>
              <a:ea typeface="Lexend"/>
              <a:cs typeface="Lexend"/>
              <a:sym typeface="Lexend"/>
            </a:endParaRPr>
          </a:p>
        </p:txBody>
      </p:sp>
      <p:cxnSp>
        <p:nvCxnSpPr>
          <p:cNvPr id="1623" name="Google Shape;1623;p100"/>
          <p:cNvCxnSpPr/>
          <p:nvPr/>
        </p:nvCxnSpPr>
        <p:spPr>
          <a:xfrm rot="10800000" flipH="1">
            <a:off x="1385251" y="4453440"/>
            <a:ext cx="268800" cy="61500"/>
          </a:xfrm>
          <a:prstGeom prst="straightConnector1">
            <a:avLst/>
          </a:prstGeom>
          <a:noFill/>
          <a:ln w="28575" cap="flat" cmpd="sng">
            <a:solidFill>
              <a:srgbClr val="000000"/>
            </a:solidFill>
            <a:prstDash val="solid"/>
            <a:round/>
            <a:headEnd type="none" w="med" len="med"/>
            <a:tailEnd type="none" w="med" len="med"/>
          </a:ln>
        </p:spPr>
      </p:cxnSp>
      <p:sp>
        <p:nvSpPr>
          <p:cNvPr id="1624" name="Google Shape;1624;p100"/>
          <p:cNvSpPr txBox="1"/>
          <p:nvPr/>
        </p:nvSpPr>
        <p:spPr>
          <a:xfrm>
            <a:off x="567393" y="4351637"/>
            <a:ext cx="8379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1625" name="Google Shape;1625;p100"/>
          <p:cNvSpPr/>
          <p:nvPr/>
        </p:nvSpPr>
        <p:spPr>
          <a:xfrm>
            <a:off x="2881950" y="1962675"/>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12°C</a:t>
            </a:r>
            <a:endParaRPr sz="1800">
              <a:solidFill>
                <a:srgbClr val="FFFFFF"/>
              </a:solidFill>
              <a:latin typeface="Lexend"/>
              <a:ea typeface="Lexend"/>
              <a:cs typeface="Lexend"/>
              <a:sym typeface="Lexend"/>
            </a:endParaRPr>
          </a:p>
        </p:txBody>
      </p:sp>
      <p:sp>
        <p:nvSpPr>
          <p:cNvPr id="1626" name="Google Shape;1626;p100"/>
          <p:cNvSpPr txBox="1"/>
          <p:nvPr/>
        </p:nvSpPr>
        <p:spPr>
          <a:xfrm>
            <a:off x="2911796" y="2709479"/>
            <a:ext cx="3378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latin typeface="Lexend"/>
                <a:ea typeface="Lexend"/>
                <a:cs typeface="Lexend"/>
                <a:sym typeface="Lexend"/>
              </a:rPr>
              <a:t>A</a:t>
            </a:r>
            <a:endParaRPr>
              <a:solidFill>
                <a:srgbClr val="000000"/>
              </a:solidFill>
              <a:latin typeface="Lexend"/>
              <a:ea typeface="Lexend"/>
              <a:cs typeface="Lexend"/>
              <a:sym typeface="Lexend"/>
            </a:endParaRPr>
          </a:p>
        </p:txBody>
      </p:sp>
      <p:sp>
        <p:nvSpPr>
          <p:cNvPr id="1627" name="Google Shape;1627;p100"/>
          <p:cNvSpPr txBox="1"/>
          <p:nvPr/>
        </p:nvSpPr>
        <p:spPr>
          <a:xfrm>
            <a:off x="2285196" y="3793611"/>
            <a:ext cx="3378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latin typeface="Lexend"/>
                <a:ea typeface="Lexend"/>
                <a:cs typeface="Lexend"/>
                <a:sym typeface="Lexend"/>
              </a:rPr>
              <a:t>B</a:t>
            </a:r>
            <a:endParaRPr>
              <a:solidFill>
                <a:srgbClr val="000000"/>
              </a:solidFill>
              <a:latin typeface="Lexend"/>
              <a:ea typeface="Lexend"/>
              <a:cs typeface="Lexend"/>
              <a:sym typeface="Lexend"/>
            </a:endParaRPr>
          </a:p>
        </p:txBody>
      </p:sp>
      <p:pic>
        <p:nvPicPr>
          <p:cNvPr id="1628" name="Google Shape;1628;p100"/>
          <p:cNvPicPr preferRelativeResize="0"/>
          <p:nvPr/>
        </p:nvPicPr>
        <p:blipFill>
          <a:blip r:embed="rId7">
            <a:alphaModFix/>
          </a:blip>
          <a:stretch>
            <a:fillRect/>
          </a:stretch>
        </p:blipFill>
        <p:spPr>
          <a:xfrm>
            <a:off x="2527527" y="3371113"/>
            <a:ext cx="406575" cy="466800"/>
          </a:xfrm>
          <a:prstGeom prst="rect">
            <a:avLst/>
          </a:prstGeom>
          <a:noFill/>
          <a:ln>
            <a:noFill/>
          </a:ln>
        </p:spPr>
      </p:pic>
      <p:pic>
        <p:nvPicPr>
          <p:cNvPr id="1629" name="Google Shape;1629;p100"/>
          <p:cNvPicPr preferRelativeResize="0"/>
          <p:nvPr/>
        </p:nvPicPr>
        <p:blipFill>
          <a:blip r:embed="rId7">
            <a:alphaModFix/>
          </a:blip>
          <a:stretch>
            <a:fillRect/>
          </a:stretch>
        </p:blipFill>
        <p:spPr>
          <a:xfrm>
            <a:off x="1641965" y="3947263"/>
            <a:ext cx="406575" cy="466800"/>
          </a:xfrm>
          <a:prstGeom prst="rect">
            <a:avLst/>
          </a:prstGeom>
          <a:noFill/>
          <a:ln>
            <a:noFill/>
          </a:ln>
        </p:spPr>
      </p:pic>
      <p:pic>
        <p:nvPicPr>
          <p:cNvPr id="1630" name="Google Shape;1630;p100"/>
          <p:cNvPicPr preferRelativeResize="0"/>
          <p:nvPr/>
        </p:nvPicPr>
        <p:blipFill>
          <a:blip r:embed="rId7">
            <a:alphaModFix/>
          </a:blip>
          <a:stretch>
            <a:fillRect/>
          </a:stretch>
        </p:blipFill>
        <p:spPr>
          <a:xfrm>
            <a:off x="2980152" y="3982163"/>
            <a:ext cx="406575" cy="466800"/>
          </a:xfrm>
          <a:prstGeom prst="rect">
            <a:avLst/>
          </a:prstGeom>
          <a:noFill/>
          <a:ln>
            <a:noFill/>
          </a:ln>
        </p:spPr>
      </p:pic>
      <p:pic>
        <p:nvPicPr>
          <p:cNvPr id="1631" name="Google Shape;1631;p100"/>
          <p:cNvPicPr preferRelativeResize="0"/>
          <p:nvPr/>
        </p:nvPicPr>
        <p:blipFill>
          <a:blip r:embed="rId6">
            <a:alphaModFix/>
          </a:blip>
          <a:stretch>
            <a:fillRect/>
          </a:stretch>
        </p:blipFill>
        <p:spPr>
          <a:xfrm>
            <a:off x="1405288" y="2465100"/>
            <a:ext cx="634200" cy="427549"/>
          </a:xfrm>
          <a:prstGeom prst="rect">
            <a:avLst/>
          </a:prstGeom>
          <a:noFill/>
          <a:ln>
            <a:noFill/>
          </a:ln>
        </p:spPr>
      </p:pic>
      <p:pic>
        <p:nvPicPr>
          <p:cNvPr id="1632" name="Google Shape;1632;p100"/>
          <p:cNvPicPr preferRelativeResize="0"/>
          <p:nvPr/>
        </p:nvPicPr>
        <p:blipFill>
          <a:blip r:embed="rId8">
            <a:alphaModFix/>
          </a:blip>
          <a:stretch>
            <a:fillRect/>
          </a:stretch>
        </p:blipFill>
        <p:spPr>
          <a:xfrm>
            <a:off x="4286681" y="2393728"/>
            <a:ext cx="477079" cy="540250"/>
          </a:xfrm>
          <a:prstGeom prst="rect">
            <a:avLst/>
          </a:prstGeom>
          <a:noFill/>
          <a:ln>
            <a:noFill/>
          </a:ln>
        </p:spPr>
      </p:pic>
      <p:pic>
        <p:nvPicPr>
          <p:cNvPr id="1633" name="Google Shape;1633;p100"/>
          <p:cNvPicPr preferRelativeResize="0"/>
          <p:nvPr/>
        </p:nvPicPr>
        <p:blipFill>
          <a:blip r:embed="rId4">
            <a:alphaModFix/>
          </a:blip>
          <a:stretch>
            <a:fillRect/>
          </a:stretch>
        </p:blipFill>
        <p:spPr>
          <a:xfrm>
            <a:off x="2866375" y="2273087"/>
            <a:ext cx="634200" cy="373033"/>
          </a:xfrm>
          <a:prstGeom prst="rect">
            <a:avLst/>
          </a:prstGeom>
          <a:noFill/>
          <a:ln>
            <a:noFill/>
          </a:ln>
        </p:spPr>
      </p:pic>
      <p:sp>
        <p:nvSpPr>
          <p:cNvPr id="1634" name="Google Shape;1634;p100"/>
          <p:cNvSpPr/>
          <p:nvPr/>
        </p:nvSpPr>
        <p:spPr>
          <a:xfrm>
            <a:off x="365725" y="1895925"/>
            <a:ext cx="4532700" cy="28956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Tree>
  </p:cSld>
  <p:clrMapOvr>
    <a:masterClrMapping/>
  </p:clrMapOvr>
  <p:transition/>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38" name="Shape 1638"/>
        <p:cNvGrpSpPr/>
        <p:nvPr/>
      </p:nvGrpSpPr>
      <p:grpSpPr>
        <a:xfrm>
          <a:off x="0" y="0"/>
          <a:ext cx="0" cy="0"/>
        </a:xfrm>
      </p:grpSpPr>
      <p:sp>
        <p:nvSpPr>
          <p:cNvPr id="1639" name="Google Shape;1639;p101"/>
          <p:cNvSpPr txBox="1"/>
          <p:nvPr/>
        </p:nvSpPr>
        <p:spPr>
          <a:xfrm>
            <a:off x="5053775" y="1970461"/>
            <a:ext cx="37665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700">
                <a:latin typeface="Lexend"/>
                <a:ea typeface="Lexend"/>
                <a:cs typeface="Lexend"/>
                <a:sym typeface="Lexend"/>
              </a:rPr>
              <a:t>b) What is the range of temperatures at this location?</a:t>
            </a:r>
            <a:endParaRPr sz="1700">
              <a:latin typeface="Lexend"/>
              <a:ea typeface="Lexend"/>
              <a:cs typeface="Lexend"/>
              <a:sym typeface="Lexend"/>
            </a:endParaRPr>
          </a:p>
        </p:txBody>
      </p:sp>
      <p:graphicFrame>
        <p:nvGraphicFramePr>
          <p:cNvPr id="1640" name="Google Shape;1640;p101"/>
          <p:cNvGraphicFramePr>
            <a:graphicFrameLocks noGrp="1"/>
          </p:cNvGraphicFramePr>
          <p:nvPr/>
        </p:nvGraphicFramePr>
        <p:xfrm>
          <a:off x="323988" y="683971"/>
          <a:ext cx="5849400" cy="1130040"/>
        </p:xfrm>
        <a:graphic>
          <a:graphicData uri="http://schemas.openxmlformats.org/drawingml/2006/table">
            <a:tbl>
              <a:tblPr>
                <a:noFill/>
                <a:tableStyleId>{DAE9959B-F1CB-4490-83DD-53336B36D040}</a:tableStyleId>
              </a:tblPr>
              <a:tblGrid>
                <a:gridCol w="731175"/>
                <a:gridCol w="731175"/>
                <a:gridCol w="731175"/>
                <a:gridCol w="731175"/>
                <a:gridCol w="731175"/>
                <a:gridCol w="731175"/>
                <a:gridCol w="731175"/>
                <a:gridCol w="7311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03:00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09:00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15:00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18:00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21:00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r>
              <a:tr h="581400">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r>
              <a:tr h="221975">
                <a:tc>
                  <a:txBody>
                    <a:bodyPr vert="horz" wrap="square"/>
                    <a:lstStyle/>
                    <a:p>
                      <a:pPr marL="0" lvl="0" indent="0" algn="ctr" rtl="0">
                        <a:spcBef>
                          <a:spcPct val="0"/>
                        </a:spcBef>
                        <a:spcAft>
                          <a:spcPct val="0"/>
                        </a:spcAft>
                        <a:buNone/>
                      </a:pPr>
                      <a:r>
                        <a:rPr lang="en-GB" sz="1800">
                          <a:latin typeface="Lexend"/>
                          <a:ea typeface="Lexend"/>
                          <a:cs typeface="Lexend"/>
                          <a:sym typeface="Lexend"/>
                        </a:rPr>
                        <a:t>6°C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5°C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13°C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r>
            </a:tbl>
          </a:graphicData>
        </a:graphic>
      </p:graphicFrame>
      <p:sp>
        <p:nvSpPr>
          <p:cNvPr id="1641" name="Google Shape;1641;p101"/>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Understanding a basic weather forecast</a:t>
            </a:r>
            <a:endParaRPr/>
          </a:p>
        </p:txBody>
      </p:sp>
      <p:sp>
        <p:nvSpPr>
          <p:cNvPr id="1642" name="Google Shape;1642;p101"/>
          <p:cNvSpPr txBox="1"/>
          <p:nvPr/>
        </p:nvSpPr>
        <p:spPr>
          <a:xfrm>
            <a:off x="6277425" y="683975"/>
            <a:ext cx="25428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700">
                <a:latin typeface="Lexend"/>
                <a:ea typeface="Lexend"/>
                <a:cs typeface="Lexend"/>
                <a:sym typeface="Lexend"/>
              </a:rPr>
              <a:t>Weather report for a location in Oakfield.</a:t>
            </a:r>
            <a:endParaRPr sz="1700">
              <a:latin typeface="Lexend"/>
              <a:ea typeface="Lexend"/>
              <a:cs typeface="Lexend"/>
              <a:sym typeface="Lexend"/>
            </a:endParaRPr>
          </a:p>
        </p:txBody>
      </p:sp>
      <p:sp>
        <p:nvSpPr>
          <p:cNvPr id="1643" name="Google Shape;1643;p101"/>
          <p:cNvSpPr txBox="1"/>
          <p:nvPr/>
        </p:nvSpPr>
        <p:spPr>
          <a:xfrm>
            <a:off x="5095875" y="2685925"/>
            <a:ext cx="37242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2000">
                <a:latin typeface="Kalam"/>
                <a:ea typeface="Kalam"/>
                <a:cs typeface="Kalam"/>
                <a:sym typeface="Kalam"/>
              </a:rPr>
              <a:t>The range of temperatures in Oakmoor (from the weather report) is 13°C – </a:t>
            </a:r>
            <a:r>
              <a:rPr lang="en-GB" sz="2000">
                <a:solidFill>
                  <a:schemeClr val="dk1"/>
                </a:solidFill>
                <a:latin typeface="Kalam"/>
                <a:ea typeface="Kalam"/>
                <a:cs typeface="Kalam"/>
                <a:sym typeface="Kalam"/>
              </a:rPr>
              <a:t>5°C = 8°C.</a:t>
            </a:r>
            <a:endParaRPr sz="2000">
              <a:latin typeface="Kalam"/>
              <a:ea typeface="Kalam"/>
              <a:cs typeface="Kalam"/>
              <a:sym typeface="Kalam"/>
            </a:endParaRPr>
          </a:p>
        </p:txBody>
      </p:sp>
      <p:pic>
        <p:nvPicPr>
          <p:cNvPr id="1644" name="Google Shape;1644;p101"/>
          <p:cNvPicPr preferRelativeResize="0"/>
          <p:nvPr/>
        </p:nvPicPr>
        <p:blipFill>
          <a:blip r:embed="rId3">
            <a:alphaModFix/>
          </a:blip>
          <a:stretch>
            <a:fillRect/>
          </a:stretch>
        </p:blipFill>
        <p:spPr>
          <a:xfrm>
            <a:off x="412225" y="899351"/>
            <a:ext cx="634200" cy="656177"/>
          </a:xfrm>
          <a:prstGeom prst="rect">
            <a:avLst/>
          </a:prstGeom>
          <a:noFill/>
          <a:ln>
            <a:noFill/>
          </a:ln>
        </p:spPr>
      </p:pic>
      <p:pic>
        <p:nvPicPr>
          <p:cNvPr id="1645" name="Google Shape;1645;p101"/>
          <p:cNvPicPr preferRelativeResize="0"/>
          <p:nvPr/>
        </p:nvPicPr>
        <p:blipFill>
          <a:blip r:embed="rId4">
            <a:alphaModFix/>
          </a:blip>
          <a:stretch>
            <a:fillRect/>
          </a:stretch>
        </p:blipFill>
        <p:spPr>
          <a:xfrm>
            <a:off x="1106450" y="1037449"/>
            <a:ext cx="634200" cy="373033"/>
          </a:xfrm>
          <a:prstGeom prst="rect">
            <a:avLst/>
          </a:prstGeom>
          <a:noFill/>
          <a:ln>
            <a:noFill/>
          </a:ln>
        </p:spPr>
      </p:pic>
      <p:pic>
        <p:nvPicPr>
          <p:cNvPr id="1646" name="Google Shape;1646;p101"/>
          <p:cNvPicPr preferRelativeResize="0"/>
          <p:nvPr/>
        </p:nvPicPr>
        <p:blipFill>
          <a:blip r:embed="rId4">
            <a:alphaModFix/>
          </a:blip>
          <a:stretch>
            <a:fillRect/>
          </a:stretch>
        </p:blipFill>
        <p:spPr>
          <a:xfrm>
            <a:off x="1831737" y="1037449"/>
            <a:ext cx="634200" cy="373033"/>
          </a:xfrm>
          <a:prstGeom prst="rect">
            <a:avLst/>
          </a:prstGeom>
          <a:noFill/>
          <a:ln>
            <a:noFill/>
          </a:ln>
        </p:spPr>
      </p:pic>
      <p:pic>
        <p:nvPicPr>
          <p:cNvPr id="1647" name="Google Shape;1647;p101"/>
          <p:cNvPicPr preferRelativeResize="0"/>
          <p:nvPr/>
        </p:nvPicPr>
        <p:blipFill>
          <a:blip r:embed="rId4">
            <a:alphaModFix/>
          </a:blip>
          <a:stretch>
            <a:fillRect/>
          </a:stretch>
        </p:blipFill>
        <p:spPr>
          <a:xfrm>
            <a:off x="4025950" y="1062462"/>
            <a:ext cx="634200" cy="373033"/>
          </a:xfrm>
          <a:prstGeom prst="rect">
            <a:avLst/>
          </a:prstGeom>
          <a:noFill/>
          <a:ln>
            <a:noFill/>
          </a:ln>
        </p:spPr>
      </p:pic>
      <p:pic>
        <p:nvPicPr>
          <p:cNvPr id="1648" name="Google Shape;1648;p101"/>
          <p:cNvPicPr preferRelativeResize="0"/>
          <p:nvPr/>
        </p:nvPicPr>
        <p:blipFill>
          <a:blip r:embed="rId5">
            <a:alphaModFix/>
          </a:blip>
          <a:stretch>
            <a:fillRect/>
          </a:stretch>
        </p:blipFill>
        <p:spPr>
          <a:xfrm>
            <a:off x="2617124" y="954689"/>
            <a:ext cx="580200" cy="588577"/>
          </a:xfrm>
          <a:prstGeom prst="rect">
            <a:avLst/>
          </a:prstGeom>
          <a:noFill/>
          <a:ln>
            <a:noFill/>
          </a:ln>
        </p:spPr>
      </p:pic>
      <p:pic>
        <p:nvPicPr>
          <p:cNvPr id="1649" name="Google Shape;1649;p101"/>
          <p:cNvPicPr preferRelativeResize="0"/>
          <p:nvPr/>
        </p:nvPicPr>
        <p:blipFill>
          <a:blip r:embed="rId6">
            <a:alphaModFix/>
          </a:blip>
          <a:stretch>
            <a:fillRect/>
          </a:stretch>
        </p:blipFill>
        <p:spPr>
          <a:xfrm>
            <a:off x="3294538" y="1035200"/>
            <a:ext cx="634200" cy="427549"/>
          </a:xfrm>
          <a:prstGeom prst="rect">
            <a:avLst/>
          </a:prstGeom>
          <a:noFill/>
          <a:ln>
            <a:noFill/>
          </a:ln>
        </p:spPr>
      </p:pic>
      <p:pic>
        <p:nvPicPr>
          <p:cNvPr id="1650" name="Google Shape;1650;p101"/>
          <p:cNvPicPr preferRelativeResize="0"/>
          <p:nvPr/>
        </p:nvPicPr>
        <p:blipFill>
          <a:blip r:embed="rId7">
            <a:alphaModFix/>
          </a:blip>
          <a:stretch>
            <a:fillRect/>
          </a:stretch>
        </p:blipFill>
        <p:spPr>
          <a:xfrm>
            <a:off x="4868102" y="1015588"/>
            <a:ext cx="406575" cy="466800"/>
          </a:xfrm>
          <a:prstGeom prst="rect">
            <a:avLst/>
          </a:prstGeom>
          <a:noFill/>
          <a:ln>
            <a:noFill/>
          </a:ln>
        </p:spPr>
      </p:pic>
      <p:pic>
        <p:nvPicPr>
          <p:cNvPr id="1651" name="Google Shape;1651;p101"/>
          <p:cNvPicPr preferRelativeResize="0"/>
          <p:nvPr/>
        </p:nvPicPr>
        <p:blipFill>
          <a:blip r:embed="rId8">
            <a:alphaModFix/>
          </a:blip>
          <a:stretch>
            <a:fillRect/>
          </a:stretch>
        </p:blipFill>
        <p:spPr>
          <a:xfrm>
            <a:off x="5570959" y="960657"/>
            <a:ext cx="477079" cy="540250"/>
          </a:xfrm>
          <a:prstGeom prst="rect">
            <a:avLst/>
          </a:prstGeom>
          <a:noFill/>
          <a:ln>
            <a:noFill/>
          </a:ln>
        </p:spPr>
      </p:pic>
      <p:pic>
        <p:nvPicPr>
          <p:cNvPr id="1652" name="Google Shape;1652;p101"/>
          <p:cNvPicPr preferRelativeResize="0"/>
          <p:nvPr/>
        </p:nvPicPr>
        <p:blipFill>
          <a:blip r:embed="rId9">
            <a:alphaModFix/>
          </a:blip>
          <a:srcRect l="348" t="351" r="268" b="9705"/>
          <a:stretch>
            <a:fillRect/>
          </a:stretch>
        </p:blipFill>
        <p:spPr>
          <a:xfrm>
            <a:off x="340120" y="1895925"/>
            <a:ext cx="4586054" cy="2895643"/>
          </a:xfrm>
          <a:prstGeom prst="rect">
            <a:avLst/>
          </a:prstGeom>
          <a:noFill/>
          <a:ln>
            <a:noFill/>
          </a:ln>
        </p:spPr>
      </p:pic>
      <p:sp>
        <p:nvSpPr>
          <p:cNvPr id="1653" name="Google Shape;1653;p101"/>
          <p:cNvSpPr txBox="1"/>
          <p:nvPr/>
        </p:nvSpPr>
        <p:spPr>
          <a:xfrm>
            <a:off x="412224" y="1957325"/>
            <a:ext cx="900900" cy="2079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1654" name="Google Shape;1654;p101"/>
          <p:cNvSpPr/>
          <p:nvPr/>
        </p:nvSpPr>
        <p:spPr>
          <a:xfrm>
            <a:off x="1855664" y="2933637"/>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655" name="Google Shape;1655;p101"/>
          <p:cNvSpPr txBox="1"/>
          <p:nvPr/>
        </p:nvSpPr>
        <p:spPr>
          <a:xfrm>
            <a:off x="475371" y="2964597"/>
            <a:ext cx="837900" cy="3603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1656" name="Google Shape;1656;p101"/>
          <p:cNvCxnSpPr/>
          <p:nvPr/>
        </p:nvCxnSpPr>
        <p:spPr>
          <a:xfrm flipH="1">
            <a:off x="1185095" y="2986565"/>
            <a:ext cx="730200" cy="171300"/>
          </a:xfrm>
          <a:prstGeom prst="straightConnector1">
            <a:avLst/>
          </a:prstGeom>
          <a:noFill/>
          <a:ln w="28575" cap="flat" cmpd="sng">
            <a:solidFill>
              <a:srgbClr val="000000"/>
            </a:solidFill>
            <a:prstDash val="solid"/>
            <a:round/>
            <a:headEnd type="none" w="med" len="med"/>
            <a:tailEnd type="none" w="med" len="med"/>
          </a:ln>
        </p:spPr>
      </p:cxnSp>
      <p:sp>
        <p:nvSpPr>
          <p:cNvPr id="1657" name="Google Shape;1657;p101"/>
          <p:cNvSpPr/>
          <p:nvPr/>
        </p:nvSpPr>
        <p:spPr>
          <a:xfrm rot="-4510961">
            <a:off x="4271732" y="2864446"/>
            <a:ext cx="106750" cy="10675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1658" name="Google Shape;1658;p101"/>
          <p:cNvCxnSpPr/>
          <p:nvPr/>
        </p:nvCxnSpPr>
        <p:spPr>
          <a:xfrm>
            <a:off x="4326295" y="2911676"/>
            <a:ext cx="55500" cy="466800"/>
          </a:xfrm>
          <a:prstGeom prst="straightConnector1">
            <a:avLst/>
          </a:prstGeom>
          <a:noFill/>
          <a:ln w="28575" cap="flat" cmpd="sng">
            <a:solidFill>
              <a:srgbClr val="000000"/>
            </a:solidFill>
            <a:prstDash val="solid"/>
            <a:round/>
            <a:headEnd type="none" w="med" len="med"/>
            <a:tailEnd type="none" w="med" len="med"/>
          </a:ln>
        </p:spPr>
      </p:cxnSp>
      <p:sp>
        <p:nvSpPr>
          <p:cNvPr id="1659" name="Google Shape;1659;p101"/>
          <p:cNvSpPr txBox="1"/>
          <p:nvPr/>
        </p:nvSpPr>
        <p:spPr>
          <a:xfrm>
            <a:off x="3970057" y="3371119"/>
            <a:ext cx="837900" cy="3603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1660" name="Google Shape;1660;p101"/>
          <p:cNvSpPr/>
          <p:nvPr/>
        </p:nvSpPr>
        <p:spPr>
          <a:xfrm>
            <a:off x="3317240" y="4366840"/>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661" name="Google Shape;1661;p101"/>
          <p:cNvGrpSpPr/>
          <p:nvPr/>
        </p:nvGrpSpPr>
        <p:grpSpPr>
          <a:xfrm flipH="1">
            <a:off x="3358688" y="4311983"/>
            <a:ext cx="982514" cy="360147"/>
            <a:chOff x="2606940" y="3909728"/>
            <a:chExt cx="1082780" cy="396900"/>
          </a:xfrm>
        </p:grpSpPr>
        <p:sp>
          <p:nvSpPr>
            <p:cNvPr id="1662" name="Google Shape;1662;p101"/>
            <p:cNvSpPr txBox="1"/>
            <p:nvPr/>
          </p:nvSpPr>
          <p:spPr>
            <a:xfrm>
              <a:off x="2606940" y="3909728"/>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1663" name="Google Shape;1663;p101"/>
            <p:cNvCxnSpPr/>
            <p:nvPr/>
          </p:nvCxnSpPr>
          <p:spPr>
            <a:xfrm flipH="1">
              <a:off x="3479720" y="4028393"/>
              <a:ext cx="210000" cy="42300"/>
            </a:xfrm>
            <a:prstGeom prst="straightConnector1">
              <a:avLst/>
            </a:prstGeom>
            <a:noFill/>
            <a:ln w="28575" cap="flat" cmpd="sng">
              <a:solidFill>
                <a:srgbClr val="000000"/>
              </a:solidFill>
              <a:prstDash val="solid"/>
              <a:round/>
              <a:headEnd type="none" w="med" len="med"/>
              <a:tailEnd type="none" w="med" len="med"/>
            </a:ln>
          </p:spPr>
        </p:cxnSp>
      </p:grpSp>
      <p:sp>
        <p:nvSpPr>
          <p:cNvPr id="1664" name="Google Shape;1664;p101"/>
          <p:cNvSpPr/>
          <p:nvPr/>
        </p:nvSpPr>
        <p:spPr>
          <a:xfrm>
            <a:off x="3145655" y="2709321"/>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665" name="Google Shape;1665;p101"/>
          <p:cNvSpPr/>
          <p:nvPr/>
        </p:nvSpPr>
        <p:spPr>
          <a:xfrm>
            <a:off x="2527518" y="3792334"/>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666" name="Google Shape;1666;p101"/>
          <p:cNvSpPr txBox="1"/>
          <p:nvPr/>
        </p:nvSpPr>
        <p:spPr>
          <a:xfrm>
            <a:off x="4358678" y="4575863"/>
            <a:ext cx="539700" cy="207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18:00</a:t>
            </a:r>
            <a:endParaRPr sz="1600">
              <a:solidFill>
                <a:srgbClr val="FFFFFF"/>
              </a:solidFill>
              <a:latin typeface="Lexend"/>
              <a:ea typeface="Lexend"/>
              <a:cs typeface="Lexend"/>
              <a:sym typeface="Lexend"/>
            </a:endParaRPr>
          </a:p>
        </p:txBody>
      </p:sp>
      <p:grpSp>
        <p:nvGrpSpPr>
          <p:cNvPr id="1667" name="Google Shape;1667;p101"/>
          <p:cNvGrpSpPr/>
          <p:nvPr/>
        </p:nvGrpSpPr>
        <p:grpSpPr>
          <a:xfrm>
            <a:off x="310164" y="4108108"/>
            <a:ext cx="337825" cy="587179"/>
            <a:chOff x="386375" y="4087685"/>
            <a:chExt cx="372300" cy="647100"/>
          </a:xfrm>
        </p:grpSpPr>
        <p:cxnSp>
          <p:nvCxnSpPr>
            <p:cNvPr id="1668" name="Google Shape;1668;p101"/>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1669" name="Google Shape;1669;p101"/>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grpSp>
      <p:sp>
        <p:nvSpPr>
          <p:cNvPr id="1670" name="Google Shape;1670;p101"/>
          <p:cNvSpPr/>
          <p:nvPr/>
        </p:nvSpPr>
        <p:spPr>
          <a:xfrm>
            <a:off x="1606501" y="4398151"/>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671" name="Google Shape;1671;p101"/>
          <p:cNvSpPr/>
          <p:nvPr/>
        </p:nvSpPr>
        <p:spPr>
          <a:xfrm>
            <a:off x="1580612" y="2214275"/>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13°C</a:t>
            </a:r>
            <a:endParaRPr sz="1800">
              <a:solidFill>
                <a:srgbClr val="FFFFFF"/>
              </a:solidFill>
              <a:latin typeface="Lexend"/>
              <a:ea typeface="Lexend"/>
              <a:cs typeface="Lexend"/>
              <a:sym typeface="Lexend"/>
            </a:endParaRPr>
          </a:p>
        </p:txBody>
      </p:sp>
      <p:sp>
        <p:nvSpPr>
          <p:cNvPr id="1672" name="Google Shape;1672;p101"/>
          <p:cNvSpPr/>
          <p:nvPr/>
        </p:nvSpPr>
        <p:spPr>
          <a:xfrm>
            <a:off x="3053500" y="3698525"/>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chemeClr val="lt1"/>
                </a:solidFill>
                <a:latin typeface="Lexend"/>
                <a:ea typeface="Lexend"/>
                <a:cs typeface="Lexend"/>
                <a:sym typeface="Lexend"/>
              </a:rPr>
              <a:t>9°C</a:t>
            </a:r>
            <a:endParaRPr sz="1800">
              <a:solidFill>
                <a:srgbClr val="FFFFFF"/>
              </a:solidFill>
              <a:latin typeface="Lexend"/>
              <a:ea typeface="Lexend"/>
              <a:cs typeface="Lexend"/>
              <a:sym typeface="Lexend"/>
            </a:endParaRPr>
          </a:p>
        </p:txBody>
      </p:sp>
      <p:sp>
        <p:nvSpPr>
          <p:cNvPr id="1673" name="Google Shape;1673;p101"/>
          <p:cNvSpPr/>
          <p:nvPr/>
        </p:nvSpPr>
        <p:spPr>
          <a:xfrm>
            <a:off x="4152124" y="2184175"/>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10°C</a:t>
            </a:r>
            <a:endParaRPr sz="1800">
              <a:solidFill>
                <a:srgbClr val="FFFFFF"/>
              </a:solidFill>
              <a:latin typeface="Lexend"/>
              <a:ea typeface="Lexend"/>
              <a:cs typeface="Lexend"/>
              <a:sym typeface="Lexend"/>
            </a:endParaRPr>
          </a:p>
        </p:txBody>
      </p:sp>
      <p:sp>
        <p:nvSpPr>
          <p:cNvPr id="1674" name="Google Shape;1674;p101"/>
          <p:cNvSpPr/>
          <p:nvPr/>
        </p:nvSpPr>
        <p:spPr>
          <a:xfrm>
            <a:off x="2263800" y="3124050"/>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8°C</a:t>
            </a:r>
            <a:endParaRPr sz="1800">
              <a:solidFill>
                <a:srgbClr val="FFFFFF"/>
              </a:solidFill>
              <a:latin typeface="Lexend"/>
              <a:ea typeface="Lexend"/>
              <a:cs typeface="Lexend"/>
              <a:sym typeface="Lexend"/>
            </a:endParaRPr>
          </a:p>
        </p:txBody>
      </p:sp>
      <p:sp>
        <p:nvSpPr>
          <p:cNvPr id="1675" name="Google Shape;1675;p101"/>
          <p:cNvSpPr/>
          <p:nvPr/>
        </p:nvSpPr>
        <p:spPr>
          <a:xfrm>
            <a:off x="1342787" y="3660700"/>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10°C</a:t>
            </a:r>
            <a:endParaRPr sz="1800">
              <a:solidFill>
                <a:srgbClr val="FFFFFF"/>
              </a:solidFill>
              <a:latin typeface="Lexend"/>
              <a:ea typeface="Lexend"/>
              <a:cs typeface="Lexend"/>
              <a:sym typeface="Lexend"/>
            </a:endParaRPr>
          </a:p>
        </p:txBody>
      </p:sp>
      <p:cxnSp>
        <p:nvCxnSpPr>
          <p:cNvPr id="1676" name="Google Shape;1676;p101"/>
          <p:cNvCxnSpPr/>
          <p:nvPr/>
        </p:nvCxnSpPr>
        <p:spPr>
          <a:xfrm rot="10800000" flipH="1">
            <a:off x="1385251" y="4453440"/>
            <a:ext cx="268800" cy="61500"/>
          </a:xfrm>
          <a:prstGeom prst="straightConnector1">
            <a:avLst/>
          </a:prstGeom>
          <a:noFill/>
          <a:ln w="28575" cap="flat" cmpd="sng">
            <a:solidFill>
              <a:srgbClr val="000000"/>
            </a:solidFill>
            <a:prstDash val="solid"/>
            <a:round/>
            <a:headEnd type="none" w="med" len="med"/>
            <a:tailEnd type="none" w="med" len="med"/>
          </a:ln>
        </p:spPr>
      </p:cxnSp>
      <p:sp>
        <p:nvSpPr>
          <p:cNvPr id="1677" name="Google Shape;1677;p101"/>
          <p:cNvSpPr txBox="1"/>
          <p:nvPr/>
        </p:nvSpPr>
        <p:spPr>
          <a:xfrm>
            <a:off x="567393" y="4351637"/>
            <a:ext cx="8379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1678" name="Google Shape;1678;p101"/>
          <p:cNvSpPr/>
          <p:nvPr/>
        </p:nvSpPr>
        <p:spPr>
          <a:xfrm>
            <a:off x="2881950" y="1962675"/>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12°C</a:t>
            </a:r>
            <a:endParaRPr sz="1800">
              <a:solidFill>
                <a:srgbClr val="FFFFFF"/>
              </a:solidFill>
              <a:latin typeface="Lexend"/>
              <a:ea typeface="Lexend"/>
              <a:cs typeface="Lexend"/>
              <a:sym typeface="Lexend"/>
            </a:endParaRPr>
          </a:p>
        </p:txBody>
      </p:sp>
      <p:sp>
        <p:nvSpPr>
          <p:cNvPr id="1679" name="Google Shape;1679;p101"/>
          <p:cNvSpPr txBox="1"/>
          <p:nvPr/>
        </p:nvSpPr>
        <p:spPr>
          <a:xfrm>
            <a:off x="2911796" y="2709479"/>
            <a:ext cx="3378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latin typeface="Lexend"/>
                <a:ea typeface="Lexend"/>
                <a:cs typeface="Lexend"/>
                <a:sym typeface="Lexend"/>
              </a:rPr>
              <a:t>A</a:t>
            </a:r>
            <a:endParaRPr>
              <a:solidFill>
                <a:srgbClr val="000000"/>
              </a:solidFill>
              <a:latin typeface="Lexend"/>
              <a:ea typeface="Lexend"/>
              <a:cs typeface="Lexend"/>
              <a:sym typeface="Lexend"/>
            </a:endParaRPr>
          </a:p>
        </p:txBody>
      </p:sp>
      <p:sp>
        <p:nvSpPr>
          <p:cNvPr id="1680" name="Google Shape;1680;p101"/>
          <p:cNvSpPr txBox="1"/>
          <p:nvPr/>
        </p:nvSpPr>
        <p:spPr>
          <a:xfrm>
            <a:off x="2285196" y="3793611"/>
            <a:ext cx="3378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latin typeface="Lexend"/>
                <a:ea typeface="Lexend"/>
                <a:cs typeface="Lexend"/>
                <a:sym typeface="Lexend"/>
              </a:rPr>
              <a:t>B</a:t>
            </a:r>
            <a:endParaRPr>
              <a:solidFill>
                <a:srgbClr val="000000"/>
              </a:solidFill>
              <a:latin typeface="Lexend"/>
              <a:ea typeface="Lexend"/>
              <a:cs typeface="Lexend"/>
              <a:sym typeface="Lexend"/>
            </a:endParaRPr>
          </a:p>
        </p:txBody>
      </p:sp>
      <p:pic>
        <p:nvPicPr>
          <p:cNvPr id="1681" name="Google Shape;1681;p101"/>
          <p:cNvPicPr preferRelativeResize="0"/>
          <p:nvPr/>
        </p:nvPicPr>
        <p:blipFill>
          <a:blip r:embed="rId7">
            <a:alphaModFix/>
          </a:blip>
          <a:stretch>
            <a:fillRect/>
          </a:stretch>
        </p:blipFill>
        <p:spPr>
          <a:xfrm>
            <a:off x="2527527" y="3371113"/>
            <a:ext cx="406575" cy="466800"/>
          </a:xfrm>
          <a:prstGeom prst="rect">
            <a:avLst/>
          </a:prstGeom>
          <a:noFill/>
          <a:ln>
            <a:noFill/>
          </a:ln>
        </p:spPr>
      </p:pic>
      <p:pic>
        <p:nvPicPr>
          <p:cNvPr id="1682" name="Google Shape;1682;p101"/>
          <p:cNvPicPr preferRelativeResize="0"/>
          <p:nvPr/>
        </p:nvPicPr>
        <p:blipFill>
          <a:blip r:embed="rId7">
            <a:alphaModFix/>
          </a:blip>
          <a:stretch>
            <a:fillRect/>
          </a:stretch>
        </p:blipFill>
        <p:spPr>
          <a:xfrm>
            <a:off x="1641965" y="3947263"/>
            <a:ext cx="406575" cy="466800"/>
          </a:xfrm>
          <a:prstGeom prst="rect">
            <a:avLst/>
          </a:prstGeom>
          <a:noFill/>
          <a:ln>
            <a:noFill/>
          </a:ln>
        </p:spPr>
      </p:pic>
      <p:pic>
        <p:nvPicPr>
          <p:cNvPr id="1683" name="Google Shape;1683;p101"/>
          <p:cNvPicPr preferRelativeResize="0"/>
          <p:nvPr/>
        </p:nvPicPr>
        <p:blipFill>
          <a:blip r:embed="rId7">
            <a:alphaModFix/>
          </a:blip>
          <a:stretch>
            <a:fillRect/>
          </a:stretch>
        </p:blipFill>
        <p:spPr>
          <a:xfrm>
            <a:off x="2980152" y="3982163"/>
            <a:ext cx="406575" cy="466800"/>
          </a:xfrm>
          <a:prstGeom prst="rect">
            <a:avLst/>
          </a:prstGeom>
          <a:noFill/>
          <a:ln>
            <a:noFill/>
          </a:ln>
        </p:spPr>
      </p:pic>
      <p:pic>
        <p:nvPicPr>
          <p:cNvPr id="1684" name="Google Shape;1684;p101"/>
          <p:cNvPicPr preferRelativeResize="0"/>
          <p:nvPr/>
        </p:nvPicPr>
        <p:blipFill>
          <a:blip r:embed="rId6">
            <a:alphaModFix/>
          </a:blip>
          <a:stretch>
            <a:fillRect/>
          </a:stretch>
        </p:blipFill>
        <p:spPr>
          <a:xfrm>
            <a:off x="1405288" y="2465100"/>
            <a:ext cx="634200" cy="427549"/>
          </a:xfrm>
          <a:prstGeom prst="rect">
            <a:avLst/>
          </a:prstGeom>
          <a:noFill/>
          <a:ln>
            <a:noFill/>
          </a:ln>
        </p:spPr>
      </p:pic>
      <p:pic>
        <p:nvPicPr>
          <p:cNvPr id="1685" name="Google Shape;1685;p101"/>
          <p:cNvPicPr preferRelativeResize="0"/>
          <p:nvPr/>
        </p:nvPicPr>
        <p:blipFill>
          <a:blip r:embed="rId8">
            <a:alphaModFix/>
          </a:blip>
          <a:stretch>
            <a:fillRect/>
          </a:stretch>
        </p:blipFill>
        <p:spPr>
          <a:xfrm>
            <a:off x="4286681" y="2393728"/>
            <a:ext cx="477079" cy="540250"/>
          </a:xfrm>
          <a:prstGeom prst="rect">
            <a:avLst/>
          </a:prstGeom>
          <a:noFill/>
          <a:ln>
            <a:noFill/>
          </a:ln>
        </p:spPr>
      </p:pic>
      <p:pic>
        <p:nvPicPr>
          <p:cNvPr id="1686" name="Google Shape;1686;p101"/>
          <p:cNvPicPr preferRelativeResize="0"/>
          <p:nvPr/>
        </p:nvPicPr>
        <p:blipFill>
          <a:blip r:embed="rId4">
            <a:alphaModFix/>
          </a:blip>
          <a:stretch>
            <a:fillRect/>
          </a:stretch>
        </p:blipFill>
        <p:spPr>
          <a:xfrm>
            <a:off x="2866375" y="2273087"/>
            <a:ext cx="634200" cy="373033"/>
          </a:xfrm>
          <a:prstGeom prst="rect">
            <a:avLst/>
          </a:prstGeom>
          <a:noFill/>
          <a:ln>
            <a:noFill/>
          </a:ln>
        </p:spPr>
      </p:pic>
      <p:sp>
        <p:nvSpPr>
          <p:cNvPr id="1687" name="Google Shape;1687;p101"/>
          <p:cNvSpPr/>
          <p:nvPr/>
        </p:nvSpPr>
        <p:spPr>
          <a:xfrm>
            <a:off x="365725" y="1895925"/>
            <a:ext cx="4532700" cy="28956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Tree>
  </p:cSld>
  <p:clrMapOvr>
    <a:masterClrMapping/>
  </p:clrMapOvr>
  <p:transition/>
  <p:timing/>
</p:sld>
</file>

<file path=ppt/slides/slide3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91" name="Shape 1691"/>
        <p:cNvGrpSpPr/>
        <p:nvPr/>
      </p:nvGrpSpPr>
      <p:grpSpPr>
        <a:xfrm>
          <a:off x="0" y="0"/>
          <a:ext cx="0" cy="0"/>
        </a:xfrm>
      </p:grpSpPr>
      <p:sp>
        <p:nvSpPr>
          <p:cNvPr id="1692" name="Google Shape;1692;p102"/>
          <p:cNvSpPr txBox="1"/>
          <p:nvPr/>
        </p:nvSpPr>
        <p:spPr>
          <a:xfrm>
            <a:off x="5095875" y="3328650"/>
            <a:ext cx="37242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2000">
                <a:solidFill>
                  <a:schemeClr val="dk1"/>
                </a:solidFill>
                <a:latin typeface="Kalam"/>
                <a:ea typeface="Kalam"/>
                <a:cs typeface="Kalam"/>
                <a:sym typeface="Kalam"/>
              </a:rPr>
              <a:t>12°C + 8°C = 20°C</a:t>
            </a:r>
            <a:endParaRPr sz="2000">
              <a:solidFill>
                <a:schemeClr val="dk1"/>
              </a:solidFill>
              <a:latin typeface="Kalam"/>
              <a:ea typeface="Kalam"/>
              <a:cs typeface="Kalam"/>
              <a:sym typeface="Kalam"/>
            </a:endParaRPr>
          </a:p>
          <a:p>
            <a:pPr marL="0" lvl="0" indent="0" algn="l" rtl="0">
              <a:spcBef>
                <a:spcPts val="1000"/>
              </a:spcBef>
              <a:spcAft>
                <a:spcPct val="0"/>
              </a:spcAft>
              <a:buNone/>
            </a:pPr>
            <a:r>
              <a:rPr lang="en-GB" sz="2000">
                <a:solidFill>
                  <a:schemeClr val="dk1"/>
                </a:solidFill>
                <a:latin typeface="Kalam"/>
                <a:ea typeface="Kalam"/>
                <a:cs typeface="Kalam"/>
                <a:sym typeface="Kalam"/>
              </a:rPr>
              <a:t>or</a:t>
            </a:r>
            <a:endParaRPr sz="2000">
              <a:solidFill>
                <a:schemeClr val="dk1"/>
              </a:solidFill>
              <a:latin typeface="Kalam"/>
              <a:ea typeface="Kalam"/>
              <a:cs typeface="Kalam"/>
              <a:sym typeface="Kalam"/>
            </a:endParaRPr>
          </a:p>
          <a:p>
            <a:pPr marL="0" lvl="0" indent="0" algn="l" rtl="0">
              <a:spcBef>
                <a:spcPts val="1000"/>
              </a:spcBef>
              <a:spcAft>
                <a:spcPts val="1000"/>
              </a:spcAft>
              <a:buNone/>
            </a:pPr>
            <a:r>
              <a:rPr lang="en-GB" sz="2000">
                <a:solidFill>
                  <a:schemeClr val="dk1"/>
                </a:solidFill>
                <a:latin typeface="Kalam"/>
                <a:ea typeface="Kalam"/>
                <a:cs typeface="Kalam"/>
                <a:sym typeface="Kalam"/>
              </a:rPr>
              <a:t>12°C – 8°C = 4°C</a:t>
            </a:r>
            <a:endParaRPr sz="2000">
              <a:solidFill>
                <a:schemeClr val="dk1"/>
              </a:solidFill>
              <a:latin typeface="Kalam"/>
              <a:ea typeface="Kalam"/>
              <a:cs typeface="Kalam"/>
              <a:sym typeface="Kalam"/>
            </a:endParaRPr>
          </a:p>
        </p:txBody>
      </p:sp>
      <p:sp>
        <p:nvSpPr>
          <p:cNvPr id="1693" name="Google Shape;1693;p102"/>
          <p:cNvSpPr txBox="1"/>
          <p:nvPr/>
        </p:nvSpPr>
        <p:spPr>
          <a:xfrm>
            <a:off x="5053775" y="1970461"/>
            <a:ext cx="37665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700">
                <a:latin typeface="Lexend"/>
                <a:ea typeface="Lexend"/>
                <a:cs typeface="Lexend"/>
                <a:sym typeface="Lexend"/>
              </a:rPr>
              <a:t>c) The range of temperatures at location A is the same as the range in the report location. What are the maximum and minimum temperatures at location A?</a:t>
            </a:r>
            <a:endParaRPr sz="1700">
              <a:latin typeface="Lexend"/>
              <a:ea typeface="Lexend"/>
              <a:cs typeface="Lexend"/>
              <a:sym typeface="Lexend"/>
            </a:endParaRPr>
          </a:p>
        </p:txBody>
      </p:sp>
      <p:graphicFrame>
        <p:nvGraphicFramePr>
          <p:cNvPr id="1694" name="Google Shape;1694;p102"/>
          <p:cNvGraphicFramePr>
            <a:graphicFrameLocks noGrp="1"/>
          </p:cNvGraphicFramePr>
          <p:nvPr/>
        </p:nvGraphicFramePr>
        <p:xfrm>
          <a:off x="323988" y="683971"/>
          <a:ext cx="5849400" cy="1130040"/>
        </p:xfrm>
        <a:graphic>
          <a:graphicData uri="http://schemas.openxmlformats.org/drawingml/2006/table">
            <a:tbl>
              <a:tblPr>
                <a:noFill/>
                <a:tableStyleId>{DAE9959B-F1CB-4490-83DD-53336B36D040}</a:tableStyleId>
              </a:tblPr>
              <a:tblGrid>
                <a:gridCol w="731175"/>
                <a:gridCol w="731175"/>
                <a:gridCol w="731175"/>
                <a:gridCol w="731175"/>
                <a:gridCol w="731175"/>
                <a:gridCol w="731175"/>
                <a:gridCol w="731175"/>
                <a:gridCol w="7311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03:00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09:00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15:00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18:00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21:00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r>
              <a:tr h="581400">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r>
              <a:tr h="221975">
                <a:tc>
                  <a:txBody>
                    <a:bodyPr vert="horz" wrap="square"/>
                    <a:lstStyle/>
                    <a:p>
                      <a:pPr marL="0" lvl="0" indent="0" algn="ctr" rtl="0">
                        <a:spcBef>
                          <a:spcPct val="0"/>
                        </a:spcBef>
                        <a:spcAft>
                          <a:spcPct val="0"/>
                        </a:spcAft>
                        <a:buNone/>
                      </a:pPr>
                      <a:r>
                        <a:rPr lang="en-GB" sz="1800">
                          <a:latin typeface="Lexend"/>
                          <a:ea typeface="Lexend"/>
                          <a:cs typeface="Lexend"/>
                          <a:sym typeface="Lexend"/>
                        </a:rPr>
                        <a:t>6°C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5°C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13°C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tc>
              </a:tr>
            </a:tbl>
          </a:graphicData>
        </a:graphic>
      </p:graphicFrame>
      <p:sp>
        <p:nvSpPr>
          <p:cNvPr id="1695" name="Google Shape;1695;p102"/>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Understanding a basic weather forecast</a:t>
            </a:r>
            <a:endParaRPr/>
          </a:p>
        </p:txBody>
      </p:sp>
      <p:sp>
        <p:nvSpPr>
          <p:cNvPr id="1696" name="Google Shape;1696;p102"/>
          <p:cNvSpPr txBox="1"/>
          <p:nvPr/>
        </p:nvSpPr>
        <p:spPr>
          <a:xfrm>
            <a:off x="6277425" y="683975"/>
            <a:ext cx="25428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700">
                <a:latin typeface="Lexend"/>
                <a:ea typeface="Lexend"/>
                <a:cs typeface="Lexend"/>
                <a:sym typeface="Lexend"/>
              </a:rPr>
              <a:t>Weather report for a location in Oakfield.</a:t>
            </a:r>
            <a:endParaRPr sz="1700">
              <a:latin typeface="Lexend"/>
              <a:ea typeface="Lexend"/>
              <a:cs typeface="Lexend"/>
              <a:sym typeface="Lexend"/>
            </a:endParaRPr>
          </a:p>
        </p:txBody>
      </p:sp>
      <p:pic>
        <p:nvPicPr>
          <p:cNvPr id="1697" name="Google Shape;1697;p102"/>
          <p:cNvPicPr preferRelativeResize="0"/>
          <p:nvPr/>
        </p:nvPicPr>
        <p:blipFill>
          <a:blip r:embed="rId3">
            <a:alphaModFix/>
          </a:blip>
          <a:stretch>
            <a:fillRect/>
          </a:stretch>
        </p:blipFill>
        <p:spPr>
          <a:xfrm>
            <a:off x="412225" y="899351"/>
            <a:ext cx="634200" cy="656177"/>
          </a:xfrm>
          <a:prstGeom prst="rect">
            <a:avLst/>
          </a:prstGeom>
          <a:noFill/>
          <a:ln>
            <a:noFill/>
          </a:ln>
        </p:spPr>
      </p:pic>
      <p:pic>
        <p:nvPicPr>
          <p:cNvPr id="1698" name="Google Shape;1698;p102"/>
          <p:cNvPicPr preferRelativeResize="0"/>
          <p:nvPr/>
        </p:nvPicPr>
        <p:blipFill>
          <a:blip r:embed="rId4">
            <a:alphaModFix/>
          </a:blip>
          <a:stretch>
            <a:fillRect/>
          </a:stretch>
        </p:blipFill>
        <p:spPr>
          <a:xfrm>
            <a:off x="1106450" y="1037449"/>
            <a:ext cx="634200" cy="373033"/>
          </a:xfrm>
          <a:prstGeom prst="rect">
            <a:avLst/>
          </a:prstGeom>
          <a:noFill/>
          <a:ln>
            <a:noFill/>
          </a:ln>
        </p:spPr>
      </p:pic>
      <p:pic>
        <p:nvPicPr>
          <p:cNvPr id="1699" name="Google Shape;1699;p102"/>
          <p:cNvPicPr preferRelativeResize="0"/>
          <p:nvPr/>
        </p:nvPicPr>
        <p:blipFill>
          <a:blip r:embed="rId4">
            <a:alphaModFix/>
          </a:blip>
          <a:stretch>
            <a:fillRect/>
          </a:stretch>
        </p:blipFill>
        <p:spPr>
          <a:xfrm>
            <a:off x="1831737" y="1037449"/>
            <a:ext cx="634200" cy="373033"/>
          </a:xfrm>
          <a:prstGeom prst="rect">
            <a:avLst/>
          </a:prstGeom>
          <a:noFill/>
          <a:ln>
            <a:noFill/>
          </a:ln>
        </p:spPr>
      </p:pic>
      <p:pic>
        <p:nvPicPr>
          <p:cNvPr id="1700" name="Google Shape;1700;p102"/>
          <p:cNvPicPr preferRelativeResize="0"/>
          <p:nvPr/>
        </p:nvPicPr>
        <p:blipFill>
          <a:blip r:embed="rId4">
            <a:alphaModFix/>
          </a:blip>
          <a:stretch>
            <a:fillRect/>
          </a:stretch>
        </p:blipFill>
        <p:spPr>
          <a:xfrm>
            <a:off x="4025950" y="1062462"/>
            <a:ext cx="634200" cy="373033"/>
          </a:xfrm>
          <a:prstGeom prst="rect">
            <a:avLst/>
          </a:prstGeom>
          <a:noFill/>
          <a:ln>
            <a:noFill/>
          </a:ln>
        </p:spPr>
      </p:pic>
      <p:pic>
        <p:nvPicPr>
          <p:cNvPr id="1701" name="Google Shape;1701;p102"/>
          <p:cNvPicPr preferRelativeResize="0"/>
          <p:nvPr/>
        </p:nvPicPr>
        <p:blipFill>
          <a:blip r:embed="rId5">
            <a:alphaModFix/>
          </a:blip>
          <a:stretch>
            <a:fillRect/>
          </a:stretch>
        </p:blipFill>
        <p:spPr>
          <a:xfrm>
            <a:off x="2617124" y="954689"/>
            <a:ext cx="580200" cy="588577"/>
          </a:xfrm>
          <a:prstGeom prst="rect">
            <a:avLst/>
          </a:prstGeom>
          <a:noFill/>
          <a:ln>
            <a:noFill/>
          </a:ln>
        </p:spPr>
      </p:pic>
      <p:pic>
        <p:nvPicPr>
          <p:cNvPr id="1702" name="Google Shape;1702;p102"/>
          <p:cNvPicPr preferRelativeResize="0"/>
          <p:nvPr/>
        </p:nvPicPr>
        <p:blipFill>
          <a:blip r:embed="rId6">
            <a:alphaModFix/>
          </a:blip>
          <a:stretch>
            <a:fillRect/>
          </a:stretch>
        </p:blipFill>
        <p:spPr>
          <a:xfrm>
            <a:off x="3294538" y="1035200"/>
            <a:ext cx="634200" cy="427549"/>
          </a:xfrm>
          <a:prstGeom prst="rect">
            <a:avLst/>
          </a:prstGeom>
          <a:noFill/>
          <a:ln>
            <a:noFill/>
          </a:ln>
        </p:spPr>
      </p:pic>
      <p:pic>
        <p:nvPicPr>
          <p:cNvPr id="1703" name="Google Shape;1703;p102"/>
          <p:cNvPicPr preferRelativeResize="0"/>
          <p:nvPr/>
        </p:nvPicPr>
        <p:blipFill>
          <a:blip r:embed="rId7">
            <a:alphaModFix/>
          </a:blip>
          <a:stretch>
            <a:fillRect/>
          </a:stretch>
        </p:blipFill>
        <p:spPr>
          <a:xfrm>
            <a:off x="4868102" y="1015588"/>
            <a:ext cx="406575" cy="466800"/>
          </a:xfrm>
          <a:prstGeom prst="rect">
            <a:avLst/>
          </a:prstGeom>
          <a:noFill/>
          <a:ln>
            <a:noFill/>
          </a:ln>
        </p:spPr>
      </p:pic>
      <p:pic>
        <p:nvPicPr>
          <p:cNvPr id="1704" name="Google Shape;1704;p102"/>
          <p:cNvPicPr preferRelativeResize="0"/>
          <p:nvPr/>
        </p:nvPicPr>
        <p:blipFill>
          <a:blip r:embed="rId8">
            <a:alphaModFix/>
          </a:blip>
          <a:stretch>
            <a:fillRect/>
          </a:stretch>
        </p:blipFill>
        <p:spPr>
          <a:xfrm>
            <a:off x="5570959" y="960657"/>
            <a:ext cx="477079" cy="540250"/>
          </a:xfrm>
          <a:prstGeom prst="rect">
            <a:avLst/>
          </a:prstGeom>
          <a:noFill/>
          <a:ln>
            <a:noFill/>
          </a:ln>
        </p:spPr>
      </p:pic>
      <p:pic>
        <p:nvPicPr>
          <p:cNvPr id="1705" name="Google Shape;1705;p102"/>
          <p:cNvPicPr preferRelativeResize="0"/>
          <p:nvPr/>
        </p:nvPicPr>
        <p:blipFill>
          <a:blip r:embed="rId9">
            <a:alphaModFix/>
          </a:blip>
          <a:srcRect l="348" t="351" r="268" b="9705"/>
          <a:stretch>
            <a:fillRect/>
          </a:stretch>
        </p:blipFill>
        <p:spPr>
          <a:xfrm>
            <a:off x="340120" y="1895925"/>
            <a:ext cx="4586054" cy="2895643"/>
          </a:xfrm>
          <a:prstGeom prst="rect">
            <a:avLst/>
          </a:prstGeom>
          <a:noFill/>
          <a:ln>
            <a:noFill/>
          </a:ln>
        </p:spPr>
      </p:pic>
      <p:sp>
        <p:nvSpPr>
          <p:cNvPr id="1706" name="Google Shape;1706;p102"/>
          <p:cNvSpPr txBox="1"/>
          <p:nvPr/>
        </p:nvSpPr>
        <p:spPr>
          <a:xfrm>
            <a:off x="412224" y="1957325"/>
            <a:ext cx="900900" cy="2079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1707" name="Google Shape;1707;p102"/>
          <p:cNvSpPr/>
          <p:nvPr/>
        </p:nvSpPr>
        <p:spPr>
          <a:xfrm>
            <a:off x="1855664" y="2933637"/>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708" name="Google Shape;1708;p102"/>
          <p:cNvSpPr txBox="1"/>
          <p:nvPr/>
        </p:nvSpPr>
        <p:spPr>
          <a:xfrm>
            <a:off x="475371" y="2964597"/>
            <a:ext cx="837900" cy="3603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1709" name="Google Shape;1709;p102"/>
          <p:cNvCxnSpPr/>
          <p:nvPr/>
        </p:nvCxnSpPr>
        <p:spPr>
          <a:xfrm flipH="1">
            <a:off x="1185095" y="2986565"/>
            <a:ext cx="730200" cy="171300"/>
          </a:xfrm>
          <a:prstGeom prst="straightConnector1">
            <a:avLst/>
          </a:prstGeom>
          <a:noFill/>
          <a:ln w="28575" cap="flat" cmpd="sng">
            <a:solidFill>
              <a:srgbClr val="000000"/>
            </a:solidFill>
            <a:prstDash val="solid"/>
            <a:round/>
            <a:headEnd type="none" w="med" len="med"/>
            <a:tailEnd type="none" w="med" len="med"/>
          </a:ln>
        </p:spPr>
      </p:cxnSp>
      <p:sp>
        <p:nvSpPr>
          <p:cNvPr id="1710" name="Google Shape;1710;p102"/>
          <p:cNvSpPr/>
          <p:nvPr/>
        </p:nvSpPr>
        <p:spPr>
          <a:xfrm rot="-4510961">
            <a:off x="4271732" y="2864446"/>
            <a:ext cx="106750" cy="10675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1711" name="Google Shape;1711;p102"/>
          <p:cNvCxnSpPr/>
          <p:nvPr/>
        </p:nvCxnSpPr>
        <p:spPr>
          <a:xfrm>
            <a:off x="4326295" y="2911676"/>
            <a:ext cx="55500" cy="466800"/>
          </a:xfrm>
          <a:prstGeom prst="straightConnector1">
            <a:avLst/>
          </a:prstGeom>
          <a:noFill/>
          <a:ln w="28575" cap="flat" cmpd="sng">
            <a:solidFill>
              <a:srgbClr val="000000"/>
            </a:solidFill>
            <a:prstDash val="solid"/>
            <a:round/>
            <a:headEnd type="none" w="med" len="med"/>
            <a:tailEnd type="none" w="med" len="med"/>
          </a:ln>
        </p:spPr>
      </p:cxnSp>
      <p:sp>
        <p:nvSpPr>
          <p:cNvPr id="1712" name="Google Shape;1712;p102"/>
          <p:cNvSpPr txBox="1"/>
          <p:nvPr/>
        </p:nvSpPr>
        <p:spPr>
          <a:xfrm>
            <a:off x="3970057" y="3371119"/>
            <a:ext cx="837900" cy="3603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1713" name="Google Shape;1713;p102"/>
          <p:cNvSpPr/>
          <p:nvPr/>
        </p:nvSpPr>
        <p:spPr>
          <a:xfrm>
            <a:off x="3317240" y="4366840"/>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714" name="Google Shape;1714;p102"/>
          <p:cNvGrpSpPr/>
          <p:nvPr/>
        </p:nvGrpSpPr>
        <p:grpSpPr>
          <a:xfrm flipH="1">
            <a:off x="3358688" y="4311983"/>
            <a:ext cx="982514" cy="360147"/>
            <a:chOff x="2606940" y="3909728"/>
            <a:chExt cx="1082780" cy="396900"/>
          </a:xfrm>
        </p:grpSpPr>
        <p:sp>
          <p:nvSpPr>
            <p:cNvPr id="1715" name="Google Shape;1715;p102"/>
            <p:cNvSpPr txBox="1"/>
            <p:nvPr/>
          </p:nvSpPr>
          <p:spPr>
            <a:xfrm>
              <a:off x="2606940" y="3909728"/>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1716" name="Google Shape;1716;p102"/>
            <p:cNvCxnSpPr/>
            <p:nvPr/>
          </p:nvCxnSpPr>
          <p:spPr>
            <a:xfrm flipH="1">
              <a:off x="3479720" y="4028393"/>
              <a:ext cx="210000" cy="42300"/>
            </a:xfrm>
            <a:prstGeom prst="straightConnector1">
              <a:avLst/>
            </a:prstGeom>
            <a:noFill/>
            <a:ln w="28575" cap="flat" cmpd="sng">
              <a:solidFill>
                <a:srgbClr val="000000"/>
              </a:solidFill>
              <a:prstDash val="solid"/>
              <a:round/>
              <a:headEnd type="none" w="med" len="med"/>
              <a:tailEnd type="none" w="med" len="med"/>
            </a:ln>
          </p:spPr>
        </p:cxnSp>
      </p:grpSp>
      <p:sp>
        <p:nvSpPr>
          <p:cNvPr id="1717" name="Google Shape;1717;p102"/>
          <p:cNvSpPr/>
          <p:nvPr/>
        </p:nvSpPr>
        <p:spPr>
          <a:xfrm>
            <a:off x="3145655" y="2709321"/>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718" name="Google Shape;1718;p102"/>
          <p:cNvSpPr/>
          <p:nvPr/>
        </p:nvSpPr>
        <p:spPr>
          <a:xfrm>
            <a:off x="2527518" y="3792334"/>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719" name="Google Shape;1719;p102"/>
          <p:cNvSpPr txBox="1"/>
          <p:nvPr/>
        </p:nvSpPr>
        <p:spPr>
          <a:xfrm>
            <a:off x="4358678" y="4575863"/>
            <a:ext cx="539700" cy="207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18:00</a:t>
            </a:r>
            <a:endParaRPr sz="1600">
              <a:solidFill>
                <a:srgbClr val="FFFFFF"/>
              </a:solidFill>
              <a:latin typeface="Lexend"/>
              <a:ea typeface="Lexend"/>
              <a:cs typeface="Lexend"/>
              <a:sym typeface="Lexend"/>
            </a:endParaRPr>
          </a:p>
        </p:txBody>
      </p:sp>
      <p:grpSp>
        <p:nvGrpSpPr>
          <p:cNvPr id="1720" name="Google Shape;1720;p102"/>
          <p:cNvGrpSpPr/>
          <p:nvPr/>
        </p:nvGrpSpPr>
        <p:grpSpPr>
          <a:xfrm>
            <a:off x="310164" y="4108108"/>
            <a:ext cx="337825" cy="587179"/>
            <a:chOff x="386375" y="4087685"/>
            <a:chExt cx="372300" cy="647100"/>
          </a:xfrm>
        </p:grpSpPr>
        <p:cxnSp>
          <p:nvCxnSpPr>
            <p:cNvPr id="1721" name="Google Shape;1721;p102"/>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1722" name="Google Shape;1722;p102"/>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grpSp>
      <p:sp>
        <p:nvSpPr>
          <p:cNvPr id="1723" name="Google Shape;1723;p102"/>
          <p:cNvSpPr/>
          <p:nvPr/>
        </p:nvSpPr>
        <p:spPr>
          <a:xfrm>
            <a:off x="1606501" y="4398151"/>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724" name="Google Shape;1724;p102"/>
          <p:cNvSpPr/>
          <p:nvPr/>
        </p:nvSpPr>
        <p:spPr>
          <a:xfrm>
            <a:off x="1580612" y="2214275"/>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13°C</a:t>
            </a:r>
            <a:endParaRPr sz="1800">
              <a:solidFill>
                <a:srgbClr val="FFFFFF"/>
              </a:solidFill>
              <a:latin typeface="Lexend"/>
              <a:ea typeface="Lexend"/>
              <a:cs typeface="Lexend"/>
              <a:sym typeface="Lexend"/>
            </a:endParaRPr>
          </a:p>
        </p:txBody>
      </p:sp>
      <p:sp>
        <p:nvSpPr>
          <p:cNvPr id="1725" name="Google Shape;1725;p102"/>
          <p:cNvSpPr/>
          <p:nvPr/>
        </p:nvSpPr>
        <p:spPr>
          <a:xfrm>
            <a:off x="3053500" y="3698525"/>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chemeClr val="lt1"/>
                </a:solidFill>
                <a:latin typeface="Lexend"/>
                <a:ea typeface="Lexend"/>
                <a:cs typeface="Lexend"/>
                <a:sym typeface="Lexend"/>
              </a:rPr>
              <a:t>9°C</a:t>
            </a:r>
            <a:endParaRPr sz="1800">
              <a:solidFill>
                <a:srgbClr val="FFFFFF"/>
              </a:solidFill>
              <a:latin typeface="Lexend"/>
              <a:ea typeface="Lexend"/>
              <a:cs typeface="Lexend"/>
              <a:sym typeface="Lexend"/>
            </a:endParaRPr>
          </a:p>
        </p:txBody>
      </p:sp>
      <p:sp>
        <p:nvSpPr>
          <p:cNvPr id="1726" name="Google Shape;1726;p102"/>
          <p:cNvSpPr/>
          <p:nvPr/>
        </p:nvSpPr>
        <p:spPr>
          <a:xfrm>
            <a:off x="4152124" y="2184175"/>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10°C</a:t>
            </a:r>
            <a:endParaRPr sz="1800">
              <a:solidFill>
                <a:srgbClr val="FFFFFF"/>
              </a:solidFill>
              <a:latin typeface="Lexend"/>
              <a:ea typeface="Lexend"/>
              <a:cs typeface="Lexend"/>
              <a:sym typeface="Lexend"/>
            </a:endParaRPr>
          </a:p>
        </p:txBody>
      </p:sp>
      <p:sp>
        <p:nvSpPr>
          <p:cNvPr id="1727" name="Google Shape;1727;p102"/>
          <p:cNvSpPr/>
          <p:nvPr/>
        </p:nvSpPr>
        <p:spPr>
          <a:xfrm>
            <a:off x="2263800" y="3124050"/>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8°C</a:t>
            </a:r>
            <a:endParaRPr sz="1800">
              <a:solidFill>
                <a:srgbClr val="FFFFFF"/>
              </a:solidFill>
              <a:latin typeface="Lexend"/>
              <a:ea typeface="Lexend"/>
              <a:cs typeface="Lexend"/>
              <a:sym typeface="Lexend"/>
            </a:endParaRPr>
          </a:p>
        </p:txBody>
      </p:sp>
      <p:sp>
        <p:nvSpPr>
          <p:cNvPr id="1728" name="Google Shape;1728;p102"/>
          <p:cNvSpPr/>
          <p:nvPr/>
        </p:nvSpPr>
        <p:spPr>
          <a:xfrm>
            <a:off x="1342787" y="3660700"/>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10°C</a:t>
            </a:r>
            <a:endParaRPr sz="1800">
              <a:solidFill>
                <a:srgbClr val="FFFFFF"/>
              </a:solidFill>
              <a:latin typeface="Lexend"/>
              <a:ea typeface="Lexend"/>
              <a:cs typeface="Lexend"/>
              <a:sym typeface="Lexend"/>
            </a:endParaRPr>
          </a:p>
        </p:txBody>
      </p:sp>
      <p:cxnSp>
        <p:nvCxnSpPr>
          <p:cNvPr id="1729" name="Google Shape;1729;p102"/>
          <p:cNvCxnSpPr/>
          <p:nvPr/>
        </p:nvCxnSpPr>
        <p:spPr>
          <a:xfrm rot="10800000" flipH="1">
            <a:off x="1385251" y="4453440"/>
            <a:ext cx="268800" cy="61500"/>
          </a:xfrm>
          <a:prstGeom prst="straightConnector1">
            <a:avLst/>
          </a:prstGeom>
          <a:noFill/>
          <a:ln w="28575" cap="flat" cmpd="sng">
            <a:solidFill>
              <a:srgbClr val="000000"/>
            </a:solidFill>
            <a:prstDash val="solid"/>
            <a:round/>
            <a:headEnd type="none" w="med" len="med"/>
            <a:tailEnd type="none" w="med" len="med"/>
          </a:ln>
        </p:spPr>
      </p:cxnSp>
      <p:sp>
        <p:nvSpPr>
          <p:cNvPr id="1730" name="Google Shape;1730;p102"/>
          <p:cNvSpPr txBox="1"/>
          <p:nvPr/>
        </p:nvSpPr>
        <p:spPr>
          <a:xfrm>
            <a:off x="567393" y="4351637"/>
            <a:ext cx="8379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1731" name="Google Shape;1731;p102"/>
          <p:cNvSpPr/>
          <p:nvPr/>
        </p:nvSpPr>
        <p:spPr>
          <a:xfrm>
            <a:off x="2881950" y="1962675"/>
            <a:ext cx="634200" cy="2472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12°C</a:t>
            </a:r>
            <a:endParaRPr sz="1800">
              <a:solidFill>
                <a:srgbClr val="FFFFFF"/>
              </a:solidFill>
              <a:latin typeface="Lexend"/>
              <a:ea typeface="Lexend"/>
              <a:cs typeface="Lexend"/>
              <a:sym typeface="Lexend"/>
            </a:endParaRPr>
          </a:p>
        </p:txBody>
      </p:sp>
      <p:sp>
        <p:nvSpPr>
          <p:cNvPr id="1732" name="Google Shape;1732;p102"/>
          <p:cNvSpPr txBox="1"/>
          <p:nvPr/>
        </p:nvSpPr>
        <p:spPr>
          <a:xfrm>
            <a:off x="2911796" y="2709479"/>
            <a:ext cx="3378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latin typeface="Lexend"/>
                <a:ea typeface="Lexend"/>
                <a:cs typeface="Lexend"/>
                <a:sym typeface="Lexend"/>
              </a:rPr>
              <a:t>A</a:t>
            </a:r>
            <a:endParaRPr>
              <a:solidFill>
                <a:srgbClr val="000000"/>
              </a:solidFill>
              <a:latin typeface="Lexend"/>
              <a:ea typeface="Lexend"/>
              <a:cs typeface="Lexend"/>
              <a:sym typeface="Lexend"/>
            </a:endParaRPr>
          </a:p>
        </p:txBody>
      </p:sp>
      <p:sp>
        <p:nvSpPr>
          <p:cNvPr id="1733" name="Google Shape;1733;p102"/>
          <p:cNvSpPr txBox="1"/>
          <p:nvPr/>
        </p:nvSpPr>
        <p:spPr>
          <a:xfrm>
            <a:off x="2285196" y="3793611"/>
            <a:ext cx="3378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latin typeface="Lexend"/>
                <a:ea typeface="Lexend"/>
                <a:cs typeface="Lexend"/>
                <a:sym typeface="Lexend"/>
              </a:rPr>
              <a:t>B</a:t>
            </a:r>
            <a:endParaRPr>
              <a:solidFill>
                <a:srgbClr val="000000"/>
              </a:solidFill>
              <a:latin typeface="Lexend"/>
              <a:ea typeface="Lexend"/>
              <a:cs typeface="Lexend"/>
              <a:sym typeface="Lexend"/>
            </a:endParaRPr>
          </a:p>
        </p:txBody>
      </p:sp>
      <p:pic>
        <p:nvPicPr>
          <p:cNvPr id="1734" name="Google Shape;1734;p102"/>
          <p:cNvPicPr preferRelativeResize="0"/>
          <p:nvPr/>
        </p:nvPicPr>
        <p:blipFill>
          <a:blip r:embed="rId7">
            <a:alphaModFix/>
          </a:blip>
          <a:stretch>
            <a:fillRect/>
          </a:stretch>
        </p:blipFill>
        <p:spPr>
          <a:xfrm>
            <a:off x="2527527" y="3371113"/>
            <a:ext cx="406575" cy="466800"/>
          </a:xfrm>
          <a:prstGeom prst="rect">
            <a:avLst/>
          </a:prstGeom>
          <a:noFill/>
          <a:ln>
            <a:noFill/>
          </a:ln>
        </p:spPr>
      </p:pic>
      <p:pic>
        <p:nvPicPr>
          <p:cNvPr id="1735" name="Google Shape;1735;p102"/>
          <p:cNvPicPr preferRelativeResize="0"/>
          <p:nvPr/>
        </p:nvPicPr>
        <p:blipFill>
          <a:blip r:embed="rId7">
            <a:alphaModFix/>
          </a:blip>
          <a:stretch>
            <a:fillRect/>
          </a:stretch>
        </p:blipFill>
        <p:spPr>
          <a:xfrm>
            <a:off x="1641965" y="3947263"/>
            <a:ext cx="406575" cy="466800"/>
          </a:xfrm>
          <a:prstGeom prst="rect">
            <a:avLst/>
          </a:prstGeom>
          <a:noFill/>
          <a:ln>
            <a:noFill/>
          </a:ln>
        </p:spPr>
      </p:pic>
      <p:pic>
        <p:nvPicPr>
          <p:cNvPr id="1736" name="Google Shape;1736;p102"/>
          <p:cNvPicPr preferRelativeResize="0"/>
          <p:nvPr/>
        </p:nvPicPr>
        <p:blipFill>
          <a:blip r:embed="rId7">
            <a:alphaModFix/>
          </a:blip>
          <a:stretch>
            <a:fillRect/>
          </a:stretch>
        </p:blipFill>
        <p:spPr>
          <a:xfrm>
            <a:off x="2980152" y="3982163"/>
            <a:ext cx="406575" cy="466800"/>
          </a:xfrm>
          <a:prstGeom prst="rect">
            <a:avLst/>
          </a:prstGeom>
          <a:noFill/>
          <a:ln>
            <a:noFill/>
          </a:ln>
        </p:spPr>
      </p:pic>
      <p:pic>
        <p:nvPicPr>
          <p:cNvPr id="1737" name="Google Shape;1737;p102"/>
          <p:cNvPicPr preferRelativeResize="0"/>
          <p:nvPr/>
        </p:nvPicPr>
        <p:blipFill>
          <a:blip r:embed="rId6">
            <a:alphaModFix/>
          </a:blip>
          <a:stretch>
            <a:fillRect/>
          </a:stretch>
        </p:blipFill>
        <p:spPr>
          <a:xfrm>
            <a:off x="1405288" y="2465100"/>
            <a:ext cx="634200" cy="427549"/>
          </a:xfrm>
          <a:prstGeom prst="rect">
            <a:avLst/>
          </a:prstGeom>
          <a:noFill/>
          <a:ln>
            <a:noFill/>
          </a:ln>
        </p:spPr>
      </p:pic>
      <p:pic>
        <p:nvPicPr>
          <p:cNvPr id="1738" name="Google Shape;1738;p102"/>
          <p:cNvPicPr preferRelativeResize="0"/>
          <p:nvPr/>
        </p:nvPicPr>
        <p:blipFill>
          <a:blip r:embed="rId8">
            <a:alphaModFix/>
          </a:blip>
          <a:stretch>
            <a:fillRect/>
          </a:stretch>
        </p:blipFill>
        <p:spPr>
          <a:xfrm>
            <a:off x="4286681" y="2393728"/>
            <a:ext cx="477079" cy="540250"/>
          </a:xfrm>
          <a:prstGeom prst="rect">
            <a:avLst/>
          </a:prstGeom>
          <a:noFill/>
          <a:ln>
            <a:noFill/>
          </a:ln>
        </p:spPr>
      </p:pic>
      <p:pic>
        <p:nvPicPr>
          <p:cNvPr id="1739" name="Google Shape;1739;p102"/>
          <p:cNvPicPr preferRelativeResize="0"/>
          <p:nvPr/>
        </p:nvPicPr>
        <p:blipFill>
          <a:blip r:embed="rId4">
            <a:alphaModFix/>
          </a:blip>
          <a:stretch>
            <a:fillRect/>
          </a:stretch>
        </p:blipFill>
        <p:spPr>
          <a:xfrm>
            <a:off x="2866375" y="2273087"/>
            <a:ext cx="634200" cy="373033"/>
          </a:xfrm>
          <a:prstGeom prst="rect">
            <a:avLst/>
          </a:prstGeom>
          <a:noFill/>
          <a:ln>
            <a:noFill/>
          </a:ln>
        </p:spPr>
      </p:pic>
      <p:sp>
        <p:nvSpPr>
          <p:cNvPr id="1740" name="Google Shape;1740;p102"/>
          <p:cNvSpPr/>
          <p:nvPr/>
        </p:nvSpPr>
        <p:spPr>
          <a:xfrm>
            <a:off x="365725" y="1895925"/>
            <a:ext cx="4532700" cy="28956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Tree>
  </p:cSld>
  <p:clrMapOvr>
    <a:masterClrMapping/>
  </p:clrMapOvr>
  <p:transition/>
  <p:timing/>
</p:sld>
</file>

<file path=ppt/slides/slide3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744" name="Shape 1744"/>
        <p:cNvGrpSpPr/>
        <p:nvPr/>
      </p:nvGrpSpPr>
      <p:grpSpPr>
        <a:xfrm>
          <a:off x="0" y="0"/>
          <a:ext cx="0" cy="0"/>
        </a:xfrm>
      </p:grpSpPr>
      <p:sp>
        <p:nvSpPr>
          <p:cNvPr id="1745" name="Google Shape;1745;p103"/>
          <p:cNvSpPr txBox="1"/>
          <p:nvPr>
            <p:ph type="title"/>
          </p:nvPr>
        </p:nvSpPr>
        <p:spPr>
          <a:xfrm>
            <a:off x="1225225" y="2090813"/>
            <a:ext cx="6852300" cy="3693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Understanding a basic weather forecast</a:t>
            </a:r>
            <a:endParaRPr/>
          </a:p>
        </p:txBody>
      </p:sp>
      <p:sp>
        <p:nvSpPr>
          <p:cNvPr id="1746" name="Google Shape;1746;p103"/>
          <p:cNvSpPr txBox="1"/>
          <p:nvPr>
            <p:ph type="title" idx="2"/>
          </p:nvPr>
        </p:nvSpPr>
        <p:spPr>
          <a:xfrm>
            <a:off x="1225225" y="3027088"/>
            <a:ext cx="6852300" cy="3693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Analysing extra forecast information</a:t>
            </a:r>
            <a:endParaRPr/>
          </a:p>
        </p:txBody>
      </p:sp>
      <p:sp>
        <p:nvSpPr>
          <p:cNvPr id="1747" name="Google Shape;1747;p103"/>
          <p:cNvSpPr txBox="1"/>
          <p:nvPr>
            <p:ph type="title" idx="3"/>
          </p:nvPr>
        </p:nvSpPr>
        <p:spPr>
          <a:xfrm>
            <a:off x="324000" y="657600"/>
            <a:ext cx="5741400" cy="6156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Understanding weather data</a:t>
            </a:r>
            <a:endParaRPr/>
          </a:p>
        </p:txBody>
      </p:sp>
      <p:pic>
        <p:nvPicPr>
          <p:cNvPr id="1748" name="Google Shape;1748;p103"/>
          <p:cNvPicPr preferRelativeResize="0"/>
          <p:nvPr/>
        </p:nvPicPr>
        <p:blipFill>
          <a:blip r:embed="rId3">
            <a:alphaModFix/>
          </a:blip>
          <a:stretch>
            <a:fillRect/>
          </a:stretch>
        </p:blipFill>
        <p:spPr>
          <a:xfrm>
            <a:off x="408127" y="2988373"/>
            <a:ext cx="450575" cy="446750"/>
          </a:xfrm>
          <a:prstGeom prst="rect">
            <a:avLst/>
          </a:prstGeom>
          <a:noFill/>
          <a:ln>
            <a:noFill/>
          </a:ln>
        </p:spPr>
      </p:pic>
    </p:spTree>
  </p:cSld>
  <p:clrMapOvr>
    <a:masterClrMapping/>
  </p:clrMapOvr>
  <p:transition/>
  <p:timing/>
</p:sld>
</file>

<file path=ppt/slides/slide3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752" name="Shape 1752"/>
        <p:cNvGrpSpPr/>
        <p:nvPr/>
      </p:nvGrpSpPr>
      <p:grpSpPr>
        <a:xfrm>
          <a:off x="0" y="0"/>
          <a:ext cx="0" cy="0"/>
        </a:xfrm>
      </p:grpSpPr>
      <p:pic>
        <p:nvPicPr>
          <p:cNvPr id="1753" name="Google Shape;1753;p104"/>
          <p:cNvPicPr preferRelativeResize="0"/>
          <p:nvPr/>
        </p:nvPicPr>
        <p:blipFill>
          <a:blip r:embed="rId3">
            <a:alphaModFix/>
          </a:blip>
          <a:srcRect l="41742" t="71830" b="4761"/>
          <a:stretch>
            <a:fillRect/>
          </a:stretch>
        </p:blipFill>
        <p:spPr>
          <a:xfrm flipH="1">
            <a:off x="5486151" y="1731195"/>
            <a:ext cx="3420099" cy="777056"/>
          </a:xfrm>
          <a:prstGeom prst="rect">
            <a:avLst/>
          </a:prstGeom>
          <a:noFill/>
          <a:ln>
            <a:noFill/>
          </a:ln>
        </p:spPr>
      </p:pic>
      <p:pic>
        <p:nvPicPr>
          <p:cNvPr id="1754" name="Google Shape;1754;p104"/>
          <p:cNvPicPr preferRelativeResize="0"/>
          <p:nvPr/>
        </p:nvPicPr>
        <p:blipFill>
          <a:blip r:embed="rId3">
            <a:alphaModFix/>
          </a:blip>
          <a:srcRect l="41742" t="13016" b="52676"/>
          <a:stretch>
            <a:fillRect/>
          </a:stretch>
        </p:blipFill>
        <p:spPr>
          <a:xfrm flipH="1">
            <a:off x="5490578" y="669525"/>
            <a:ext cx="3411241" cy="1135902"/>
          </a:xfrm>
          <a:prstGeom prst="rect">
            <a:avLst/>
          </a:prstGeom>
          <a:noFill/>
          <a:ln>
            <a:noFill/>
          </a:ln>
        </p:spPr>
      </p:pic>
      <p:sp>
        <p:nvSpPr>
          <p:cNvPr id="1755" name="Google Shape;1755;p104"/>
          <p:cNvSpPr/>
          <p:nvPr/>
        </p:nvSpPr>
        <p:spPr>
          <a:xfrm>
            <a:off x="365734" y="1265728"/>
            <a:ext cx="5014200" cy="3481500"/>
          </a:xfrm>
          <a:prstGeom prst="rect">
            <a:avLst/>
          </a:prstGeom>
          <a:solidFill>
            <a:srgbClr val="4285F4"/>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756" name="Google Shape;1756;p104"/>
          <p:cNvSpPr/>
          <p:nvPr/>
        </p:nvSpPr>
        <p:spPr>
          <a:xfrm>
            <a:off x="-891036" y="1027484"/>
            <a:ext cx="6425564" cy="4140237"/>
          </a:xfrm>
          <a:custGeom>
            <a:rect l="l" t="t" r="r" b="b"/>
            <a:pathLst>
              <a:path w="300260" h="193469" extrusionOk="0">
                <a:moveTo>
                  <a:pt x="70920" y="84"/>
                </a:moveTo>
                <a:cubicBezTo>
                  <a:pt x="89716" y="-1122"/>
                  <a:pt x="109846" y="11006"/>
                  <a:pt x="130737" y="14943"/>
                </a:cubicBezTo>
                <a:cubicBezTo>
                  <a:pt x="151629" y="18880"/>
                  <a:pt x="181093" y="22119"/>
                  <a:pt x="196269" y="23706"/>
                </a:cubicBezTo>
                <a:cubicBezTo>
                  <a:pt x="211446" y="25294"/>
                  <a:pt x="214176" y="24278"/>
                  <a:pt x="221796" y="24468"/>
                </a:cubicBezTo>
                <a:cubicBezTo>
                  <a:pt x="229416" y="24659"/>
                  <a:pt x="236552" y="23790"/>
                  <a:pt x="241989" y="24849"/>
                </a:cubicBezTo>
                <a:cubicBezTo>
                  <a:pt x="247426" y="25908"/>
                  <a:pt x="249796" y="29354"/>
                  <a:pt x="254419" y="30821"/>
                </a:cubicBezTo>
                <a:cubicBezTo>
                  <a:pt x="259042" y="32288"/>
                  <a:pt x="265456" y="32096"/>
                  <a:pt x="269726" y="33649"/>
                </a:cubicBezTo>
                <a:cubicBezTo>
                  <a:pt x="273996" y="35202"/>
                  <a:pt x="277298" y="37160"/>
                  <a:pt x="280041" y="40138"/>
                </a:cubicBezTo>
                <a:cubicBezTo>
                  <a:pt x="282784" y="43116"/>
                  <a:pt x="285860" y="47908"/>
                  <a:pt x="286185" y="51519"/>
                </a:cubicBezTo>
                <a:cubicBezTo>
                  <a:pt x="286511" y="55130"/>
                  <a:pt x="285233" y="59139"/>
                  <a:pt x="281994" y="61806"/>
                </a:cubicBezTo>
                <a:cubicBezTo>
                  <a:pt x="278756" y="64473"/>
                  <a:pt x="269993" y="66124"/>
                  <a:pt x="266754" y="67521"/>
                </a:cubicBezTo>
                <a:cubicBezTo>
                  <a:pt x="263516" y="68918"/>
                  <a:pt x="265548" y="70950"/>
                  <a:pt x="262563" y="70188"/>
                </a:cubicBezTo>
                <a:cubicBezTo>
                  <a:pt x="259579" y="69426"/>
                  <a:pt x="249927" y="64918"/>
                  <a:pt x="248847" y="62949"/>
                </a:cubicBezTo>
                <a:cubicBezTo>
                  <a:pt x="247768" y="60981"/>
                  <a:pt x="257737" y="59901"/>
                  <a:pt x="256086" y="58377"/>
                </a:cubicBezTo>
                <a:cubicBezTo>
                  <a:pt x="254435" y="56853"/>
                  <a:pt x="244529" y="54059"/>
                  <a:pt x="238941" y="53805"/>
                </a:cubicBezTo>
                <a:cubicBezTo>
                  <a:pt x="233353" y="53551"/>
                  <a:pt x="225479" y="54059"/>
                  <a:pt x="222558" y="56853"/>
                </a:cubicBezTo>
                <a:cubicBezTo>
                  <a:pt x="219637" y="59647"/>
                  <a:pt x="220717" y="66886"/>
                  <a:pt x="221415" y="70569"/>
                </a:cubicBezTo>
                <a:cubicBezTo>
                  <a:pt x="222114" y="74252"/>
                  <a:pt x="225479" y="75903"/>
                  <a:pt x="226749" y="78951"/>
                </a:cubicBezTo>
                <a:cubicBezTo>
                  <a:pt x="228019" y="81999"/>
                  <a:pt x="226559" y="84412"/>
                  <a:pt x="229035" y="88857"/>
                </a:cubicBezTo>
                <a:cubicBezTo>
                  <a:pt x="231512" y="93302"/>
                  <a:pt x="237989" y="101049"/>
                  <a:pt x="241608" y="105621"/>
                </a:cubicBezTo>
                <a:cubicBezTo>
                  <a:pt x="245228" y="110193"/>
                  <a:pt x="246498" y="113622"/>
                  <a:pt x="250752" y="116289"/>
                </a:cubicBezTo>
                <a:cubicBezTo>
                  <a:pt x="255007" y="118956"/>
                  <a:pt x="263643" y="118004"/>
                  <a:pt x="267135" y="121623"/>
                </a:cubicBezTo>
                <a:cubicBezTo>
                  <a:pt x="270628" y="125243"/>
                  <a:pt x="270374" y="132545"/>
                  <a:pt x="271707" y="138006"/>
                </a:cubicBezTo>
                <a:cubicBezTo>
                  <a:pt x="273041" y="143467"/>
                  <a:pt x="273930" y="149881"/>
                  <a:pt x="275136" y="154389"/>
                </a:cubicBezTo>
                <a:cubicBezTo>
                  <a:pt x="276343" y="158898"/>
                  <a:pt x="277549" y="161628"/>
                  <a:pt x="278946" y="165057"/>
                </a:cubicBezTo>
                <a:cubicBezTo>
                  <a:pt x="280343" y="168486"/>
                  <a:pt x="282883" y="171852"/>
                  <a:pt x="283518" y="174963"/>
                </a:cubicBezTo>
                <a:cubicBezTo>
                  <a:pt x="284153" y="178075"/>
                  <a:pt x="321364" y="181567"/>
                  <a:pt x="282756" y="183726"/>
                </a:cubicBezTo>
                <a:cubicBezTo>
                  <a:pt x="244148" y="185885"/>
                  <a:pt x="98733" y="201633"/>
                  <a:pt x="51870" y="187917"/>
                </a:cubicBezTo>
                <a:cubicBezTo>
                  <a:pt x="5007" y="174201"/>
                  <a:pt x="7230" y="129053"/>
                  <a:pt x="1578" y="101430"/>
                </a:cubicBezTo>
                <a:cubicBezTo>
                  <a:pt x="-4073" y="73808"/>
                  <a:pt x="6404" y="39073"/>
                  <a:pt x="17961" y="22182"/>
                </a:cubicBezTo>
                <a:cubicBezTo>
                  <a:pt x="29518" y="5291"/>
                  <a:pt x="52124" y="1291"/>
                  <a:pt x="70920" y="84"/>
                </a:cubicBezTo>
                <a:close/>
              </a:path>
            </a:pathLst>
          </a:custGeom>
          <a:solidFill>
            <a:srgbClr val="D9EAD3"/>
          </a:solidFill>
          <a:ln w="28575" cap="flat" cmpd="sng">
            <a:solidFill>
              <a:srgbClr val="000000"/>
            </a:solidFill>
            <a:prstDash val="solid"/>
            <a:round/>
            <a:headEnd type="none" w="med" len="med"/>
            <a:tailEnd type="none" w="med" len="med"/>
          </a:ln>
        </p:spPr>
        <p:txBody>
          <a:bodyPr/>
          <a:lstStyle/>
          <a:p/>
        </p:txBody>
      </p:sp>
      <p:sp>
        <p:nvSpPr>
          <p:cNvPr id="1757" name="Google Shape;1757;p104"/>
          <p:cNvSpPr/>
          <p:nvPr/>
        </p:nvSpPr>
        <p:spPr>
          <a:xfrm>
            <a:off x="-523026" y="1020496"/>
            <a:ext cx="5760944" cy="3560575"/>
          </a:xfrm>
          <a:custGeom>
            <a:rect l="l" t="t" r="r" b="b"/>
            <a:pathLst>
              <a:path w="269203" h="166382" extrusionOk="0">
                <a:moveTo>
                  <a:pt x="53723" y="411"/>
                </a:moveTo>
                <a:cubicBezTo>
                  <a:pt x="72564" y="-1965"/>
                  <a:pt x="93582" y="6682"/>
                  <a:pt x="113808" y="8251"/>
                </a:cubicBezTo>
                <a:cubicBezTo>
                  <a:pt x="134035" y="9820"/>
                  <a:pt x="158978" y="9561"/>
                  <a:pt x="175082" y="9823"/>
                </a:cubicBezTo>
                <a:cubicBezTo>
                  <a:pt x="191186" y="10085"/>
                  <a:pt x="200351" y="10412"/>
                  <a:pt x="210432" y="9823"/>
                </a:cubicBezTo>
                <a:cubicBezTo>
                  <a:pt x="220514" y="9234"/>
                  <a:pt x="230638" y="3601"/>
                  <a:pt x="235571" y="6287"/>
                </a:cubicBezTo>
                <a:cubicBezTo>
                  <a:pt x="240504" y="8973"/>
                  <a:pt x="236304" y="22218"/>
                  <a:pt x="240032" y="25938"/>
                </a:cubicBezTo>
                <a:cubicBezTo>
                  <a:pt x="243760" y="29658"/>
                  <a:pt x="253367" y="26637"/>
                  <a:pt x="257939" y="28605"/>
                </a:cubicBezTo>
                <a:cubicBezTo>
                  <a:pt x="262511" y="30574"/>
                  <a:pt x="265623" y="33876"/>
                  <a:pt x="267464" y="37749"/>
                </a:cubicBezTo>
                <a:cubicBezTo>
                  <a:pt x="269306" y="41623"/>
                  <a:pt x="269433" y="47782"/>
                  <a:pt x="268988" y="51846"/>
                </a:cubicBezTo>
                <a:cubicBezTo>
                  <a:pt x="268544" y="55910"/>
                  <a:pt x="268036" y="59466"/>
                  <a:pt x="264797" y="62133"/>
                </a:cubicBezTo>
                <a:cubicBezTo>
                  <a:pt x="261559" y="64800"/>
                  <a:pt x="252796" y="66451"/>
                  <a:pt x="249557" y="67848"/>
                </a:cubicBezTo>
                <a:cubicBezTo>
                  <a:pt x="246319" y="69245"/>
                  <a:pt x="248351" y="71277"/>
                  <a:pt x="245366" y="70515"/>
                </a:cubicBezTo>
                <a:cubicBezTo>
                  <a:pt x="242382" y="69753"/>
                  <a:pt x="232730" y="65245"/>
                  <a:pt x="231650" y="63276"/>
                </a:cubicBezTo>
                <a:cubicBezTo>
                  <a:pt x="230571" y="61308"/>
                  <a:pt x="240540" y="60228"/>
                  <a:pt x="238889" y="58704"/>
                </a:cubicBezTo>
                <a:cubicBezTo>
                  <a:pt x="237238" y="57180"/>
                  <a:pt x="227332" y="54386"/>
                  <a:pt x="221744" y="54132"/>
                </a:cubicBezTo>
                <a:cubicBezTo>
                  <a:pt x="216156" y="53878"/>
                  <a:pt x="208282" y="54386"/>
                  <a:pt x="205361" y="57180"/>
                </a:cubicBezTo>
                <a:cubicBezTo>
                  <a:pt x="202440" y="59974"/>
                  <a:pt x="203520" y="67213"/>
                  <a:pt x="204218" y="70896"/>
                </a:cubicBezTo>
                <a:cubicBezTo>
                  <a:pt x="204917" y="74579"/>
                  <a:pt x="208282" y="76230"/>
                  <a:pt x="209552" y="79278"/>
                </a:cubicBezTo>
                <a:cubicBezTo>
                  <a:pt x="210822" y="82326"/>
                  <a:pt x="209362" y="84739"/>
                  <a:pt x="211838" y="89184"/>
                </a:cubicBezTo>
                <a:cubicBezTo>
                  <a:pt x="214315" y="93629"/>
                  <a:pt x="220792" y="101376"/>
                  <a:pt x="224411" y="105948"/>
                </a:cubicBezTo>
                <a:cubicBezTo>
                  <a:pt x="228031" y="110520"/>
                  <a:pt x="229301" y="113949"/>
                  <a:pt x="233555" y="116616"/>
                </a:cubicBezTo>
                <a:cubicBezTo>
                  <a:pt x="237810" y="119283"/>
                  <a:pt x="246446" y="118331"/>
                  <a:pt x="249938" y="121950"/>
                </a:cubicBezTo>
                <a:cubicBezTo>
                  <a:pt x="253431" y="125570"/>
                  <a:pt x="253177" y="132872"/>
                  <a:pt x="254510" y="138333"/>
                </a:cubicBezTo>
                <a:cubicBezTo>
                  <a:pt x="255844" y="143794"/>
                  <a:pt x="257582" y="150041"/>
                  <a:pt x="257939" y="154716"/>
                </a:cubicBezTo>
                <a:cubicBezTo>
                  <a:pt x="258296" y="159391"/>
                  <a:pt x="263065" y="166382"/>
                  <a:pt x="256651" y="166382"/>
                </a:cubicBezTo>
                <a:cubicBezTo>
                  <a:pt x="250238" y="166382"/>
                  <a:pt x="241024" y="155898"/>
                  <a:pt x="219458" y="154716"/>
                </a:cubicBezTo>
                <a:cubicBezTo>
                  <a:pt x="197892" y="153534"/>
                  <a:pt x="150494" y="165107"/>
                  <a:pt x="127256" y="159288"/>
                </a:cubicBezTo>
                <a:cubicBezTo>
                  <a:pt x="104018" y="153469"/>
                  <a:pt x="96856" y="130597"/>
                  <a:pt x="80028" y="119802"/>
                </a:cubicBezTo>
                <a:cubicBezTo>
                  <a:pt x="63201" y="109007"/>
                  <a:pt x="39502" y="110734"/>
                  <a:pt x="26291" y="94518"/>
                </a:cubicBezTo>
                <a:cubicBezTo>
                  <a:pt x="13080" y="78303"/>
                  <a:pt x="-3808" y="38194"/>
                  <a:pt x="764" y="22509"/>
                </a:cubicBezTo>
                <a:cubicBezTo>
                  <a:pt x="5336" y="6825"/>
                  <a:pt x="34882" y="2787"/>
                  <a:pt x="53723" y="411"/>
                </a:cubicBezTo>
                <a:close/>
              </a:path>
            </a:pathLst>
          </a:custGeom>
          <a:solidFill>
            <a:srgbClr val="93C47D"/>
          </a:solidFill>
          <a:ln w="28575" cap="flat" cmpd="sng">
            <a:solidFill>
              <a:srgbClr val="000000"/>
            </a:solidFill>
            <a:prstDash val="solid"/>
            <a:round/>
            <a:headEnd type="none" w="med" len="med"/>
            <a:tailEnd type="none" w="med" len="med"/>
          </a:ln>
        </p:spPr>
        <p:txBody>
          <a:bodyPr/>
          <a:lstStyle/>
          <a:p/>
        </p:txBody>
      </p:sp>
      <p:sp>
        <p:nvSpPr>
          <p:cNvPr id="1758" name="Google Shape;1758;p104"/>
          <p:cNvSpPr/>
          <p:nvPr/>
        </p:nvSpPr>
        <p:spPr>
          <a:xfrm>
            <a:off x="-1103578" y="825255"/>
            <a:ext cx="6598500" cy="44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759" name="Google Shape;1759;p104"/>
          <p:cNvSpPr/>
          <p:nvPr/>
        </p:nvSpPr>
        <p:spPr>
          <a:xfrm>
            <a:off x="-1103578" y="1192369"/>
            <a:ext cx="1469400" cy="3949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760" name="Google Shape;1760;p104"/>
          <p:cNvSpPr/>
          <p:nvPr/>
        </p:nvSpPr>
        <p:spPr>
          <a:xfrm>
            <a:off x="-178185" y="4747201"/>
            <a:ext cx="5764200" cy="98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761" name="Google Shape;1761;p104"/>
          <p:cNvSpPr txBox="1"/>
          <p:nvPr/>
        </p:nvSpPr>
        <p:spPr>
          <a:xfrm>
            <a:off x="422646" y="1314730"/>
            <a:ext cx="8823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1762" name="Google Shape;1762;p104"/>
          <p:cNvSpPr/>
          <p:nvPr/>
        </p:nvSpPr>
        <p:spPr>
          <a:xfrm>
            <a:off x="2013327" y="23906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763" name="Google Shape;1763;p104"/>
          <p:cNvSpPr txBox="1"/>
          <p:nvPr/>
        </p:nvSpPr>
        <p:spPr>
          <a:xfrm>
            <a:off x="492224" y="2424770"/>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1764" name="Google Shape;1764;p104"/>
          <p:cNvCxnSpPr/>
          <p:nvPr/>
        </p:nvCxnSpPr>
        <p:spPr>
          <a:xfrm flipH="1">
            <a:off x="1274441" y="2448979"/>
            <a:ext cx="804600" cy="188700"/>
          </a:xfrm>
          <a:prstGeom prst="straightConnector1">
            <a:avLst/>
          </a:prstGeom>
          <a:noFill/>
          <a:ln w="28575" cap="flat" cmpd="sng">
            <a:solidFill>
              <a:srgbClr val="000000"/>
            </a:solidFill>
            <a:prstDash val="solid"/>
            <a:round/>
            <a:headEnd type="none" w="med" len="med"/>
            <a:tailEnd type="none" w="med" len="med"/>
          </a:ln>
        </p:spPr>
      </p:cxnSp>
      <p:sp>
        <p:nvSpPr>
          <p:cNvPr id="1765" name="Google Shape;1765;p104"/>
          <p:cNvSpPr/>
          <p:nvPr/>
        </p:nvSpPr>
        <p:spPr>
          <a:xfrm rot="-4513154">
            <a:off x="4675837" y="2314398"/>
            <a:ext cx="117591" cy="117591"/>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1766" name="Google Shape;1766;p104"/>
          <p:cNvCxnSpPr/>
          <p:nvPr/>
        </p:nvCxnSpPr>
        <p:spPr>
          <a:xfrm>
            <a:off x="4735999" y="2366451"/>
            <a:ext cx="61200" cy="514500"/>
          </a:xfrm>
          <a:prstGeom prst="straightConnector1">
            <a:avLst/>
          </a:prstGeom>
          <a:noFill/>
          <a:ln w="28575" cap="flat" cmpd="sng">
            <a:solidFill>
              <a:srgbClr val="000000"/>
            </a:solidFill>
            <a:prstDash val="solid"/>
            <a:round/>
            <a:headEnd type="none" w="med" len="med"/>
            <a:tailEnd type="none" w="med" len="med"/>
          </a:ln>
        </p:spPr>
      </p:cxnSp>
      <p:sp>
        <p:nvSpPr>
          <p:cNvPr id="1767" name="Google Shape;1767;p104"/>
          <p:cNvSpPr txBox="1"/>
          <p:nvPr/>
        </p:nvSpPr>
        <p:spPr>
          <a:xfrm>
            <a:off x="4343420" y="2872765"/>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1768" name="Google Shape;1768;p104"/>
          <p:cNvSpPr/>
          <p:nvPr/>
        </p:nvSpPr>
        <p:spPr>
          <a:xfrm>
            <a:off x="3624005" y="3970066"/>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769" name="Google Shape;1769;p104"/>
          <p:cNvGrpSpPr/>
          <p:nvPr/>
        </p:nvGrpSpPr>
        <p:grpSpPr>
          <a:xfrm flipH="1">
            <a:off x="3669564" y="3932182"/>
            <a:ext cx="1248041" cy="396900"/>
            <a:chOff x="2441679" y="3932182"/>
            <a:chExt cx="1248041" cy="396900"/>
          </a:xfrm>
        </p:grpSpPr>
        <p:sp>
          <p:nvSpPr>
            <p:cNvPr id="1770" name="Google Shape;1770;p104"/>
            <p:cNvSpPr txBox="1"/>
            <p:nvPr/>
          </p:nvSpPr>
          <p:spPr>
            <a:xfrm>
              <a:off x="2441679" y="3932182"/>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1771" name="Google Shape;1771;p104"/>
            <p:cNvCxnSpPr/>
            <p:nvPr/>
          </p:nvCxnSpPr>
          <p:spPr>
            <a:xfrm flipH="1">
              <a:off x="3239420" y="4028393"/>
              <a:ext cx="450300" cy="114300"/>
            </a:xfrm>
            <a:prstGeom prst="straightConnector1">
              <a:avLst/>
            </a:prstGeom>
            <a:noFill/>
            <a:ln w="28575" cap="flat" cmpd="sng">
              <a:solidFill>
                <a:srgbClr val="000000"/>
              </a:solidFill>
              <a:prstDash val="solid"/>
              <a:round/>
              <a:headEnd type="none" w="med" len="med"/>
              <a:tailEnd type="none" w="med" len="med"/>
            </a:ln>
          </p:spPr>
        </p:cxnSp>
      </p:grpSp>
      <p:sp>
        <p:nvSpPr>
          <p:cNvPr id="1772" name="Google Shape;1772;p104"/>
          <p:cNvSpPr/>
          <p:nvPr/>
        </p:nvSpPr>
        <p:spPr>
          <a:xfrm>
            <a:off x="3434917" y="21434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773" name="Google Shape;1773;p104"/>
          <p:cNvSpPr/>
          <p:nvPr/>
        </p:nvSpPr>
        <p:spPr>
          <a:xfrm>
            <a:off x="2753720" y="333695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774" name="Google Shape;1774;p104"/>
          <p:cNvSpPr txBox="1"/>
          <p:nvPr/>
        </p:nvSpPr>
        <p:spPr>
          <a:xfrm>
            <a:off x="4771686" y="4508108"/>
            <a:ext cx="594600" cy="228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15:00</a:t>
            </a:r>
            <a:endParaRPr sz="1600">
              <a:solidFill>
                <a:srgbClr val="FFFFFF"/>
              </a:solidFill>
              <a:latin typeface="Lexend"/>
              <a:ea typeface="Lexend"/>
              <a:cs typeface="Lexend"/>
              <a:sym typeface="Lexend"/>
            </a:endParaRPr>
          </a:p>
        </p:txBody>
      </p:sp>
      <p:sp>
        <p:nvSpPr>
          <p:cNvPr id="1775" name="Google Shape;1775;p104"/>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Analysing extra forecast information</a:t>
            </a:r>
            <a:endParaRPr/>
          </a:p>
        </p:txBody>
      </p:sp>
      <p:cxnSp>
        <p:nvCxnSpPr>
          <p:cNvPr id="1776" name="Google Shape;1776;p104"/>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1777" name="Google Shape;1777;p104"/>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sp>
        <p:nvSpPr>
          <p:cNvPr id="1778" name="Google Shape;1778;p104"/>
          <p:cNvSpPr/>
          <p:nvPr/>
        </p:nvSpPr>
        <p:spPr>
          <a:xfrm>
            <a:off x="1738745" y="400457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779" name="Google Shape;1779;p104"/>
          <p:cNvGrpSpPr/>
          <p:nvPr/>
        </p:nvGrpSpPr>
        <p:grpSpPr>
          <a:xfrm>
            <a:off x="1477885" y="1320642"/>
            <a:ext cx="3735237" cy="2185338"/>
            <a:chOff x="1477885" y="1320642"/>
            <a:chExt cx="3735237" cy="2185338"/>
          </a:xfrm>
        </p:grpSpPr>
        <p:sp>
          <p:nvSpPr>
            <p:cNvPr id="1780" name="Google Shape;1780;p104"/>
            <p:cNvSpPr/>
            <p:nvPr/>
          </p:nvSpPr>
          <p:spPr>
            <a:xfrm>
              <a:off x="1739973" y="159790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16°C</a:t>
              </a:r>
              <a:endParaRPr sz="1800">
                <a:solidFill>
                  <a:srgbClr val="FFFFFF"/>
                </a:solidFill>
                <a:latin typeface="Lexend"/>
                <a:ea typeface="Lexend"/>
                <a:cs typeface="Lexend"/>
                <a:sym typeface="Lexend"/>
              </a:endParaRPr>
            </a:p>
          </p:txBody>
        </p:sp>
        <p:sp>
          <p:nvSpPr>
            <p:cNvPr id="1781" name="Google Shape;1781;p104"/>
            <p:cNvSpPr/>
            <p:nvPr/>
          </p:nvSpPr>
          <p:spPr>
            <a:xfrm>
              <a:off x="3363147" y="32335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17°C</a:t>
              </a:r>
              <a:endParaRPr sz="1800">
                <a:solidFill>
                  <a:srgbClr val="FFFFFF"/>
                </a:solidFill>
                <a:latin typeface="Lexend"/>
                <a:ea typeface="Lexend"/>
                <a:cs typeface="Lexend"/>
                <a:sym typeface="Lexend"/>
              </a:endParaRPr>
            </a:p>
          </p:txBody>
        </p:sp>
        <p:sp>
          <p:nvSpPr>
            <p:cNvPr id="1782" name="Google Shape;1782;p104"/>
            <p:cNvSpPr/>
            <p:nvPr/>
          </p:nvSpPr>
          <p:spPr>
            <a:xfrm>
              <a:off x="4573822" y="156472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19°C</a:t>
              </a:r>
              <a:endParaRPr sz="1800">
                <a:solidFill>
                  <a:srgbClr val="FFFFFF"/>
                </a:solidFill>
                <a:latin typeface="Lexend"/>
                <a:ea typeface="Lexend"/>
                <a:cs typeface="Lexend"/>
                <a:sym typeface="Lexend"/>
              </a:endParaRPr>
            </a:p>
          </p:txBody>
        </p:sp>
        <p:sp>
          <p:nvSpPr>
            <p:cNvPr id="1783" name="Google Shape;1783;p104"/>
            <p:cNvSpPr/>
            <p:nvPr/>
          </p:nvSpPr>
          <p:spPr>
            <a:xfrm>
              <a:off x="3174060" y="1320642"/>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18°C</a:t>
              </a:r>
              <a:endParaRPr sz="1800">
                <a:solidFill>
                  <a:srgbClr val="FFFFFF"/>
                </a:solidFill>
                <a:latin typeface="Lexend"/>
                <a:ea typeface="Lexend"/>
                <a:cs typeface="Lexend"/>
                <a:sym typeface="Lexend"/>
              </a:endParaRPr>
            </a:p>
          </p:txBody>
        </p:sp>
        <p:sp>
          <p:nvSpPr>
            <p:cNvPr id="1784" name="Google Shape;1784;p104"/>
            <p:cNvSpPr/>
            <p:nvPr/>
          </p:nvSpPr>
          <p:spPr>
            <a:xfrm>
              <a:off x="2492860" y="26004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16°C</a:t>
              </a:r>
              <a:endParaRPr sz="1800">
                <a:solidFill>
                  <a:srgbClr val="FFFFFF"/>
                </a:solidFill>
                <a:latin typeface="Lexend"/>
                <a:ea typeface="Lexend"/>
                <a:cs typeface="Lexend"/>
                <a:sym typeface="Lexend"/>
              </a:endParaRPr>
            </a:p>
          </p:txBody>
        </p:sp>
        <p:sp>
          <p:nvSpPr>
            <p:cNvPr id="1785" name="Google Shape;1785;p104"/>
            <p:cNvSpPr/>
            <p:nvPr/>
          </p:nvSpPr>
          <p:spPr>
            <a:xfrm>
              <a:off x="1477885" y="319190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15°C</a:t>
              </a:r>
              <a:endParaRPr sz="1800">
                <a:solidFill>
                  <a:srgbClr val="FFFFFF"/>
                </a:solidFill>
                <a:latin typeface="Lexend"/>
                <a:ea typeface="Lexend"/>
                <a:cs typeface="Lexend"/>
                <a:sym typeface="Lexend"/>
              </a:endParaRPr>
            </a:p>
          </p:txBody>
        </p:sp>
      </p:grpSp>
      <p:cxnSp>
        <p:nvCxnSpPr>
          <p:cNvPr id="1786" name="Google Shape;1786;p104"/>
          <p:cNvCxnSpPr/>
          <p:nvPr/>
        </p:nvCxnSpPr>
        <p:spPr>
          <a:xfrm rot="10800000" flipH="1">
            <a:off x="1550225" y="4065550"/>
            <a:ext cx="240900" cy="172500"/>
          </a:xfrm>
          <a:prstGeom prst="straightConnector1">
            <a:avLst/>
          </a:prstGeom>
          <a:noFill/>
          <a:ln w="28575" cap="flat" cmpd="sng">
            <a:solidFill>
              <a:srgbClr val="000000"/>
            </a:solidFill>
            <a:prstDash val="solid"/>
            <a:round/>
            <a:headEnd type="none" w="med" len="med"/>
            <a:tailEnd type="none" w="med" len="med"/>
          </a:ln>
        </p:spPr>
      </p:cxnSp>
      <p:sp>
        <p:nvSpPr>
          <p:cNvPr id="1787" name="Google Shape;1787;p104"/>
          <p:cNvSpPr txBox="1"/>
          <p:nvPr/>
        </p:nvSpPr>
        <p:spPr>
          <a:xfrm>
            <a:off x="894450" y="4166718"/>
            <a:ext cx="923400" cy="2988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pic>
        <p:nvPicPr>
          <p:cNvPr id="1788" name="Google Shape;1788;p104"/>
          <p:cNvPicPr preferRelativeResize="0"/>
          <p:nvPr/>
        </p:nvPicPr>
        <p:blipFill>
          <a:blip r:embed="rId4">
            <a:alphaModFix/>
          </a:blip>
          <a:stretch>
            <a:fillRect/>
          </a:stretch>
        </p:blipFill>
        <p:spPr>
          <a:xfrm>
            <a:off x="8132032" y="2444596"/>
            <a:ext cx="493661" cy="636575"/>
          </a:xfrm>
          <a:prstGeom prst="rect">
            <a:avLst/>
          </a:prstGeom>
          <a:noFill/>
          <a:ln>
            <a:noFill/>
          </a:ln>
        </p:spPr>
      </p:pic>
      <p:sp>
        <p:nvSpPr>
          <p:cNvPr id="1789" name="Google Shape;1789;p104"/>
          <p:cNvSpPr txBox="1"/>
          <p:nvPr/>
        </p:nvSpPr>
        <p:spPr>
          <a:xfrm>
            <a:off x="7937712" y="3120835"/>
            <a:ext cx="882300" cy="277200"/>
          </a:xfrm>
          <a:prstGeom prst="rect">
            <a:avLst/>
          </a:prstGeom>
          <a:noFill/>
          <a:ln>
            <a:noFill/>
          </a:ln>
        </p:spPr>
        <p:txBody>
          <a:bodyPr spcFirstLastPara="1" wrap="square" lIns="0" tIns="0" rIns="0" bIns="0" anchor="t" anchorCtr="0">
            <a:sp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Andeep</a:t>
            </a:r>
            <a:endParaRPr sz="1800">
              <a:latin typeface="Lexend"/>
              <a:ea typeface="Lexend"/>
              <a:cs typeface="Lexend"/>
              <a:sym typeface="Lexend"/>
            </a:endParaRPr>
          </a:p>
        </p:txBody>
      </p:sp>
      <p:sp>
        <p:nvSpPr>
          <p:cNvPr id="1790" name="Google Shape;1790;p104"/>
          <p:cNvSpPr txBox="1"/>
          <p:nvPr/>
        </p:nvSpPr>
        <p:spPr>
          <a:xfrm>
            <a:off x="5534525" y="804325"/>
            <a:ext cx="3199800" cy="12105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700">
                <a:latin typeface="Lexend"/>
                <a:ea typeface="Lexend"/>
                <a:cs typeface="Lexend"/>
                <a:sym typeface="Lexend"/>
              </a:rPr>
              <a:t>Is it really 16°C here at Oakfield Academy?</a:t>
            </a:r>
            <a:endParaRPr sz="1700">
              <a:latin typeface="Lexend"/>
              <a:ea typeface="Lexend"/>
              <a:cs typeface="Lexend"/>
              <a:sym typeface="Lexend"/>
            </a:endParaRPr>
          </a:p>
          <a:p>
            <a:pPr marL="0" lvl="0" indent="0" algn="l" rtl="0">
              <a:spcBef>
                <a:spcPts val="1000"/>
              </a:spcBef>
              <a:spcAft>
                <a:spcPts val="1000"/>
              </a:spcAft>
              <a:buNone/>
            </a:pPr>
            <a:r>
              <a:rPr lang="en-GB" sz="1700">
                <a:latin typeface="Lexend"/>
                <a:ea typeface="Lexend"/>
                <a:cs typeface="Lexend"/>
                <a:sym typeface="Lexend"/>
              </a:rPr>
              <a:t>It feels a lot colder than that!</a:t>
            </a:r>
            <a:endParaRPr sz="1700">
              <a:latin typeface="Lexend"/>
              <a:ea typeface="Lexend"/>
              <a:cs typeface="Lexend"/>
              <a:sym typeface="Lexend"/>
            </a:endParaRPr>
          </a:p>
        </p:txBody>
      </p:sp>
      <p:pic>
        <p:nvPicPr>
          <p:cNvPr id="1791" name="Google Shape;1791;p104"/>
          <p:cNvPicPr preferRelativeResize="0"/>
          <p:nvPr/>
        </p:nvPicPr>
        <p:blipFill>
          <a:blip r:embed="rId5">
            <a:alphaModFix/>
          </a:blip>
          <a:stretch>
            <a:fillRect/>
          </a:stretch>
        </p:blipFill>
        <p:spPr>
          <a:xfrm>
            <a:off x="3281826" y="1619999"/>
            <a:ext cx="493675" cy="500816"/>
          </a:xfrm>
          <a:prstGeom prst="rect">
            <a:avLst/>
          </a:prstGeom>
          <a:noFill/>
          <a:ln>
            <a:noFill/>
          </a:ln>
        </p:spPr>
      </p:pic>
      <p:pic>
        <p:nvPicPr>
          <p:cNvPr id="1792" name="Google Shape;1792;p104"/>
          <p:cNvPicPr preferRelativeResize="0"/>
          <p:nvPr/>
        </p:nvPicPr>
        <p:blipFill>
          <a:blip r:embed="rId5">
            <a:alphaModFix/>
          </a:blip>
          <a:stretch>
            <a:fillRect/>
          </a:stretch>
        </p:blipFill>
        <p:spPr>
          <a:xfrm>
            <a:off x="4662776" y="1818799"/>
            <a:ext cx="493675" cy="500816"/>
          </a:xfrm>
          <a:prstGeom prst="rect">
            <a:avLst/>
          </a:prstGeom>
          <a:noFill/>
          <a:ln>
            <a:noFill/>
          </a:ln>
        </p:spPr>
      </p:pic>
      <p:pic>
        <p:nvPicPr>
          <p:cNvPr id="1793" name="Google Shape;1793;p104"/>
          <p:cNvPicPr preferRelativeResize="0"/>
          <p:nvPr/>
        </p:nvPicPr>
        <p:blipFill>
          <a:blip r:embed="rId6">
            <a:alphaModFix/>
          </a:blip>
          <a:stretch>
            <a:fillRect/>
          </a:stretch>
        </p:blipFill>
        <p:spPr>
          <a:xfrm>
            <a:off x="3355309" y="3517236"/>
            <a:ext cx="654993" cy="441568"/>
          </a:xfrm>
          <a:prstGeom prst="rect">
            <a:avLst/>
          </a:prstGeom>
          <a:noFill/>
          <a:ln>
            <a:noFill/>
          </a:ln>
        </p:spPr>
      </p:pic>
      <p:pic>
        <p:nvPicPr>
          <p:cNvPr id="1794" name="Google Shape;1794;p104"/>
          <p:cNvPicPr preferRelativeResize="0"/>
          <p:nvPr/>
        </p:nvPicPr>
        <p:blipFill>
          <a:blip r:embed="rId6">
            <a:alphaModFix/>
          </a:blip>
          <a:stretch>
            <a:fillRect/>
          </a:stretch>
        </p:blipFill>
        <p:spPr>
          <a:xfrm>
            <a:off x="2485034" y="2876823"/>
            <a:ext cx="654993" cy="441568"/>
          </a:xfrm>
          <a:prstGeom prst="rect">
            <a:avLst/>
          </a:prstGeom>
          <a:noFill/>
          <a:ln>
            <a:noFill/>
          </a:ln>
        </p:spPr>
      </p:pic>
      <p:pic>
        <p:nvPicPr>
          <p:cNvPr id="1795" name="Google Shape;1795;p104"/>
          <p:cNvPicPr preferRelativeResize="0"/>
          <p:nvPr/>
        </p:nvPicPr>
        <p:blipFill>
          <a:blip r:embed="rId7">
            <a:alphaModFix/>
          </a:blip>
          <a:stretch>
            <a:fillRect/>
          </a:stretch>
        </p:blipFill>
        <p:spPr>
          <a:xfrm>
            <a:off x="1667445" y="1839724"/>
            <a:ext cx="548488" cy="621110"/>
          </a:xfrm>
          <a:prstGeom prst="rect">
            <a:avLst/>
          </a:prstGeom>
          <a:noFill/>
          <a:ln>
            <a:noFill/>
          </a:ln>
        </p:spPr>
      </p:pic>
      <p:pic>
        <p:nvPicPr>
          <p:cNvPr id="1796" name="Google Shape;1796;p104"/>
          <p:cNvPicPr preferRelativeResize="0"/>
          <p:nvPr/>
        </p:nvPicPr>
        <p:blipFill>
          <a:blip r:embed="rId7">
            <a:alphaModFix/>
          </a:blip>
          <a:stretch>
            <a:fillRect/>
          </a:stretch>
        </p:blipFill>
        <p:spPr>
          <a:xfrm>
            <a:off x="1477866" y="3398148"/>
            <a:ext cx="548488" cy="621110"/>
          </a:xfrm>
          <a:prstGeom prst="rect">
            <a:avLst/>
          </a:prstGeom>
          <a:noFill/>
          <a:ln>
            <a:noFill/>
          </a:ln>
        </p:spPr>
      </p:pic>
      <p:sp>
        <p:nvSpPr>
          <p:cNvPr id="1797" name="Google Shape;1797;p104"/>
          <p:cNvSpPr/>
          <p:nvPr/>
        </p:nvSpPr>
        <p:spPr>
          <a:xfrm>
            <a:off x="365725" y="1265725"/>
            <a:ext cx="5000700" cy="34815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Tree>
  </p:cSld>
  <p:clrMapOvr>
    <a:masterClrMapping/>
  </p:clrMapOvr>
  <p:transition/>
  <p:timing/>
</p:sld>
</file>

<file path=ppt/slides/slide3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801" name="Shape 1801"/>
        <p:cNvGrpSpPr/>
        <p:nvPr/>
      </p:nvGrpSpPr>
      <p:grpSpPr>
        <a:xfrm>
          <a:off x="0" y="0"/>
          <a:ext cx="0" cy="0"/>
        </a:xfrm>
      </p:grpSpPr>
      <p:sp>
        <p:nvSpPr>
          <p:cNvPr id="1802" name="Google Shape;1802;p105"/>
          <p:cNvSpPr/>
          <p:nvPr/>
        </p:nvSpPr>
        <p:spPr>
          <a:xfrm>
            <a:off x="365734" y="1265728"/>
            <a:ext cx="5014200" cy="3481500"/>
          </a:xfrm>
          <a:prstGeom prst="rect">
            <a:avLst/>
          </a:prstGeom>
          <a:solidFill>
            <a:srgbClr val="4285F4"/>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803" name="Google Shape;1803;p105"/>
          <p:cNvSpPr/>
          <p:nvPr/>
        </p:nvSpPr>
        <p:spPr>
          <a:xfrm>
            <a:off x="-891036" y="1027484"/>
            <a:ext cx="6425564" cy="4140237"/>
          </a:xfrm>
          <a:custGeom>
            <a:rect l="l" t="t" r="r" b="b"/>
            <a:pathLst>
              <a:path w="300260" h="193469" extrusionOk="0">
                <a:moveTo>
                  <a:pt x="70920" y="84"/>
                </a:moveTo>
                <a:cubicBezTo>
                  <a:pt x="89716" y="-1122"/>
                  <a:pt x="109846" y="11006"/>
                  <a:pt x="130737" y="14943"/>
                </a:cubicBezTo>
                <a:cubicBezTo>
                  <a:pt x="151629" y="18880"/>
                  <a:pt x="181093" y="22119"/>
                  <a:pt x="196269" y="23706"/>
                </a:cubicBezTo>
                <a:cubicBezTo>
                  <a:pt x="211446" y="25294"/>
                  <a:pt x="214176" y="24278"/>
                  <a:pt x="221796" y="24468"/>
                </a:cubicBezTo>
                <a:cubicBezTo>
                  <a:pt x="229416" y="24659"/>
                  <a:pt x="236552" y="23790"/>
                  <a:pt x="241989" y="24849"/>
                </a:cubicBezTo>
                <a:cubicBezTo>
                  <a:pt x="247426" y="25908"/>
                  <a:pt x="249796" y="29354"/>
                  <a:pt x="254419" y="30821"/>
                </a:cubicBezTo>
                <a:cubicBezTo>
                  <a:pt x="259042" y="32288"/>
                  <a:pt x="265456" y="32096"/>
                  <a:pt x="269726" y="33649"/>
                </a:cubicBezTo>
                <a:cubicBezTo>
                  <a:pt x="273996" y="35202"/>
                  <a:pt x="277298" y="37160"/>
                  <a:pt x="280041" y="40138"/>
                </a:cubicBezTo>
                <a:cubicBezTo>
                  <a:pt x="282784" y="43116"/>
                  <a:pt x="285860" y="47908"/>
                  <a:pt x="286185" y="51519"/>
                </a:cubicBezTo>
                <a:cubicBezTo>
                  <a:pt x="286511" y="55130"/>
                  <a:pt x="285233" y="59139"/>
                  <a:pt x="281994" y="61806"/>
                </a:cubicBezTo>
                <a:cubicBezTo>
                  <a:pt x="278756" y="64473"/>
                  <a:pt x="269993" y="66124"/>
                  <a:pt x="266754" y="67521"/>
                </a:cubicBezTo>
                <a:cubicBezTo>
                  <a:pt x="263516" y="68918"/>
                  <a:pt x="265548" y="70950"/>
                  <a:pt x="262563" y="70188"/>
                </a:cubicBezTo>
                <a:cubicBezTo>
                  <a:pt x="259579" y="69426"/>
                  <a:pt x="249927" y="64918"/>
                  <a:pt x="248847" y="62949"/>
                </a:cubicBezTo>
                <a:cubicBezTo>
                  <a:pt x="247768" y="60981"/>
                  <a:pt x="257737" y="59901"/>
                  <a:pt x="256086" y="58377"/>
                </a:cubicBezTo>
                <a:cubicBezTo>
                  <a:pt x="254435" y="56853"/>
                  <a:pt x="244529" y="54059"/>
                  <a:pt x="238941" y="53805"/>
                </a:cubicBezTo>
                <a:cubicBezTo>
                  <a:pt x="233353" y="53551"/>
                  <a:pt x="225479" y="54059"/>
                  <a:pt x="222558" y="56853"/>
                </a:cubicBezTo>
                <a:cubicBezTo>
                  <a:pt x="219637" y="59647"/>
                  <a:pt x="220717" y="66886"/>
                  <a:pt x="221415" y="70569"/>
                </a:cubicBezTo>
                <a:cubicBezTo>
                  <a:pt x="222114" y="74252"/>
                  <a:pt x="225479" y="75903"/>
                  <a:pt x="226749" y="78951"/>
                </a:cubicBezTo>
                <a:cubicBezTo>
                  <a:pt x="228019" y="81999"/>
                  <a:pt x="226559" y="84412"/>
                  <a:pt x="229035" y="88857"/>
                </a:cubicBezTo>
                <a:cubicBezTo>
                  <a:pt x="231512" y="93302"/>
                  <a:pt x="237989" y="101049"/>
                  <a:pt x="241608" y="105621"/>
                </a:cubicBezTo>
                <a:cubicBezTo>
                  <a:pt x="245228" y="110193"/>
                  <a:pt x="246498" y="113622"/>
                  <a:pt x="250752" y="116289"/>
                </a:cubicBezTo>
                <a:cubicBezTo>
                  <a:pt x="255007" y="118956"/>
                  <a:pt x="263643" y="118004"/>
                  <a:pt x="267135" y="121623"/>
                </a:cubicBezTo>
                <a:cubicBezTo>
                  <a:pt x="270628" y="125243"/>
                  <a:pt x="270374" y="132545"/>
                  <a:pt x="271707" y="138006"/>
                </a:cubicBezTo>
                <a:cubicBezTo>
                  <a:pt x="273041" y="143467"/>
                  <a:pt x="273930" y="149881"/>
                  <a:pt x="275136" y="154389"/>
                </a:cubicBezTo>
                <a:cubicBezTo>
                  <a:pt x="276343" y="158898"/>
                  <a:pt x="277549" y="161628"/>
                  <a:pt x="278946" y="165057"/>
                </a:cubicBezTo>
                <a:cubicBezTo>
                  <a:pt x="280343" y="168486"/>
                  <a:pt x="282883" y="171852"/>
                  <a:pt x="283518" y="174963"/>
                </a:cubicBezTo>
                <a:cubicBezTo>
                  <a:pt x="284153" y="178075"/>
                  <a:pt x="321364" y="181567"/>
                  <a:pt x="282756" y="183726"/>
                </a:cubicBezTo>
                <a:cubicBezTo>
                  <a:pt x="244148" y="185885"/>
                  <a:pt x="98733" y="201633"/>
                  <a:pt x="51870" y="187917"/>
                </a:cubicBezTo>
                <a:cubicBezTo>
                  <a:pt x="5007" y="174201"/>
                  <a:pt x="7230" y="129053"/>
                  <a:pt x="1578" y="101430"/>
                </a:cubicBezTo>
                <a:cubicBezTo>
                  <a:pt x="-4073" y="73808"/>
                  <a:pt x="6404" y="39073"/>
                  <a:pt x="17961" y="22182"/>
                </a:cubicBezTo>
                <a:cubicBezTo>
                  <a:pt x="29518" y="5291"/>
                  <a:pt x="52124" y="1291"/>
                  <a:pt x="70920" y="84"/>
                </a:cubicBezTo>
                <a:close/>
              </a:path>
            </a:pathLst>
          </a:custGeom>
          <a:solidFill>
            <a:srgbClr val="D9EAD3"/>
          </a:solidFill>
          <a:ln w="28575" cap="flat" cmpd="sng">
            <a:solidFill>
              <a:srgbClr val="000000"/>
            </a:solidFill>
            <a:prstDash val="solid"/>
            <a:round/>
            <a:headEnd type="none" w="med" len="med"/>
            <a:tailEnd type="none" w="med" len="med"/>
          </a:ln>
        </p:spPr>
        <p:txBody>
          <a:bodyPr/>
          <a:lstStyle/>
          <a:p/>
        </p:txBody>
      </p:sp>
      <p:sp>
        <p:nvSpPr>
          <p:cNvPr id="1804" name="Google Shape;1804;p105"/>
          <p:cNvSpPr/>
          <p:nvPr/>
        </p:nvSpPr>
        <p:spPr>
          <a:xfrm>
            <a:off x="-523026" y="1020496"/>
            <a:ext cx="5760944" cy="3560575"/>
          </a:xfrm>
          <a:custGeom>
            <a:rect l="l" t="t" r="r" b="b"/>
            <a:pathLst>
              <a:path w="269203" h="166382" extrusionOk="0">
                <a:moveTo>
                  <a:pt x="53723" y="411"/>
                </a:moveTo>
                <a:cubicBezTo>
                  <a:pt x="72564" y="-1965"/>
                  <a:pt x="93582" y="6682"/>
                  <a:pt x="113808" y="8251"/>
                </a:cubicBezTo>
                <a:cubicBezTo>
                  <a:pt x="134035" y="9820"/>
                  <a:pt x="158978" y="9561"/>
                  <a:pt x="175082" y="9823"/>
                </a:cubicBezTo>
                <a:cubicBezTo>
                  <a:pt x="191186" y="10085"/>
                  <a:pt x="200351" y="10412"/>
                  <a:pt x="210432" y="9823"/>
                </a:cubicBezTo>
                <a:cubicBezTo>
                  <a:pt x="220514" y="9234"/>
                  <a:pt x="230638" y="3601"/>
                  <a:pt x="235571" y="6287"/>
                </a:cubicBezTo>
                <a:cubicBezTo>
                  <a:pt x="240504" y="8973"/>
                  <a:pt x="236304" y="22218"/>
                  <a:pt x="240032" y="25938"/>
                </a:cubicBezTo>
                <a:cubicBezTo>
                  <a:pt x="243760" y="29658"/>
                  <a:pt x="253367" y="26637"/>
                  <a:pt x="257939" y="28605"/>
                </a:cubicBezTo>
                <a:cubicBezTo>
                  <a:pt x="262511" y="30574"/>
                  <a:pt x="265623" y="33876"/>
                  <a:pt x="267464" y="37749"/>
                </a:cubicBezTo>
                <a:cubicBezTo>
                  <a:pt x="269306" y="41623"/>
                  <a:pt x="269433" y="47782"/>
                  <a:pt x="268988" y="51846"/>
                </a:cubicBezTo>
                <a:cubicBezTo>
                  <a:pt x="268544" y="55910"/>
                  <a:pt x="268036" y="59466"/>
                  <a:pt x="264797" y="62133"/>
                </a:cubicBezTo>
                <a:cubicBezTo>
                  <a:pt x="261559" y="64800"/>
                  <a:pt x="252796" y="66451"/>
                  <a:pt x="249557" y="67848"/>
                </a:cubicBezTo>
                <a:cubicBezTo>
                  <a:pt x="246319" y="69245"/>
                  <a:pt x="248351" y="71277"/>
                  <a:pt x="245366" y="70515"/>
                </a:cubicBezTo>
                <a:cubicBezTo>
                  <a:pt x="242382" y="69753"/>
                  <a:pt x="232730" y="65245"/>
                  <a:pt x="231650" y="63276"/>
                </a:cubicBezTo>
                <a:cubicBezTo>
                  <a:pt x="230571" y="61308"/>
                  <a:pt x="240540" y="60228"/>
                  <a:pt x="238889" y="58704"/>
                </a:cubicBezTo>
                <a:cubicBezTo>
                  <a:pt x="237238" y="57180"/>
                  <a:pt x="227332" y="54386"/>
                  <a:pt x="221744" y="54132"/>
                </a:cubicBezTo>
                <a:cubicBezTo>
                  <a:pt x="216156" y="53878"/>
                  <a:pt x="208282" y="54386"/>
                  <a:pt x="205361" y="57180"/>
                </a:cubicBezTo>
                <a:cubicBezTo>
                  <a:pt x="202440" y="59974"/>
                  <a:pt x="203520" y="67213"/>
                  <a:pt x="204218" y="70896"/>
                </a:cubicBezTo>
                <a:cubicBezTo>
                  <a:pt x="204917" y="74579"/>
                  <a:pt x="208282" y="76230"/>
                  <a:pt x="209552" y="79278"/>
                </a:cubicBezTo>
                <a:cubicBezTo>
                  <a:pt x="210822" y="82326"/>
                  <a:pt x="209362" y="84739"/>
                  <a:pt x="211838" y="89184"/>
                </a:cubicBezTo>
                <a:cubicBezTo>
                  <a:pt x="214315" y="93629"/>
                  <a:pt x="220792" y="101376"/>
                  <a:pt x="224411" y="105948"/>
                </a:cubicBezTo>
                <a:cubicBezTo>
                  <a:pt x="228031" y="110520"/>
                  <a:pt x="229301" y="113949"/>
                  <a:pt x="233555" y="116616"/>
                </a:cubicBezTo>
                <a:cubicBezTo>
                  <a:pt x="237810" y="119283"/>
                  <a:pt x="246446" y="118331"/>
                  <a:pt x="249938" y="121950"/>
                </a:cubicBezTo>
                <a:cubicBezTo>
                  <a:pt x="253431" y="125570"/>
                  <a:pt x="253177" y="132872"/>
                  <a:pt x="254510" y="138333"/>
                </a:cubicBezTo>
                <a:cubicBezTo>
                  <a:pt x="255844" y="143794"/>
                  <a:pt x="257582" y="150041"/>
                  <a:pt x="257939" y="154716"/>
                </a:cubicBezTo>
                <a:cubicBezTo>
                  <a:pt x="258296" y="159391"/>
                  <a:pt x="263065" y="166382"/>
                  <a:pt x="256651" y="166382"/>
                </a:cubicBezTo>
                <a:cubicBezTo>
                  <a:pt x="250238" y="166382"/>
                  <a:pt x="241024" y="155898"/>
                  <a:pt x="219458" y="154716"/>
                </a:cubicBezTo>
                <a:cubicBezTo>
                  <a:pt x="197892" y="153534"/>
                  <a:pt x="150494" y="165107"/>
                  <a:pt x="127256" y="159288"/>
                </a:cubicBezTo>
                <a:cubicBezTo>
                  <a:pt x="104018" y="153469"/>
                  <a:pt x="96856" y="130597"/>
                  <a:pt x="80028" y="119802"/>
                </a:cubicBezTo>
                <a:cubicBezTo>
                  <a:pt x="63201" y="109007"/>
                  <a:pt x="39502" y="110734"/>
                  <a:pt x="26291" y="94518"/>
                </a:cubicBezTo>
                <a:cubicBezTo>
                  <a:pt x="13080" y="78303"/>
                  <a:pt x="-3808" y="38194"/>
                  <a:pt x="764" y="22509"/>
                </a:cubicBezTo>
                <a:cubicBezTo>
                  <a:pt x="5336" y="6825"/>
                  <a:pt x="34882" y="2787"/>
                  <a:pt x="53723" y="411"/>
                </a:cubicBezTo>
                <a:close/>
              </a:path>
            </a:pathLst>
          </a:custGeom>
          <a:solidFill>
            <a:srgbClr val="93C47D"/>
          </a:solidFill>
          <a:ln w="28575" cap="flat" cmpd="sng">
            <a:solidFill>
              <a:srgbClr val="000000"/>
            </a:solidFill>
            <a:prstDash val="solid"/>
            <a:round/>
            <a:headEnd type="none" w="med" len="med"/>
            <a:tailEnd type="none" w="med" len="med"/>
          </a:ln>
        </p:spPr>
        <p:txBody>
          <a:bodyPr/>
          <a:lstStyle/>
          <a:p/>
        </p:txBody>
      </p:sp>
      <p:sp>
        <p:nvSpPr>
          <p:cNvPr id="1805" name="Google Shape;1805;p105"/>
          <p:cNvSpPr/>
          <p:nvPr/>
        </p:nvSpPr>
        <p:spPr>
          <a:xfrm>
            <a:off x="-1103578" y="825255"/>
            <a:ext cx="6598500" cy="44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806" name="Google Shape;1806;p105"/>
          <p:cNvSpPr/>
          <p:nvPr/>
        </p:nvSpPr>
        <p:spPr>
          <a:xfrm>
            <a:off x="-1103578" y="1192369"/>
            <a:ext cx="1469400" cy="3949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807" name="Google Shape;1807;p105"/>
          <p:cNvSpPr/>
          <p:nvPr/>
        </p:nvSpPr>
        <p:spPr>
          <a:xfrm>
            <a:off x="-178185" y="4747201"/>
            <a:ext cx="5764200" cy="98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808" name="Google Shape;1808;p105"/>
          <p:cNvSpPr txBox="1"/>
          <p:nvPr/>
        </p:nvSpPr>
        <p:spPr>
          <a:xfrm>
            <a:off x="422646" y="1314730"/>
            <a:ext cx="8823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1809" name="Google Shape;1809;p105"/>
          <p:cNvSpPr/>
          <p:nvPr/>
        </p:nvSpPr>
        <p:spPr>
          <a:xfrm>
            <a:off x="2013327" y="23906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810" name="Google Shape;1810;p105"/>
          <p:cNvSpPr txBox="1"/>
          <p:nvPr/>
        </p:nvSpPr>
        <p:spPr>
          <a:xfrm>
            <a:off x="492224" y="2424770"/>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1811" name="Google Shape;1811;p105"/>
          <p:cNvCxnSpPr/>
          <p:nvPr/>
        </p:nvCxnSpPr>
        <p:spPr>
          <a:xfrm flipH="1">
            <a:off x="1274441" y="2448979"/>
            <a:ext cx="804600" cy="188700"/>
          </a:xfrm>
          <a:prstGeom prst="straightConnector1">
            <a:avLst/>
          </a:prstGeom>
          <a:noFill/>
          <a:ln w="28575" cap="flat" cmpd="sng">
            <a:solidFill>
              <a:srgbClr val="000000"/>
            </a:solidFill>
            <a:prstDash val="solid"/>
            <a:round/>
            <a:headEnd type="none" w="med" len="med"/>
            <a:tailEnd type="none" w="med" len="med"/>
          </a:ln>
        </p:spPr>
      </p:cxnSp>
      <p:sp>
        <p:nvSpPr>
          <p:cNvPr id="1812" name="Google Shape;1812;p105"/>
          <p:cNvSpPr/>
          <p:nvPr/>
        </p:nvSpPr>
        <p:spPr>
          <a:xfrm rot="-4513154">
            <a:off x="4675837" y="2314398"/>
            <a:ext cx="117591" cy="117591"/>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1813" name="Google Shape;1813;p105"/>
          <p:cNvCxnSpPr/>
          <p:nvPr/>
        </p:nvCxnSpPr>
        <p:spPr>
          <a:xfrm>
            <a:off x="4735999" y="2366451"/>
            <a:ext cx="61200" cy="514500"/>
          </a:xfrm>
          <a:prstGeom prst="straightConnector1">
            <a:avLst/>
          </a:prstGeom>
          <a:noFill/>
          <a:ln w="28575" cap="flat" cmpd="sng">
            <a:solidFill>
              <a:srgbClr val="000000"/>
            </a:solidFill>
            <a:prstDash val="solid"/>
            <a:round/>
            <a:headEnd type="none" w="med" len="med"/>
            <a:tailEnd type="none" w="med" len="med"/>
          </a:ln>
        </p:spPr>
      </p:cxnSp>
      <p:sp>
        <p:nvSpPr>
          <p:cNvPr id="1814" name="Google Shape;1814;p105"/>
          <p:cNvSpPr txBox="1"/>
          <p:nvPr/>
        </p:nvSpPr>
        <p:spPr>
          <a:xfrm>
            <a:off x="4343420" y="2872765"/>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1815" name="Google Shape;1815;p105"/>
          <p:cNvSpPr/>
          <p:nvPr/>
        </p:nvSpPr>
        <p:spPr>
          <a:xfrm>
            <a:off x="3624005" y="3970066"/>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816" name="Google Shape;1816;p105"/>
          <p:cNvGrpSpPr/>
          <p:nvPr/>
        </p:nvGrpSpPr>
        <p:grpSpPr>
          <a:xfrm flipH="1">
            <a:off x="3669564" y="3932182"/>
            <a:ext cx="1248041" cy="396900"/>
            <a:chOff x="2441679" y="3932182"/>
            <a:chExt cx="1248041" cy="396900"/>
          </a:xfrm>
        </p:grpSpPr>
        <p:sp>
          <p:nvSpPr>
            <p:cNvPr id="1817" name="Google Shape;1817;p105"/>
            <p:cNvSpPr txBox="1"/>
            <p:nvPr/>
          </p:nvSpPr>
          <p:spPr>
            <a:xfrm>
              <a:off x="2441679" y="3932182"/>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1818" name="Google Shape;1818;p105"/>
            <p:cNvCxnSpPr/>
            <p:nvPr/>
          </p:nvCxnSpPr>
          <p:spPr>
            <a:xfrm flipH="1">
              <a:off x="3239420" y="4028393"/>
              <a:ext cx="450300" cy="114300"/>
            </a:xfrm>
            <a:prstGeom prst="straightConnector1">
              <a:avLst/>
            </a:prstGeom>
            <a:noFill/>
            <a:ln w="28575" cap="flat" cmpd="sng">
              <a:solidFill>
                <a:srgbClr val="000000"/>
              </a:solidFill>
              <a:prstDash val="solid"/>
              <a:round/>
              <a:headEnd type="none" w="med" len="med"/>
              <a:tailEnd type="none" w="med" len="med"/>
            </a:ln>
          </p:spPr>
        </p:cxnSp>
      </p:grpSp>
      <p:sp>
        <p:nvSpPr>
          <p:cNvPr id="1819" name="Google Shape;1819;p105"/>
          <p:cNvSpPr/>
          <p:nvPr/>
        </p:nvSpPr>
        <p:spPr>
          <a:xfrm>
            <a:off x="3434917" y="21434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820" name="Google Shape;1820;p105"/>
          <p:cNvSpPr/>
          <p:nvPr/>
        </p:nvSpPr>
        <p:spPr>
          <a:xfrm>
            <a:off x="2753720" y="333695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821" name="Google Shape;1821;p105"/>
          <p:cNvSpPr txBox="1"/>
          <p:nvPr/>
        </p:nvSpPr>
        <p:spPr>
          <a:xfrm>
            <a:off x="4771686" y="4508108"/>
            <a:ext cx="594600" cy="228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15:00</a:t>
            </a:r>
            <a:endParaRPr sz="1600">
              <a:solidFill>
                <a:srgbClr val="FFFFFF"/>
              </a:solidFill>
              <a:latin typeface="Lexend"/>
              <a:ea typeface="Lexend"/>
              <a:cs typeface="Lexend"/>
              <a:sym typeface="Lexend"/>
            </a:endParaRPr>
          </a:p>
        </p:txBody>
      </p:sp>
      <p:sp>
        <p:nvSpPr>
          <p:cNvPr id="1822" name="Google Shape;1822;p105"/>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Analysing extra forecast information</a:t>
            </a:r>
            <a:endParaRPr/>
          </a:p>
        </p:txBody>
      </p:sp>
      <p:cxnSp>
        <p:nvCxnSpPr>
          <p:cNvPr id="1823" name="Google Shape;1823;p105"/>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1824" name="Google Shape;1824;p105"/>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sp>
        <p:nvSpPr>
          <p:cNvPr id="1825" name="Google Shape;1825;p105"/>
          <p:cNvSpPr/>
          <p:nvPr/>
        </p:nvSpPr>
        <p:spPr>
          <a:xfrm>
            <a:off x="1738745" y="400457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826" name="Google Shape;1826;p105"/>
          <p:cNvGrpSpPr/>
          <p:nvPr/>
        </p:nvGrpSpPr>
        <p:grpSpPr>
          <a:xfrm>
            <a:off x="1477885" y="1320642"/>
            <a:ext cx="3735237" cy="2185338"/>
            <a:chOff x="1477885" y="1320642"/>
            <a:chExt cx="3735237" cy="2185338"/>
          </a:xfrm>
        </p:grpSpPr>
        <p:sp>
          <p:nvSpPr>
            <p:cNvPr id="1827" name="Google Shape;1827;p105"/>
            <p:cNvSpPr/>
            <p:nvPr/>
          </p:nvSpPr>
          <p:spPr>
            <a:xfrm>
              <a:off x="1739973" y="159790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16°C</a:t>
              </a:r>
              <a:endParaRPr sz="1800">
                <a:solidFill>
                  <a:srgbClr val="FFFFFF"/>
                </a:solidFill>
                <a:latin typeface="Lexend"/>
                <a:ea typeface="Lexend"/>
                <a:cs typeface="Lexend"/>
                <a:sym typeface="Lexend"/>
              </a:endParaRPr>
            </a:p>
          </p:txBody>
        </p:sp>
        <p:sp>
          <p:nvSpPr>
            <p:cNvPr id="1828" name="Google Shape;1828;p105"/>
            <p:cNvSpPr/>
            <p:nvPr/>
          </p:nvSpPr>
          <p:spPr>
            <a:xfrm>
              <a:off x="3363147" y="32335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17°C</a:t>
              </a:r>
              <a:endParaRPr sz="1800">
                <a:solidFill>
                  <a:srgbClr val="FFFFFF"/>
                </a:solidFill>
                <a:latin typeface="Lexend"/>
                <a:ea typeface="Lexend"/>
                <a:cs typeface="Lexend"/>
                <a:sym typeface="Lexend"/>
              </a:endParaRPr>
            </a:p>
          </p:txBody>
        </p:sp>
        <p:sp>
          <p:nvSpPr>
            <p:cNvPr id="1829" name="Google Shape;1829;p105"/>
            <p:cNvSpPr/>
            <p:nvPr/>
          </p:nvSpPr>
          <p:spPr>
            <a:xfrm>
              <a:off x="4573822" y="156472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19°C</a:t>
              </a:r>
              <a:endParaRPr sz="1800">
                <a:solidFill>
                  <a:srgbClr val="FFFFFF"/>
                </a:solidFill>
                <a:latin typeface="Lexend"/>
                <a:ea typeface="Lexend"/>
                <a:cs typeface="Lexend"/>
                <a:sym typeface="Lexend"/>
              </a:endParaRPr>
            </a:p>
          </p:txBody>
        </p:sp>
        <p:sp>
          <p:nvSpPr>
            <p:cNvPr id="1830" name="Google Shape;1830;p105"/>
            <p:cNvSpPr/>
            <p:nvPr/>
          </p:nvSpPr>
          <p:spPr>
            <a:xfrm>
              <a:off x="3174060" y="1320642"/>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18°C</a:t>
              </a:r>
              <a:endParaRPr sz="1800">
                <a:solidFill>
                  <a:srgbClr val="FFFFFF"/>
                </a:solidFill>
                <a:latin typeface="Lexend"/>
                <a:ea typeface="Lexend"/>
                <a:cs typeface="Lexend"/>
                <a:sym typeface="Lexend"/>
              </a:endParaRPr>
            </a:p>
          </p:txBody>
        </p:sp>
        <p:sp>
          <p:nvSpPr>
            <p:cNvPr id="1831" name="Google Shape;1831;p105"/>
            <p:cNvSpPr/>
            <p:nvPr/>
          </p:nvSpPr>
          <p:spPr>
            <a:xfrm>
              <a:off x="2492860" y="26004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16°C</a:t>
              </a:r>
              <a:endParaRPr sz="1800">
                <a:solidFill>
                  <a:srgbClr val="FFFFFF"/>
                </a:solidFill>
                <a:latin typeface="Lexend"/>
                <a:ea typeface="Lexend"/>
                <a:cs typeface="Lexend"/>
                <a:sym typeface="Lexend"/>
              </a:endParaRPr>
            </a:p>
          </p:txBody>
        </p:sp>
        <p:sp>
          <p:nvSpPr>
            <p:cNvPr id="1832" name="Google Shape;1832;p105"/>
            <p:cNvSpPr/>
            <p:nvPr/>
          </p:nvSpPr>
          <p:spPr>
            <a:xfrm>
              <a:off x="1477885" y="319190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15°C</a:t>
              </a:r>
              <a:endParaRPr sz="1800">
                <a:solidFill>
                  <a:srgbClr val="FFFFFF"/>
                </a:solidFill>
                <a:latin typeface="Lexend"/>
                <a:ea typeface="Lexend"/>
                <a:cs typeface="Lexend"/>
                <a:sym typeface="Lexend"/>
              </a:endParaRPr>
            </a:p>
          </p:txBody>
        </p:sp>
      </p:grpSp>
      <p:cxnSp>
        <p:nvCxnSpPr>
          <p:cNvPr id="1833" name="Google Shape;1833;p105"/>
          <p:cNvCxnSpPr/>
          <p:nvPr/>
        </p:nvCxnSpPr>
        <p:spPr>
          <a:xfrm rot="10800000" flipH="1">
            <a:off x="1550225" y="4065550"/>
            <a:ext cx="240900" cy="172500"/>
          </a:xfrm>
          <a:prstGeom prst="straightConnector1">
            <a:avLst/>
          </a:prstGeom>
          <a:noFill/>
          <a:ln w="28575" cap="flat" cmpd="sng">
            <a:solidFill>
              <a:srgbClr val="000000"/>
            </a:solidFill>
            <a:prstDash val="solid"/>
            <a:round/>
            <a:headEnd type="none" w="med" len="med"/>
            <a:tailEnd type="none" w="med" len="med"/>
          </a:ln>
        </p:spPr>
      </p:cxnSp>
      <p:sp>
        <p:nvSpPr>
          <p:cNvPr id="1834" name="Google Shape;1834;p105"/>
          <p:cNvSpPr txBox="1"/>
          <p:nvPr/>
        </p:nvSpPr>
        <p:spPr>
          <a:xfrm>
            <a:off x="894450" y="4166718"/>
            <a:ext cx="923400" cy="2988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1835" name="Google Shape;1835;p105"/>
          <p:cNvSpPr txBox="1"/>
          <p:nvPr/>
        </p:nvSpPr>
        <p:spPr>
          <a:xfrm>
            <a:off x="5507950" y="728575"/>
            <a:ext cx="33126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700">
                <a:latin typeface="Lexend"/>
                <a:ea typeface="Lexend"/>
                <a:cs typeface="Lexend"/>
                <a:sym typeface="Lexend"/>
              </a:rPr>
              <a:t>The most common temperature shown on weather </a:t>
            </a:r>
            <a:r>
              <a:rPr lang="en-GB" sz="1700" b="1">
                <a:latin typeface="Lexend"/>
                <a:ea typeface="Lexend"/>
                <a:cs typeface="Lexend"/>
                <a:sym typeface="Lexend"/>
              </a:rPr>
              <a:t>forecasts</a:t>
            </a:r>
            <a:r>
              <a:rPr lang="en-GB" sz="1700">
                <a:latin typeface="Lexend"/>
                <a:ea typeface="Lexend"/>
                <a:cs typeface="Lexend"/>
                <a:sym typeface="Lexend"/>
              </a:rPr>
              <a:t> is the air temperature.</a:t>
            </a:r>
            <a:endParaRPr sz="1700">
              <a:latin typeface="Lexend"/>
              <a:ea typeface="Lexend"/>
              <a:cs typeface="Lexend"/>
              <a:sym typeface="Lexend"/>
            </a:endParaRPr>
          </a:p>
        </p:txBody>
      </p:sp>
      <p:sp>
        <p:nvSpPr>
          <p:cNvPr id="1836" name="Google Shape;1836;p105"/>
          <p:cNvSpPr/>
          <p:nvPr/>
        </p:nvSpPr>
        <p:spPr>
          <a:xfrm>
            <a:off x="1657325" y="1556575"/>
            <a:ext cx="804600" cy="354900"/>
          </a:xfrm>
          <a:prstGeom prst="roundRect">
            <a:avLst>
              <a:gd name="adj" fmla="val 35722"/>
            </a:avLst>
          </a:prstGeom>
          <a:solidFill>
            <a:schemeClr val="accent5"/>
          </a:solidFill>
          <a:ln w="2857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2200">
                <a:solidFill>
                  <a:schemeClr val="lt1"/>
                </a:solidFill>
                <a:latin typeface="Lexend"/>
                <a:ea typeface="Lexend"/>
                <a:cs typeface="Lexend"/>
                <a:sym typeface="Lexend"/>
              </a:rPr>
              <a:t>16°C</a:t>
            </a:r>
            <a:endParaRPr sz="2200">
              <a:solidFill>
                <a:schemeClr val="lt1"/>
              </a:solidFill>
              <a:latin typeface="Lexend"/>
              <a:ea typeface="Lexend"/>
              <a:cs typeface="Lexend"/>
              <a:sym typeface="Lexend"/>
            </a:endParaRPr>
          </a:p>
        </p:txBody>
      </p:sp>
      <p:sp>
        <p:nvSpPr>
          <p:cNvPr id="1837" name="Google Shape;1837;p105"/>
          <p:cNvSpPr txBox="1"/>
          <p:nvPr/>
        </p:nvSpPr>
        <p:spPr>
          <a:xfrm>
            <a:off x="5507950" y="1732500"/>
            <a:ext cx="33126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700">
                <a:latin typeface="Lexend"/>
                <a:ea typeface="Lexend"/>
                <a:cs typeface="Lexend"/>
                <a:sym typeface="Lexend"/>
              </a:rPr>
              <a:t>So, the 16°C at Oakfield Academy shows only the temperature of the outside air at 3 pm.</a:t>
            </a:r>
            <a:endParaRPr sz="1700">
              <a:latin typeface="Lexend"/>
              <a:ea typeface="Lexend"/>
              <a:cs typeface="Lexend"/>
              <a:sym typeface="Lexend"/>
            </a:endParaRPr>
          </a:p>
        </p:txBody>
      </p:sp>
      <p:sp>
        <p:nvSpPr>
          <p:cNvPr id="1838" name="Google Shape;1838;p105"/>
          <p:cNvSpPr txBox="1"/>
          <p:nvPr/>
        </p:nvSpPr>
        <p:spPr>
          <a:xfrm>
            <a:off x="5507950" y="3194575"/>
            <a:ext cx="33126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700">
                <a:latin typeface="Lexend"/>
                <a:ea typeface="Lexend"/>
                <a:cs typeface="Lexend"/>
                <a:sym typeface="Lexend"/>
              </a:rPr>
              <a:t>What other weather factors could make the temperature feel colder than 16°C to Andeep?</a:t>
            </a:r>
            <a:endParaRPr sz="1700">
              <a:latin typeface="Lexend"/>
              <a:ea typeface="Lexend"/>
              <a:cs typeface="Lexend"/>
              <a:sym typeface="Lexend"/>
            </a:endParaRPr>
          </a:p>
        </p:txBody>
      </p:sp>
      <p:pic>
        <p:nvPicPr>
          <p:cNvPr id="1839" name="Google Shape;1839;p105"/>
          <p:cNvPicPr preferRelativeResize="0"/>
          <p:nvPr/>
        </p:nvPicPr>
        <p:blipFill>
          <a:blip r:embed="rId3">
            <a:alphaModFix/>
          </a:blip>
          <a:stretch>
            <a:fillRect/>
          </a:stretch>
        </p:blipFill>
        <p:spPr>
          <a:xfrm>
            <a:off x="3281826" y="1619999"/>
            <a:ext cx="493675" cy="500816"/>
          </a:xfrm>
          <a:prstGeom prst="rect">
            <a:avLst/>
          </a:prstGeom>
          <a:noFill/>
          <a:ln>
            <a:noFill/>
          </a:ln>
        </p:spPr>
      </p:pic>
      <p:pic>
        <p:nvPicPr>
          <p:cNvPr id="1840" name="Google Shape;1840;p105"/>
          <p:cNvPicPr preferRelativeResize="0"/>
          <p:nvPr/>
        </p:nvPicPr>
        <p:blipFill>
          <a:blip r:embed="rId3">
            <a:alphaModFix/>
          </a:blip>
          <a:stretch>
            <a:fillRect/>
          </a:stretch>
        </p:blipFill>
        <p:spPr>
          <a:xfrm>
            <a:off x="4662776" y="1818799"/>
            <a:ext cx="493675" cy="500816"/>
          </a:xfrm>
          <a:prstGeom prst="rect">
            <a:avLst/>
          </a:prstGeom>
          <a:noFill/>
          <a:ln>
            <a:noFill/>
          </a:ln>
        </p:spPr>
      </p:pic>
      <p:pic>
        <p:nvPicPr>
          <p:cNvPr id="1841" name="Google Shape;1841;p105"/>
          <p:cNvPicPr preferRelativeResize="0"/>
          <p:nvPr/>
        </p:nvPicPr>
        <p:blipFill>
          <a:blip r:embed="rId4">
            <a:alphaModFix/>
          </a:blip>
          <a:stretch>
            <a:fillRect/>
          </a:stretch>
        </p:blipFill>
        <p:spPr>
          <a:xfrm>
            <a:off x="3355309" y="3517236"/>
            <a:ext cx="654993" cy="441568"/>
          </a:xfrm>
          <a:prstGeom prst="rect">
            <a:avLst/>
          </a:prstGeom>
          <a:noFill/>
          <a:ln>
            <a:noFill/>
          </a:ln>
        </p:spPr>
      </p:pic>
      <p:pic>
        <p:nvPicPr>
          <p:cNvPr id="1842" name="Google Shape;1842;p105"/>
          <p:cNvPicPr preferRelativeResize="0"/>
          <p:nvPr/>
        </p:nvPicPr>
        <p:blipFill>
          <a:blip r:embed="rId4">
            <a:alphaModFix/>
          </a:blip>
          <a:stretch>
            <a:fillRect/>
          </a:stretch>
        </p:blipFill>
        <p:spPr>
          <a:xfrm>
            <a:off x="2485034" y="2876823"/>
            <a:ext cx="654993" cy="441568"/>
          </a:xfrm>
          <a:prstGeom prst="rect">
            <a:avLst/>
          </a:prstGeom>
          <a:noFill/>
          <a:ln>
            <a:noFill/>
          </a:ln>
        </p:spPr>
      </p:pic>
      <p:pic>
        <p:nvPicPr>
          <p:cNvPr id="1843" name="Google Shape;1843;p105"/>
          <p:cNvPicPr preferRelativeResize="0"/>
          <p:nvPr/>
        </p:nvPicPr>
        <p:blipFill>
          <a:blip r:embed="rId5">
            <a:alphaModFix/>
          </a:blip>
          <a:stretch>
            <a:fillRect/>
          </a:stretch>
        </p:blipFill>
        <p:spPr>
          <a:xfrm>
            <a:off x="1667445" y="1839724"/>
            <a:ext cx="548488" cy="621110"/>
          </a:xfrm>
          <a:prstGeom prst="rect">
            <a:avLst/>
          </a:prstGeom>
          <a:noFill/>
          <a:ln>
            <a:noFill/>
          </a:ln>
        </p:spPr>
      </p:pic>
      <p:pic>
        <p:nvPicPr>
          <p:cNvPr id="1844" name="Google Shape;1844;p105"/>
          <p:cNvPicPr preferRelativeResize="0"/>
          <p:nvPr/>
        </p:nvPicPr>
        <p:blipFill>
          <a:blip r:embed="rId5">
            <a:alphaModFix/>
          </a:blip>
          <a:stretch>
            <a:fillRect/>
          </a:stretch>
        </p:blipFill>
        <p:spPr>
          <a:xfrm>
            <a:off x="1477866" y="3398148"/>
            <a:ext cx="548488" cy="621110"/>
          </a:xfrm>
          <a:prstGeom prst="rect">
            <a:avLst/>
          </a:prstGeom>
          <a:noFill/>
          <a:ln>
            <a:noFill/>
          </a:ln>
        </p:spPr>
      </p:pic>
      <p:sp>
        <p:nvSpPr>
          <p:cNvPr id="1845" name="Google Shape;1845;p105"/>
          <p:cNvSpPr/>
          <p:nvPr/>
        </p:nvSpPr>
        <p:spPr>
          <a:xfrm>
            <a:off x="365725" y="1265725"/>
            <a:ext cx="5000700" cy="34815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37"/>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849" name="Shape 1849"/>
        <p:cNvGrpSpPr/>
        <p:nvPr/>
      </p:nvGrpSpPr>
      <p:grpSpPr>
        <a:xfrm>
          <a:off x="0" y="0"/>
          <a:ext cx="0" cy="0"/>
        </a:xfrm>
      </p:grpSpPr>
      <p:sp>
        <p:nvSpPr>
          <p:cNvPr id="1850" name="Google Shape;1850;p106"/>
          <p:cNvSpPr/>
          <p:nvPr/>
        </p:nvSpPr>
        <p:spPr>
          <a:xfrm>
            <a:off x="365734" y="1265728"/>
            <a:ext cx="5014200" cy="3481500"/>
          </a:xfrm>
          <a:prstGeom prst="rect">
            <a:avLst/>
          </a:prstGeom>
          <a:solidFill>
            <a:srgbClr val="4285F4"/>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851" name="Google Shape;1851;p106"/>
          <p:cNvSpPr/>
          <p:nvPr/>
        </p:nvSpPr>
        <p:spPr>
          <a:xfrm>
            <a:off x="-891036" y="1027484"/>
            <a:ext cx="6425564" cy="4140237"/>
          </a:xfrm>
          <a:custGeom>
            <a:rect l="l" t="t" r="r" b="b"/>
            <a:pathLst>
              <a:path w="300260" h="193469" extrusionOk="0">
                <a:moveTo>
                  <a:pt x="70920" y="84"/>
                </a:moveTo>
                <a:cubicBezTo>
                  <a:pt x="89716" y="-1122"/>
                  <a:pt x="109846" y="11006"/>
                  <a:pt x="130737" y="14943"/>
                </a:cubicBezTo>
                <a:cubicBezTo>
                  <a:pt x="151629" y="18880"/>
                  <a:pt x="181093" y="22119"/>
                  <a:pt x="196269" y="23706"/>
                </a:cubicBezTo>
                <a:cubicBezTo>
                  <a:pt x="211446" y="25294"/>
                  <a:pt x="214176" y="24278"/>
                  <a:pt x="221796" y="24468"/>
                </a:cubicBezTo>
                <a:cubicBezTo>
                  <a:pt x="229416" y="24659"/>
                  <a:pt x="236552" y="23790"/>
                  <a:pt x="241989" y="24849"/>
                </a:cubicBezTo>
                <a:cubicBezTo>
                  <a:pt x="247426" y="25908"/>
                  <a:pt x="249796" y="29354"/>
                  <a:pt x="254419" y="30821"/>
                </a:cubicBezTo>
                <a:cubicBezTo>
                  <a:pt x="259042" y="32288"/>
                  <a:pt x="265456" y="32096"/>
                  <a:pt x="269726" y="33649"/>
                </a:cubicBezTo>
                <a:cubicBezTo>
                  <a:pt x="273996" y="35202"/>
                  <a:pt x="277298" y="37160"/>
                  <a:pt x="280041" y="40138"/>
                </a:cubicBezTo>
                <a:cubicBezTo>
                  <a:pt x="282784" y="43116"/>
                  <a:pt x="285860" y="47908"/>
                  <a:pt x="286185" y="51519"/>
                </a:cubicBezTo>
                <a:cubicBezTo>
                  <a:pt x="286511" y="55130"/>
                  <a:pt x="285233" y="59139"/>
                  <a:pt x="281994" y="61806"/>
                </a:cubicBezTo>
                <a:cubicBezTo>
                  <a:pt x="278756" y="64473"/>
                  <a:pt x="269993" y="66124"/>
                  <a:pt x="266754" y="67521"/>
                </a:cubicBezTo>
                <a:cubicBezTo>
                  <a:pt x="263516" y="68918"/>
                  <a:pt x="265548" y="70950"/>
                  <a:pt x="262563" y="70188"/>
                </a:cubicBezTo>
                <a:cubicBezTo>
                  <a:pt x="259579" y="69426"/>
                  <a:pt x="249927" y="64918"/>
                  <a:pt x="248847" y="62949"/>
                </a:cubicBezTo>
                <a:cubicBezTo>
                  <a:pt x="247768" y="60981"/>
                  <a:pt x="257737" y="59901"/>
                  <a:pt x="256086" y="58377"/>
                </a:cubicBezTo>
                <a:cubicBezTo>
                  <a:pt x="254435" y="56853"/>
                  <a:pt x="244529" y="54059"/>
                  <a:pt x="238941" y="53805"/>
                </a:cubicBezTo>
                <a:cubicBezTo>
                  <a:pt x="233353" y="53551"/>
                  <a:pt x="225479" y="54059"/>
                  <a:pt x="222558" y="56853"/>
                </a:cubicBezTo>
                <a:cubicBezTo>
                  <a:pt x="219637" y="59647"/>
                  <a:pt x="220717" y="66886"/>
                  <a:pt x="221415" y="70569"/>
                </a:cubicBezTo>
                <a:cubicBezTo>
                  <a:pt x="222114" y="74252"/>
                  <a:pt x="225479" y="75903"/>
                  <a:pt x="226749" y="78951"/>
                </a:cubicBezTo>
                <a:cubicBezTo>
                  <a:pt x="228019" y="81999"/>
                  <a:pt x="226559" y="84412"/>
                  <a:pt x="229035" y="88857"/>
                </a:cubicBezTo>
                <a:cubicBezTo>
                  <a:pt x="231512" y="93302"/>
                  <a:pt x="237989" y="101049"/>
                  <a:pt x="241608" y="105621"/>
                </a:cubicBezTo>
                <a:cubicBezTo>
                  <a:pt x="245228" y="110193"/>
                  <a:pt x="246498" y="113622"/>
                  <a:pt x="250752" y="116289"/>
                </a:cubicBezTo>
                <a:cubicBezTo>
                  <a:pt x="255007" y="118956"/>
                  <a:pt x="263643" y="118004"/>
                  <a:pt x="267135" y="121623"/>
                </a:cubicBezTo>
                <a:cubicBezTo>
                  <a:pt x="270628" y="125243"/>
                  <a:pt x="270374" y="132545"/>
                  <a:pt x="271707" y="138006"/>
                </a:cubicBezTo>
                <a:cubicBezTo>
                  <a:pt x="273041" y="143467"/>
                  <a:pt x="273930" y="149881"/>
                  <a:pt x="275136" y="154389"/>
                </a:cubicBezTo>
                <a:cubicBezTo>
                  <a:pt x="276343" y="158898"/>
                  <a:pt x="277549" y="161628"/>
                  <a:pt x="278946" y="165057"/>
                </a:cubicBezTo>
                <a:cubicBezTo>
                  <a:pt x="280343" y="168486"/>
                  <a:pt x="282883" y="171852"/>
                  <a:pt x="283518" y="174963"/>
                </a:cubicBezTo>
                <a:cubicBezTo>
                  <a:pt x="284153" y="178075"/>
                  <a:pt x="321364" y="181567"/>
                  <a:pt x="282756" y="183726"/>
                </a:cubicBezTo>
                <a:cubicBezTo>
                  <a:pt x="244148" y="185885"/>
                  <a:pt x="98733" y="201633"/>
                  <a:pt x="51870" y="187917"/>
                </a:cubicBezTo>
                <a:cubicBezTo>
                  <a:pt x="5007" y="174201"/>
                  <a:pt x="7230" y="129053"/>
                  <a:pt x="1578" y="101430"/>
                </a:cubicBezTo>
                <a:cubicBezTo>
                  <a:pt x="-4073" y="73808"/>
                  <a:pt x="6404" y="39073"/>
                  <a:pt x="17961" y="22182"/>
                </a:cubicBezTo>
                <a:cubicBezTo>
                  <a:pt x="29518" y="5291"/>
                  <a:pt x="52124" y="1291"/>
                  <a:pt x="70920" y="84"/>
                </a:cubicBezTo>
                <a:close/>
              </a:path>
            </a:pathLst>
          </a:custGeom>
          <a:solidFill>
            <a:srgbClr val="D9EAD3"/>
          </a:solidFill>
          <a:ln w="28575" cap="flat" cmpd="sng">
            <a:solidFill>
              <a:srgbClr val="000000"/>
            </a:solidFill>
            <a:prstDash val="solid"/>
            <a:round/>
            <a:headEnd type="none" w="med" len="med"/>
            <a:tailEnd type="none" w="med" len="med"/>
          </a:ln>
        </p:spPr>
        <p:txBody>
          <a:bodyPr/>
          <a:lstStyle/>
          <a:p/>
        </p:txBody>
      </p:sp>
      <p:sp>
        <p:nvSpPr>
          <p:cNvPr id="1852" name="Google Shape;1852;p106"/>
          <p:cNvSpPr/>
          <p:nvPr/>
        </p:nvSpPr>
        <p:spPr>
          <a:xfrm>
            <a:off x="-523026" y="1020496"/>
            <a:ext cx="5760944" cy="3560575"/>
          </a:xfrm>
          <a:custGeom>
            <a:rect l="l" t="t" r="r" b="b"/>
            <a:pathLst>
              <a:path w="269203" h="166382" extrusionOk="0">
                <a:moveTo>
                  <a:pt x="53723" y="411"/>
                </a:moveTo>
                <a:cubicBezTo>
                  <a:pt x="72564" y="-1965"/>
                  <a:pt x="93582" y="6682"/>
                  <a:pt x="113808" y="8251"/>
                </a:cubicBezTo>
                <a:cubicBezTo>
                  <a:pt x="134035" y="9820"/>
                  <a:pt x="158978" y="9561"/>
                  <a:pt x="175082" y="9823"/>
                </a:cubicBezTo>
                <a:cubicBezTo>
                  <a:pt x="191186" y="10085"/>
                  <a:pt x="200351" y="10412"/>
                  <a:pt x="210432" y="9823"/>
                </a:cubicBezTo>
                <a:cubicBezTo>
                  <a:pt x="220514" y="9234"/>
                  <a:pt x="230638" y="3601"/>
                  <a:pt x="235571" y="6287"/>
                </a:cubicBezTo>
                <a:cubicBezTo>
                  <a:pt x="240504" y="8973"/>
                  <a:pt x="236304" y="22218"/>
                  <a:pt x="240032" y="25938"/>
                </a:cubicBezTo>
                <a:cubicBezTo>
                  <a:pt x="243760" y="29658"/>
                  <a:pt x="253367" y="26637"/>
                  <a:pt x="257939" y="28605"/>
                </a:cubicBezTo>
                <a:cubicBezTo>
                  <a:pt x="262511" y="30574"/>
                  <a:pt x="265623" y="33876"/>
                  <a:pt x="267464" y="37749"/>
                </a:cubicBezTo>
                <a:cubicBezTo>
                  <a:pt x="269306" y="41623"/>
                  <a:pt x="269433" y="47782"/>
                  <a:pt x="268988" y="51846"/>
                </a:cubicBezTo>
                <a:cubicBezTo>
                  <a:pt x="268544" y="55910"/>
                  <a:pt x="268036" y="59466"/>
                  <a:pt x="264797" y="62133"/>
                </a:cubicBezTo>
                <a:cubicBezTo>
                  <a:pt x="261559" y="64800"/>
                  <a:pt x="252796" y="66451"/>
                  <a:pt x="249557" y="67848"/>
                </a:cubicBezTo>
                <a:cubicBezTo>
                  <a:pt x="246319" y="69245"/>
                  <a:pt x="248351" y="71277"/>
                  <a:pt x="245366" y="70515"/>
                </a:cubicBezTo>
                <a:cubicBezTo>
                  <a:pt x="242382" y="69753"/>
                  <a:pt x="232730" y="65245"/>
                  <a:pt x="231650" y="63276"/>
                </a:cubicBezTo>
                <a:cubicBezTo>
                  <a:pt x="230571" y="61308"/>
                  <a:pt x="240540" y="60228"/>
                  <a:pt x="238889" y="58704"/>
                </a:cubicBezTo>
                <a:cubicBezTo>
                  <a:pt x="237238" y="57180"/>
                  <a:pt x="227332" y="54386"/>
                  <a:pt x="221744" y="54132"/>
                </a:cubicBezTo>
                <a:cubicBezTo>
                  <a:pt x="216156" y="53878"/>
                  <a:pt x="208282" y="54386"/>
                  <a:pt x="205361" y="57180"/>
                </a:cubicBezTo>
                <a:cubicBezTo>
                  <a:pt x="202440" y="59974"/>
                  <a:pt x="203520" y="67213"/>
                  <a:pt x="204218" y="70896"/>
                </a:cubicBezTo>
                <a:cubicBezTo>
                  <a:pt x="204917" y="74579"/>
                  <a:pt x="208282" y="76230"/>
                  <a:pt x="209552" y="79278"/>
                </a:cubicBezTo>
                <a:cubicBezTo>
                  <a:pt x="210822" y="82326"/>
                  <a:pt x="209362" y="84739"/>
                  <a:pt x="211838" y="89184"/>
                </a:cubicBezTo>
                <a:cubicBezTo>
                  <a:pt x="214315" y="93629"/>
                  <a:pt x="220792" y="101376"/>
                  <a:pt x="224411" y="105948"/>
                </a:cubicBezTo>
                <a:cubicBezTo>
                  <a:pt x="228031" y="110520"/>
                  <a:pt x="229301" y="113949"/>
                  <a:pt x="233555" y="116616"/>
                </a:cubicBezTo>
                <a:cubicBezTo>
                  <a:pt x="237810" y="119283"/>
                  <a:pt x="246446" y="118331"/>
                  <a:pt x="249938" y="121950"/>
                </a:cubicBezTo>
                <a:cubicBezTo>
                  <a:pt x="253431" y="125570"/>
                  <a:pt x="253177" y="132872"/>
                  <a:pt x="254510" y="138333"/>
                </a:cubicBezTo>
                <a:cubicBezTo>
                  <a:pt x="255844" y="143794"/>
                  <a:pt x="257582" y="150041"/>
                  <a:pt x="257939" y="154716"/>
                </a:cubicBezTo>
                <a:cubicBezTo>
                  <a:pt x="258296" y="159391"/>
                  <a:pt x="263065" y="166382"/>
                  <a:pt x="256651" y="166382"/>
                </a:cubicBezTo>
                <a:cubicBezTo>
                  <a:pt x="250238" y="166382"/>
                  <a:pt x="241024" y="155898"/>
                  <a:pt x="219458" y="154716"/>
                </a:cubicBezTo>
                <a:cubicBezTo>
                  <a:pt x="197892" y="153534"/>
                  <a:pt x="150494" y="165107"/>
                  <a:pt x="127256" y="159288"/>
                </a:cubicBezTo>
                <a:cubicBezTo>
                  <a:pt x="104018" y="153469"/>
                  <a:pt x="96856" y="130597"/>
                  <a:pt x="80028" y="119802"/>
                </a:cubicBezTo>
                <a:cubicBezTo>
                  <a:pt x="63201" y="109007"/>
                  <a:pt x="39502" y="110734"/>
                  <a:pt x="26291" y="94518"/>
                </a:cubicBezTo>
                <a:cubicBezTo>
                  <a:pt x="13080" y="78303"/>
                  <a:pt x="-3808" y="38194"/>
                  <a:pt x="764" y="22509"/>
                </a:cubicBezTo>
                <a:cubicBezTo>
                  <a:pt x="5336" y="6825"/>
                  <a:pt x="34882" y="2787"/>
                  <a:pt x="53723" y="411"/>
                </a:cubicBezTo>
                <a:close/>
              </a:path>
            </a:pathLst>
          </a:custGeom>
          <a:solidFill>
            <a:srgbClr val="93C47D"/>
          </a:solidFill>
          <a:ln w="28575" cap="flat" cmpd="sng">
            <a:solidFill>
              <a:srgbClr val="000000"/>
            </a:solidFill>
            <a:prstDash val="solid"/>
            <a:round/>
            <a:headEnd type="none" w="med" len="med"/>
            <a:tailEnd type="none" w="med" len="med"/>
          </a:ln>
        </p:spPr>
        <p:txBody>
          <a:bodyPr/>
          <a:lstStyle/>
          <a:p/>
        </p:txBody>
      </p:sp>
      <p:sp>
        <p:nvSpPr>
          <p:cNvPr id="1853" name="Google Shape;1853;p106"/>
          <p:cNvSpPr/>
          <p:nvPr/>
        </p:nvSpPr>
        <p:spPr>
          <a:xfrm>
            <a:off x="-1103578" y="825255"/>
            <a:ext cx="6598500" cy="44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854" name="Google Shape;1854;p106"/>
          <p:cNvSpPr/>
          <p:nvPr/>
        </p:nvSpPr>
        <p:spPr>
          <a:xfrm>
            <a:off x="-1103578" y="1192369"/>
            <a:ext cx="1469400" cy="3949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855" name="Google Shape;1855;p106"/>
          <p:cNvSpPr/>
          <p:nvPr/>
        </p:nvSpPr>
        <p:spPr>
          <a:xfrm>
            <a:off x="-178185" y="4747201"/>
            <a:ext cx="5764200" cy="98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856" name="Google Shape;1856;p106"/>
          <p:cNvSpPr txBox="1"/>
          <p:nvPr/>
        </p:nvSpPr>
        <p:spPr>
          <a:xfrm>
            <a:off x="422646" y="1314730"/>
            <a:ext cx="8823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1857" name="Google Shape;1857;p106"/>
          <p:cNvSpPr/>
          <p:nvPr/>
        </p:nvSpPr>
        <p:spPr>
          <a:xfrm>
            <a:off x="2013327" y="23906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858" name="Google Shape;1858;p106"/>
          <p:cNvSpPr txBox="1"/>
          <p:nvPr/>
        </p:nvSpPr>
        <p:spPr>
          <a:xfrm>
            <a:off x="492224" y="2424770"/>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1859" name="Google Shape;1859;p106"/>
          <p:cNvCxnSpPr/>
          <p:nvPr/>
        </p:nvCxnSpPr>
        <p:spPr>
          <a:xfrm flipH="1">
            <a:off x="1274441" y="2448979"/>
            <a:ext cx="804600" cy="188700"/>
          </a:xfrm>
          <a:prstGeom prst="straightConnector1">
            <a:avLst/>
          </a:prstGeom>
          <a:noFill/>
          <a:ln w="28575" cap="flat" cmpd="sng">
            <a:solidFill>
              <a:srgbClr val="000000"/>
            </a:solidFill>
            <a:prstDash val="solid"/>
            <a:round/>
            <a:headEnd type="none" w="med" len="med"/>
            <a:tailEnd type="none" w="med" len="med"/>
          </a:ln>
        </p:spPr>
      </p:cxnSp>
      <p:sp>
        <p:nvSpPr>
          <p:cNvPr id="1860" name="Google Shape;1860;p106"/>
          <p:cNvSpPr/>
          <p:nvPr/>
        </p:nvSpPr>
        <p:spPr>
          <a:xfrm rot="-4513154">
            <a:off x="4675837" y="2314398"/>
            <a:ext cx="117591" cy="117591"/>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1861" name="Google Shape;1861;p106"/>
          <p:cNvCxnSpPr/>
          <p:nvPr/>
        </p:nvCxnSpPr>
        <p:spPr>
          <a:xfrm>
            <a:off x="4735999" y="2366451"/>
            <a:ext cx="61200" cy="514500"/>
          </a:xfrm>
          <a:prstGeom prst="straightConnector1">
            <a:avLst/>
          </a:prstGeom>
          <a:noFill/>
          <a:ln w="28575" cap="flat" cmpd="sng">
            <a:solidFill>
              <a:srgbClr val="000000"/>
            </a:solidFill>
            <a:prstDash val="solid"/>
            <a:round/>
            <a:headEnd type="none" w="med" len="med"/>
            <a:tailEnd type="none" w="med" len="med"/>
          </a:ln>
        </p:spPr>
      </p:cxnSp>
      <p:sp>
        <p:nvSpPr>
          <p:cNvPr id="1862" name="Google Shape;1862;p106"/>
          <p:cNvSpPr txBox="1"/>
          <p:nvPr/>
        </p:nvSpPr>
        <p:spPr>
          <a:xfrm>
            <a:off x="4343420" y="2872765"/>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1863" name="Google Shape;1863;p106"/>
          <p:cNvSpPr/>
          <p:nvPr/>
        </p:nvSpPr>
        <p:spPr>
          <a:xfrm>
            <a:off x="3624005" y="3970066"/>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864" name="Google Shape;1864;p106"/>
          <p:cNvGrpSpPr/>
          <p:nvPr/>
        </p:nvGrpSpPr>
        <p:grpSpPr>
          <a:xfrm flipH="1">
            <a:off x="3669564" y="3932182"/>
            <a:ext cx="1248041" cy="396900"/>
            <a:chOff x="2441679" y="3932182"/>
            <a:chExt cx="1248041" cy="396900"/>
          </a:xfrm>
        </p:grpSpPr>
        <p:sp>
          <p:nvSpPr>
            <p:cNvPr id="1865" name="Google Shape;1865;p106"/>
            <p:cNvSpPr txBox="1"/>
            <p:nvPr/>
          </p:nvSpPr>
          <p:spPr>
            <a:xfrm>
              <a:off x="2441679" y="3932182"/>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1866" name="Google Shape;1866;p106"/>
            <p:cNvCxnSpPr/>
            <p:nvPr/>
          </p:nvCxnSpPr>
          <p:spPr>
            <a:xfrm flipH="1">
              <a:off x="3239420" y="4028393"/>
              <a:ext cx="450300" cy="114300"/>
            </a:xfrm>
            <a:prstGeom prst="straightConnector1">
              <a:avLst/>
            </a:prstGeom>
            <a:noFill/>
            <a:ln w="28575" cap="flat" cmpd="sng">
              <a:solidFill>
                <a:srgbClr val="000000"/>
              </a:solidFill>
              <a:prstDash val="solid"/>
              <a:round/>
              <a:headEnd type="none" w="med" len="med"/>
              <a:tailEnd type="none" w="med" len="med"/>
            </a:ln>
          </p:spPr>
        </p:cxnSp>
      </p:grpSp>
      <p:sp>
        <p:nvSpPr>
          <p:cNvPr id="1867" name="Google Shape;1867;p106"/>
          <p:cNvSpPr/>
          <p:nvPr/>
        </p:nvSpPr>
        <p:spPr>
          <a:xfrm>
            <a:off x="3434917" y="21434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868" name="Google Shape;1868;p106"/>
          <p:cNvSpPr/>
          <p:nvPr/>
        </p:nvSpPr>
        <p:spPr>
          <a:xfrm>
            <a:off x="2753720" y="333695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869" name="Google Shape;1869;p106"/>
          <p:cNvSpPr txBox="1"/>
          <p:nvPr/>
        </p:nvSpPr>
        <p:spPr>
          <a:xfrm>
            <a:off x="4771686" y="4508108"/>
            <a:ext cx="594600" cy="228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15:00</a:t>
            </a:r>
            <a:endParaRPr sz="1600">
              <a:solidFill>
                <a:srgbClr val="FFFFFF"/>
              </a:solidFill>
              <a:latin typeface="Lexend"/>
              <a:ea typeface="Lexend"/>
              <a:cs typeface="Lexend"/>
              <a:sym typeface="Lexend"/>
            </a:endParaRPr>
          </a:p>
        </p:txBody>
      </p:sp>
      <p:sp>
        <p:nvSpPr>
          <p:cNvPr id="1870" name="Google Shape;1870;p106"/>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Analysing extra forecast information</a:t>
            </a:r>
            <a:endParaRPr/>
          </a:p>
        </p:txBody>
      </p:sp>
      <p:cxnSp>
        <p:nvCxnSpPr>
          <p:cNvPr id="1871" name="Google Shape;1871;p106"/>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1872" name="Google Shape;1872;p106"/>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sp>
        <p:nvSpPr>
          <p:cNvPr id="1873" name="Google Shape;1873;p106"/>
          <p:cNvSpPr/>
          <p:nvPr/>
        </p:nvSpPr>
        <p:spPr>
          <a:xfrm>
            <a:off x="1738745" y="400457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874" name="Google Shape;1874;p106"/>
          <p:cNvGrpSpPr/>
          <p:nvPr/>
        </p:nvGrpSpPr>
        <p:grpSpPr>
          <a:xfrm>
            <a:off x="1477885" y="1320642"/>
            <a:ext cx="3735237" cy="2185338"/>
            <a:chOff x="1477885" y="1320642"/>
            <a:chExt cx="3735237" cy="2185338"/>
          </a:xfrm>
        </p:grpSpPr>
        <p:sp>
          <p:nvSpPr>
            <p:cNvPr id="1875" name="Google Shape;1875;p106"/>
            <p:cNvSpPr/>
            <p:nvPr/>
          </p:nvSpPr>
          <p:spPr>
            <a:xfrm>
              <a:off x="1739973" y="159790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16°C</a:t>
              </a:r>
              <a:endParaRPr sz="1800">
                <a:solidFill>
                  <a:srgbClr val="FFFFFF"/>
                </a:solidFill>
                <a:latin typeface="Lexend"/>
                <a:ea typeface="Lexend"/>
                <a:cs typeface="Lexend"/>
                <a:sym typeface="Lexend"/>
              </a:endParaRPr>
            </a:p>
          </p:txBody>
        </p:sp>
        <p:sp>
          <p:nvSpPr>
            <p:cNvPr id="1876" name="Google Shape;1876;p106"/>
            <p:cNvSpPr/>
            <p:nvPr/>
          </p:nvSpPr>
          <p:spPr>
            <a:xfrm>
              <a:off x="3363147" y="32335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17°C</a:t>
              </a:r>
              <a:endParaRPr sz="1800">
                <a:solidFill>
                  <a:srgbClr val="FFFFFF"/>
                </a:solidFill>
                <a:latin typeface="Lexend"/>
                <a:ea typeface="Lexend"/>
                <a:cs typeface="Lexend"/>
                <a:sym typeface="Lexend"/>
              </a:endParaRPr>
            </a:p>
          </p:txBody>
        </p:sp>
        <p:sp>
          <p:nvSpPr>
            <p:cNvPr id="1877" name="Google Shape;1877;p106"/>
            <p:cNvSpPr/>
            <p:nvPr/>
          </p:nvSpPr>
          <p:spPr>
            <a:xfrm>
              <a:off x="4573822" y="156472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19°C</a:t>
              </a:r>
              <a:endParaRPr sz="1800">
                <a:solidFill>
                  <a:srgbClr val="FFFFFF"/>
                </a:solidFill>
                <a:latin typeface="Lexend"/>
                <a:ea typeface="Lexend"/>
                <a:cs typeface="Lexend"/>
                <a:sym typeface="Lexend"/>
              </a:endParaRPr>
            </a:p>
          </p:txBody>
        </p:sp>
        <p:sp>
          <p:nvSpPr>
            <p:cNvPr id="1878" name="Google Shape;1878;p106"/>
            <p:cNvSpPr/>
            <p:nvPr/>
          </p:nvSpPr>
          <p:spPr>
            <a:xfrm>
              <a:off x="3174060" y="1320642"/>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18°C</a:t>
              </a:r>
              <a:endParaRPr sz="1800">
                <a:solidFill>
                  <a:srgbClr val="FFFFFF"/>
                </a:solidFill>
                <a:latin typeface="Lexend"/>
                <a:ea typeface="Lexend"/>
                <a:cs typeface="Lexend"/>
                <a:sym typeface="Lexend"/>
              </a:endParaRPr>
            </a:p>
          </p:txBody>
        </p:sp>
        <p:sp>
          <p:nvSpPr>
            <p:cNvPr id="1879" name="Google Shape;1879;p106"/>
            <p:cNvSpPr/>
            <p:nvPr/>
          </p:nvSpPr>
          <p:spPr>
            <a:xfrm>
              <a:off x="2492860" y="26004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16°C</a:t>
              </a:r>
              <a:endParaRPr sz="1800">
                <a:solidFill>
                  <a:srgbClr val="FFFFFF"/>
                </a:solidFill>
                <a:latin typeface="Lexend"/>
                <a:ea typeface="Lexend"/>
                <a:cs typeface="Lexend"/>
                <a:sym typeface="Lexend"/>
              </a:endParaRPr>
            </a:p>
          </p:txBody>
        </p:sp>
        <p:sp>
          <p:nvSpPr>
            <p:cNvPr id="1880" name="Google Shape;1880;p106"/>
            <p:cNvSpPr/>
            <p:nvPr/>
          </p:nvSpPr>
          <p:spPr>
            <a:xfrm>
              <a:off x="1477885" y="319190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15°C</a:t>
              </a:r>
              <a:endParaRPr sz="1800">
                <a:solidFill>
                  <a:srgbClr val="FFFFFF"/>
                </a:solidFill>
                <a:latin typeface="Lexend"/>
                <a:ea typeface="Lexend"/>
                <a:cs typeface="Lexend"/>
                <a:sym typeface="Lexend"/>
              </a:endParaRPr>
            </a:p>
          </p:txBody>
        </p:sp>
      </p:grpSp>
      <p:cxnSp>
        <p:nvCxnSpPr>
          <p:cNvPr id="1881" name="Google Shape;1881;p106"/>
          <p:cNvCxnSpPr/>
          <p:nvPr/>
        </p:nvCxnSpPr>
        <p:spPr>
          <a:xfrm rot="10800000" flipH="1">
            <a:off x="1550225" y="4065550"/>
            <a:ext cx="240900" cy="172500"/>
          </a:xfrm>
          <a:prstGeom prst="straightConnector1">
            <a:avLst/>
          </a:prstGeom>
          <a:noFill/>
          <a:ln w="28575" cap="flat" cmpd="sng">
            <a:solidFill>
              <a:srgbClr val="000000"/>
            </a:solidFill>
            <a:prstDash val="solid"/>
            <a:round/>
            <a:headEnd type="none" w="med" len="med"/>
            <a:tailEnd type="none" w="med" len="med"/>
          </a:ln>
        </p:spPr>
      </p:cxnSp>
      <p:sp>
        <p:nvSpPr>
          <p:cNvPr id="1882" name="Google Shape;1882;p106"/>
          <p:cNvSpPr txBox="1"/>
          <p:nvPr/>
        </p:nvSpPr>
        <p:spPr>
          <a:xfrm>
            <a:off x="894450" y="4166718"/>
            <a:ext cx="923400" cy="2988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1883" name="Google Shape;1883;p106"/>
          <p:cNvSpPr txBox="1"/>
          <p:nvPr/>
        </p:nvSpPr>
        <p:spPr>
          <a:xfrm>
            <a:off x="5507950" y="728575"/>
            <a:ext cx="33126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700">
                <a:latin typeface="Lexend"/>
                <a:ea typeface="Lexend"/>
                <a:cs typeface="Lexend"/>
                <a:sym typeface="Lexend"/>
              </a:rPr>
              <a:t>The difference between the air temperature and what the temperature actually feels like can be due to:</a:t>
            </a:r>
            <a:endParaRPr sz="1700">
              <a:latin typeface="Lexend"/>
              <a:ea typeface="Lexend"/>
              <a:cs typeface="Lexend"/>
              <a:sym typeface="Lexend"/>
            </a:endParaRPr>
          </a:p>
        </p:txBody>
      </p:sp>
      <p:sp>
        <p:nvSpPr>
          <p:cNvPr id="1884" name="Google Shape;1884;p106"/>
          <p:cNvSpPr/>
          <p:nvPr/>
        </p:nvSpPr>
        <p:spPr>
          <a:xfrm>
            <a:off x="1657325" y="1556575"/>
            <a:ext cx="804600" cy="354900"/>
          </a:xfrm>
          <a:prstGeom prst="roundRect">
            <a:avLst>
              <a:gd name="adj" fmla="val 35722"/>
            </a:avLst>
          </a:prstGeom>
          <a:solidFill>
            <a:schemeClr val="accent5"/>
          </a:solidFill>
          <a:ln w="2857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2200">
                <a:solidFill>
                  <a:schemeClr val="lt1"/>
                </a:solidFill>
                <a:latin typeface="Lexend"/>
                <a:ea typeface="Lexend"/>
                <a:cs typeface="Lexend"/>
                <a:sym typeface="Lexend"/>
              </a:rPr>
              <a:t>16°C</a:t>
            </a:r>
            <a:endParaRPr sz="2200">
              <a:solidFill>
                <a:schemeClr val="lt1"/>
              </a:solidFill>
              <a:latin typeface="Lexend"/>
              <a:ea typeface="Lexend"/>
              <a:cs typeface="Lexend"/>
              <a:sym typeface="Lexend"/>
            </a:endParaRPr>
          </a:p>
        </p:txBody>
      </p:sp>
      <p:sp>
        <p:nvSpPr>
          <p:cNvPr id="1885" name="Google Shape;1885;p106"/>
          <p:cNvSpPr txBox="1"/>
          <p:nvPr/>
        </p:nvSpPr>
        <p:spPr>
          <a:xfrm>
            <a:off x="5989300" y="1896734"/>
            <a:ext cx="28314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700">
                <a:latin typeface="Lexend"/>
                <a:ea typeface="Lexend"/>
                <a:cs typeface="Lexend"/>
                <a:sym typeface="Lexend"/>
              </a:rPr>
              <a:t>rainfall</a:t>
            </a:r>
            <a:endParaRPr sz="1700">
              <a:latin typeface="Lexend"/>
              <a:ea typeface="Lexend"/>
              <a:cs typeface="Lexend"/>
              <a:sym typeface="Lexend"/>
            </a:endParaRPr>
          </a:p>
          <a:p>
            <a:pPr marL="0" lvl="0" indent="0" algn="l" rtl="0">
              <a:spcBef>
                <a:spcPts val="1000"/>
              </a:spcBef>
              <a:spcAft>
                <a:spcPct val="0"/>
              </a:spcAft>
              <a:buNone/>
            </a:pPr>
            <a:r>
              <a:rPr lang="en-GB" sz="1700">
                <a:latin typeface="Lexend"/>
                <a:ea typeface="Lexend"/>
                <a:cs typeface="Lexend"/>
                <a:sym typeface="Lexend"/>
              </a:rPr>
              <a:t>wind-speed</a:t>
            </a:r>
            <a:endParaRPr sz="1700">
              <a:latin typeface="Lexend"/>
              <a:ea typeface="Lexend"/>
              <a:cs typeface="Lexend"/>
              <a:sym typeface="Lexend"/>
            </a:endParaRPr>
          </a:p>
          <a:p>
            <a:pPr marL="0" lvl="0" indent="0" algn="l" rtl="0">
              <a:spcBef>
                <a:spcPts val="1000"/>
              </a:spcBef>
              <a:spcAft>
                <a:spcPct val="0"/>
              </a:spcAft>
              <a:buNone/>
            </a:pPr>
            <a:r>
              <a:rPr lang="en-GB" sz="1700">
                <a:latin typeface="Lexend"/>
                <a:ea typeface="Lexend"/>
                <a:cs typeface="Lexend"/>
                <a:sym typeface="Lexend"/>
              </a:rPr>
              <a:t>wind direction</a:t>
            </a:r>
            <a:endParaRPr sz="1700">
              <a:latin typeface="Lexend"/>
              <a:ea typeface="Lexend"/>
              <a:cs typeface="Lexend"/>
              <a:sym typeface="Lexend"/>
            </a:endParaRPr>
          </a:p>
          <a:p>
            <a:pPr marL="0" lvl="0" indent="0" algn="l" rtl="0">
              <a:spcBef>
                <a:spcPts val="1000"/>
              </a:spcBef>
              <a:spcAft>
                <a:spcPct val="0"/>
              </a:spcAft>
              <a:buNone/>
            </a:pPr>
            <a:r>
              <a:rPr lang="en-GB" sz="1700">
                <a:latin typeface="Lexend"/>
                <a:ea typeface="Lexend"/>
                <a:cs typeface="Lexend"/>
                <a:sym typeface="Lexend"/>
              </a:rPr>
              <a:t>air pressure</a:t>
            </a:r>
            <a:endParaRPr sz="1700">
              <a:latin typeface="Lexend"/>
              <a:ea typeface="Lexend"/>
              <a:cs typeface="Lexend"/>
              <a:sym typeface="Lexend"/>
            </a:endParaRPr>
          </a:p>
          <a:p>
            <a:pPr marL="0" lvl="0" indent="0" algn="l" rtl="0">
              <a:spcBef>
                <a:spcPts val="1000"/>
              </a:spcBef>
              <a:spcAft>
                <a:spcPts val="1000"/>
              </a:spcAft>
              <a:buNone/>
            </a:pPr>
            <a:r>
              <a:rPr lang="en-GB" sz="1700">
                <a:solidFill>
                  <a:schemeClr val="dk1"/>
                </a:solidFill>
                <a:latin typeface="Lexend"/>
                <a:ea typeface="Lexend"/>
                <a:cs typeface="Lexend"/>
                <a:sym typeface="Lexend"/>
              </a:rPr>
              <a:t>humidity </a:t>
            </a:r>
            <a:endParaRPr sz="1700">
              <a:latin typeface="Lexend"/>
              <a:ea typeface="Lexend"/>
              <a:cs typeface="Lexend"/>
              <a:sym typeface="Lexend"/>
            </a:endParaRPr>
          </a:p>
        </p:txBody>
      </p:sp>
      <p:pic>
        <p:nvPicPr>
          <p:cNvPr id="1886" name="Google Shape;1886;p106"/>
          <p:cNvPicPr preferRelativeResize="0"/>
          <p:nvPr/>
        </p:nvPicPr>
        <p:blipFill>
          <a:blip r:embed="rId3">
            <a:alphaModFix/>
          </a:blip>
          <a:stretch>
            <a:fillRect/>
          </a:stretch>
        </p:blipFill>
        <p:spPr>
          <a:xfrm>
            <a:off x="3281826" y="1619999"/>
            <a:ext cx="493675" cy="500816"/>
          </a:xfrm>
          <a:prstGeom prst="rect">
            <a:avLst/>
          </a:prstGeom>
          <a:noFill/>
          <a:ln>
            <a:noFill/>
          </a:ln>
        </p:spPr>
      </p:pic>
      <p:pic>
        <p:nvPicPr>
          <p:cNvPr id="1887" name="Google Shape;1887;p106"/>
          <p:cNvPicPr preferRelativeResize="0"/>
          <p:nvPr/>
        </p:nvPicPr>
        <p:blipFill>
          <a:blip r:embed="rId3">
            <a:alphaModFix/>
          </a:blip>
          <a:stretch>
            <a:fillRect/>
          </a:stretch>
        </p:blipFill>
        <p:spPr>
          <a:xfrm>
            <a:off x="4662776" y="1818799"/>
            <a:ext cx="493675" cy="500816"/>
          </a:xfrm>
          <a:prstGeom prst="rect">
            <a:avLst/>
          </a:prstGeom>
          <a:noFill/>
          <a:ln>
            <a:noFill/>
          </a:ln>
        </p:spPr>
      </p:pic>
      <p:pic>
        <p:nvPicPr>
          <p:cNvPr id="1888" name="Google Shape;1888;p106"/>
          <p:cNvPicPr preferRelativeResize="0"/>
          <p:nvPr/>
        </p:nvPicPr>
        <p:blipFill>
          <a:blip r:embed="rId4">
            <a:alphaModFix/>
          </a:blip>
          <a:stretch>
            <a:fillRect/>
          </a:stretch>
        </p:blipFill>
        <p:spPr>
          <a:xfrm>
            <a:off x="3355309" y="3517236"/>
            <a:ext cx="654993" cy="441568"/>
          </a:xfrm>
          <a:prstGeom prst="rect">
            <a:avLst/>
          </a:prstGeom>
          <a:noFill/>
          <a:ln>
            <a:noFill/>
          </a:ln>
        </p:spPr>
      </p:pic>
      <p:pic>
        <p:nvPicPr>
          <p:cNvPr id="1889" name="Google Shape;1889;p106"/>
          <p:cNvPicPr preferRelativeResize="0"/>
          <p:nvPr/>
        </p:nvPicPr>
        <p:blipFill>
          <a:blip r:embed="rId4">
            <a:alphaModFix/>
          </a:blip>
          <a:stretch>
            <a:fillRect/>
          </a:stretch>
        </p:blipFill>
        <p:spPr>
          <a:xfrm>
            <a:off x="2485034" y="2876823"/>
            <a:ext cx="654993" cy="441568"/>
          </a:xfrm>
          <a:prstGeom prst="rect">
            <a:avLst/>
          </a:prstGeom>
          <a:noFill/>
          <a:ln>
            <a:noFill/>
          </a:ln>
        </p:spPr>
      </p:pic>
      <p:pic>
        <p:nvPicPr>
          <p:cNvPr id="1890" name="Google Shape;1890;p106"/>
          <p:cNvPicPr preferRelativeResize="0"/>
          <p:nvPr/>
        </p:nvPicPr>
        <p:blipFill>
          <a:blip r:embed="rId5">
            <a:alphaModFix/>
          </a:blip>
          <a:stretch>
            <a:fillRect/>
          </a:stretch>
        </p:blipFill>
        <p:spPr>
          <a:xfrm>
            <a:off x="1667445" y="1839724"/>
            <a:ext cx="548488" cy="621110"/>
          </a:xfrm>
          <a:prstGeom prst="rect">
            <a:avLst/>
          </a:prstGeom>
          <a:noFill/>
          <a:ln>
            <a:noFill/>
          </a:ln>
        </p:spPr>
      </p:pic>
      <p:pic>
        <p:nvPicPr>
          <p:cNvPr id="1891" name="Google Shape;1891;p106"/>
          <p:cNvPicPr preferRelativeResize="0"/>
          <p:nvPr/>
        </p:nvPicPr>
        <p:blipFill>
          <a:blip r:embed="rId5">
            <a:alphaModFix/>
          </a:blip>
          <a:stretch>
            <a:fillRect/>
          </a:stretch>
        </p:blipFill>
        <p:spPr>
          <a:xfrm>
            <a:off x="1477866" y="3398148"/>
            <a:ext cx="548488" cy="621110"/>
          </a:xfrm>
          <a:prstGeom prst="rect">
            <a:avLst/>
          </a:prstGeom>
          <a:noFill/>
          <a:ln>
            <a:noFill/>
          </a:ln>
        </p:spPr>
      </p:pic>
      <p:sp>
        <p:nvSpPr>
          <p:cNvPr id="1892" name="Google Shape;1892;p106"/>
          <p:cNvSpPr/>
          <p:nvPr/>
        </p:nvSpPr>
        <p:spPr>
          <a:xfrm>
            <a:off x="365725" y="1265725"/>
            <a:ext cx="5000700" cy="34815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8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8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8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8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8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896" name="Shape 1896"/>
        <p:cNvGrpSpPr/>
        <p:nvPr/>
      </p:nvGrpSpPr>
      <p:grpSpPr>
        <a:xfrm>
          <a:off x="0" y="0"/>
          <a:ext cx="0" cy="0"/>
        </a:xfrm>
      </p:grpSpPr>
      <p:pic>
        <p:nvPicPr>
          <p:cNvPr id="1897" name="Google Shape;1897;p107"/>
          <p:cNvPicPr preferRelativeResize="0"/>
          <p:nvPr/>
        </p:nvPicPr>
        <p:blipFill>
          <a:blip r:embed="rId3">
            <a:alphaModFix/>
          </a:blip>
          <a:srcRect l="41742" t="13016" b="52676"/>
          <a:stretch>
            <a:fillRect/>
          </a:stretch>
        </p:blipFill>
        <p:spPr>
          <a:xfrm flipH="1">
            <a:off x="5490474" y="669525"/>
            <a:ext cx="3329526" cy="933399"/>
          </a:xfrm>
          <a:prstGeom prst="rect">
            <a:avLst/>
          </a:prstGeom>
          <a:noFill/>
          <a:ln>
            <a:noFill/>
          </a:ln>
        </p:spPr>
      </p:pic>
      <p:pic>
        <p:nvPicPr>
          <p:cNvPr id="1898" name="Google Shape;1898;p107"/>
          <p:cNvPicPr preferRelativeResize="0"/>
          <p:nvPr/>
        </p:nvPicPr>
        <p:blipFill>
          <a:blip r:embed="rId3">
            <a:alphaModFix/>
          </a:blip>
          <a:srcRect l="41742" t="71830" b="4761"/>
          <a:stretch>
            <a:fillRect/>
          </a:stretch>
        </p:blipFill>
        <p:spPr>
          <a:xfrm flipH="1">
            <a:off x="5486152" y="1603812"/>
            <a:ext cx="3338173" cy="638525"/>
          </a:xfrm>
          <a:prstGeom prst="rect">
            <a:avLst/>
          </a:prstGeom>
          <a:noFill/>
          <a:ln>
            <a:noFill/>
          </a:ln>
        </p:spPr>
      </p:pic>
      <p:sp>
        <p:nvSpPr>
          <p:cNvPr id="1899" name="Google Shape;1899;p107"/>
          <p:cNvSpPr/>
          <p:nvPr/>
        </p:nvSpPr>
        <p:spPr>
          <a:xfrm>
            <a:off x="365734" y="1265728"/>
            <a:ext cx="5014200" cy="3481500"/>
          </a:xfrm>
          <a:prstGeom prst="rect">
            <a:avLst/>
          </a:prstGeom>
          <a:solidFill>
            <a:srgbClr val="4285F4"/>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900" name="Google Shape;1900;p107"/>
          <p:cNvSpPr/>
          <p:nvPr/>
        </p:nvSpPr>
        <p:spPr>
          <a:xfrm>
            <a:off x="-891036" y="1027484"/>
            <a:ext cx="6425564" cy="4140237"/>
          </a:xfrm>
          <a:custGeom>
            <a:rect l="l" t="t" r="r" b="b"/>
            <a:pathLst>
              <a:path w="300260" h="193469" extrusionOk="0">
                <a:moveTo>
                  <a:pt x="70920" y="84"/>
                </a:moveTo>
                <a:cubicBezTo>
                  <a:pt x="89716" y="-1122"/>
                  <a:pt x="109846" y="11006"/>
                  <a:pt x="130737" y="14943"/>
                </a:cubicBezTo>
                <a:cubicBezTo>
                  <a:pt x="151629" y="18880"/>
                  <a:pt x="181093" y="22119"/>
                  <a:pt x="196269" y="23706"/>
                </a:cubicBezTo>
                <a:cubicBezTo>
                  <a:pt x="211446" y="25294"/>
                  <a:pt x="214176" y="24278"/>
                  <a:pt x="221796" y="24468"/>
                </a:cubicBezTo>
                <a:cubicBezTo>
                  <a:pt x="229416" y="24659"/>
                  <a:pt x="236552" y="23790"/>
                  <a:pt x="241989" y="24849"/>
                </a:cubicBezTo>
                <a:cubicBezTo>
                  <a:pt x="247426" y="25908"/>
                  <a:pt x="249796" y="29354"/>
                  <a:pt x="254419" y="30821"/>
                </a:cubicBezTo>
                <a:cubicBezTo>
                  <a:pt x="259042" y="32288"/>
                  <a:pt x="265456" y="32096"/>
                  <a:pt x="269726" y="33649"/>
                </a:cubicBezTo>
                <a:cubicBezTo>
                  <a:pt x="273996" y="35202"/>
                  <a:pt x="277298" y="37160"/>
                  <a:pt x="280041" y="40138"/>
                </a:cubicBezTo>
                <a:cubicBezTo>
                  <a:pt x="282784" y="43116"/>
                  <a:pt x="285860" y="47908"/>
                  <a:pt x="286185" y="51519"/>
                </a:cubicBezTo>
                <a:cubicBezTo>
                  <a:pt x="286511" y="55130"/>
                  <a:pt x="285233" y="59139"/>
                  <a:pt x="281994" y="61806"/>
                </a:cubicBezTo>
                <a:cubicBezTo>
                  <a:pt x="278756" y="64473"/>
                  <a:pt x="269993" y="66124"/>
                  <a:pt x="266754" y="67521"/>
                </a:cubicBezTo>
                <a:cubicBezTo>
                  <a:pt x="263516" y="68918"/>
                  <a:pt x="265548" y="70950"/>
                  <a:pt x="262563" y="70188"/>
                </a:cubicBezTo>
                <a:cubicBezTo>
                  <a:pt x="259579" y="69426"/>
                  <a:pt x="249927" y="64918"/>
                  <a:pt x="248847" y="62949"/>
                </a:cubicBezTo>
                <a:cubicBezTo>
                  <a:pt x="247768" y="60981"/>
                  <a:pt x="257737" y="59901"/>
                  <a:pt x="256086" y="58377"/>
                </a:cubicBezTo>
                <a:cubicBezTo>
                  <a:pt x="254435" y="56853"/>
                  <a:pt x="244529" y="54059"/>
                  <a:pt x="238941" y="53805"/>
                </a:cubicBezTo>
                <a:cubicBezTo>
                  <a:pt x="233353" y="53551"/>
                  <a:pt x="225479" y="54059"/>
                  <a:pt x="222558" y="56853"/>
                </a:cubicBezTo>
                <a:cubicBezTo>
                  <a:pt x="219637" y="59647"/>
                  <a:pt x="220717" y="66886"/>
                  <a:pt x="221415" y="70569"/>
                </a:cubicBezTo>
                <a:cubicBezTo>
                  <a:pt x="222114" y="74252"/>
                  <a:pt x="225479" y="75903"/>
                  <a:pt x="226749" y="78951"/>
                </a:cubicBezTo>
                <a:cubicBezTo>
                  <a:pt x="228019" y="81999"/>
                  <a:pt x="226559" y="84412"/>
                  <a:pt x="229035" y="88857"/>
                </a:cubicBezTo>
                <a:cubicBezTo>
                  <a:pt x="231512" y="93302"/>
                  <a:pt x="237989" y="101049"/>
                  <a:pt x="241608" y="105621"/>
                </a:cubicBezTo>
                <a:cubicBezTo>
                  <a:pt x="245228" y="110193"/>
                  <a:pt x="246498" y="113622"/>
                  <a:pt x="250752" y="116289"/>
                </a:cubicBezTo>
                <a:cubicBezTo>
                  <a:pt x="255007" y="118956"/>
                  <a:pt x="263643" y="118004"/>
                  <a:pt x="267135" y="121623"/>
                </a:cubicBezTo>
                <a:cubicBezTo>
                  <a:pt x="270628" y="125243"/>
                  <a:pt x="270374" y="132545"/>
                  <a:pt x="271707" y="138006"/>
                </a:cubicBezTo>
                <a:cubicBezTo>
                  <a:pt x="273041" y="143467"/>
                  <a:pt x="273930" y="149881"/>
                  <a:pt x="275136" y="154389"/>
                </a:cubicBezTo>
                <a:cubicBezTo>
                  <a:pt x="276343" y="158898"/>
                  <a:pt x="277549" y="161628"/>
                  <a:pt x="278946" y="165057"/>
                </a:cubicBezTo>
                <a:cubicBezTo>
                  <a:pt x="280343" y="168486"/>
                  <a:pt x="282883" y="171852"/>
                  <a:pt x="283518" y="174963"/>
                </a:cubicBezTo>
                <a:cubicBezTo>
                  <a:pt x="284153" y="178075"/>
                  <a:pt x="321364" y="181567"/>
                  <a:pt x="282756" y="183726"/>
                </a:cubicBezTo>
                <a:cubicBezTo>
                  <a:pt x="244148" y="185885"/>
                  <a:pt x="98733" y="201633"/>
                  <a:pt x="51870" y="187917"/>
                </a:cubicBezTo>
                <a:cubicBezTo>
                  <a:pt x="5007" y="174201"/>
                  <a:pt x="7230" y="129053"/>
                  <a:pt x="1578" y="101430"/>
                </a:cubicBezTo>
                <a:cubicBezTo>
                  <a:pt x="-4073" y="73808"/>
                  <a:pt x="6404" y="39073"/>
                  <a:pt x="17961" y="22182"/>
                </a:cubicBezTo>
                <a:cubicBezTo>
                  <a:pt x="29518" y="5291"/>
                  <a:pt x="52124" y="1291"/>
                  <a:pt x="70920" y="84"/>
                </a:cubicBezTo>
                <a:close/>
              </a:path>
            </a:pathLst>
          </a:custGeom>
          <a:solidFill>
            <a:srgbClr val="D9EAD3"/>
          </a:solidFill>
          <a:ln w="28575" cap="flat" cmpd="sng">
            <a:solidFill>
              <a:srgbClr val="000000"/>
            </a:solidFill>
            <a:prstDash val="solid"/>
            <a:round/>
            <a:headEnd type="none" w="med" len="med"/>
            <a:tailEnd type="none" w="med" len="med"/>
          </a:ln>
        </p:spPr>
        <p:txBody>
          <a:bodyPr/>
          <a:lstStyle/>
          <a:p/>
        </p:txBody>
      </p:sp>
      <p:sp>
        <p:nvSpPr>
          <p:cNvPr id="1901" name="Google Shape;1901;p107"/>
          <p:cNvSpPr/>
          <p:nvPr/>
        </p:nvSpPr>
        <p:spPr>
          <a:xfrm>
            <a:off x="-523026" y="1020496"/>
            <a:ext cx="5760944" cy="3560575"/>
          </a:xfrm>
          <a:custGeom>
            <a:rect l="l" t="t" r="r" b="b"/>
            <a:pathLst>
              <a:path w="269203" h="166382" extrusionOk="0">
                <a:moveTo>
                  <a:pt x="53723" y="411"/>
                </a:moveTo>
                <a:cubicBezTo>
                  <a:pt x="72564" y="-1965"/>
                  <a:pt x="93582" y="6682"/>
                  <a:pt x="113808" y="8251"/>
                </a:cubicBezTo>
                <a:cubicBezTo>
                  <a:pt x="134035" y="9820"/>
                  <a:pt x="158978" y="9561"/>
                  <a:pt x="175082" y="9823"/>
                </a:cubicBezTo>
                <a:cubicBezTo>
                  <a:pt x="191186" y="10085"/>
                  <a:pt x="200351" y="10412"/>
                  <a:pt x="210432" y="9823"/>
                </a:cubicBezTo>
                <a:cubicBezTo>
                  <a:pt x="220514" y="9234"/>
                  <a:pt x="230638" y="3601"/>
                  <a:pt x="235571" y="6287"/>
                </a:cubicBezTo>
                <a:cubicBezTo>
                  <a:pt x="240504" y="8973"/>
                  <a:pt x="236304" y="22218"/>
                  <a:pt x="240032" y="25938"/>
                </a:cubicBezTo>
                <a:cubicBezTo>
                  <a:pt x="243760" y="29658"/>
                  <a:pt x="253367" y="26637"/>
                  <a:pt x="257939" y="28605"/>
                </a:cubicBezTo>
                <a:cubicBezTo>
                  <a:pt x="262511" y="30574"/>
                  <a:pt x="265623" y="33876"/>
                  <a:pt x="267464" y="37749"/>
                </a:cubicBezTo>
                <a:cubicBezTo>
                  <a:pt x="269306" y="41623"/>
                  <a:pt x="269433" y="47782"/>
                  <a:pt x="268988" y="51846"/>
                </a:cubicBezTo>
                <a:cubicBezTo>
                  <a:pt x="268544" y="55910"/>
                  <a:pt x="268036" y="59466"/>
                  <a:pt x="264797" y="62133"/>
                </a:cubicBezTo>
                <a:cubicBezTo>
                  <a:pt x="261559" y="64800"/>
                  <a:pt x="252796" y="66451"/>
                  <a:pt x="249557" y="67848"/>
                </a:cubicBezTo>
                <a:cubicBezTo>
                  <a:pt x="246319" y="69245"/>
                  <a:pt x="248351" y="71277"/>
                  <a:pt x="245366" y="70515"/>
                </a:cubicBezTo>
                <a:cubicBezTo>
                  <a:pt x="242382" y="69753"/>
                  <a:pt x="232730" y="65245"/>
                  <a:pt x="231650" y="63276"/>
                </a:cubicBezTo>
                <a:cubicBezTo>
                  <a:pt x="230571" y="61308"/>
                  <a:pt x="240540" y="60228"/>
                  <a:pt x="238889" y="58704"/>
                </a:cubicBezTo>
                <a:cubicBezTo>
                  <a:pt x="237238" y="57180"/>
                  <a:pt x="227332" y="54386"/>
                  <a:pt x="221744" y="54132"/>
                </a:cubicBezTo>
                <a:cubicBezTo>
                  <a:pt x="216156" y="53878"/>
                  <a:pt x="208282" y="54386"/>
                  <a:pt x="205361" y="57180"/>
                </a:cubicBezTo>
                <a:cubicBezTo>
                  <a:pt x="202440" y="59974"/>
                  <a:pt x="203520" y="67213"/>
                  <a:pt x="204218" y="70896"/>
                </a:cubicBezTo>
                <a:cubicBezTo>
                  <a:pt x="204917" y="74579"/>
                  <a:pt x="208282" y="76230"/>
                  <a:pt x="209552" y="79278"/>
                </a:cubicBezTo>
                <a:cubicBezTo>
                  <a:pt x="210822" y="82326"/>
                  <a:pt x="209362" y="84739"/>
                  <a:pt x="211838" y="89184"/>
                </a:cubicBezTo>
                <a:cubicBezTo>
                  <a:pt x="214315" y="93629"/>
                  <a:pt x="220792" y="101376"/>
                  <a:pt x="224411" y="105948"/>
                </a:cubicBezTo>
                <a:cubicBezTo>
                  <a:pt x="228031" y="110520"/>
                  <a:pt x="229301" y="113949"/>
                  <a:pt x="233555" y="116616"/>
                </a:cubicBezTo>
                <a:cubicBezTo>
                  <a:pt x="237810" y="119283"/>
                  <a:pt x="246446" y="118331"/>
                  <a:pt x="249938" y="121950"/>
                </a:cubicBezTo>
                <a:cubicBezTo>
                  <a:pt x="253431" y="125570"/>
                  <a:pt x="253177" y="132872"/>
                  <a:pt x="254510" y="138333"/>
                </a:cubicBezTo>
                <a:cubicBezTo>
                  <a:pt x="255844" y="143794"/>
                  <a:pt x="257582" y="150041"/>
                  <a:pt x="257939" y="154716"/>
                </a:cubicBezTo>
                <a:cubicBezTo>
                  <a:pt x="258296" y="159391"/>
                  <a:pt x="263065" y="166382"/>
                  <a:pt x="256651" y="166382"/>
                </a:cubicBezTo>
                <a:cubicBezTo>
                  <a:pt x="250238" y="166382"/>
                  <a:pt x="241024" y="155898"/>
                  <a:pt x="219458" y="154716"/>
                </a:cubicBezTo>
                <a:cubicBezTo>
                  <a:pt x="197892" y="153534"/>
                  <a:pt x="150494" y="165107"/>
                  <a:pt x="127256" y="159288"/>
                </a:cubicBezTo>
                <a:cubicBezTo>
                  <a:pt x="104018" y="153469"/>
                  <a:pt x="96856" y="130597"/>
                  <a:pt x="80028" y="119802"/>
                </a:cubicBezTo>
                <a:cubicBezTo>
                  <a:pt x="63201" y="109007"/>
                  <a:pt x="39502" y="110734"/>
                  <a:pt x="26291" y="94518"/>
                </a:cubicBezTo>
                <a:cubicBezTo>
                  <a:pt x="13080" y="78303"/>
                  <a:pt x="-3808" y="38194"/>
                  <a:pt x="764" y="22509"/>
                </a:cubicBezTo>
                <a:cubicBezTo>
                  <a:pt x="5336" y="6825"/>
                  <a:pt x="34882" y="2787"/>
                  <a:pt x="53723" y="411"/>
                </a:cubicBezTo>
                <a:close/>
              </a:path>
            </a:pathLst>
          </a:custGeom>
          <a:solidFill>
            <a:srgbClr val="93C47D"/>
          </a:solidFill>
          <a:ln w="28575" cap="flat" cmpd="sng">
            <a:solidFill>
              <a:srgbClr val="000000"/>
            </a:solidFill>
            <a:prstDash val="solid"/>
            <a:round/>
            <a:headEnd type="none" w="med" len="med"/>
            <a:tailEnd type="none" w="med" len="med"/>
          </a:ln>
        </p:spPr>
        <p:txBody>
          <a:bodyPr/>
          <a:lstStyle/>
          <a:p/>
        </p:txBody>
      </p:sp>
      <p:sp>
        <p:nvSpPr>
          <p:cNvPr id="1902" name="Google Shape;1902;p107"/>
          <p:cNvSpPr/>
          <p:nvPr/>
        </p:nvSpPr>
        <p:spPr>
          <a:xfrm>
            <a:off x="-1103578" y="825255"/>
            <a:ext cx="6598500" cy="44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903" name="Google Shape;1903;p107"/>
          <p:cNvSpPr/>
          <p:nvPr/>
        </p:nvSpPr>
        <p:spPr>
          <a:xfrm>
            <a:off x="-1103578" y="1192369"/>
            <a:ext cx="1469400" cy="3949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904" name="Google Shape;1904;p107"/>
          <p:cNvSpPr/>
          <p:nvPr/>
        </p:nvSpPr>
        <p:spPr>
          <a:xfrm>
            <a:off x="-178185" y="4747201"/>
            <a:ext cx="5764200" cy="98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905" name="Google Shape;1905;p107"/>
          <p:cNvSpPr txBox="1"/>
          <p:nvPr/>
        </p:nvSpPr>
        <p:spPr>
          <a:xfrm>
            <a:off x="422646" y="1314730"/>
            <a:ext cx="8823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1906" name="Google Shape;1906;p107"/>
          <p:cNvSpPr/>
          <p:nvPr/>
        </p:nvSpPr>
        <p:spPr>
          <a:xfrm>
            <a:off x="2013327" y="23906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907" name="Google Shape;1907;p107"/>
          <p:cNvSpPr txBox="1"/>
          <p:nvPr/>
        </p:nvSpPr>
        <p:spPr>
          <a:xfrm>
            <a:off x="492224" y="2424770"/>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1908" name="Google Shape;1908;p107"/>
          <p:cNvCxnSpPr/>
          <p:nvPr/>
        </p:nvCxnSpPr>
        <p:spPr>
          <a:xfrm flipH="1">
            <a:off x="1274441" y="2448979"/>
            <a:ext cx="804600" cy="188700"/>
          </a:xfrm>
          <a:prstGeom prst="straightConnector1">
            <a:avLst/>
          </a:prstGeom>
          <a:noFill/>
          <a:ln w="28575" cap="flat" cmpd="sng">
            <a:solidFill>
              <a:srgbClr val="000000"/>
            </a:solidFill>
            <a:prstDash val="solid"/>
            <a:round/>
            <a:headEnd type="none" w="med" len="med"/>
            <a:tailEnd type="none" w="med" len="med"/>
          </a:ln>
        </p:spPr>
      </p:cxnSp>
      <p:sp>
        <p:nvSpPr>
          <p:cNvPr id="1909" name="Google Shape;1909;p107"/>
          <p:cNvSpPr/>
          <p:nvPr/>
        </p:nvSpPr>
        <p:spPr>
          <a:xfrm rot="-4513154">
            <a:off x="4675837" y="2314398"/>
            <a:ext cx="117591" cy="117591"/>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1910" name="Google Shape;1910;p107"/>
          <p:cNvCxnSpPr/>
          <p:nvPr/>
        </p:nvCxnSpPr>
        <p:spPr>
          <a:xfrm>
            <a:off x="4735999" y="2366451"/>
            <a:ext cx="61200" cy="514500"/>
          </a:xfrm>
          <a:prstGeom prst="straightConnector1">
            <a:avLst/>
          </a:prstGeom>
          <a:noFill/>
          <a:ln w="28575" cap="flat" cmpd="sng">
            <a:solidFill>
              <a:srgbClr val="000000"/>
            </a:solidFill>
            <a:prstDash val="solid"/>
            <a:round/>
            <a:headEnd type="none" w="med" len="med"/>
            <a:tailEnd type="none" w="med" len="med"/>
          </a:ln>
        </p:spPr>
      </p:cxnSp>
      <p:sp>
        <p:nvSpPr>
          <p:cNvPr id="1911" name="Google Shape;1911;p107"/>
          <p:cNvSpPr txBox="1"/>
          <p:nvPr/>
        </p:nvSpPr>
        <p:spPr>
          <a:xfrm>
            <a:off x="4343420" y="2872765"/>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1912" name="Google Shape;1912;p107"/>
          <p:cNvSpPr/>
          <p:nvPr/>
        </p:nvSpPr>
        <p:spPr>
          <a:xfrm>
            <a:off x="3624005" y="3970066"/>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913" name="Google Shape;1913;p107"/>
          <p:cNvGrpSpPr/>
          <p:nvPr/>
        </p:nvGrpSpPr>
        <p:grpSpPr>
          <a:xfrm flipH="1">
            <a:off x="3669564" y="3932182"/>
            <a:ext cx="1248041" cy="396900"/>
            <a:chOff x="2441679" y="3932182"/>
            <a:chExt cx="1248041" cy="396900"/>
          </a:xfrm>
        </p:grpSpPr>
        <p:sp>
          <p:nvSpPr>
            <p:cNvPr id="1914" name="Google Shape;1914;p107"/>
            <p:cNvSpPr txBox="1"/>
            <p:nvPr/>
          </p:nvSpPr>
          <p:spPr>
            <a:xfrm>
              <a:off x="2441679" y="3932182"/>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1915" name="Google Shape;1915;p107"/>
            <p:cNvCxnSpPr/>
            <p:nvPr/>
          </p:nvCxnSpPr>
          <p:spPr>
            <a:xfrm flipH="1">
              <a:off x="3239420" y="4028393"/>
              <a:ext cx="450300" cy="114300"/>
            </a:xfrm>
            <a:prstGeom prst="straightConnector1">
              <a:avLst/>
            </a:prstGeom>
            <a:noFill/>
            <a:ln w="28575" cap="flat" cmpd="sng">
              <a:solidFill>
                <a:srgbClr val="000000"/>
              </a:solidFill>
              <a:prstDash val="solid"/>
              <a:round/>
              <a:headEnd type="none" w="med" len="med"/>
              <a:tailEnd type="none" w="med" len="med"/>
            </a:ln>
          </p:spPr>
        </p:cxnSp>
      </p:grpSp>
      <p:sp>
        <p:nvSpPr>
          <p:cNvPr id="1916" name="Google Shape;1916;p107"/>
          <p:cNvSpPr/>
          <p:nvPr/>
        </p:nvSpPr>
        <p:spPr>
          <a:xfrm>
            <a:off x="3434917" y="21434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917" name="Google Shape;1917;p107"/>
          <p:cNvSpPr/>
          <p:nvPr/>
        </p:nvSpPr>
        <p:spPr>
          <a:xfrm>
            <a:off x="2753720" y="333695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918" name="Google Shape;1918;p107"/>
          <p:cNvSpPr txBox="1"/>
          <p:nvPr/>
        </p:nvSpPr>
        <p:spPr>
          <a:xfrm>
            <a:off x="4771686" y="4508108"/>
            <a:ext cx="594600" cy="228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15:00</a:t>
            </a:r>
            <a:endParaRPr sz="1600">
              <a:solidFill>
                <a:srgbClr val="FFFFFF"/>
              </a:solidFill>
              <a:latin typeface="Lexend"/>
              <a:ea typeface="Lexend"/>
              <a:cs typeface="Lexend"/>
              <a:sym typeface="Lexend"/>
            </a:endParaRPr>
          </a:p>
        </p:txBody>
      </p:sp>
      <p:sp>
        <p:nvSpPr>
          <p:cNvPr id="1919" name="Google Shape;1919;p107"/>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Analysing extra forecast information</a:t>
            </a:r>
            <a:endParaRPr/>
          </a:p>
        </p:txBody>
      </p:sp>
      <p:cxnSp>
        <p:nvCxnSpPr>
          <p:cNvPr id="1920" name="Google Shape;1920;p107"/>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1921" name="Google Shape;1921;p107"/>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sp>
        <p:nvSpPr>
          <p:cNvPr id="1922" name="Google Shape;1922;p107"/>
          <p:cNvSpPr/>
          <p:nvPr/>
        </p:nvSpPr>
        <p:spPr>
          <a:xfrm>
            <a:off x="1738745" y="400457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923" name="Google Shape;1923;p107"/>
          <p:cNvGrpSpPr/>
          <p:nvPr/>
        </p:nvGrpSpPr>
        <p:grpSpPr>
          <a:xfrm>
            <a:off x="1477885" y="1320642"/>
            <a:ext cx="3735237" cy="2185338"/>
            <a:chOff x="1477885" y="1320642"/>
            <a:chExt cx="3735237" cy="2185338"/>
          </a:xfrm>
        </p:grpSpPr>
        <p:sp>
          <p:nvSpPr>
            <p:cNvPr id="1924" name="Google Shape;1924;p107"/>
            <p:cNvSpPr/>
            <p:nvPr/>
          </p:nvSpPr>
          <p:spPr>
            <a:xfrm>
              <a:off x="1739973" y="159790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16°C</a:t>
              </a:r>
              <a:endParaRPr sz="1800">
                <a:solidFill>
                  <a:srgbClr val="FFFFFF"/>
                </a:solidFill>
                <a:latin typeface="Lexend"/>
                <a:ea typeface="Lexend"/>
                <a:cs typeface="Lexend"/>
                <a:sym typeface="Lexend"/>
              </a:endParaRPr>
            </a:p>
          </p:txBody>
        </p:sp>
        <p:sp>
          <p:nvSpPr>
            <p:cNvPr id="1925" name="Google Shape;1925;p107"/>
            <p:cNvSpPr/>
            <p:nvPr/>
          </p:nvSpPr>
          <p:spPr>
            <a:xfrm>
              <a:off x="3363147" y="32335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17°C</a:t>
              </a:r>
              <a:endParaRPr sz="1800">
                <a:solidFill>
                  <a:srgbClr val="FFFFFF"/>
                </a:solidFill>
                <a:latin typeface="Lexend"/>
                <a:ea typeface="Lexend"/>
                <a:cs typeface="Lexend"/>
                <a:sym typeface="Lexend"/>
              </a:endParaRPr>
            </a:p>
          </p:txBody>
        </p:sp>
        <p:sp>
          <p:nvSpPr>
            <p:cNvPr id="1926" name="Google Shape;1926;p107"/>
            <p:cNvSpPr/>
            <p:nvPr/>
          </p:nvSpPr>
          <p:spPr>
            <a:xfrm>
              <a:off x="4573822" y="156472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19°C</a:t>
              </a:r>
              <a:endParaRPr sz="1800">
                <a:solidFill>
                  <a:srgbClr val="FFFFFF"/>
                </a:solidFill>
                <a:latin typeface="Lexend"/>
                <a:ea typeface="Lexend"/>
                <a:cs typeface="Lexend"/>
                <a:sym typeface="Lexend"/>
              </a:endParaRPr>
            </a:p>
          </p:txBody>
        </p:sp>
        <p:sp>
          <p:nvSpPr>
            <p:cNvPr id="1927" name="Google Shape;1927;p107"/>
            <p:cNvSpPr/>
            <p:nvPr/>
          </p:nvSpPr>
          <p:spPr>
            <a:xfrm>
              <a:off x="3174060" y="1320642"/>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18°C</a:t>
              </a:r>
              <a:endParaRPr sz="1800">
                <a:solidFill>
                  <a:srgbClr val="FFFFFF"/>
                </a:solidFill>
                <a:latin typeface="Lexend"/>
                <a:ea typeface="Lexend"/>
                <a:cs typeface="Lexend"/>
                <a:sym typeface="Lexend"/>
              </a:endParaRPr>
            </a:p>
          </p:txBody>
        </p:sp>
        <p:sp>
          <p:nvSpPr>
            <p:cNvPr id="1928" name="Google Shape;1928;p107"/>
            <p:cNvSpPr/>
            <p:nvPr/>
          </p:nvSpPr>
          <p:spPr>
            <a:xfrm>
              <a:off x="2492860" y="26004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16°C</a:t>
              </a:r>
              <a:endParaRPr sz="1800">
                <a:solidFill>
                  <a:srgbClr val="FFFFFF"/>
                </a:solidFill>
                <a:latin typeface="Lexend"/>
                <a:ea typeface="Lexend"/>
                <a:cs typeface="Lexend"/>
                <a:sym typeface="Lexend"/>
              </a:endParaRPr>
            </a:p>
          </p:txBody>
        </p:sp>
        <p:sp>
          <p:nvSpPr>
            <p:cNvPr id="1929" name="Google Shape;1929;p107"/>
            <p:cNvSpPr/>
            <p:nvPr/>
          </p:nvSpPr>
          <p:spPr>
            <a:xfrm>
              <a:off x="1477885" y="319190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15°C</a:t>
              </a:r>
              <a:endParaRPr sz="1800">
                <a:solidFill>
                  <a:srgbClr val="FFFFFF"/>
                </a:solidFill>
                <a:latin typeface="Lexend"/>
                <a:ea typeface="Lexend"/>
                <a:cs typeface="Lexend"/>
                <a:sym typeface="Lexend"/>
              </a:endParaRPr>
            </a:p>
          </p:txBody>
        </p:sp>
      </p:grpSp>
      <p:cxnSp>
        <p:nvCxnSpPr>
          <p:cNvPr id="1930" name="Google Shape;1930;p107"/>
          <p:cNvCxnSpPr/>
          <p:nvPr/>
        </p:nvCxnSpPr>
        <p:spPr>
          <a:xfrm rot="10800000" flipH="1">
            <a:off x="1550225" y="4065550"/>
            <a:ext cx="240900" cy="172500"/>
          </a:xfrm>
          <a:prstGeom prst="straightConnector1">
            <a:avLst/>
          </a:prstGeom>
          <a:noFill/>
          <a:ln w="28575" cap="flat" cmpd="sng">
            <a:solidFill>
              <a:srgbClr val="000000"/>
            </a:solidFill>
            <a:prstDash val="solid"/>
            <a:round/>
            <a:headEnd type="none" w="med" len="med"/>
            <a:tailEnd type="none" w="med" len="med"/>
          </a:ln>
        </p:spPr>
      </p:cxnSp>
      <p:sp>
        <p:nvSpPr>
          <p:cNvPr id="1931" name="Google Shape;1931;p107"/>
          <p:cNvSpPr txBox="1"/>
          <p:nvPr/>
        </p:nvSpPr>
        <p:spPr>
          <a:xfrm>
            <a:off x="894450" y="4166718"/>
            <a:ext cx="923400" cy="2988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grpSp>
        <p:nvGrpSpPr>
          <p:cNvPr id="1932" name="Google Shape;1932;p107"/>
          <p:cNvGrpSpPr/>
          <p:nvPr/>
        </p:nvGrpSpPr>
        <p:grpSpPr>
          <a:xfrm>
            <a:off x="1504051" y="1550110"/>
            <a:ext cx="3664468" cy="2520649"/>
            <a:chOff x="1504051" y="1550110"/>
            <a:chExt cx="3664468" cy="2520649"/>
          </a:xfrm>
        </p:grpSpPr>
        <p:pic>
          <p:nvPicPr>
            <p:cNvPr id="1933" name="Google Shape;1933;p107"/>
            <p:cNvPicPr preferRelativeResize="0"/>
            <p:nvPr/>
          </p:nvPicPr>
          <p:blipFill>
            <a:blip r:embed="rId4">
              <a:alphaModFix/>
            </a:blip>
            <a:srcRect l="6099" t="6403" r="76563" b="76260"/>
            <a:stretch>
              <a:fillRect/>
            </a:stretch>
          </p:blipFill>
          <p:spPr>
            <a:xfrm>
              <a:off x="4618626" y="1816581"/>
              <a:ext cx="549893" cy="549868"/>
            </a:xfrm>
            <a:prstGeom prst="rect">
              <a:avLst/>
            </a:prstGeom>
            <a:noFill/>
            <a:ln>
              <a:noFill/>
            </a:ln>
          </p:spPr>
        </p:pic>
        <p:pic>
          <p:nvPicPr>
            <p:cNvPr id="1934" name="Google Shape;1934;p107"/>
            <p:cNvPicPr preferRelativeResize="0"/>
            <p:nvPr/>
          </p:nvPicPr>
          <p:blipFill>
            <a:blip r:embed="rId4">
              <a:alphaModFix/>
            </a:blip>
            <a:srcRect l="29213" t="27788" r="52045" b="53441"/>
            <a:stretch>
              <a:fillRect/>
            </a:stretch>
          </p:blipFill>
          <p:spPr>
            <a:xfrm>
              <a:off x="1762281" y="1843409"/>
              <a:ext cx="594422" cy="595364"/>
            </a:xfrm>
            <a:prstGeom prst="rect">
              <a:avLst/>
            </a:prstGeom>
            <a:noFill/>
            <a:ln>
              <a:noFill/>
            </a:ln>
          </p:spPr>
        </p:pic>
        <p:pic>
          <p:nvPicPr>
            <p:cNvPr id="1935" name="Google Shape;1935;p107"/>
            <p:cNvPicPr preferRelativeResize="0"/>
            <p:nvPr/>
          </p:nvPicPr>
          <p:blipFill>
            <a:blip r:embed="rId4">
              <a:alphaModFix/>
            </a:blip>
            <a:srcRect l="51780" t="6076" r="28060" b="75152"/>
            <a:stretch>
              <a:fillRect/>
            </a:stretch>
          </p:blipFill>
          <p:spPr>
            <a:xfrm>
              <a:off x="3345915" y="3439928"/>
              <a:ext cx="639386" cy="595364"/>
            </a:xfrm>
            <a:prstGeom prst="rect">
              <a:avLst/>
            </a:prstGeom>
            <a:noFill/>
            <a:ln>
              <a:noFill/>
            </a:ln>
          </p:spPr>
        </p:pic>
        <p:pic>
          <p:nvPicPr>
            <p:cNvPr id="1936" name="Google Shape;1936;p107"/>
            <p:cNvPicPr preferRelativeResize="0"/>
            <p:nvPr/>
          </p:nvPicPr>
          <p:blipFill>
            <a:blip r:embed="rId4">
              <a:alphaModFix/>
            </a:blip>
            <a:srcRect l="5102" t="5678" r="74738" b="75550"/>
            <a:stretch>
              <a:fillRect/>
            </a:stretch>
          </p:blipFill>
          <p:spPr>
            <a:xfrm>
              <a:off x="3182108" y="1550110"/>
              <a:ext cx="639386" cy="595364"/>
            </a:xfrm>
            <a:prstGeom prst="rect">
              <a:avLst/>
            </a:prstGeom>
            <a:noFill/>
            <a:ln>
              <a:noFill/>
            </a:ln>
          </p:spPr>
        </p:pic>
        <p:pic>
          <p:nvPicPr>
            <p:cNvPr id="1937" name="Google Shape;1937;p107"/>
            <p:cNvPicPr preferRelativeResize="0"/>
            <p:nvPr/>
          </p:nvPicPr>
          <p:blipFill>
            <a:blip r:embed="rId4">
              <a:alphaModFix/>
            </a:blip>
            <a:srcRect l="51780" t="6076" r="28060" b="75152"/>
            <a:stretch>
              <a:fillRect/>
            </a:stretch>
          </p:blipFill>
          <p:spPr>
            <a:xfrm>
              <a:off x="2475630" y="2806813"/>
              <a:ext cx="639386" cy="595364"/>
            </a:xfrm>
            <a:prstGeom prst="rect">
              <a:avLst/>
            </a:prstGeom>
            <a:noFill/>
            <a:ln>
              <a:noFill/>
            </a:ln>
          </p:spPr>
        </p:pic>
        <p:pic>
          <p:nvPicPr>
            <p:cNvPr id="1938" name="Google Shape;1938;p107"/>
            <p:cNvPicPr preferRelativeResize="0"/>
            <p:nvPr/>
          </p:nvPicPr>
          <p:blipFill>
            <a:blip r:embed="rId4">
              <a:alphaModFix/>
            </a:blip>
            <a:srcRect l="29213" t="27788" r="52045" b="53441"/>
            <a:stretch>
              <a:fillRect/>
            </a:stretch>
          </p:blipFill>
          <p:spPr>
            <a:xfrm>
              <a:off x="1504051" y="3475395"/>
              <a:ext cx="594422" cy="595364"/>
            </a:xfrm>
            <a:prstGeom prst="rect">
              <a:avLst/>
            </a:prstGeom>
            <a:noFill/>
            <a:ln>
              <a:noFill/>
            </a:ln>
          </p:spPr>
        </p:pic>
      </p:grpSp>
      <p:sp>
        <p:nvSpPr>
          <p:cNvPr id="1939" name="Google Shape;1939;p107"/>
          <p:cNvSpPr/>
          <p:nvPr/>
        </p:nvSpPr>
        <p:spPr>
          <a:xfrm>
            <a:off x="365734" y="1265728"/>
            <a:ext cx="5014200" cy="34815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pic>
        <p:nvPicPr>
          <p:cNvPr id="1940" name="Google Shape;1940;p107"/>
          <p:cNvPicPr preferRelativeResize="0"/>
          <p:nvPr/>
        </p:nvPicPr>
        <p:blipFill>
          <a:blip r:embed="rId5">
            <a:alphaModFix/>
          </a:blip>
          <a:stretch>
            <a:fillRect/>
          </a:stretch>
        </p:blipFill>
        <p:spPr>
          <a:xfrm>
            <a:off x="8132032" y="2194806"/>
            <a:ext cx="493661" cy="636575"/>
          </a:xfrm>
          <a:prstGeom prst="rect">
            <a:avLst/>
          </a:prstGeom>
          <a:noFill/>
          <a:ln>
            <a:noFill/>
          </a:ln>
        </p:spPr>
      </p:pic>
      <p:sp>
        <p:nvSpPr>
          <p:cNvPr id="1941" name="Google Shape;1941;p107"/>
          <p:cNvSpPr txBox="1"/>
          <p:nvPr/>
        </p:nvSpPr>
        <p:spPr>
          <a:xfrm>
            <a:off x="7937712" y="2871046"/>
            <a:ext cx="882300" cy="277200"/>
          </a:xfrm>
          <a:prstGeom prst="rect">
            <a:avLst/>
          </a:prstGeom>
          <a:noFill/>
          <a:ln>
            <a:noFill/>
          </a:ln>
        </p:spPr>
        <p:txBody>
          <a:bodyPr spcFirstLastPara="1" wrap="square" lIns="0" tIns="0" rIns="0" bIns="0" anchor="t" anchorCtr="0">
            <a:sp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Andeep</a:t>
            </a:r>
            <a:endParaRPr sz="1800">
              <a:latin typeface="Lexend"/>
              <a:ea typeface="Lexend"/>
              <a:cs typeface="Lexend"/>
              <a:sym typeface="Lexend"/>
            </a:endParaRPr>
          </a:p>
        </p:txBody>
      </p:sp>
      <p:sp>
        <p:nvSpPr>
          <p:cNvPr id="1942" name="Google Shape;1942;p107"/>
          <p:cNvSpPr txBox="1"/>
          <p:nvPr/>
        </p:nvSpPr>
        <p:spPr>
          <a:xfrm>
            <a:off x="5534525" y="790572"/>
            <a:ext cx="31128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700">
                <a:latin typeface="Lexend"/>
                <a:ea typeface="Lexend"/>
                <a:cs typeface="Lexend"/>
                <a:sym typeface="Lexend"/>
              </a:rPr>
              <a:t>The “feels like” temperature at Oakfield Academy might be lower due to the cold rain and winds.</a:t>
            </a:r>
            <a:endParaRPr sz="1700">
              <a:latin typeface="Lexend"/>
              <a:ea typeface="Lexend"/>
              <a:cs typeface="Lexend"/>
              <a:sym typeface="Lexend"/>
            </a:endParaRPr>
          </a:p>
        </p:txBody>
      </p:sp>
      <p:sp>
        <p:nvSpPr>
          <p:cNvPr id="1943" name="Google Shape;1943;p107"/>
          <p:cNvSpPr txBox="1"/>
          <p:nvPr/>
        </p:nvSpPr>
        <p:spPr>
          <a:xfrm>
            <a:off x="5507950" y="3499450"/>
            <a:ext cx="33126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700">
                <a:latin typeface="Lexend"/>
                <a:ea typeface="Lexend"/>
                <a:cs typeface="Lexend"/>
                <a:sym typeface="Lexend"/>
              </a:rPr>
              <a:t>Even though the air temperature at Oakfield Academy is 16°C, it feels closer to 12°C due to the amount of cold rain and winds.</a:t>
            </a:r>
            <a:endParaRPr sz="1700">
              <a:latin typeface="Lexend"/>
              <a:ea typeface="Lexend"/>
              <a:cs typeface="Lexend"/>
              <a:sym typeface="Lexend"/>
            </a:endParaRPr>
          </a:p>
        </p:txBody>
      </p:sp>
      <p:sp>
        <p:nvSpPr>
          <p:cNvPr id="1944" name="Google Shape;1944;p107"/>
          <p:cNvSpPr txBox="1"/>
          <p:nvPr/>
        </p:nvSpPr>
        <p:spPr>
          <a:xfrm>
            <a:off x="281825" y="4733975"/>
            <a:ext cx="3000000" cy="2769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600">
                <a:solidFill>
                  <a:srgbClr val="808080"/>
                </a:solidFill>
                <a:latin typeface="Lexend"/>
                <a:ea typeface="Lexend"/>
                <a:cs typeface="Lexend"/>
                <a:sym typeface="Lexend"/>
              </a:rPr>
              <a:t>Weather images: Raura7/ Shutterstock.com</a:t>
            </a:r>
            <a:endParaRPr sz="600">
              <a:solidFill>
                <a:srgbClr val="808080"/>
              </a:solidFill>
              <a:latin typeface="Lexend"/>
              <a:ea typeface="Lexend"/>
              <a:cs typeface="Lexend"/>
              <a:sym typeface="Lexend"/>
            </a:endParaRPr>
          </a:p>
        </p:txBody>
      </p:sp>
      <p:grpSp>
        <p:nvGrpSpPr>
          <p:cNvPr id="1945" name="Google Shape;1945;p107"/>
          <p:cNvGrpSpPr/>
          <p:nvPr/>
        </p:nvGrpSpPr>
        <p:grpSpPr>
          <a:xfrm>
            <a:off x="-1103578" y="825255"/>
            <a:ext cx="6689592" cy="4902346"/>
            <a:chOff x="-1103578" y="825255"/>
            <a:chExt cx="6689592" cy="4902346"/>
          </a:xfrm>
        </p:grpSpPr>
        <p:sp>
          <p:nvSpPr>
            <p:cNvPr id="1946" name="Google Shape;1946;p107"/>
            <p:cNvSpPr/>
            <p:nvPr/>
          </p:nvSpPr>
          <p:spPr>
            <a:xfrm>
              <a:off x="365734" y="1265728"/>
              <a:ext cx="5014200" cy="3481500"/>
            </a:xfrm>
            <a:prstGeom prst="rect">
              <a:avLst/>
            </a:prstGeom>
            <a:solidFill>
              <a:srgbClr val="4285F4"/>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947" name="Google Shape;1947;p107"/>
            <p:cNvSpPr/>
            <p:nvPr/>
          </p:nvSpPr>
          <p:spPr>
            <a:xfrm>
              <a:off x="-891036" y="1027484"/>
              <a:ext cx="6425564" cy="4140237"/>
            </a:xfrm>
            <a:custGeom>
              <a:rect l="l" t="t" r="r" b="b"/>
              <a:pathLst>
                <a:path w="300260" h="193469" extrusionOk="0">
                  <a:moveTo>
                    <a:pt x="70920" y="84"/>
                  </a:moveTo>
                  <a:cubicBezTo>
                    <a:pt x="89716" y="-1122"/>
                    <a:pt x="109846" y="11006"/>
                    <a:pt x="130737" y="14943"/>
                  </a:cubicBezTo>
                  <a:cubicBezTo>
                    <a:pt x="151629" y="18880"/>
                    <a:pt x="181093" y="22119"/>
                    <a:pt x="196269" y="23706"/>
                  </a:cubicBezTo>
                  <a:cubicBezTo>
                    <a:pt x="211446" y="25294"/>
                    <a:pt x="214176" y="24278"/>
                    <a:pt x="221796" y="24468"/>
                  </a:cubicBezTo>
                  <a:cubicBezTo>
                    <a:pt x="229416" y="24659"/>
                    <a:pt x="236552" y="23790"/>
                    <a:pt x="241989" y="24849"/>
                  </a:cubicBezTo>
                  <a:cubicBezTo>
                    <a:pt x="247426" y="25908"/>
                    <a:pt x="249796" y="29354"/>
                    <a:pt x="254419" y="30821"/>
                  </a:cubicBezTo>
                  <a:cubicBezTo>
                    <a:pt x="259042" y="32288"/>
                    <a:pt x="265456" y="32096"/>
                    <a:pt x="269726" y="33649"/>
                  </a:cubicBezTo>
                  <a:cubicBezTo>
                    <a:pt x="273996" y="35202"/>
                    <a:pt x="277298" y="37160"/>
                    <a:pt x="280041" y="40138"/>
                  </a:cubicBezTo>
                  <a:cubicBezTo>
                    <a:pt x="282784" y="43116"/>
                    <a:pt x="285860" y="47908"/>
                    <a:pt x="286185" y="51519"/>
                  </a:cubicBezTo>
                  <a:cubicBezTo>
                    <a:pt x="286511" y="55130"/>
                    <a:pt x="285233" y="59139"/>
                    <a:pt x="281994" y="61806"/>
                  </a:cubicBezTo>
                  <a:cubicBezTo>
                    <a:pt x="278756" y="64473"/>
                    <a:pt x="269993" y="66124"/>
                    <a:pt x="266754" y="67521"/>
                  </a:cubicBezTo>
                  <a:cubicBezTo>
                    <a:pt x="263516" y="68918"/>
                    <a:pt x="265548" y="70950"/>
                    <a:pt x="262563" y="70188"/>
                  </a:cubicBezTo>
                  <a:cubicBezTo>
                    <a:pt x="259579" y="69426"/>
                    <a:pt x="249927" y="64918"/>
                    <a:pt x="248847" y="62949"/>
                  </a:cubicBezTo>
                  <a:cubicBezTo>
                    <a:pt x="247768" y="60981"/>
                    <a:pt x="257737" y="59901"/>
                    <a:pt x="256086" y="58377"/>
                  </a:cubicBezTo>
                  <a:cubicBezTo>
                    <a:pt x="254435" y="56853"/>
                    <a:pt x="244529" y="54059"/>
                    <a:pt x="238941" y="53805"/>
                  </a:cubicBezTo>
                  <a:cubicBezTo>
                    <a:pt x="233353" y="53551"/>
                    <a:pt x="225479" y="54059"/>
                    <a:pt x="222558" y="56853"/>
                  </a:cubicBezTo>
                  <a:cubicBezTo>
                    <a:pt x="219637" y="59647"/>
                    <a:pt x="220717" y="66886"/>
                    <a:pt x="221415" y="70569"/>
                  </a:cubicBezTo>
                  <a:cubicBezTo>
                    <a:pt x="222114" y="74252"/>
                    <a:pt x="225479" y="75903"/>
                    <a:pt x="226749" y="78951"/>
                  </a:cubicBezTo>
                  <a:cubicBezTo>
                    <a:pt x="228019" y="81999"/>
                    <a:pt x="226559" y="84412"/>
                    <a:pt x="229035" y="88857"/>
                  </a:cubicBezTo>
                  <a:cubicBezTo>
                    <a:pt x="231512" y="93302"/>
                    <a:pt x="237989" y="101049"/>
                    <a:pt x="241608" y="105621"/>
                  </a:cubicBezTo>
                  <a:cubicBezTo>
                    <a:pt x="245228" y="110193"/>
                    <a:pt x="246498" y="113622"/>
                    <a:pt x="250752" y="116289"/>
                  </a:cubicBezTo>
                  <a:cubicBezTo>
                    <a:pt x="255007" y="118956"/>
                    <a:pt x="263643" y="118004"/>
                    <a:pt x="267135" y="121623"/>
                  </a:cubicBezTo>
                  <a:cubicBezTo>
                    <a:pt x="270628" y="125243"/>
                    <a:pt x="270374" y="132545"/>
                    <a:pt x="271707" y="138006"/>
                  </a:cubicBezTo>
                  <a:cubicBezTo>
                    <a:pt x="273041" y="143467"/>
                    <a:pt x="273930" y="149881"/>
                    <a:pt x="275136" y="154389"/>
                  </a:cubicBezTo>
                  <a:cubicBezTo>
                    <a:pt x="276343" y="158898"/>
                    <a:pt x="277549" y="161628"/>
                    <a:pt x="278946" y="165057"/>
                  </a:cubicBezTo>
                  <a:cubicBezTo>
                    <a:pt x="280343" y="168486"/>
                    <a:pt x="282883" y="171852"/>
                    <a:pt x="283518" y="174963"/>
                  </a:cubicBezTo>
                  <a:cubicBezTo>
                    <a:pt x="284153" y="178075"/>
                    <a:pt x="321364" y="181567"/>
                    <a:pt x="282756" y="183726"/>
                  </a:cubicBezTo>
                  <a:cubicBezTo>
                    <a:pt x="244148" y="185885"/>
                    <a:pt x="98733" y="201633"/>
                    <a:pt x="51870" y="187917"/>
                  </a:cubicBezTo>
                  <a:cubicBezTo>
                    <a:pt x="5007" y="174201"/>
                    <a:pt x="7230" y="129053"/>
                    <a:pt x="1578" y="101430"/>
                  </a:cubicBezTo>
                  <a:cubicBezTo>
                    <a:pt x="-4073" y="73808"/>
                    <a:pt x="6404" y="39073"/>
                    <a:pt x="17961" y="22182"/>
                  </a:cubicBezTo>
                  <a:cubicBezTo>
                    <a:pt x="29518" y="5291"/>
                    <a:pt x="52124" y="1291"/>
                    <a:pt x="70920" y="84"/>
                  </a:cubicBezTo>
                  <a:close/>
                </a:path>
              </a:pathLst>
            </a:custGeom>
            <a:solidFill>
              <a:srgbClr val="D9EAD3"/>
            </a:solidFill>
            <a:ln w="28575" cap="flat" cmpd="sng">
              <a:solidFill>
                <a:srgbClr val="000000"/>
              </a:solidFill>
              <a:prstDash val="solid"/>
              <a:round/>
              <a:headEnd type="none" w="med" len="med"/>
              <a:tailEnd type="none" w="med" len="med"/>
            </a:ln>
          </p:spPr>
          <p:txBody>
            <a:bodyPr/>
            <a:lstStyle/>
            <a:p/>
          </p:txBody>
        </p:sp>
        <p:sp>
          <p:nvSpPr>
            <p:cNvPr id="1948" name="Google Shape;1948;p107"/>
            <p:cNvSpPr/>
            <p:nvPr/>
          </p:nvSpPr>
          <p:spPr>
            <a:xfrm>
              <a:off x="-523026" y="1020496"/>
              <a:ext cx="5760944" cy="3560575"/>
            </a:xfrm>
            <a:custGeom>
              <a:rect l="l" t="t" r="r" b="b"/>
              <a:pathLst>
                <a:path w="269203" h="166382" extrusionOk="0">
                  <a:moveTo>
                    <a:pt x="53723" y="411"/>
                  </a:moveTo>
                  <a:cubicBezTo>
                    <a:pt x="72564" y="-1965"/>
                    <a:pt x="93582" y="6682"/>
                    <a:pt x="113808" y="8251"/>
                  </a:cubicBezTo>
                  <a:cubicBezTo>
                    <a:pt x="134035" y="9820"/>
                    <a:pt x="158978" y="9561"/>
                    <a:pt x="175082" y="9823"/>
                  </a:cubicBezTo>
                  <a:cubicBezTo>
                    <a:pt x="191186" y="10085"/>
                    <a:pt x="200351" y="10412"/>
                    <a:pt x="210432" y="9823"/>
                  </a:cubicBezTo>
                  <a:cubicBezTo>
                    <a:pt x="220514" y="9234"/>
                    <a:pt x="230638" y="3601"/>
                    <a:pt x="235571" y="6287"/>
                  </a:cubicBezTo>
                  <a:cubicBezTo>
                    <a:pt x="240504" y="8973"/>
                    <a:pt x="236304" y="22218"/>
                    <a:pt x="240032" y="25938"/>
                  </a:cubicBezTo>
                  <a:cubicBezTo>
                    <a:pt x="243760" y="29658"/>
                    <a:pt x="253367" y="26637"/>
                    <a:pt x="257939" y="28605"/>
                  </a:cubicBezTo>
                  <a:cubicBezTo>
                    <a:pt x="262511" y="30574"/>
                    <a:pt x="265623" y="33876"/>
                    <a:pt x="267464" y="37749"/>
                  </a:cubicBezTo>
                  <a:cubicBezTo>
                    <a:pt x="269306" y="41623"/>
                    <a:pt x="269433" y="47782"/>
                    <a:pt x="268988" y="51846"/>
                  </a:cubicBezTo>
                  <a:cubicBezTo>
                    <a:pt x="268544" y="55910"/>
                    <a:pt x="268036" y="59466"/>
                    <a:pt x="264797" y="62133"/>
                  </a:cubicBezTo>
                  <a:cubicBezTo>
                    <a:pt x="261559" y="64800"/>
                    <a:pt x="252796" y="66451"/>
                    <a:pt x="249557" y="67848"/>
                  </a:cubicBezTo>
                  <a:cubicBezTo>
                    <a:pt x="246319" y="69245"/>
                    <a:pt x="248351" y="71277"/>
                    <a:pt x="245366" y="70515"/>
                  </a:cubicBezTo>
                  <a:cubicBezTo>
                    <a:pt x="242382" y="69753"/>
                    <a:pt x="232730" y="65245"/>
                    <a:pt x="231650" y="63276"/>
                  </a:cubicBezTo>
                  <a:cubicBezTo>
                    <a:pt x="230571" y="61308"/>
                    <a:pt x="240540" y="60228"/>
                    <a:pt x="238889" y="58704"/>
                  </a:cubicBezTo>
                  <a:cubicBezTo>
                    <a:pt x="237238" y="57180"/>
                    <a:pt x="227332" y="54386"/>
                    <a:pt x="221744" y="54132"/>
                  </a:cubicBezTo>
                  <a:cubicBezTo>
                    <a:pt x="216156" y="53878"/>
                    <a:pt x="208282" y="54386"/>
                    <a:pt x="205361" y="57180"/>
                  </a:cubicBezTo>
                  <a:cubicBezTo>
                    <a:pt x="202440" y="59974"/>
                    <a:pt x="203520" y="67213"/>
                    <a:pt x="204218" y="70896"/>
                  </a:cubicBezTo>
                  <a:cubicBezTo>
                    <a:pt x="204917" y="74579"/>
                    <a:pt x="208282" y="76230"/>
                    <a:pt x="209552" y="79278"/>
                  </a:cubicBezTo>
                  <a:cubicBezTo>
                    <a:pt x="210822" y="82326"/>
                    <a:pt x="209362" y="84739"/>
                    <a:pt x="211838" y="89184"/>
                  </a:cubicBezTo>
                  <a:cubicBezTo>
                    <a:pt x="214315" y="93629"/>
                    <a:pt x="220792" y="101376"/>
                    <a:pt x="224411" y="105948"/>
                  </a:cubicBezTo>
                  <a:cubicBezTo>
                    <a:pt x="228031" y="110520"/>
                    <a:pt x="229301" y="113949"/>
                    <a:pt x="233555" y="116616"/>
                  </a:cubicBezTo>
                  <a:cubicBezTo>
                    <a:pt x="237810" y="119283"/>
                    <a:pt x="246446" y="118331"/>
                    <a:pt x="249938" y="121950"/>
                  </a:cubicBezTo>
                  <a:cubicBezTo>
                    <a:pt x="253431" y="125570"/>
                    <a:pt x="253177" y="132872"/>
                    <a:pt x="254510" y="138333"/>
                  </a:cubicBezTo>
                  <a:cubicBezTo>
                    <a:pt x="255844" y="143794"/>
                    <a:pt x="257582" y="150041"/>
                    <a:pt x="257939" y="154716"/>
                  </a:cubicBezTo>
                  <a:cubicBezTo>
                    <a:pt x="258296" y="159391"/>
                    <a:pt x="263065" y="166382"/>
                    <a:pt x="256651" y="166382"/>
                  </a:cubicBezTo>
                  <a:cubicBezTo>
                    <a:pt x="250238" y="166382"/>
                    <a:pt x="241024" y="155898"/>
                    <a:pt x="219458" y="154716"/>
                  </a:cubicBezTo>
                  <a:cubicBezTo>
                    <a:pt x="197892" y="153534"/>
                    <a:pt x="150494" y="165107"/>
                    <a:pt x="127256" y="159288"/>
                  </a:cubicBezTo>
                  <a:cubicBezTo>
                    <a:pt x="104018" y="153469"/>
                    <a:pt x="96856" y="130597"/>
                    <a:pt x="80028" y="119802"/>
                  </a:cubicBezTo>
                  <a:cubicBezTo>
                    <a:pt x="63201" y="109007"/>
                    <a:pt x="39502" y="110734"/>
                    <a:pt x="26291" y="94518"/>
                  </a:cubicBezTo>
                  <a:cubicBezTo>
                    <a:pt x="13080" y="78303"/>
                    <a:pt x="-3808" y="38194"/>
                    <a:pt x="764" y="22509"/>
                  </a:cubicBezTo>
                  <a:cubicBezTo>
                    <a:pt x="5336" y="6825"/>
                    <a:pt x="34882" y="2787"/>
                    <a:pt x="53723" y="411"/>
                  </a:cubicBezTo>
                  <a:close/>
                </a:path>
              </a:pathLst>
            </a:custGeom>
            <a:solidFill>
              <a:srgbClr val="93C47D"/>
            </a:solidFill>
            <a:ln w="28575" cap="flat" cmpd="sng">
              <a:solidFill>
                <a:srgbClr val="000000"/>
              </a:solidFill>
              <a:prstDash val="solid"/>
              <a:round/>
              <a:headEnd type="none" w="med" len="med"/>
              <a:tailEnd type="none" w="med" len="med"/>
            </a:ln>
          </p:spPr>
          <p:txBody>
            <a:bodyPr/>
            <a:lstStyle/>
            <a:p/>
          </p:txBody>
        </p:sp>
        <p:sp>
          <p:nvSpPr>
            <p:cNvPr id="1949" name="Google Shape;1949;p107"/>
            <p:cNvSpPr/>
            <p:nvPr/>
          </p:nvSpPr>
          <p:spPr>
            <a:xfrm>
              <a:off x="-1103578" y="825255"/>
              <a:ext cx="6598500" cy="44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950" name="Google Shape;1950;p107"/>
            <p:cNvSpPr/>
            <p:nvPr/>
          </p:nvSpPr>
          <p:spPr>
            <a:xfrm>
              <a:off x="-1103578" y="1192369"/>
              <a:ext cx="1469400" cy="3949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951" name="Google Shape;1951;p107"/>
            <p:cNvSpPr/>
            <p:nvPr/>
          </p:nvSpPr>
          <p:spPr>
            <a:xfrm>
              <a:off x="-178185" y="4747201"/>
              <a:ext cx="5764200" cy="98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952" name="Google Shape;1952;p107"/>
            <p:cNvSpPr txBox="1"/>
            <p:nvPr/>
          </p:nvSpPr>
          <p:spPr>
            <a:xfrm>
              <a:off x="422646" y="1314730"/>
              <a:ext cx="8823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1953" name="Google Shape;1953;p107"/>
            <p:cNvSpPr/>
            <p:nvPr/>
          </p:nvSpPr>
          <p:spPr>
            <a:xfrm>
              <a:off x="2013327" y="23906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954" name="Google Shape;1954;p107"/>
            <p:cNvSpPr txBox="1"/>
            <p:nvPr/>
          </p:nvSpPr>
          <p:spPr>
            <a:xfrm>
              <a:off x="492224" y="2424770"/>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1955" name="Google Shape;1955;p107"/>
            <p:cNvCxnSpPr/>
            <p:nvPr/>
          </p:nvCxnSpPr>
          <p:spPr>
            <a:xfrm flipH="1">
              <a:off x="1274441" y="2448979"/>
              <a:ext cx="804600" cy="188700"/>
            </a:xfrm>
            <a:prstGeom prst="straightConnector1">
              <a:avLst/>
            </a:prstGeom>
            <a:noFill/>
            <a:ln w="28575" cap="flat" cmpd="sng">
              <a:solidFill>
                <a:srgbClr val="000000"/>
              </a:solidFill>
              <a:prstDash val="solid"/>
              <a:round/>
              <a:headEnd type="none" w="med" len="med"/>
              <a:tailEnd type="none" w="med" len="med"/>
            </a:ln>
          </p:spPr>
        </p:cxnSp>
        <p:sp>
          <p:nvSpPr>
            <p:cNvPr id="1956" name="Google Shape;1956;p107"/>
            <p:cNvSpPr/>
            <p:nvPr/>
          </p:nvSpPr>
          <p:spPr>
            <a:xfrm rot="-4513154">
              <a:off x="4675837" y="2314398"/>
              <a:ext cx="117591" cy="117591"/>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1957" name="Google Shape;1957;p107"/>
            <p:cNvCxnSpPr/>
            <p:nvPr/>
          </p:nvCxnSpPr>
          <p:spPr>
            <a:xfrm>
              <a:off x="4735999" y="2366451"/>
              <a:ext cx="61200" cy="514500"/>
            </a:xfrm>
            <a:prstGeom prst="straightConnector1">
              <a:avLst/>
            </a:prstGeom>
            <a:noFill/>
            <a:ln w="28575" cap="flat" cmpd="sng">
              <a:solidFill>
                <a:srgbClr val="000000"/>
              </a:solidFill>
              <a:prstDash val="solid"/>
              <a:round/>
              <a:headEnd type="none" w="med" len="med"/>
              <a:tailEnd type="none" w="med" len="med"/>
            </a:ln>
          </p:spPr>
        </p:cxnSp>
        <p:sp>
          <p:nvSpPr>
            <p:cNvPr id="1958" name="Google Shape;1958;p107"/>
            <p:cNvSpPr txBox="1"/>
            <p:nvPr/>
          </p:nvSpPr>
          <p:spPr>
            <a:xfrm>
              <a:off x="4343420" y="2872765"/>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1959" name="Google Shape;1959;p107"/>
            <p:cNvSpPr/>
            <p:nvPr/>
          </p:nvSpPr>
          <p:spPr>
            <a:xfrm>
              <a:off x="3624005" y="3970066"/>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960" name="Google Shape;1960;p107"/>
            <p:cNvGrpSpPr/>
            <p:nvPr/>
          </p:nvGrpSpPr>
          <p:grpSpPr>
            <a:xfrm flipH="1">
              <a:off x="3669564" y="3932182"/>
              <a:ext cx="1248041" cy="396900"/>
              <a:chOff x="2441679" y="3932182"/>
              <a:chExt cx="1248041" cy="396900"/>
            </a:xfrm>
          </p:grpSpPr>
          <p:sp>
            <p:nvSpPr>
              <p:cNvPr id="1961" name="Google Shape;1961;p107"/>
              <p:cNvSpPr txBox="1"/>
              <p:nvPr/>
            </p:nvSpPr>
            <p:spPr>
              <a:xfrm>
                <a:off x="2441679" y="3932182"/>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1962" name="Google Shape;1962;p107"/>
              <p:cNvCxnSpPr/>
              <p:nvPr/>
            </p:nvCxnSpPr>
            <p:spPr>
              <a:xfrm flipH="1">
                <a:off x="3239420" y="4028393"/>
                <a:ext cx="450300" cy="114300"/>
              </a:xfrm>
              <a:prstGeom prst="straightConnector1">
                <a:avLst/>
              </a:prstGeom>
              <a:noFill/>
              <a:ln w="28575" cap="flat" cmpd="sng">
                <a:solidFill>
                  <a:srgbClr val="000000"/>
                </a:solidFill>
                <a:prstDash val="solid"/>
                <a:round/>
                <a:headEnd type="none" w="med" len="med"/>
                <a:tailEnd type="none" w="med" len="med"/>
              </a:ln>
            </p:spPr>
          </p:cxnSp>
        </p:grpSp>
        <p:sp>
          <p:nvSpPr>
            <p:cNvPr id="1963" name="Google Shape;1963;p107"/>
            <p:cNvSpPr/>
            <p:nvPr/>
          </p:nvSpPr>
          <p:spPr>
            <a:xfrm>
              <a:off x="3434917" y="21434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964" name="Google Shape;1964;p107"/>
            <p:cNvSpPr/>
            <p:nvPr/>
          </p:nvSpPr>
          <p:spPr>
            <a:xfrm>
              <a:off x="2753720" y="333695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965" name="Google Shape;1965;p107"/>
            <p:cNvSpPr txBox="1"/>
            <p:nvPr/>
          </p:nvSpPr>
          <p:spPr>
            <a:xfrm>
              <a:off x="4771686" y="4508108"/>
              <a:ext cx="594600" cy="228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15:00</a:t>
              </a:r>
              <a:endParaRPr sz="1600">
                <a:solidFill>
                  <a:srgbClr val="FFFFFF"/>
                </a:solidFill>
                <a:latin typeface="Lexend"/>
                <a:ea typeface="Lexend"/>
                <a:cs typeface="Lexend"/>
                <a:sym typeface="Lexend"/>
              </a:endParaRPr>
            </a:p>
          </p:txBody>
        </p:sp>
        <p:cxnSp>
          <p:nvCxnSpPr>
            <p:cNvPr id="1966" name="Google Shape;1966;p107"/>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1967" name="Google Shape;1967;p107"/>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sp>
          <p:nvSpPr>
            <p:cNvPr id="1968" name="Google Shape;1968;p107"/>
            <p:cNvSpPr/>
            <p:nvPr/>
          </p:nvSpPr>
          <p:spPr>
            <a:xfrm>
              <a:off x="1738745" y="400457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1969" name="Google Shape;1969;p107"/>
            <p:cNvGrpSpPr/>
            <p:nvPr/>
          </p:nvGrpSpPr>
          <p:grpSpPr>
            <a:xfrm>
              <a:off x="1477885" y="1320642"/>
              <a:ext cx="3735237" cy="2185338"/>
              <a:chOff x="1477885" y="1320642"/>
              <a:chExt cx="3735237" cy="2185338"/>
            </a:xfrm>
          </p:grpSpPr>
          <p:sp>
            <p:nvSpPr>
              <p:cNvPr id="1970" name="Google Shape;1970;p107"/>
              <p:cNvSpPr/>
              <p:nvPr/>
            </p:nvSpPr>
            <p:spPr>
              <a:xfrm>
                <a:off x="1739973" y="1597905"/>
                <a:ext cx="639300" cy="272400"/>
              </a:xfrm>
              <a:prstGeom prst="roundRect">
                <a:avLst>
                  <a:gd name="adj" fmla="val 35722"/>
                </a:avLst>
              </a:prstGeom>
              <a:solidFill>
                <a:schemeClr val="lt1"/>
              </a:solidFill>
              <a:ln w="38100" cap="flat" cmpd="sng">
                <a:solidFill>
                  <a:schemeClr val="accent5"/>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solidFill>
                    <a:schemeClr val="dk1"/>
                  </a:solidFill>
                  <a:latin typeface="Lexend"/>
                  <a:ea typeface="Lexend"/>
                  <a:cs typeface="Lexend"/>
                  <a:sym typeface="Lexend"/>
                </a:endParaRPr>
              </a:p>
            </p:txBody>
          </p:sp>
          <p:sp>
            <p:nvSpPr>
              <p:cNvPr id="1971" name="Google Shape;1971;p107"/>
              <p:cNvSpPr/>
              <p:nvPr/>
            </p:nvSpPr>
            <p:spPr>
              <a:xfrm>
                <a:off x="3363147" y="3233580"/>
                <a:ext cx="639300" cy="272400"/>
              </a:xfrm>
              <a:prstGeom prst="roundRect">
                <a:avLst>
                  <a:gd name="adj" fmla="val 35722"/>
                </a:avLst>
              </a:prstGeom>
              <a:solidFill>
                <a:schemeClr val="lt1"/>
              </a:solidFill>
              <a:ln w="38100" cap="flat" cmpd="sng">
                <a:solidFill>
                  <a:schemeClr val="accent5"/>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chemeClr val="dk1"/>
                    </a:solidFill>
                    <a:latin typeface="Lexend"/>
                    <a:ea typeface="Lexend"/>
                    <a:cs typeface="Lexend"/>
                    <a:sym typeface="Lexend"/>
                  </a:rPr>
                  <a:t>13°C</a:t>
                </a:r>
                <a:endParaRPr sz="1800">
                  <a:solidFill>
                    <a:schemeClr val="dk1"/>
                  </a:solidFill>
                  <a:latin typeface="Lexend"/>
                  <a:ea typeface="Lexend"/>
                  <a:cs typeface="Lexend"/>
                  <a:sym typeface="Lexend"/>
                </a:endParaRPr>
              </a:p>
            </p:txBody>
          </p:sp>
          <p:sp>
            <p:nvSpPr>
              <p:cNvPr id="1972" name="Google Shape;1972;p107"/>
              <p:cNvSpPr/>
              <p:nvPr/>
            </p:nvSpPr>
            <p:spPr>
              <a:xfrm>
                <a:off x="4573822" y="1564725"/>
                <a:ext cx="639300" cy="272400"/>
              </a:xfrm>
              <a:prstGeom prst="roundRect">
                <a:avLst>
                  <a:gd name="adj" fmla="val 35722"/>
                </a:avLst>
              </a:prstGeom>
              <a:solidFill>
                <a:schemeClr val="lt1"/>
              </a:solidFill>
              <a:ln w="38100" cap="flat" cmpd="sng">
                <a:solidFill>
                  <a:schemeClr val="accent5"/>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chemeClr val="dk1"/>
                    </a:solidFill>
                    <a:latin typeface="Lexend"/>
                    <a:ea typeface="Lexend"/>
                    <a:cs typeface="Lexend"/>
                    <a:sym typeface="Lexend"/>
                  </a:rPr>
                  <a:t>16°C</a:t>
                </a:r>
                <a:endParaRPr sz="1800">
                  <a:solidFill>
                    <a:schemeClr val="dk1"/>
                  </a:solidFill>
                  <a:latin typeface="Lexend"/>
                  <a:ea typeface="Lexend"/>
                  <a:cs typeface="Lexend"/>
                  <a:sym typeface="Lexend"/>
                </a:endParaRPr>
              </a:p>
            </p:txBody>
          </p:sp>
          <p:sp>
            <p:nvSpPr>
              <p:cNvPr id="1973" name="Google Shape;1973;p107"/>
              <p:cNvSpPr/>
              <p:nvPr/>
            </p:nvSpPr>
            <p:spPr>
              <a:xfrm>
                <a:off x="3174060" y="1320642"/>
                <a:ext cx="639300" cy="272400"/>
              </a:xfrm>
              <a:prstGeom prst="roundRect">
                <a:avLst>
                  <a:gd name="adj" fmla="val 35722"/>
                </a:avLst>
              </a:prstGeom>
              <a:solidFill>
                <a:schemeClr val="lt1"/>
              </a:solidFill>
              <a:ln w="38100" cap="flat" cmpd="sng">
                <a:solidFill>
                  <a:schemeClr val="accent5"/>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chemeClr val="dk1"/>
                    </a:solidFill>
                    <a:latin typeface="Lexend"/>
                    <a:ea typeface="Lexend"/>
                    <a:cs typeface="Lexend"/>
                    <a:sym typeface="Lexend"/>
                  </a:rPr>
                  <a:t>18°C</a:t>
                </a:r>
                <a:endParaRPr sz="1800">
                  <a:solidFill>
                    <a:schemeClr val="dk1"/>
                  </a:solidFill>
                  <a:latin typeface="Lexend"/>
                  <a:ea typeface="Lexend"/>
                  <a:cs typeface="Lexend"/>
                  <a:sym typeface="Lexend"/>
                </a:endParaRPr>
              </a:p>
            </p:txBody>
          </p:sp>
          <p:sp>
            <p:nvSpPr>
              <p:cNvPr id="1974" name="Google Shape;1974;p107"/>
              <p:cNvSpPr/>
              <p:nvPr/>
            </p:nvSpPr>
            <p:spPr>
              <a:xfrm>
                <a:off x="2492860" y="2600480"/>
                <a:ext cx="639300" cy="272400"/>
              </a:xfrm>
              <a:prstGeom prst="roundRect">
                <a:avLst>
                  <a:gd name="adj" fmla="val 35722"/>
                </a:avLst>
              </a:prstGeom>
              <a:solidFill>
                <a:schemeClr val="lt1"/>
              </a:solidFill>
              <a:ln w="38100" cap="flat" cmpd="sng">
                <a:solidFill>
                  <a:schemeClr val="accent5"/>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chemeClr val="dk1"/>
                    </a:solidFill>
                    <a:latin typeface="Lexend"/>
                    <a:ea typeface="Lexend"/>
                    <a:cs typeface="Lexend"/>
                    <a:sym typeface="Lexend"/>
                  </a:rPr>
                  <a:t>14°C</a:t>
                </a:r>
                <a:endParaRPr sz="1800">
                  <a:solidFill>
                    <a:schemeClr val="dk1"/>
                  </a:solidFill>
                  <a:latin typeface="Lexend"/>
                  <a:ea typeface="Lexend"/>
                  <a:cs typeface="Lexend"/>
                  <a:sym typeface="Lexend"/>
                </a:endParaRPr>
              </a:p>
            </p:txBody>
          </p:sp>
          <p:sp>
            <p:nvSpPr>
              <p:cNvPr id="1975" name="Google Shape;1975;p107"/>
              <p:cNvSpPr/>
              <p:nvPr/>
            </p:nvSpPr>
            <p:spPr>
              <a:xfrm>
                <a:off x="1477885" y="3191900"/>
                <a:ext cx="639300" cy="272400"/>
              </a:xfrm>
              <a:prstGeom prst="roundRect">
                <a:avLst>
                  <a:gd name="adj" fmla="val 35722"/>
                </a:avLst>
              </a:prstGeom>
              <a:solidFill>
                <a:schemeClr val="lt1"/>
              </a:solidFill>
              <a:ln w="38100" cap="flat" cmpd="sng">
                <a:solidFill>
                  <a:schemeClr val="accent5"/>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solidFill>
                    <a:schemeClr val="dk1"/>
                  </a:solidFill>
                  <a:latin typeface="Lexend"/>
                  <a:ea typeface="Lexend"/>
                  <a:cs typeface="Lexend"/>
                  <a:sym typeface="Lexend"/>
                </a:endParaRPr>
              </a:p>
            </p:txBody>
          </p:sp>
        </p:grpSp>
        <p:cxnSp>
          <p:nvCxnSpPr>
            <p:cNvPr id="1976" name="Google Shape;1976;p107"/>
            <p:cNvCxnSpPr/>
            <p:nvPr/>
          </p:nvCxnSpPr>
          <p:spPr>
            <a:xfrm rot="10800000" flipH="1">
              <a:off x="1550225" y="4065550"/>
              <a:ext cx="240900" cy="172500"/>
            </a:xfrm>
            <a:prstGeom prst="straightConnector1">
              <a:avLst/>
            </a:prstGeom>
            <a:noFill/>
            <a:ln w="28575" cap="flat" cmpd="sng">
              <a:solidFill>
                <a:srgbClr val="000000"/>
              </a:solidFill>
              <a:prstDash val="solid"/>
              <a:round/>
              <a:headEnd type="none" w="med" len="med"/>
              <a:tailEnd type="none" w="med" len="med"/>
            </a:ln>
          </p:spPr>
        </p:cxnSp>
        <p:sp>
          <p:nvSpPr>
            <p:cNvPr id="1977" name="Google Shape;1977;p107"/>
            <p:cNvSpPr txBox="1"/>
            <p:nvPr/>
          </p:nvSpPr>
          <p:spPr>
            <a:xfrm>
              <a:off x="894450" y="4166718"/>
              <a:ext cx="923400" cy="2988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1978" name="Google Shape;1978;p107"/>
            <p:cNvSpPr txBox="1"/>
            <p:nvPr/>
          </p:nvSpPr>
          <p:spPr>
            <a:xfrm>
              <a:off x="1650325" y="4507500"/>
              <a:ext cx="26697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latin typeface="Lexend"/>
                  <a:ea typeface="Lexend"/>
                  <a:cs typeface="Lexend"/>
                  <a:sym typeface="Lexend"/>
                </a:rPr>
                <a:t>“Feels like” temperature</a:t>
              </a:r>
              <a:endParaRPr sz="1600">
                <a:solidFill>
                  <a:srgbClr val="000000"/>
                </a:solidFill>
                <a:latin typeface="Lexend"/>
                <a:ea typeface="Lexend"/>
                <a:cs typeface="Lexend"/>
                <a:sym typeface="Lexend"/>
              </a:endParaRPr>
            </a:p>
          </p:txBody>
        </p:sp>
      </p:grpSp>
      <p:pic>
        <p:nvPicPr>
          <p:cNvPr id="1979" name="Google Shape;1979;p107"/>
          <p:cNvPicPr preferRelativeResize="0"/>
          <p:nvPr/>
        </p:nvPicPr>
        <p:blipFill>
          <a:blip r:embed="rId6">
            <a:alphaModFix/>
          </a:blip>
          <a:stretch>
            <a:fillRect/>
          </a:stretch>
        </p:blipFill>
        <p:spPr>
          <a:xfrm>
            <a:off x="3281826" y="1619999"/>
            <a:ext cx="493675" cy="500816"/>
          </a:xfrm>
          <a:prstGeom prst="rect">
            <a:avLst/>
          </a:prstGeom>
          <a:noFill/>
          <a:ln>
            <a:noFill/>
          </a:ln>
        </p:spPr>
      </p:pic>
      <p:pic>
        <p:nvPicPr>
          <p:cNvPr id="1980" name="Google Shape;1980;p107"/>
          <p:cNvPicPr preferRelativeResize="0"/>
          <p:nvPr/>
        </p:nvPicPr>
        <p:blipFill>
          <a:blip r:embed="rId6">
            <a:alphaModFix/>
          </a:blip>
          <a:stretch>
            <a:fillRect/>
          </a:stretch>
        </p:blipFill>
        <p:spPr>
          <a:xfrm>
            <a:off x="4662776" y="1818799"/>
            <a:ext cx="493675" cy="500816"/>
          </a:xfrm>
          <a:prstGeom prst="rect">
            <a:avLst/>
          </a:prstGeom>
          <a:noFill/>
          <a:ln>
            <a:noFill/>
          </a:ln>
        </p:spPr>
      </p:pic>
      <p:pic>
        <p:nvPicPr>
          <p:cNvPr id="1981" name="Google Shape;1981;p107"/>
          <p:cNvPicPr preferRelativeResize="0"/>
          <p:nvPr/>
        </p:nvPicPr>
        <p:blipFill>
          <a:blip r:embed="rId7">
            <a:alphaModFix/>
          </a:blip>
          <a:stretch>
            <a:fillRect/>
          </a:stretch>
        </p:blipFill>
        <p:spPr>
          <a:xfrm>
            <a:off x="3355309" y="3517236"/>
            <a:ext cx="654993" cy="441568"/>
          </a:xfrm>
          <a:prstGeom prst="rect">
            <a:avLst/>
          </a:prstGeom>
          <a:noFill/>
          <a:ln>
            <a:noFill/>
          </a:ln>
        </p:spPr>
      </p:pic>
      <p:pic>
        <p:nvPicPr>
          <p:cNvPr id="1982" name="Google Shape;1982;p107"/>
          <p:cNvPicPr preferRelativeResize="0"/>
          <p:nvPr/>
        </p:nvPicPr>
        <p:blipFill>
          <a:blip r:embed="rId7">
            <a:alphaModFix/>
          </a:blip>
          <a:stretch>
            <a:fillRect/>
          </a:stretch>
        </p:blipFill>
        <p:spPr>
          <a:xfrm>
            <a:off x="2485034" y="2876823"/>
            <a:ext cx="654993" cy="441568"/>
          </a:xfrm>
          <a:prstGeom prst="rect">
            <a:avLst/>
          </a:prstGeom>
          <a:noFill/>
          <a:ln>
            <a:noFill/>
          </a:ln>
        </p:spPr>
      </p:pic>
      <p:pic>
        <p:nvPicPr>
          <p:cNvPr id="1983" name="Google Shape;1983;p107"/>
          <p:cNvPicPr preferRelativeResize="0"/>
          <p:nvPr/>
        </p:nvPicPr>
        <p:blipFill>
          <a:blip r:embed="rId8">
            <a:alphaModFix/>
          </a:blip>
          <a:stretch>
            <a:fillRect/>
          </a:stretch>
        </p:blipFill>
        <p:spPr>
          <a:xfrm>
            <a:off x="1667445" y="1839724"/>
            <a:ext cx="548488" cy="621110"/>
          </a:xfrm>
          <a:prstGeom prst="rect">
            <a:avLst/>
          </a:prstGeom>
          <a:noFill/>
          <a:ln>
            <a:noFill/>
          </a:ln>
        </p:spPr>
      </p:pic>
      <p:pic>
        <p:nvPicPr>
          <p:cNvPr id="1984" name="Google Shape;1984;p107"/>
          <p:cNvPicPr preferRelativeResize="0"/>
          <p:nvPr/>
        </p:nvPicPr>
        <p:blipFill>
          <a:blip r:embed="rId8">
            <a:alphaModFix/>
          </a:blip>
          <a:stretch>
            <a:fillRect/>
          </a:stretch>
        </p:blipFill>
        <p:spPr>
          <a:xfrm>
            <a:off x="1477866" y="3398148"/>
            <a:ext cx="548488" cy="621110"/>
          </a:xfrm>
          <a:prstGeom prst="rect">
            <a:avLst/>
          </a:prstGeom>
          <a:noFill/>
          <a:ln>
            <a:noFill/>
          </a:ln>
        </p:spPr>
      </p:pic>
      <p:sp>
        <p:nvSpPr>
          <p:cNvPr id="1985" name="Google Shape;1985;p107"/>
          <p:cNvSpPr/>
          <p:nvPr/>
        </p:nvSpPr>
        <p:spPr>
          <a:xfrm>
            <a:off x="365725" y="1265725"/>
            <a:ext cx="5000700" cy="34815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989" name="Shape 1989"/>
        <p:cNvGrpSpPr/>
        <p:nvPr/>
      </p:nvGrpSpPr>
      <p:grpSpPr>
        <a:xfrm>
          <a:off x="0" y="0"/>
          <a:ext cx="0" cy="0"/>
        </a:xfrm>
      </p:grpSpPr>
      <p:sp>
        <p:nvSpPr>
          <p:cNvPr id="1990" name="Google Shape;1990;p108"/>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Both a weather map and weather report can show extra information that gives more context about the weather conditions.</a:t>
            </a:r>
            <a:endParaRPr sz="1800">
              <a:latin typeface="Lexend"/>
              <a:ea typeface="Lexend"/>
              <a:cs typeface="Lexend"/>
              <a:sym typeface="Lexend"/>
            </a:endParaRPr>
          </a:p>
          <a:p>
            <a:pPr marL="0" lvl="0" indent="0" algn="l" rtl="0">
              <a:spcBef>
                <a:spcPts val="1000"/>
              </a:spcBef>
              <a:spcAft>
                <a:spcPts val="1000"/>
              </a:spcAft>
              <a:buNone/>
            </a:pPr>
            <a:r>
              <a:rPr lang="en-GB" sz="1800">
                <a:latin typeface="Lexend"/>
                <a:ea typeface="Lexend"/>
                <a:cs typeface="Lexend"/>
                <a:sym typeface="Lexend"/>
              </a:rPr>
              <a:t>This extra information can help explain the difference between the air temperature and “feels like” temperature at any given time.</a:t>
            </a:r>
            <a:endParaRPr sz="1800">
              <a:latin typeface="Lexend"/>
              <a:ea typeface="Lexend"/>
              <a:cs typeface="Lexend"/>
              <a:sym typeface="Lexend"/>
            </a:endParaRPr>
          </a:p>
        </p:txBody>
      </p:sp>
      <p:sp>
        <p:nvSpPr>
          <p:cNvPr id="1991" name="Google Shape;1991;p108"/>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Analysing extra forecast information</a:t>
            </a:r>
            <a:endParaRPr/>
          </a:p>
        </p:txBody>
      </p:sp>
      <p:graphicFrame>
        <p:nvGraphicFramePr>
          <p:cNvPr id="1992" name="Google Shape;1992;p108"/>
          <p:cNvGraphicFramePr>
            <a:graphicFrameLocks noGrp="1"/>
          </p:cNvGraphicFramePr>
          <p:nvPr/>
        </p:nvGraphicFramePr>
        <p:xfrm>
          <a:off x="2433459" y="2201021"/>
          <a:ext cx="6035800" cy="1455420"/>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03:00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09:00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15:00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18:00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21:00</a:t>
                      </a:r>
                      <a:endParaRPr sz="1800">
                        <a:solidFill>
                          <a:schemeClr val="lt1"/>
                        </a:solidFill>
                        <a:latin typeface="Lexend"/>
                        <a:ea typeface="Lexend"/>
                        <a:cs typeface="Lexend"/>
                        <a:sym typeface="Lexend"/>
                      </a:endParaRPr>
                    </a:p>
                  </a:txBody>
                  <a:tcPr marL="0" marR="0" marT="0" marB="0" anchor="ctr">
                    <a:solidFill>
                      <a:schemeClr val="accent5"/>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442875">
                <a:tc>
                  <a:txBody>
                    <a:bodyPr vert="horz" wrap="square"/>
                    <a:lstStyle/>
                    <a:p>
                      <a:pPr marL="0" lvl="0" indent="0" algn="ctr" rtl="0">
                        <a:spcBef>
                          <a:spcPct val="0"/>
                        </a:spcBef>
                        <a:spcAft>
                          <a:spcPct val="0"/>
                        </a:spcAft>
                        <a:buNone/>
                      </a:pPr>
                      <a:r>
                        <a:rPr lang="en-GB" sz="1800">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16°C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1993" name="Google Shape;1993;p108"/>
          <p:cNvGraphicFramePr>
            <a:graphicFrameLocks noGrp="1"/>
          </p:cNvGraphicFramePr>
          <p:nvPr/>
        </p:nvGraphicFramePr>
        <p:xfrm>
          <a:off x="2433459" y="3656421"/>
          <a:ext cx="6035800" cy="663575"/>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331800">
                <a:tc>
                  <a:txBody>
                    <a:bodyPr vert="horz" wrap="square"/>
                    <a:lstStyle/>
                    <a:p>
                      <a:pPr marL="0" lvl="0" indent="0" algn="ctr" rtl="0">
                        <a:spcBef>
                          <a:spcPct val="0"/>
                        </a:spcBef>
                        <a:spcAft>
                          <a:spcPct val="0"/>
                        </a:spcAft>
                        <a:buNone/>
                      </a:pPr>
                      <a:r>
                        <a:rPr lang="en-GB" sz="1800">
                          <a:latin typeface="Lexend"/>
                          <a:ea typeface="Lexend"/>
                          <a:cs typeface="Lexend"/>
                          <a:sym typeface="Lexend"/>
                        </a:rPr>
                        <a:t>4</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4</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16</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1994" name="Google Shape;1994;p108"/>
          <p:cNvGraphicFramePr>
            <a:graphicFrameLocks noGrp="1"/>
          </p:cNvGraphicFramePr>
          <p:nvPr/>
        </p:nvGraphicFramePr>
        <p:xfrm>
          <a:off x="324009" y="3656421"/>
          <a:ext cx="2109450" cy="663600"/>
        </p:xfrm>
        <a:graphic>
          <a:graphicData uri="http://schemas.openxmlformats.org/drawingml/2006/table">
            <a:tbl>
              <a:tblPr>
                <a:noFill/>
                <a:tableStyleId>{DAE9959B-F1CB-4490-83DD-53336B36D040}</a:tableStyleId>
              </a:tblPr>
              <a:tblGrid>
                <a:gridCol w="2109450"/>
              </a:tblGrid>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wind speed (km/h)</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wind direction</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1995" name="Google Shape;1995;p108"/>
          <p:cNvGraphicFramePr>
            <a:graphicFrameLocks noGrp="1"/>
          </p:cNvGraphicFramePr>
          <p:nvPr/>
        </p:nvGraphicFramePr>
        <p:xfrm>
          <a:off x="2433459" y="4320046"/>
          <a:ext cx="6035800" cy="331775"/>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7.5°C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11.5°C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5°C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16°C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1996" name="Google Shape;1996;p108"/>
          <p:cNvGraphicFramePr>
            <a:graphicFrameLocks noGrp="1"/>
          </p:cNvGraphicFramePr>
          <p:nvPr/>
        </p:nvGraphicFramePr>
        <p:xfrm>
          <a:off x="324009" y="4320033"/>
          <a:ext cx="2109450" cy="331800"/>
        </p:xfrm>
        <a:graphic>
          <a:graphicData uri="http://schemas.openxmlformats.org/drawingml/2006/table">
            <a:tbl>
              <a:tblPr>
                <a:noFill/>
                <a:tableStyleId>{DAE9959B-F1CB-4490-83DD-53336B36D040}</a:tableStyleId>
              </a:tblPr>
              <a:tblGrid>
                <a:gridCol w="2109450"/>
              </a:tblGrid>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“feels like”</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pic>
        <p:nvPicPr>
          <p:cNvPr id="1997" name="Google Shape;1997;p108"/>
          <p:cNvPicPr preferRelativeResize="0"/>
          <p:nvPr/>
        </p:nvPicPr>
        <p:blipFill>
          <a:blip r:embed="rId3">
            <a:alphaModFix/>
          </a:blip>
          <a:srcRect b="21869"/>
          <a:stretch>
            <a:fillRect/>
          </a:stretch>
        </p:blipFill>
        <p:spPr>
          <a:xfrm>
            <a:off x="2516750" y="2633888"/>
            <a:ext cx="516997" cy="463786"/>
          </a:xfrm>
          <a:prstGeom prst="rect">
            <a:avLst/>
          </a:prstGeom>
          <a:noFill/>
          <a:ln>
            <a:noFill/>
          </a:ln>
        </p:spPr>
      </p:pic>
      <p:pic>
        <p:nvPicPr>
          <p:cNvPr id="1998" name="Google Shape;1998;p108"/>
          <p:cNvPicPr preferRelativeResize="0"/>
          <p:nvPr/>
        </p:nvPicPr>
        <p:blipFill>
          <a:blip r:embed="rId3">
            <a:alphaModFix/>
          </a:blip>
          <a:srcRect b="21869"/>
          <a:stretch>
            <a:fillRect/>
          </a:stretch>
        </p:blipFill>
        <p:spPr>
          <a:xfrm>
            <a:off x="3358771" y="2633874"/>
            <a:ext cx="516997" cy="463786"/>
          </a:xfrm>
          <a:prstGeom prst="rect">
            <a:avLst/>
          </a:prstGeom>
          <a:noFill/>
          <a:ln>
            <a:noFill/>
          </a:ln>
        </p:spPr>
      </p:pic>
      <p:pic>
        <p:nvPicPr>
          <p:cNvPr id="1999" name="Google Shape;1999;p108"/>
          <p:cNvPicPr preferRelativeResize="0"/>
          <p:nvPr/>
        </p:nvPicPr>
        <p:blipFill>
          <a:blip r:embed="rId4">
            <a:alphaModFix/>
          </a:blip>
          <a:stretch>
            <a:fillRect/>
          </a:stretch>
        </p:blipFill>
        <p:spPr>
          <a:xfrm>
            <a:off x="4045753" y="2560687"/>
            <a:ext cx="548488" cy="567498"/>
          </a:xfrm>
          <a:prstGeom prst="rect">
            <a:avLst/>
          </a:prstGeom>
          <a:noFill/>
          <a:ln>
            <a:noFill/>
          </a:ln>
        </p:spPr>
      </p:pic>
      <p:pic>
        <p:nvPicPr>
          <p:cNvPr id="2000" name="Google Shape;2000;p108"/>
          <p:cNvPicPr preferRelativeResize="0"/>
          <p:nvPr/>
        </p:nvPicPr>
        <p:blipFill>
          <a:blip r:embed="rId4">
            <a:alphaModFix/>
          </a:blip>
          <a:stretch>
            <a:fillRect/>
          </a:stretch>
        </p:blipFill>
        <p:spPr>
          <a:xfrm>
            <a:off x="7804065" y="2560675"/>
            <a:ext cx="548488" cy="567498"/>
          </a:xfrm>
          <a:prstGeom prst="rect">
            <a:avLst/>
          </a:prstGeom>
          <a:noFill/>
          <a:ln>
            <a:noFill/>
          </a:ln>
        </p:spPr>
      </p:pic>
      <p:pic>
        <p:nvPicPr>
          <p:cNvPr id="2001" name="Google Shape;2001;p108"/>
          <p:cNvPicPr preferRelativeResize="0"/>
          <p:nvPr/>
        </p:nvPicPr>
        <p:blipFill>
          <a:blip r:embed="rId5">
            <a:alphaModFix/>
          </a:blip>
          <a:stretch>
            <a:fillRect/>
          </a:stretch>
        </p:blipFill>
        <p:spPr>
          <a:xfrm>
            <a:off x="5551704" y="2533881"/>
            <a:ext cx="548488" cy="621110"/>
          </a:xfrm>
          <a:prstGeom prst="rect">
            <a:avLst/>
          </a:prstGeom>
          <a:noFill/>
          <a:ln>
            <a:noFill/>
          </a:ln>
        </p:spPr>
      </p:pic>
      <p:pic>
        <p:nvPicPr>
          <p:cNvPr id="2002" name="Google Shape;2002;p108"/>
          <p:cNvPicPr preferRelativeResize="0"/>
          <p:nvPr/>
        </p:nvPicPr>
        <p:blipFill>
          <a:blip r:embed="rId5">
            <a:alphaModFix/>
          </a:blip>
          <a:stretch>
            <a:fillRect/>
          </a:stretch>
        </p:blipFill>
        <p:spPr>
          <a:xfrm>
            <a:off x="6325429" y="2533881"/>
            <a:ext cx="548488" cy="621110"/>
          </a:xfrm>
          <a:prstGeom prst="rect">
            <a:avLst/>
          </a:prstGeom>
          <a:noFill/>
          <a:ln>
            <a:noFill/>
          </a:ln>
        </p:spPr>
      </p:pic>
      <p:pic>
        <p:nvPicPr>
          <p:cNvPr id="2003" name="Google Shape;2003;p108"/>
          <p:cNvPicPr preferRelativeResize="0"/>
          <p:nvPr/>
        </p:nvPicPr>
        <p:blipFill>
          <a:blip r:embed="rId6">
            <a:alphaModFix/>
          </a:blip>
          <a:stretch>
            <a:fillRect/>
          </a:stretch>
        </p:blipFill>
        <p:spPr>
          <a:xfrm>
            <a:off x="4745484" y="2623648"/>
            <a:ext cx="654993" cy="441568"/>
          </a:xfrm>
          <a:prstGeom prst="rect">
            <a:avLst/>
          </a:prstGeom>
          <a:noFill/>
          <a:ln>
            <a:noFill/>
          </a:ln>
        </p:spPr>
      </p:pic>
      <p:pic>
        <p:nvPicPr>
          <p:cNvPr id="2004" name="Google Shape;2004;p108"/>
          <p:cNvPicPr preferRelativeResize="0"/>
          <p:nvPr/>
        </p:nvPicPr>
        <p:blipFill>
          <a:blip r:embed="rId7">
            <a:alphaModFix/>
          </a:blip>
          <a:stretch>
            <a:fillRect/>
          </a:stretch>
        </p:blipFill>
        <p:spPr>
          <a:xfrm>
            <a:off x="7064760" y="2566218"/>
            <a:ext cx="548482" cy="556407"/>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9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9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9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008" name="Shape 2008"/>
        <p:cNvGrpSpPr/>
        <p:nvPr/>
      </p:nvGrpSpPr>
      <p:grpSpPr>
        <a:xfrm>
          <a:off x="0" y="0"/>
          <a:ext cx="0" cy="0"/>
        </a:xfrm>
      </p:grpSpPr>
      <p:sp>
        <p:nvSpPr>
          <p:cNvPr id="2009" name="Google Shape;2009;p109"/>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Sometimes, an increase in wind-speed may make the temperature feel colder.</a:t>
            </a:r>
            <a:endParaRPr sz="1800">
              <a:latin typeface="Lexend"/>
              <a:ea typeface="Lexend"/>
              <a:cs typeface="Lexend"/>
              <a:sym typeface="Lexend"/>
            </a:endParaRPr>
          </a:p>
        </p:txBody>
      </p:sp>
      <p:sp>
        <p:nvSpPr>
          <p:cNvPr id="2010" name="Google Shape;2010;p109"/>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Analysing extra forecast information</a:t>
            </a:r>
            <a:endParaRPr/>
          </a:p>
        </p:txBody>
      </p:sp>
      <p:graphicFrame>
        <p:nvGraphicFramePr>
          <p:cNvPr id="2011" name="Google Shape;2011;p109"/>
          <p:cNvGraphicFramePr>
            <a:graphicFrameLocks noGrp="1"/>
          </p:cNvGraphicFramePr>
          <p:nvPr/>
        </p:nvGraphicFramePr>
        <p:xfrm>
          <a:off x="2433459" y="2201021"/>
          <a:ext cx="6035800" cy="1455420"/>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03:00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09:00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15:00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18:00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21:00</a:t>
                      </a:r>
                      <a:endParaRPr sz="1800">
                        <a:solidFill>
                          <a:schemeClr val="lt1"/>
                        </a:solidFill>
                        <a:latin typeface="Lexend"/>
                        <a:ea typeface="Lexend"/>
                        <a:cs typeface="Lexend"/>
                        <a:sym typeface="Lexend"/>
                      </a:endParaRPr>
                    </a:p>
                  </a:txBody>
                  <a:tcPr marL="0" marR="0" marT="0" marB="0" anchor="ctr">
                    <a:solidFill>
                      <a:schemeClr val="accent5"/>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442875">
                <a:tc>
                  <a:txBody>
                    <a:bodyPr vert="horz" wrap="square"/>
                    <a:lstStyle/>
                    <a:p>
                      <a:pPr marL="0" lvl="0" indent="0" algn="ctr" rtl="0">
                        <a:spcBef>
                          <a:spcPct val="0"/>
                        </a:spcBef>
                        <a:spcAft>
                          <a:spcPct val="0"/>
                        </a:spcAft>
                        <a:buNone/>
                      </a:pPr>
                      <a:r>
                        <a:rPr lang="en-GB" sz="1800">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16°C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012" name="Google Shape;2012;p109"/>
          <p:cNvGraphicFramePr>
            <a:graphicFrameLocks noGrp="1"/>
          </p:cNvGraphicFramePr>
          <p:nvPr/>
        </p:nvGraphicFramePr>
        <p:xfrm>
          <a:off x="2433459" y="3656421"/>
          <a:ext cx="6035800" cy="663575"/>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331800">
                <a:tc>
                  <a:txBody>
                    <a:bodyPr vert="horz" wrap="square"/>
                    <a:lstStyle/>
                    <a:p>
                      <a:pPr marL="0" lvl="0" indent="0" algn="ctr" rtl="0">
                        <a:spcBef>
                          <a:spcPct val="0"/>
                        </a:spcBef>
                        <a:spcAft>
                          <a:spcPct val="0"/>
                        </a:spcAft>
                        <a:buNone/>
                      </a:pPr>
                      <a:r>
                        <a:rPr lang="en-GB" sz="1800">
                          <a:latin typeface="Lexend"/>
                          <a:ea typeface="Lexend"/>
                          <a:cs typeface="Lexend"/>
                          <a:sym typeface="Lexend"/>
                        </a:rPr>
                        <a:t>4</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4</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16</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013" name="Google Shape;2013;p109"/>
          <p:cNvGraphicFramePr>
            <a:graphicFrameLocks noGrp="1"/>
          </p:cNvGraphicFramePr>
          <p:nvPr/>
        </p:nvGraphicFramePr>
        <p:xfrm>
          <a:off x="2433459" y="4320046"/>
          <a:ext cx="6035800" cy="331775"/>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7.5°C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11.5°C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5°C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16°C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
        <p:nvSpPr>
          <p:cNvPr id="2014" name="Google Shape;2014;p109"/>
          <p:cNvSpPr/>
          <p:nvPr/>
        </p:nvSpPr>
        <p:spPr>
          <a:xfrm flipH="1">
            <a:off x="5451300" y="2475325"/>
            <a:ext cx="1509000" cy="21765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015" name="Google Shape;2015;p109"/>
          <p:cNvSpPr txBox="1"/>
          <p:nvPr/>
        </p:nvSpPr>
        <p:spPr>
          <a:xfrm>
            <a:off x="324000" y="1294410"/>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solidFill>
                  <a:schemeClr val="dk1"/>
                </a:solidFill>
                <a:latin typeface="Lexend"/>
                <a:ea typeface="Lexend"/>
                <a:cs typeface="Lexend"/>
                <a:sym typeface="Lexend"/>
              </a:rPr>
              <a:t>On this weather report, an increase in wind-speed from 10 km/h to 16 km/h drops the “feels like” temperature by 2°C, even if the air temperature stays the same.</a:t>
            </a:r>
            <a:endParaRPr sz="1800">
              <a:latin typeface="Lexend"/>
              <a:ea typeface="Lexend"/>
              <a:cs typeface="Lexend"/>
              <a:sym typeface="Lexend"/>
            </a:endParaRPr>
          </a:p>
        </p:txBody>
      </p:sp>
      <p:graphicFrame>
        <p:nvGraphicFramePr>
          <p:cNvPr id="2016" name="Google Shape;2016;p109"/>
          <p:cNvGraphicFramePr>
            <a:graphicFrameLocks noGrp="1"/>
          </p:cNvGraphicFramePr>
          <p:nvPr/>
        </p:nvGraphicFramePr>
        <p:xfrm>
          <a:off x="324009" y="3656421"/>
          <a:ext cx="2109450" cy="663600"/>
        </p:xfrm>
        <a:graphic>
          <a:graphicData uri="http://schemas.openxmlformats.org/drawingml/2006/table">
            <a:tbl>
              <a:tblPr>
                <a:noFill/>
                <a:tableStyleId>{DAE9959B-F1CB-4490-83DD-53336B36D040}</a:tableStyleId>
              </a:tblPr>
              <a:tblGrid>
                <a:gridCol w="2109450"/>
              </a:tblGrid>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wind speed (km/h)</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wind direction</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017" name="Google Shape;2017;p109"/>
          <p:cNvGraphicFramePr>
            <a:graphicFrameLocks noGrp="1"/>
          </p:cNvGraphicFramePr>
          <p:nvPr/>
        </p:nvGraphicFramePr>
        <p:xfrm>
          <a:off x="324009" y="4320033"/>
          <a:ext cx="2109450" cy="331800"/>
        </p:xfrm>
        <a:graphic>
          <a:graphicData uri="http://schemas.openxmlformats.org/drawingml/2006/table">
            <a:tbl>
              <a:tblPr>
                <a:noFill/>
                <a:tableStyleId>{DAE9959B-F1CB-4490-83DD-53336B36D040}</a:tableStyleId>
              </a:tblPr>
              <a:tblGrid>
                <a:gridCol w="2109450"/>
              </a:tblGrid>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“feels like”</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pic>
        <p:nvPicPr>
          <p:cNvPr id="2018" name="Google Shape;2018;p109"/>
          <p:cNvPicPr preferRelativeResize="0"/>
          <p:nvPr/>
        </p:nvPicPr>
        <p:blipFill>
          <a:blip r:embed="rId3">
            <a:alphaModFix/>
          </a:blip>
          <a:srcRect b="21869"/>
          <a:stretch>
            <a:fillRect/>
          </a:stretch>
        </p:blipFill>
        <p:spPr>
          <a:xfrm>
            <a:off x="2516750" y="2633888"/>
            <a:ext cx="516997" cy="463786"/>
          </a:xfrm>
          <a:prstGeom prst="rect">
            <a:avLst/>
          </a:prstGeom>
          <a:noFill/>
          <a:ln>
            <a:noFill/>
          </a:ln>
        </p:spPr>
      </p:pic>
      <p:pic>
        <p:nvPicPr>
          <p:cNvPr id="2019" name="Google Shape;2019;p109"/>
          <p:cNvPicPr preferRelativeResize="0"/>
          <p:nvPr/>
        </p:nvPicPr>
        <p:blipFill>
          <a:blip r:embed="rId3">
            <a:alphaModFix/>
          </a:blip>
          <a:srcRect b="21869"/>
          <a:stretch>
            <a:fillRect/>
          </a:stretch>
        </p:blipFill>
        <p:spPr>
          <a:xfrm>
            <a:off x="3358771" y="2633874"/>
            <a:ext cx="516997" cy="463786"/>
          </a:xfrm>
          <a:prstGeom prst="rect">
            <a:avLst/>
          </a:prstGeom>
          <a:noFill/>
          <a:ln>
            <a:noFill/>
          </a:ln>
        </p:spPr>
      </p:pic>
      <p:pic>
        <p:nvPicPr>
          <p:cNvPr id="2020" name="Google Shape;2020;p109"/>
          <p:cNvPicPr preferRelativeResize="0"/>
          <p:nvPr/>
        </p:nvPicPr>
        <p:blipFill>
          <a:blip r:embed="rId4">
            <a:alphaModFix/>
          </a:blip>
          <a:stretch>
            <a:fillRect/>
          </a:stretch>
        </p:blipFill>
        <p:spPr>
          <a:xfrm>
            <a:off x="4045753" y="2560687"/>
            <a:ext cx="548488" cy="567498"/>
          </a:xfrm>
          <a:prstGeom prst="rect">
            <a:avLst/>
          </a:prstGeom>
          <a:noFill/>
          <a:ln>
            <a:noFill/>
          </a:ln>
        </p:spPr>
      </p:pic>
      <p:pic>
        <p:nvPicPr>
          <p:cNvPr id="2021" name="Google Shape;2021;p109"/>
          <p:cNvPicPr preferRelativeResize="0"/>
          <p:nvPr/>
        </p:nvPicPr>
        <p:blipFill>
          <a:blip r:embed="rId4">
            <a:alphaModFix/>
          </a:blip>
          <a:stretch>
            <a:fillRect/>
          </a:stretch>
        </p:blipFill>
        <p:spPr>
          <a:xfrm>
            <a:off x="7804065" y="2560675"/>
            <a:ext cx="548488" cy="567498"/>
          </a:xfrm>
          <a:prstGeom prst="rect">
            <a:avLst/>
          </a:prstGeom>
          <a:noFill/>
          <a:ln>
            <a:noFill/>
          </a:ln>
        </p:spPr>
      </p:pic>
      <p:pic>
        <p:nvPicPr>
          <p:cNvPr id="2022" name="Google Shape;2022;p109"/>
          <p:cNvPicPr preferRelativeResize="0"/>
          <p:nvPr/>
        </p:nvPicPr>
        <p:blipFill>
          <a:blip r:embed="rId5">
            <a:alphaModFix/>
          </a:blip>
          <a:stretch>
            <a:fillRect/>
          </a:stretch>
        </p:blipFill>
        <p:spPr>
          <a:xfrm>
            <a:off x="5551704" y="2533881"/>
            <a:ext cx="548488" cy="621110"/>
          </a:xfrm>
          <a:prstGeom prst="rect">
            <a:avLst/>
          </a:prstGeom>
          <a:noFill/>
          <a:ln>
            <a:noFill/>
          </a:ln>
        </p:spPr>
      </p:pic>
      <p:pic>
        <p:nvPicPr>
          <p:cNvPr id="2023" name="Google Shape;2023;p109"/>
          <p:cNvPicPr preferRelativeResize="0"/>
          <p:nvPr/>
        </p:nvPicPr>
        <p:blipFill>
          <a:blip r:embed="rId5">
            <a:alphaModFix/>
          </a:blip>
          <a:stretch>
            <a:fillRect/>
          </a:stretch>
        </p:blipFill>
        <p:spPr>
          <a:xfrm>
            <a:off x="6325429" y="2533881"/>
            <a:ext cx="548488" cy="621110"/>
          </a:xfrm>
          <a:prstGeom prst="rect">
            <a:avLst/>
          </a:prstGeom>
          <a:noFill/>
          <a:ln>
            <a:noFill/>
          </a:ln>
        </p:spPr>
      </p:pic>
      <p:pic>
        <p:nvPicPr>
          <p:cNvPr id="2024" name="Google Shape;2024;p109"/>
          <p:cNvPicPr preferRelativeResize="0"/>
          <p:nvPr/>
        </p:nvPicPr>
        <p:blipFill>
          <a:blip r:embed="rId6">
            <a:alphaModFix/>
          </a:blip>
          <a:stretch>
            <a:fillRect/>
          </a:stretch>
        </p:blipFill>
        <p:spPr>
          <a:xfrm>
            <a:off x="4745484" y="2623648"/>
            <a:ext cx="654993" cy="441568"/>
          </a:xfrm>
          <a:prstGeom prst="rect">
            <a:avLst/>
          </a:prstGeom>
          <a:noFill/>
          <a:ln>
            <a:noFill/>
          </a:ln>
        </p:spPr>
      </p:pic>
      <p:pic>
        <p:nvPicPr>
          <p:cNvPr id="2025" name="Google Shape;2025;p109"/>
          <p:cNvPicPr preferRelativeResize="0"/>
          <p:nvPr/>
        </p:nvPicPr>
        <p:blipFill>
          <a:blip r:embed="rId7">
            <a:alphaModFix/>
          </a:blip>
          <a:stretch>
            <a:fillRect/>
          </a:stretch>
        </p:blipFill>
        <p:spPr>
          <a:xfrm>
            <a:off x="7064760" y="2566218"/>
            <a:ext cx="548482" cy="556407"/>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029" name="Shape 2029"/>
        <p:cNvGrpSpPr/>
        <p:nvPr/>
      </p:nvGrpSpPr>
      <p:grpSpPr>
        <a:xfrm>
          <a:off x="0" y="0"/>
          <a:ext cx="0" cy="0"/>
        </a:xfrm>
      </p:grpSpPr>
      <p:sp>
        <p:nvSpPr>
          <p:cNvPr id="2030" name="Google Shape;2030;p110"/>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Sometimes, an increase in wind-speed may make the temperature feel colder.</a:t>
            </a:r>
            <a:endParaRPr sz="1800">
              <a:latin typeface="Lexend"/>
              <a:ea typeface="Lexend"/>
              <a:cs typeface="Lexend"/>
              <a:sym typeface="Lexend"/>
            </a:endParaRPr>
          </a:p>
        </p:txBody>
      </p:sp>
      <p:sp>
        <p:nvSpPr>
          <p:cNvPr id="2031" name="Google Shape;2031;p110"/>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Analysing extra forecast information</a:t>
            </a:r>
            <a:endParaRPr/>
          </a:p>
        </p:txBody>
      </p:sp>
      <p:graphicFrame>
        <p:nvGraphicFramePr>
          <p:cNvPr id="2032" name="Google Shape;2032;p110"/>
          <p:cNvGraphicFramePr>
            <a:graphicFrameLocks noGrp="1"/>
          </p:cNvGraphicFramePr>
          <p:nvPr/>
        </p:nvGraphicFramePr>
        <p:xfrm>
          <a:off x="2433459" y="2201021"/>
          <a:ext cx="6035800" cy="1455420"/>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03:00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09:00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15:00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18:00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21:00</a:t>
                      </a:r>
                      <a:endParaRPr sz="1800">
                        <a:solidFill>
                          <a:schemeClr val="lt1"/>
                        </a:solidFill>
                        <a:latin typeface="Lexend"/>
                        <a:ea typeface="Lexend"/>
                        <a:cs typeface="Lexend"/>
                        <a:sym typeface="Lexend"/>
                      </a:endParaRPr>
                    </a:p>
                  </a:txBody>
                  <a:tcPr marL="0" marR="0" marT="0" marB="0" anchor="ctr">
                    <a:solidFill>
                      <a:schemeClr val="accent5"/>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442875">
                <a:tc>
                  <a:txBody>
                    <a:bodyPr vert="horz" wrap="square"/>
                    <a:lstStyle/>
                    <a:p>
                      <a:pPr marL="0" lvl="0" indent="0" algn="ctr" rtl="0">
                        <a:spcBef>
                          <a:spcPct val="0"/>
                        </a:spcBef>
                        <a:spcAft>
                          <a:spcPct val="0"/>
                        </a:spcAft>
                        <a:buNone/>
                      </a:pPr>
                      <a:r>
                        <a:rPr lang="en-GB" sz="1800">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16°C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033" name="Google Shape;2033;p110"/>
          <p:cNvGraphicFramePr>
            <a:graphicFrameLocks noGrp="1"/>
          </p:cNvGraphicFramePr>
          <p:nvPr/>
        </p:nvGraphicFramePr>
        <p:xfrm>
          <a:off x="2433459" y="3656421"/>
          <a:ext cx="6035800" cy="663575"/>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331800">
                <a:tc>
                  <a:txBody>
                    <a:bodyPr vert="horz" wrap="square"/>
                    <a:lstStyle/>
                    <a:p>
                      <a:pPr marL="0" lvl="0" indent="0" algn="ctr" rtl="0">
                        <a:spcBef>
                          <a:spcPct val="0"/>
                        </a:spcBef>
                        <a:spcAft>
                          <a:spcPct val="0"/>
                        </a:spcAft>
                        <a:buNone/>
                      </a:pPr>
                      <a:r>
                        <a:rPr lang="en-GB" sz="1800">
                          <a:latin typeface="Lexend"/>
                          <a:ea typeface="Lexend"/>
                          <a:cs typeface="Lexend"/>
                          <a:sym typeface="Lexend"/>
                        </a:rPr>
                        <a:t>4</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4</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16</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034" name="Google Shape;2034;p110"/>
          <p:cNvGraphicFramePr>
            <a:graphicFrameLocks noGrp="1"/>
          </p:cNvGraphicFramePr>
          <p:nvPr/>
        </p:nvGraphicFramePr>
        <p:xfrm>
          <a:off x="2433459" y="4320046"/>
          <a:ext cx="6035800" cy="331775"/>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7.5°C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11.5°C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5°C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16°C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
        <p:nvSpPr>
          <p:cNvPr id="2035" name="Google Shape;2035;p110"/>
          <p:cNvSpPr txBox="1"/>
          <p:nvPr/>
        </p:nvSpPr>
        <p:spPr>
          <a:xfrm>
            <a:off x="324000" y="1294410"/>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solidFill>
                  <a:schemeClr val="dk1"/>
                </a:solidFill>
                <a:latin typeface="Lexend"/>
                <a:ea typeface="Lexend"/>
                <a:cs typeface="Lexend"/>
                <a:sym typeface="Lexend"/>
              </a:rPr>
              <a:t>Furthermore, wind from a south-westerly direction seems to have no influence on temperature, whilst winds from any northerly direction seems to reduce the “feels like” temperature.</a:t>
            </a:r>
            <a:endParaRPr sz="1800">
              <a:latin typeface="Lexend"/>
              <a:ea typeface="Lexend"/>
              <a:cs typeface="Lexend"/>
              <a:sym typeface="Lexend"/>
            </a:endParaRPr>
          </a:p>
        </p:txBody>
      </p:sp>
      <p:sp>
        <p:nvSpPr>
          <p:cNvPr id="2036" name="Google Shape;2036;p110"/>
          <p:cNvSpPr/>
          <p:nvPr/>
        </p:nvSpPr>
        <p:spPr>
          <a:xfrm flipH="1">
            <a:off x="2433450" y="2475325"/>
            <a:ext cx="1509000" cy="21762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037" name="Google Shape;2037;p110"/>
          <p:cNvSpPr/>
          <p:nvPr/>
        </p:nvSpPr>
        <p:spPr>
          <a:xfrm flipH="1">
            <a:off x="6960275" y="2475325"/>
            <a:ext cx="754500" cy="21762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aphicFrame>
        <p:nvGraphicFramePr>
          <p:cNvPr id="2038" name="Google Shape;2038;p110"/>
          <p:cNvGraphicFramePr>
            <a:graphicFrameLocks noGrp="1"/>
          </p:cNvGraphicFramePr>
          <p:nvPr/>
        </p:nvGraphicFramePr>
        <p:xfrm>
          <a:off x="324009" y="3656421"/>
          <a:ext cx="2109450" cy="663600"/>
        </p:xfrm>
        <a:graphic>
          <a:graphicData uri="http://schemas.openxmlformats.org/drawingml/2006/table">
            <a:tbl>
              <a:tblPr>
                <a:noFill/>
                <a:tableStyleId>{DAE9959B-F1CB-4490-83DD-53336B36D040}</a:tableStyleId>
              </a:tblPr>
              <a:tblGrid>
                <a:gridCol w="2109450"/>
              </a:tblGrid>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wind speed (km/h)</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wind direction</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039" name="Google Shape;2039;p110"/>
          <p:cNvGraphicFramePr>
            <a:graphicFrameLocks noGrp="1"/>
          </p:cNvGraphicFramePr>
          <p:nvPr/>
        </p:nvGraphicFramePr>
        <p:xfrm>
          <a:off x="324009" y="4320033"/>
          <a:ext cx="2109450" cy="331800"/>
        </p:xfrm>
        <a:graphic>
          <a:graphicData uri="http://schemas.openxmlformats.org/drawingml/2006/table">
            <a:tbl>
              <a:tblPr>
                <a:noFill/>
                <a:tableStyleId>{DAE9959B-F1CB-4490-83DD-53336B36D040}</a:tableStyleId>
              </a:tblPr>
              <a:tblGrid>
                <a:gridCol w="2109450"/>
              </a:tblGrid>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“feels like”</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pic>
        <p:nvPicPr>
          <p:cNvPr id="2040" name="Google Shape;2040;p110"/>
          <p:cNvPicPr preferRelativeResize="0"/>
          <p:nvPr/>
        </p:nvPicPr>
        <p:blipFill>
          <a:blip r:embed="rId3">
            <a:alphaModFix/>
          </a:blip>
          <a:srcRect b="21869"/>
          <a:stretch>
            <a:fillRect/>
          </a:stretch>
        </p:blipFill>
        <p:spPr>
          <a:xfrm>
            <a:off x="2516750" y="2633888"/>
            <a:ext cx="516997" cy="463786"/>
          </a:xfrm>
          <a:prstGeom prst="rect">
            <a:avLst/>
          </a:prstGeom>
          <a:noFill/>
          <a:ln>
            <a:noFill/>
          </a:ln>
        </p:spPr>
      </p:pic>
      <p:pic>
        <p:nvPicPr>
          <p:cNvPr id="2041" name="Google Shape;2041;p110"/>
          <p:cNvPicPr preferRelativeResize="0"/>
          <p:nvPr/>
        </p:nvPicPr>
        <p:blipFill>
          <a:blip r:embed="rId3">
            <a:alphaModFix/>
          </a:blip>
          <a:srcRect b="21869"/>
          <a:stretch>
            <a:fillRect/>
          </a:stretch>
        </p:blipFill>
        <p:spPr>
          <a:xfrm>
            <a:off x="3358771" y="2633874"/>
            <a:ext cx="516997" cy="463786"/>
          </a:xfrm>
          <a:prstGeom prst="rect">
            <a:avLst/>
          </a:prstGeom>
          <a:noFill/>
          <a:ln>
            <a:noFill/>
          </a:ln>
        </p:spPr>
      </p:pic>
      <p:pic>
        <p:nvPicPr>
          <p:cNvPr id="2042" name="Google Shape;2042;p110"/>
          <p:cNvPicPr preferRelativeResize="0"/>
          <p:nvPr/>
        </p:nvPicPr>
        <p:blipFill>
          <a:blip r:embed="rId4">
            <a:alphaModFix/>
          </a:blip>
          <a:stretch>
            <a:fillRect/>
          </a:stretch>
        </p:blipFill>
        <p:spPr>
          <a:xfrm>
            <a:off x="4045753" y="2560687"/>
            <a:ext cx="548488" cy="567498"/>
          </a:xfrm>
          <a:prstGeom prst="rect">
            <a:avLst/>
          </a:prstGeom>
          <a:noFill/>
          <a:ln>
            <a:noFill/>
          </a:ln>
        </p:spPr>
      </p:pic>
      <p:pic>
        <p:nvPicPr>
          <p:cNvPr id="2043" name="Google Shape;2043;p110"/>
          <p:cNvPicPr preferRelativeResize="0"/>
          <p:nvPr/>
        </p:nvPicPr>
        <p:blipFill>
          <a:blip r:embed="rId4">
            <a:alphaModFix/>
          </a:blip>
          <a:stretch>
            <a:fillRect/>
          </a:stretch>
        </p:blipFill>
        <p:spPr>
          <a:xfrm>
            <a:off x="7804065" y="2560675"/>
            <a:ext cx="548488" cy="567498"/>
          </a:xfrm>
          <a:prstGeom prst="rect">
            <a:avLst/>
          </a:prstGeom>
          <a:noFill/>
          <a:ln>
            <a:noFill/>
          </a:ln>
        </p:spPr>
      </p:pic>
      <p:pic>
        <p:nvPicPr>
          <p:cNvPr id="2044" name="Google Shape;2044;p110"/>
          <p:cNvPicPr preferRelativeResize="0"/>
          <p:nvPr/>
        </p:nvPicPr>
        <p:blipFill>
          <a:blip r:embed="rId5">
            <a:alphaModFix/>
          </a:blip>
          <a:stretch>
            <a:fillRect/>
          </a:stretch>
        </p:blipFill>
        <p:spPr>
          <a:xfrm>
            <a:off x="5551704" y="2533881"/>
            <a:ext cx="548488" cy="621110"/>
          </a:xfrm>
          <a:prstGeom prst="rect">
            <a:avLst/>
          </a:prstGeom>
          <a:noFill/>
          <a:ln>
            <a:noFill/>
          </a:ln>
        </p:spPr>
      </p:pic>
      <p:pic>
        <p:nvPicPr>
          <p:cNvPr id="2045" name="Google Shape;2045;p110"/>
          <p:cNvPicPr preferRelativeResize="0"/>
          <p:nvPr/>
        </p:nvPicPr>
        <p:blipFill>
          <a:blip r:embed="rId5">
            <a:alphaModFix/>
          </a:blip>
          <a:stretch>
            <a:fillRect/>
          </a:stretch>
        </p:blipFill>
        <p:spPr>
          <a:xfrm>
            <a:off x="6325429" y="2533881"/>
            <a:ext cx="548488" cy="621110"/>
          </a:xfrm>
          <a:prstGeom prst="rect">
            <a:avLst/>
          </a:prstGeom>
          <a:noFill/>
          <a:ln>
            <a:noFill/>
          </a:ln>
        </p:spPr>
      </p:pic>
      <p:pic>
        <p:nvPicPr>
          <p:cNvPr id="2046" name="Google Shape;2046;p110"/>
          <p:cNvPicPr preferRelativeResize="0"/>
          <p:nvPr/>
        </p:nvPicPr>
        <p:blipFill>
          <a:blip r:embed="rId6">
            <a:alphaModFix/>
          </a:blip>
          <a:stretch>
            <a:fillRect/>
          </a:stretch>
        </p:blipFill>
        <p:spPr>
          <a:xfrm>
            <a:off x="4745484" y="2623648"/>
            <a:ext cx="654993" cy="441568"/>
          </a:xfrm>
          <a:prstGeom prst="rect">
            <a:avLst/>
          </a:prstGeom>
          <a:noFill/>
          <a:ln>
            <a:noFill/>
          </a:ln>
        </p:spPr>
      </p:pic>
      <p:pic>
        <p:nvPicPr>
          <p:cNvPr id="2047" name="Google Shape;2047;p110"/>
          <p:cNvPicPr preferRelativeResize="0"/>
          <p:nvPr/>
        </p:nvPicPr>
        <p:blipFill>
          <a:blip r:embed="rId7">
            <a:alphaModFix/>
          </a:blip>
          <a:stretch>
            <a:fillRect/>
          </a:stretch>
        </p:blipFill>
        <p:spPr>
          <a:xfrm>
            <a:off x="7064760" y="2566218"/>
            <a:ext cx="548482" cy="556407"/>
          </a:xfrm>
          <a:prstGeom prst="rect">
            <a:avLst/>
          </a:prstGeom>
          <a:noFill/>
          <a:ln>
            <a:noFill/>
          </a:ln>
        </p:spPr>
      </p:pic>
    </p:spTree>
  </p:cSld>
  <p:clrMapOvr>
    <a:masterClrMapping/>
  </p:clrMapOvr>
  <p:transition/>
  <p:timing/>
</p:sld>
</file>

<file path=ppt/slides/slide3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051" name="Shape 2051"/>
        <p:cNvGrpSpPr/>
        <p:nvPr/>
      </p:nvGrpSpPr>
      <p:grpSpPr>
        <a:xfrm>
          <a:off x="0" y="0"/>
          <a:ext cx="0" cy="0"/>
        </a:xfrm>
      </p:grpSpPr>
      <p:sp>
        <p:nvSpPr>
          <p:cNvPr id="2052" name="Google Shape;2052;p111"/>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At which time of day does the wind cause the greatest difference between air temperature and “feels like” temperature?</a:t>
            </a:r>
            <a:endParaRPr sz="1800">
              <a:latin typeface="Lexend"/>
              <a:ea typeface="Lexend"/>
              <a:cs typeface="Lexend"/>
              <a:sym typeface="Lexend"/>
            </a:endParaRPr>
          </a:p>
        </p:txBody>
      </p:sp>
      <p:sp>
        <p:nvSpPr>
          <p:cNvPr id="2053" name="Google Shape;2053;p111"/>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Analysing extra forecast information</a:t>
            </a:r>
            <a:endParaRPr/>
          </a:p>
        </p:txBody>
      </p:sp>
      <p:graphicFrame>
        <p:nvGraphicFramePr>
          <p:cNvPr id="2054" name="Google Shape;2054;p111"/>
          <p:cNvGraphicFramePr>
            <a:graphicFrameLocks noGrp="1"/>
          </p:cNvGraphicFramePr>
          <p:nvPr/>
        </p:nvGraphicFramePr>
        <p:xfrm>
          <a:off x="2433459" y="2201021"/>
          <a:ext cx="6035800" cy="1455420"/>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03:00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09:00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15:00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18:00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21:00</a:t>
                      </a:r>
                      <a:endParaRPr sz="1800">
                        <a:solidFill>
                          <a:schemeClr val="lt1"/>
                        </a:solidFill>
                        <a:latin typeface="Lexend"/>
                        <a:ea typeface="Lexend"/>
                        <a:cs typeface="Lexend"/>
                        <a:sym typeface="Lexend"/>
                      </a:endParaRPr>
                    </a:p>
                  </a:txBody>
                  <a:tcPr marL="0" marR="0" marT="0" marB="0" anchor="ctr">
                    <a:solidFill>
                      <a:schemeClr val="accent5"/>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442875">
                <a:tc>
                  <a:txBody>
                    <a:bodyPr vert="horz" wrap="square"/>
                    <a:lstStyle/>
                    <a:p>
                      <a:pPr marL="0" lvl="0" indent="0" algn="ctr" rtl="0">
                        <a:spcBef>
                          <a:spcPct val="0"/>
                        </a:spcBef>
                        <a:spcAft>
                          <a:spcPct val="0"/>
                        </a:spcAft>
                        <a:buNone/>
                      </a:pPr>
                      <a:r>
                        <a:rPr lang="en-GB" sz="1800">
                          <a:latin typeface="Lexend"/>
                          <a:ea typeface="Lexend"/>
                          <a:cs typeface="Lexend"/>
                          <a:sym typeface="Lexend"/>
                        </a:rPr>
                        <a:t>6°C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13°C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17°C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16°C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055" name="Google Shape;2055;p111"/>
          <p:cNvGraphicFramePr>
            <a:graphicFrameLocks noGrp="1"/>
          </p:cNvGraphicFramePr>
          <p:nvPr/>
        </p:nvGraphicFramePr>
        <p:xfrm>
          <a:off x="2433459" y="3656421"/>
          <a:ext cx="6035800" cy="663575"/>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331800">
                <a:tc>
                  <a:txBody>
                    <a:bodyPr vert="horz" wrap="square"/>
                    <a:lstStyle/>
                    <a:p>
                      <a:pPr marL="0" lvl="0" indent="0" algn="ctr" rtl="0">
                        <a:spcBef>
                          <a:spcPct val="0"/>
                        </a:spcBef>
                        <a:spcAft>
                          <a:spcPct val="0"/>
                        </a:spcAft>
                        <a:buNone/>
                      </a:pPr>
                      <a:r>
                        <a:rPr lang="en-GB" sz="1800">
                          <a:latin typeface="Lexend"/>
                          <a:ea typeface="Lexend"/>
                          <a:cs typeface="Lexend"/>
                          <a:sym typeface="Lexend"/>
                        </a:rPr>
                        <a:t>7</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16</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775">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056" name="Google Shape;2056;p111"/>
          <p:cNvGraphicFramePr>
            <a:graphicFrameLocks noGrp="1"/>
          </p:cNvGraphicFramePr>
          <p:nvPr/>
        </p:nvGraphicFramePr>
        <p:xfrm>
          <a:off x="2433459" y="4320046"/>
          <a:ext cx="6035800" cy="331775"/>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6°C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6°C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
        <p:nvSpPr>
          <p:cNvPr id="2057" name="Google Shape;2057;p111"/>
          <p:cNvSpPr txBox="1"/>
          <p:nvPr/>
        </p:nvSpPr>
        <p:spPr>
          <a:xfrm>
            <a:off x="1164925" y="1312525"/>
            <a:ext cx="8487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ts val="1000"/>
              </a:spcAft>
              <a:buNone/>
            </a:pPr>
            <a:r>
              <a:rPr lang="en-GB" sz="2000">
                <a:latin typeface="Kalam"/>
                <a:ea typeface="Kalam"/>
                <a:cs typeface="Kalam"/>
                <a:sym typeface="Kalam"/>
              </a:rPr>
              <a:t>3 pm</a:t>
            </a:r>
            <a:endParaRPr sz="2000">
              <a:latin typeface="Kalam"/>
              <a:ea typeface="Kalam"/>
              <a:cs typeface="Kalam"/>
              <a:sym typeface="Kalam"/>
            </a:endParaRPr>
          </a:p>
        </p:txBody>
      </p:sp>
      <p:graphicFrame>
        <p:nvGraphicFramePr>
          <p:cNvPr id="2058" name="Google Shape;2058;p111"/>
          <p:cNvGraphicFramePr>
            <a:graphicFrameLocks noGrp="1"/>
          </p:cNvGraphicFramePr>
          <p:nvPr/>
        </p:nvGraphicFramePr>
        <p:xfrm>
          <a:off x="324009" y="3656421"/>
          <a:ext cx="2109450" cy="663600"/>
        </p:xfrm>
        <a:graphic>
          <a:graphicData uri="http://schemas.openxmlformats.org/drawingml/2006/table">
            <a:tbl>
              <a:tblPr>
                <a:noFill/>
                <a:tableStyleId>{DAE9959B-F1CB-4490-83DD-53336B36D040}</a:tableStyleId>
              </a:tblPr>
              <a:tblGrid>
                <a:gridCol w="2109450"/>
              </a:tblGrid>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wind speed (km/h)</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wind direction</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059" name="Google Shape;2059;p111"/>
          <p:cNvGraphicFramePr>
            <a:graphicFrameLocks noGrp="1"/>
          </p:cNvGraphicFramePr>
          <p:nvPr/>
        </p:nvGraphicFramePr>
        <p:xfrm>
          <a:off x="324009" y="4320033"/>
          <a:ext cx="2109450" cy="331800"/>
        </p:xfrm>
        <a:graphic>
          <a:graphicData uri="http://schemas.openxmlformats.org/drawingml/2006/table">
            <a:tbl>
              <a:tblPr>
                <a:noFill/>
                <a:tableStyleId>{DAE9959B-F1CB-4490-83DD-53336B36D040}</a:tableStyleId>
              </a:tblPr>
              <a:tblGrid>
                <a:gridCol w="2109450"/>
              </a:tblGrid>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“feels like”</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pic>
        <p:nvPicPr>
          <p:cNvPr id="2060" name="Google Shape;2060;p111"/>
          <p:cNvPicPr preferRelativeResize="0"/>
          <p:nvPr/>
        </p:nvPicPr>
        <p:blipFill>
          <a:blip r:embed="rId3">
            <a:alphaModFix/>
          </a:blip>
          <a:stretch>
            <a:fillRect/>
          </a:stretch>
        </p:blipFill>
        <p:spPr>
          <a:xfrm>
            <a:off x="2523001" y="2644249"/>
            <a:ext cx="543765" cy="463800"/>
          </a:xfrm>
          <a:prstGeom prst="rect">
            <a:avLst/>
          </a:prstGeom>
          <a:noFill/>
          <a:ln>
            <a:noFill/>
          </a:ln>
        </p:spPr>
      </p:pic>
      <p:pic>
        <p:nvPicPr>
          <p:cNvPr id="2061" name="Google Shape;2061;p111"/>
          <p:cNvPicPr preferRelativeResize="0"/>
          <p:nvPr/>
        </p:nvPicPr>
        <p:blipFill>
          <a:blip r:embed="rId3">
            <a:alphaModFix/>
          </a:blip>
          <a:stretch>
            <a:fillRect/>
          </a:stretch>
        </p:blipFill>
        <p:spPr>
          <a:xfrm>
            <a:off x="3281826" y="2644249"/>
            <a:ext cx="543765" cy="463800"/>
          </a:xfrm>
          <a:prstGeom prst="rect">
            <a:avLst/>
          </a:prstGeom>
          <a:noFill/>
          <a:ln>
            <a:noFill/>
          </a:ln>
        </p:spPr>
      </p:pic>
      <p:pic>
        <p:nvPicPr>
          <p:cNvPr id="2062" name="Google Shape;2062;p111"/>
          <p:cNvPicPr preferRelativeResize="0"/>
          <p:nvPr/>
        </p:nvPicPr>
        <p:blipFill>
          <a:blip r:embed="rId3">
            <a:alphaModFix/>
          </a:blip>
          <a:stretch>
            <a:fillRect/>
          </a:stretch>
        </p:blipFill>
        <p:spPr>
          <a:xfrm>
            <a:off x="4069632" y="2644249"/>
            <a:ext cx="543765" cy="463800"/>
          </a:xfrm>
          <a:prstGeom prst="rect">
            <a:avLst/>
          </a:prstGeom>
          <a:noFill/>
          <a:ln>
            <a:noFill/>
          </a:ln>
        </p:spPr>
      </p:pic>
      <p:pic>
        <p:nvPicPr>
          <p:cNvPr id="2063" name="Google Shape;2063;p111"/>
          <p:cNvPicPr preferRelativeResize="0"/>
          <p:nvPr/>
        </p:nvPicPr>
        <p:blipFill>
          <a:blip r:embed="rId3">
            <a:alphaModFix/>
          </a:blip>
          <a:stretch>
            <a:fillRect/>
          </a:stretch>
        </p:blipFill>
        <p:spPr>
          <a:xfrm>
            <a:off x="4851501" y="2644249"/>
            <a:ext cx="543765" cy="463800"/>
          </a:xfrm>
          <a:prstGeom prst="rect">
            <a:avLst/>
          </a:prstGeom>
          <a:noFill/>
          <a:ln>
            <a:noFill/>
          </a:ln>
        </p:spPr>
      </p:pic>
      <p:pic>
        <p:nvPicPr>
          <p:cNvPr id="2064" name="Google Shape;2064;p111"/>
          <p:cNvPicPr preferRelativeResize="0"/>
          <p:nvPr/>
        </p:nvPicPr>
        <p:blipFill>
          <a:blip r:embed="rId3">
            <a:alphaModFix/>
          </a:blip>
          <a:stretch>
            <a:fillRect/>
          </a:stretch>
        </p:blipFill>
        <p:spPr>
          <a:xfrm>
            <a:off x="7826301" y="2612536"/>
            <a:ext cx="543765" cy="463800"/>
          </a:xfrm>
          <a:prstGeom prst="rect">
            <a:avLst/>
          </a:prstGeom>
          <a:noFill/>
          <a:ln>
            <a:noFill/>
          </a:ln>
        </p:spPr>
      </p:pic>
      <p:pic>
        <p:nvPicPr>
          <p:cNvPr id="2065" name="Google Shape;2065;p111"/>
          <p:cNvPicPr preferRelativeResize="0"/>
          <p:nvPr/>
        </p:nvPicPr>
        <p:blipFill>
          <a:blip r:embed="rId4">
            <a:alphaModFix/>
          </a:blip>
          <a:stretch>
            <a:fillRect/>
          </a:stretch>
        </p:blipFill>
        <p:spPr>
          <a:xfrm>
            <a:off x="5551710" y="2566218"/>
            <a:ext cx="548482" cy="556407"/>
          </a:xfrm>
          <a:prstGeom prst="rect">
            <a:avLst/>
          </a:prstGeom>
          <a:noFill/>
          <a:ln>
            <a:noFill/>
          </a:ln>
        </p:spPr>
      </p:pic>
      <p:pic>
        <p:nvPicPr>
          <p:cNvPr id="2066" name="Google Shape;2066;p111"/>
          <p:cNvPicPr preferRelativeResize="0"/>
          <p:nvPr/>
        </p:nvPicPr>
        <p:blipFill>
          <a:blip r:embed="rId4">
            <a:alphaModFix/>
          </a:blip>
          <a:stretch>
            <a:fillRect/>
          </a:stretch>
        </p:blipFill>
        <p:spPr>
          <a:xfrm>
            <a:off x="6336547" y="2566218"/>
            <a:ext cx="548482" cy="556407"/>
          </a:xfrm>
          <a:prstGeom prst="rect">
            <a:avLst/>
          </a:prstGeom>
          <a:noFill/>
          <a:ln>
            <a:noFill/>
          </a:ln>
        </p:spPr>
      </p:pic>
      <p:pic>
        <p:nvPicPr>
          <p:cNvPr id="2067" name="Google Shape;2067;p111"/>
          <p:cNvPicPr preferRelativeResize="0"/>
          <p:nvPr/>
        </p:nvPicPr>
        <p:blipFill>
          <a:blip r:embed="rId4">
            <a:alphaModFix/>
          </a:blip>
          <a:stretch>
            <a:fillRect/>
          </a:stretch>
        </p:blipFill>
        <p:spPr>
          <a:xfrm>
            <a:off x="7081422" y="2597943"/>
            <a:ext cx="548482" cy="556407"/>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071" name="Shape 2071"/>
        <p:cNvGrpSpPr/>
        <p:nvPr/>
      </p:nvGrpSpPr>
      <p:grpSpPr>
        <a:xfrm>
          <a:off x="0" y="0"/>
          <a:ext cx="0" cy="0"/>
        </a:xfrm>
      </p:grpSpPr>
      <p:sp>
        <p:nvSpPr>
          <p:cNvPr id="2072" name="Google Shape;2072;p112"/>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Which of the two wind directions in this weather report appears to have the most influence on the “feels like” temperature?</a:t>
            </a:r>
            <a:endParaRPr sz="1800">
              <a:latin typeface="Lexend"/>
              <a:ea typeface="Lexend"/>
              <a:cs typeface="Lexend"/>
              <a:sym typeface="Lexend"/>
            </a:endParaRPr>
          </a:p>
        </p:txBody>
      </p:sp>
      <p:sp>
        <p:nvSpPr>
          <p:cNvPr id="2073" name="Google Shape;2073;p112"/>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Analysing extra forecast information</a:t>
            </a:r>
            <a:endParaRPr/>
          </a:p>
        </p:txBody>
      </p:sp>
      <p:graphicFrame>
        <p:nvGraphicFramePr>
          <p:cNvPr id="2074" name="Google Shape;2074;p112"/>
          <p:cNvGraphicFramePr>
            <a:graphicFrameLocks noGrp="1"/>
          </p:cNvGraphicFramePr>
          <p:nvPr/>
        </p:nvGraphicFramePr>
        <p:xfrm>
          <a:off x="2433459" y="2201021"/>
          <a:ext cx="6035800" cy="1455420"/>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03:00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09:00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15:00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18:00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21:00</a:t>
                      </a:r>
                      <a:endParaRPr sz="1800">
                        <a:solidFill>
                          <a:schemeClr val="lt1"/>
                        </a:solidFill>
                        <a:latin typeface="Lexend"/>
                        <a:ea typeface="Lexend"/>
                        <a:cs typeface="Lexend"/>
                        <a:sym typeface="Lexend"/>
                      </a:endParaRPr>
                    </a:p>
                  </a:txBody>
                  <a:tcPr marL="0" marR="0" marT="0" marB="0" anchor="ctr">
                    <a:solidFill>
                      <a:schemeClr val="accent5"/>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442875">
                <a:tc>
                  <a:txBody>
                    <a:bodyPr vert="horz" wrap="square"/>
                    <a:lstStyle/>
                    <a:p>
                      <a:pPr marL="0" lvl="0" indent="0" algn="ctr" rtl="0">
                        <a:spcBef>
                          <a:spcPct val="0"/>
                        </a:spcBef>
                        <a:spcAft>
                          <a:spcPct val="0"/>
                        </a:spcAft>
                        <a:buNone/>
                      </a:pPr>
                      <a:r>
                        <a:rPr lang="en-GB" sz="1800">
                          <a:latin typeface="Lexend"/>
                          <a:ea typeface="Lexend"/>
                          <a:cs typeface="Lexend"/>
                          <a:sym typeface="Lexend"/>
                        </a:rPr>
                        <a:t>6°C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13°C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17°C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16°C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075" name="Google Shape;2075;p112"/>
          <p:cNvGraphicFramePr>
            <a:graphicFrameLocks noGrp="1"/>
          </p:cNvGraphicFramePr>
          <p:nvPr/>
        </p:nvGraphicFramePr>
        <p:xfrm>
          <a:off x="2433459" y="3656421"/>
          <a:ext cx="6035800" cy="663575"/>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331800">
                <a:tc>
                  <a:txBody>
                    <a:bodyPr vert="horz" wrap="square"/>
                    <a:lstStyle/>
                    <a:p>
                      <a:pPr marL="0" lvl="0" indent="0" algn="ctr" rtl="0">
                        <a:spcBef>
                          <a:spcPct val="0"/>
                        </a:spcBef>
                        <a:spcAft>
                          <a:spcPct val="0"/>
                        </a:spcAft>
                        <a:buNone/>
                      </a:pPr>
                      <a:r>
                        <a:rPr lang="en-GB" sz="1800">
                          <a:latin typeface="Lexend"/>
                          <a:ea typeface="Lexend"/>
                          <a:cs typeface="Lexend"/>
                          <a:sym typeface="Lexend"/>
                        </a:rPr>
                        <a:t>7</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16</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775">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076" name="Google Shape;2076;p112"/>
          <p:cNvGraphicFramePr>
            <a:graphicFrameLocks noGrp="1"/>
          </p:cNvGraphicFramePr>
          <p:nvPr/>
        </p:nvGraphicFramePr>
        <p:xfrm>
          <a:off x="324009" y="3656421"/>
          <a:ext cx="2109450" cy="663600"/>
        </p:xfrm>
        <a:graphic>
          <a:graphicData uri="http://schemas.openxmlformats.org/drawingml/2006/table">
            <a:tbl>
              <a:tblPr>
                <a:noFill/>
                <a:tableStyleId>{DAE9959B-F1CB-4490-83DD-53336B36D040}</a:tableStyleId>
              </a:tblPr>
              <a:tblGrid>
                <a:gridCol w="2109450"/>
              </a:tblGrid>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wind speed (km/h)</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wind direction</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077" name="Google Shape;2077;p112"/>
          <p:cNvGraphicFramePr>
            <a:graphicFrameLocks noGrp="1"/>
          </p:cNvGraphicFramePr>
          <p:nvPr/>
        </p:nvGraphicFramePr>
        <p:xfrm>
          <a:off x="2433459" y="4320046"/>
          <a:ext cx="6035800" cy="331775"/>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6°C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6°C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078" name="Google Shape;2078;p112"/>
          <p:cNvGraphicFramePr>
            <a:graphicFrameLocks noGrp="1"/>
          </p:cNvGraphicFramePr>
          <p:nvPr/>
        </p:nvGraphicFramePr>
        <p:xfrm>
          <a:off x="324009" y="4320033"/>
          <a:ext cx="2109450" cy="331800"/>
        </p:xfrm>
        <a:graphic>
          <a:graphicData uri="http://schemas.openxmlformats.org/drawingml/2006/table">
            <a:tbl>
              <a:tblPr>
                <a:noFill/>
                <a:tableStyleId>{DAE9959B-F1CB-4490-83DD-53336B36D040}</a:tableStyleId>
              </a:tblPr>
              <a:tblGrid>
                <a:gridCol w="2109450"/>
              </a:tblGrid>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“feels like”</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
        <p:nvSpPr>
          <p:cNvPr id="2079" name="Google Shape;2079;p112"/>
          <p:cNvSpPr txBox="1"/>
          <p:nvPr/>
        </p:nvSpPr>
        <p:spPr>
          <a:xfrm>
            <a:off x="1164925" y="1312525"/>
            <a:ext cx="76551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ts val="1000"/>
              </a:spcAft>
              <a:buNone/>
            </a:pPr>
            <a:r>
              <a:rPr lang="en-GB" sz="2000">
                <a:latin typeface="Kalam"/>
                <a:ea typeface="Kalam"/>
                <a:cs typeface="Kalam"/>
                <a:sym typeface="Kalam"/>
              </a:rPr>
              <a:t>Easterly winds (winds from the east) </a:t>
            </a:r>
            <a:endParaRPr sz="2000">
              <a:latin typeface="Kalam"/>
              <a:ea typeface="Kalam"/>
              <a:cs typeface="Kalam"/>
              <a:sym typeface="Kalam"/>
            </a:endParaRPr>
          </a:p>
        </p:txBody>
      </p:sp>
      <p:pic>
        <p:nvPicPr>
          <p:cNvPr id="2080" name="Google Shape;2080;p112"/>
          <p:cNvPicPr preferRelativeResize="0"/>
          <p:nvPr/>
        </p:nvPicPr>
        <p:blipFill>
          <a:blip r:embed="rId3">
            <a:alphaModFix/>
          </a:blip>
          <a:stretch>
            <a:fillRect/>
          </a:stretch>
        </p:blipFill>
        <p:spPr>
          <a:xfrm>
            <a:off x="2523001" y="2644249"/>
            <a:ext cx="543765" cy="463800"/>
          </a:xfrm>
          <a:prstGeom prst="rect">
            <a:avLst/>
          </a:prstGeom>
          <a:noFill/>
          <a:ln>
            <a:noFill/>
          </a:ln>
        </p:spPr>
      </p:pic>
      <p:pic>
        <p:nvPicPr>
          <p:cNvPr id="2081" name="Google Shape;2081;p112"/>
          <p:cNvPicPr preferRelativeResize="0"/>
          <p:nvPr/>
        </p:nvPicPr>
        <p:blipFill>
          <a:blip r:embed="rId3">
            <a:alphaModFix/>
          </a:blip>
          <a:stretch>
            <a:fillRect/>
          </a:stretch>
        </p:blipFill>
        <p:spPr>
          <a:xfrm>
            <a:off x="3281826" y="2644249"/>
            <a:ext cx="543765" cy="463800"/>
          </a:xfrm>
          <a:prstGeom prst="rect">
            <a:avLst/>
          </a:prstGeom>
          <a:noFill/>
          <a:ln>
            <a:noFill/>
          </a:ln>
        </p:spPr>
      </p:pic>
      <p:pic>
        <p:nvPicPr>
          <p:cNvPr id="2082" name="Google Shape;2082;p112"/>
          <p:cNvPicPr preferRelativeResize="0"/>
          <p:nvPr/>
        </p:nvPicPr>
        <p:blipFill>
          <a:blip r:embed="rId3">
            <a:alphaModFix/>
          </a:blip>
          <a:stretch>
            <a:fillRect/>
          </a:stretch>
        </p:blipFill>
        <p:spPr>
          <a:xfrm>
            <a:off x="4069632" y="2644249"/>
            <a:ext cx="543765" cy="463800"/>
          </a:xfrm>
          <a:prstGeom prst="rect">
            <a:avLst/>
          </a:prstGeom>
          <a:noFill/>
          <a:ln>
            <a:noFill/>
          </a:ln>
        </p:spPr>
      </p:pic>
      <p:pic>
        <p:nvPicPr>
          <p:cNvPr id="2083" name="Google Shape;2083;p112"/>
          <p:cNvPicPr preferRelativeResize="0"/>
          <p:nvPr/>
        </p:nvPicPr>
        <p:blipFill>
          <a:blip r:embed="rId3">
            <a:alphaModFix/>
          </a:blip>
          <a:stretch>
            <a:fillRect/>
          </a:stretch>
        </p:blipFill>
        <p:spPr>
          <a:xfrm>
            <a:off x="4851501" y="2644249"/>
            <a:ext cx="543765" cy="463800"/>
          </a:xfrm>
          <a:prstGeom prst="rect">
            <a:avLst/>
          </a:prstGeom>
          <a:noFill/>
          <a:ln>
            <a:noFill/>
          </a:ln>
        </p:spPr>
      </p:pic>
      <p:pic>
        <p:nvPicPr>
          <p:cNvPr id="2084" name="Google Shape;2084;p112"/>
          <p:cNvPicPr preferRelativeResize="0"/>
          <p:nvPr/>
        </p:nvPicPr>
        <p:blipFill>
          <a:blip r:embed="rId3">
            <a:alphaModFix/>
          </a:blip>
          <a:stretch>
            <a:fillRect/>
          </a:stretch>
        </p:blipFill>
        <p:spPr>
          <a:xfrm>
            <a:off x="7826301" y="2612536"/>
            <a:ext cx="543765" cy="463800"/>
          </a:xfrm>
          <a:prstGeom prst="rect">
            <a:avLst/>
          </a:prstGeom>
          <a:noFill/>
          <a:ln>
            <a:noFill/>
          </a:ln>
        </p:spPr>
      </p:pic>
      <p:pic>
        <p:nvPicPr>
          <p:cNvPr id="2085" name="Google Shape;2085;p112"/>
          <p:cNvPicPr preferRelativeResize="0"/>
          <p:nvPr/>
        </p:nvPicPr>
        <p:blipFill>
          <a:blip r:embed="rId4">
            <a:alphaModFix/>
          </a:blip>
          <a:stretch>
            <a:fillRect/>
          </a:stretch>
        </p:blipFill>
        <p:spPr>
          <a:xfrm>
            <a:off x="5551710" y="2566218"/>
            <a:ext cx="548482" cy="556407"/>
          </a:xfrm>
          <a:prstGeom prst="rect">
            <a:avLst/>
          </a:prstGeom>
          <a:noFill/>
          <a:ln>
            <a:noFill/>
          </a:ln>
        </p:spPr>
      </p:pic>
      <p:pic>
        <p:nvPicPr>
          <p:cNvPr id="2086" name="Google Shape;2086;p112"/>
          <p:cNvPicPr preferRelativeResize="0"/>
          <p:nvPr/>
        </p:nvPicPr>
        <p:blipFill>
          <a:blip r:embed="rId4">
            <a:alphaModFix/>
          </a:blip>
          <a:stretch>
            <a:fillRect/>
          </a:stretch>
        </p:blipFill>
        <p:spPr>
          <a:xfrm>
            <a:off x="6336547" y="2566218"/>
            <a:ext cx="548482" cy="556407"/>
          </a:xfrm>
          <a:prstGeom prst="rect">
            <a:avLst/>
          </a:prstGeom>
          <a:noFill/>
          <a:ln>
            <a:noFill/>
          </a:ln>
        </p:spPr>
      </p:pic>
      <p:pic>
        <p:nvPicPr>
          <p:cNvPr id="2087" name="Google Shape;2087;p112"/>
          <p:cNvPicPr preferRelativeResize="0"/>
          <p:nvPr/>
        </p:nvPicPr>
        <p:blipFill>
          <a:blip r:embed="rId4">
            <a:alphaModFix/>
          </a:blip>
          <a:stretch>
            <a:fillRect/>
          </a:stretch>
        </p:blipFill>
        <p:spPr>
          <a:xfrm>
            <a:off x="7081422" y="2597943"/>
            <a:ext cx="548482" cy="556407"/>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091" name="Shape 2091"/>
        <p:cNvGrpSpPr/>
        <p:nvPr/>
      </p:nvGrpSpPr>
      <p:grpSpPr>
        <a:xfrm>
          <a:off x="0" y="0"/>
          <a:ext cx="0" cy="0"/>
        </a:xfrm>
      </p:grpSpPr>
      <p:sp>
        <p:nvSpPr>
          <p:cNvPr id="2092" name="Google Shape;2092;p113"/>
          <p:cNvSpPr/>
          <p:nvPr/>
        </p:nvSpPr>
        <p:spPr>
          <a:xfrm>
            <a:off x="365734" y="1265728"/>
            <a:ext cx="5014200" cy="3481500"/>
          </a:xfrm>
          <a:prstGeom prst="rect">
            <a:avLst/>
          </a:prstGeom>
          <a:solidFill>
            <a:srgbClr val="4285F4"/>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093" name="Google Shape;2093;p113"/>
          <p:cNvSpPr/>
          <p:nvPr/>
        </p:nvSpPr>
        <p:spPr>
          <a:xfrm>
            <a:off x="-891036" y="1027484"/>
            <a:ext cx="6425564" cy="4140237"/>
          </a:xfrm>
          <a:custGeom>
            <a:rect l="l" t="t" r="r" b="b"/>
            <a:pathLst>
              <a:path w="300260" h="193469" extrusionOk="0">
                <a:moveTo>
                  <a:pt x="70920" y="84"/>
                </a:moveTo>
                <a:cubicBezTo>
                  <a:pt x="89716" y="-1122"/>
                  <a:pt x="109846" y="11006"/>
                  <a:pt x="130737" y="14943"/>
                </a:cubicBezTo>
                <a:cubicBezTo>
                  <a:pt x="151629" y="18880"/>
                  <a:pt x="181093" y="22119"/>
                  <a:pt x="196269" y="23706"/>
                </a:cubicBezTo>
                <a:cubicBezTo>
                  <a:pt x="211446" y="25294"/>
                  <a:pt x="214176" y="24278"/>
                  <a:pt x="221796" y="24468"/>
                </a:cubicBezTo>
                <a:cubicBezTo>
                  <a:pt x="229416" y="24659"/>
                  <a:pt x="236552" y="23790"/>
                  <a:pt x="241989" y="24849"/>
                </a:cubicBezTo>
                <a:cubicBezTo>
                  <a:pt x="247426" y="25908"/>
                  <a:pt x="249796" y="29354"/>
                  <a:pt x="254419" y="30821"/>
                </a:cubicBezTo>
                <a:cubicBezTo>
                  <a:pt x="259042" y="32288"/>
                  <a:pt x="265456" y="32096"/>
                  <a:pt x="269726" y="33649"/>
                </a:cubicBezTo>
                <a:cubicBezTo>
                  <a:pt x="273996" y="35202"/>
                  <a:pt x="277298" y="37160"/>
                  <a:pt x="280041" y="40138"/>
                </a:cubicBezTo>
                <a:cubicBezTo>
                  <a:pt x="282784" y="43116"/>
                  <a:pt x="285860" y="47908"/>
                  <a:pt x="286185" y="51519"/>
                </a:cubicBezTo>
                <a:cubicBezTo>
                  <a:pt x="286511" y="55130"/>
                  <a:pt x="285233" y="59139"/>
                  <a:pt x="281994" y="61806"/>
                </a:cubicBezTo>
                <a:cubicBezTo>
                  <a:pt x="278756" y="64473"/>
                  <a:pt x="269993" y="66124"/>
                  <a:pt x="266754" y="67521"/>
                </a:cubicBezTo>
                <a:cubicBezTo>
                  <a:pt x="263516" y="68918"/>
                  <a:pt x="265548" y="70950"/>
                  <a:pt x="262563" y="70188"/>
                </a:cubicBezTo>
                <a:cubicBezTo>
                  <a:pt x="259579" y="69426"/>
                  <a:pt x="249927" y="64918"/>
                  <a:pt x="248847" y="62949"/>
                </a:cubicBezTo>
                <a:cubicBezTo>
                  <a:pt x="247768" y="60981"/>
                  <a:pt x="257737" y="59901"/>
                  <a:pt x="256086" y="58377"/>
                </a:cubicBezTo>
                <a:cubicBezTo>
                  <a:pt x="254435" y="56853"/>
                  <a:pt x="244529" y="54059"/>
                  <a:pt x="238941" y="53805"/>
                </a:cubicBezTo>
                <a:cubicBezTo>
                  <a:pt x="233353" y="53551"/>
                  <a:pt x="225479" y="54059"/>
                  <a:pt x="222558" y="56853"/>
                </a:cubicBezTo>
                <a:cubicBezTo>
                  <a:pt x="219637" y="59647"/>
                  <a:pt x="220717" y="66886"/>
                  <a:pt x="221415" y="70569"/>
                </a:cubicBezTo>
                <a:cubicBezTo>
                  <a:pt x="222114" y="74252"/>
                  <a:pt x="225479" y="75903"/>
                  <a:pt x="226749" y="78951"/>
                </a:cubicBezTo>
                <a:cubicBezTo>
                  <a:pt x="228019" y="81999"/>
                  <a:pt x="226559" y="84412"/>
                  <a:pt x="229035" y="88857"/>
                </a:cubicBezTo>
                <a:cubicBezTo>
                  <a:pt x="231512" y="93302"/>
                  <a:pt x="237989" y="101049"/>
                  <a:pt x="241608" y="105621"/>
                </a:cubicBezTo>
                <a:cubicBezTo>
                  <a:pt x="245228" y="110193"/>
                  <a:pt x="246498" y="113622"/>
                  <a:pt x="250752" y="116289"/>
                </a:cubicBezTo>
                <a:cubicBezTo>
                  <a:pt x="255007" y="118956"/>
                  <a:pt x="263643" y="118004"/>
                  <a:pt x="267135" y="121623"/>
                </a:cubicBezTo>
                <a:cubicBezTo>
                  <a:pt x="270628" y="125243"/>
                  <a:pt x="270374" y="132545"/>
                  <a:pt x="271707" y="138006"/>
                </a:cubicBezTo>
                <a:cubicBezTo>
                  <a:pt x="273041" y="143467"/>
                  <a:pt x="273930" y="149881"/>
                  <a:pt x="275136" y="154389"/>
                </a:cubicBezTo>
                <a:cubicBezTo>
                  <a:pt x="276343" y="158898"/>
                  <a:pt x="277549" y="161628"/>
                  <a:pt x="278946" y="165057"/>
                </a:cubicBezTo>
                <a:cubicBezTo>
                  <a:pt x="280343" y="168486"/>
                  <a:pt x="282883" y="171852"/>
                  <a:pt x="283518" y="174963"/>
                </a:cubicBezTo>
                <a:cubicBezTo>
                  <a:pt x="284153" y="178075"/>
                  <a:pt x="321364" y="181567"/>
                  <a:pt x="282756" y="183726"/>
                </a:cubicBezTo>
                <a:cubicBezTo>
                  <a:pt x="244148" y="185885"/>
                  <a:pt x="98733" y="201633"/>
                  <a:pt x="51870" y="187917"/>
                </a:cubicBezTo>
                <a:cubicBezTo>
                  <a:pt x="5007" y="174201"/>
                  <a:pt x="7230" y="129053"/>
                  <a:pt x="1578" y="101430"/>
                </a:cubicBezTo>
                <a:cubicBezTo>
                  <a:pt x="-4073" y="73808"/>
                  <a:pt x="6404" y="39073"/>
                  <a:pt x="17961" y="22182"/>
                </a:cubicBezTo>
                <a:cubicBezTo>
                  <a:pt x="29518" y="5291"/>
                  <a:pt x="52124" y="1291"/>
                  <a:pt x="70920" y="84"/>
                </a:cubicBezTo>
                <a:close/>
              </a:path>
            </a:pathLst>
          </a:custGeom>
          <a:solidFill>
            <a:srgbClr val="D9EAD3"/>
          </a:solidFill>
          <a:ln w="28575" cap="flat" cmpd="sng">
            <a:solidFill>
              <a:srgbClr val="000000"/>
            </a:solidFill>
            <a:prstDash val="solid"/>
            <a:round/>
            <a:headEnd type="none" w="med" len="med"/>
            <a:tailEnd type="none" w="med" len="med"/>
          </a:ln>
        </p:spPr>
        <p:txBody>
          <a:bodyPr/>
          <a:lstStyle/>
          <a:p/>
        </p:txBody>
      </p:sp>
      <p:sp>
        <p:nvSpPr>
          <p:cNvPr id="2094" name="Google Shape;2094;p113"/>
          <p:cNvSpPr/>
          <p:nvPr/>
        </p:nvSpPr>
        <p:spPr>
          <a:xfrm>
            <a:off x="-523026" y="1020496"/>
            <a:ext cx="5760944" cy="3560575"/>
          </a:xfrm>
          <a:custGeom>
            <a:rect l="l" t="t" r="r" b="b"/>
            <a:pathLst>
              <a:path w="269203" h="166382" extrusionOk="0">
                <a:moveTo>
                  <a:pt x="53723" y="411"/>
                </a:moveTo>
                <a:cubicBezTo>
                  <a:pt x="72564" y="-1965"/>
                  <a:pt x="93582" y="6682"/>
                  <a:pt x="113808" y="8251"/>
                </a:cubicBezTo>
                <a:cubicBezTo>
                  <a:pt x="134035" y="9820"/>
                  <a:pt x="158978" y="9561"/>
                  <a:pt x="175082" y="9823"/>
                </a:cubicBezTo>
                <a:cubicBezTo>
                  <a:pt x="191186" y="10085"/>
                  <a:pt x="200351" y="10412"/>
                  <a:pt x="210432" y="9823"/>
                </a:cubicBezTo>
                <a:cubicBezTo>
                  <a:pt x="220514" y="9234"/>
                  <a:pt x="230638" y="3601"/>
                  <a:pt x="235571" y="6287"/>
                </a:cubicBezTo>
                <a:cubicBezTo>
                  <a:pt x="240504" y="8973"/>
                  <a:pt x="236304" y="22218"/>
                  <a:pt x="240032" y="25938"/>
                </a:cubicBezTo>
                <a:cubicBezTo>
                  <a:pt x="243760" y="29658"/>
                  <a:pt x="253367" y="26637"/>
                  <a:pt x="257939" y="28605"/>
                </a:cubicBezTo>
                <a:cubicBezTo>
                  <a:pt x="262511" y="30574"/>
                  <a:pt x="265623" y="33876"/>
                  <a:pt x="267464" y="37749"/>
                </a:cubicBezTo>
                <a:cubicBezTo>
                  <a:pt x="269306" y="41623"/>
                  <a:pt x="269433" y="47782"/>
                  <a:pt x="268988" y="51846"/>
                </a:cubicBezTo>
                <a:cubicBezTo>
                  <a:pt x="268544" y="55910"/>
                  <a:pt x="268036" y="59466"/>
                  <a:pt x="264797" y="62133"/>
                </a:cubicBezTo>
                <a:cubicBezTo>
                  <a:pt x="261559" y="64800"/>
                  <a:pt x="252796" y="66451"/>
                  <a:pt x="249557" y="67848"/>
                </a:cubicBezTo>
                <a:cubicBezTo>
                  <a:pt x="246319" y="69245"/>
                  <a:pt x="248351" y="71277"/>
                  <a:pt x="245366" y="70515"/>
                </a:cubicBezTo>
                <a:cubicBezTo>
                  <a:pt x="242382" y="69753"/>
                  <a:pt x="232730" y="65245"/>
                  <a:pt x="231650" y="63276"/>
                </a:cubicBezTo>
                <a:cubicBezTo>
                  <a:pt x="230571" y="61308"/>
                  <a:pt x="240540" y="60228"/>
                  <a:pt x="238889" y="58704"/>
                </a:cubicBezTo>
                <a:cubicBezTo>
                  <a:pt x="237238" y="57180"/>
                  <a:pt x="227332" y="54386"/>
                  <a:pt x="221744" y="54132"/>
                </a:cubicBezTo>
                <a:cubicBezTo>
                  <a:pt x="216156" y="53878"/>
                  <a:pt x="208282" y="54386"/>
                  <a:pt x="205361" y="57180"/>
                </a:cubicBezTo>
                <a:cubicBezTo>
                  <a:pt x="202440" y="59974"/>
                  <a:pt x="203520" y="67213"/>
                  <a:pt x="204218" y="70896"/>
                </a:cubicBezTo>
                <a:cubicBezTo>
                  <a:pt x="204917" y="74579"/>
                  <a:pt x="208282" y="76230"/>
                  <a:pt x="209552" y="79278"/>
                </a:cubicBezTo>
                <a:cubicBezTo>
                  <a:pt x="210822" y="82326"/>
                  <a:pt x="209362" y="84739"/>
                  <a:pt x="211838" y="89184"/>
                </a:cubicBezTo>
                <a:cubicBezTo>
                  <a:pt x="214315" y="93629"/>
                  <a:pt x="220792" y="101376"/>
                  <a:pt x="224411" y="105948"/>
                </a:cubicBezTo>
                <a:cubicBezTo>
                  <a:pt x="228031" y="110520"/>
                  <a:pt x="229301" y="113949"/>
                  <a:pt x="233555" y="116616"/>
                </a:cubicBezTo>
                <a:cubicBezTo>
                  <a:pt x="237810" y="119283"/>
                  <a:pt x="246446" y="118331"/>
                  <a:pt x="249938" y="121950"/>
                </a:cubicBezTo>
                <a:cubicBezTo>
                  <a:pt x="253431" y="125570"/>
                  <a:pt x="253177" y="132872"/>
                  <a:pt x="254510" y="138333"/>
                </a:cubicBezTo>
                <a:cubicBezTo>
                  <a:pt x="255844" y="143794"/>
                  <a:pt x="257582" y="150041"/>
                  <a:pt x="257939" y="154716"/>
                </a:cubicBezTo>
                <a:cubicBezTo>
                  <a:pt x="258296" y="159391"/>
                  <a:pt x="263065" y="166382"/>
                  <a:pt x="256651" y="166382"/>
                </a:cubicBezTo>
                <a:cubicBezTo>
                  <a:pt x="250238" y="166382"/>
                  <a:pt x="241024" y="155898"/>
                  <a:pt x="219458" y="154716"/>
                </a:cubicBezTo>
                <a:cubicBezTo>
                  <a:pt x="197892" y="153534"/>
                  <a:pt x="150494" y="165107"/>
                  <a:pt x="127256" y="159288"/>
                </a:cubicBezTo>
                <a:cubicBezTo>
                  <a:pt x="104018" y="153469"/>
                  <a:pt x="96856" y="130597"/>
                  <a:pt x="80028" y="119802"/>
                </a:cubicBezTo>
                <a:cubicBezTo>
                  <a:pt x="63201" y="109007"/>
                  <a:pt x="39502" y="110734"/>
                  <a:pt x="26291" y="94518"/>
                </a:cubicBezTo>
                <a:cubicBezTo>
                  <a:pt x="13080" y="78303"/>
                  <a:pt x="-3808" y="38194"/>
                  <a:pt x="764" y="22509"/>
                </a:cubicBezTo>
                <a:cubicBezTo>
                  <a:pt x="5336" y="6825"/>
                  <a:pt x="34882" y="2787"/>
                  <a:pt x="53723" y="411"/>
                </a:cubicBezTo>
                <a:close/>
              </a:path>
            </a:pathLst>
          </a:custGeom>
          <a:solidFill>
            <a:srgbClr val="93C47D"/>
          </a:solidFill>
          <a:ln w="28575" cap="flat" cmpd="sng">
            <a:solidFill>
              <a:srgbClr val="000000"/>
            </a:solidFill>
            <a:prstDash val="solid"/>
            <a:round/>
            <a:headEnd type="none" w="med" len="med"/>
            <a:tailEnd type="none" w="med" len="med"/>
          </a:ln>
        </p:spPr>
        <p:txBody>
          <a:bodyPr/>
          <a:lstStyle/>
          <a:p/>
        </p:txBody>
      </p:sp>
      <p:sp>
        <p:nvSpPr>
          <p:cNvPr id="2095" name="Google Shape;2095;p113"/>
          <p:cNvSpPr/>
          <p:nvPr/>
        </p:nvSpPr>
        <p:spPr>
          <a:xfrm>
            <a:off x="-1103578" y="825255"/>
            <a:ext cx="6598500" cy="44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096" name="Google Shape;2096;p113"/>
          <p:cNvSpPr/>
          <p:nvPr/>
        </p:nvSpPr>
        <p:spPr>
          <a:xfrm>
            <a:off x="-1103578" y="1192369"/>
            <a:ext cx="1469400" cy="3949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097" name="Google Shape;2097;p113"/>
          <p:cNvSpPr/>
          <p:nvPr/>
        </p:nvSpPr>
        <p:spPr>
          <a:xfrm>
            <a:off x="-178185" y="4747201"/>
            <a:ext cx="5764200" cy="98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098" name="Google Shape;2098;p113"/>
          <p:cNvSpPr txBox="1"/>
          <p:nvPr/>
        </p:nvSpPr>
        <p:spPr>
          <a:xfrm>
            <a:off x="422646" y="1314730"/>
            <a:ext cx="8823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2099" name="Google Shape;2099;p113"/>
          <p:cNvSpPr/>
          <p:nvPr/>
        </p:nvSpPr>
        <p:spPr>
          <a:xfrm>
            <a:off x="2013327" y="23906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100" name="Google Shape;2100;p113"/>
          <p:cNvSpPr txBox="1"/>
          <p:nvPr/>
        </p:nvSpPr>
        <p:spPr>
          <a:xfrm>
            <a:off x="492224" y="2424770"/>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2101" name="Google Shape;2101;p113"/>
          <p:cNvCxnSpPr/>
          <p:nvPr/>
        </p:nvCxnSpPr>
        <p:spPr>
          <a:xfrm flipH="1">
            <a:off x="1274441" y="2448979"/>
            <a:ext cx="804600" cy="188700"/>
          </a:xfrm>
          <a:prstGeom prst="straightConnector1">
            <a:avLst/>
          </a:prstGeom>
          <a:noFill/>
          <a:ln w="28575" cap="flat" cmpd="sng">
            <a:solidFill>
              <a:srgbClr val="000000"/>
            </a:solidFill>
            <a:prstDash val="solid"/>
            <a:round/>
            <a:headEnd type="none" w="med" len="med"/>
            <a:tailEnd type="none" w="med" len="med"/>
          </a:ln>
        </p:spPr>
      </p:cxnSp>
      <p:sp>
        <p:nvSpPr>
          <p:cNvPr id="2102" name="Google Shape;2102;p113"/>
          <p:cNvSpPr/>
          <p:nvPr/>
        </p:nvSpPr>
        <p:spPr>
          <a:xfrm rot="-4513154">
            <a:off x="4675837" y="2314398"/>
            <a:ext cx="117591" cy="117591"/>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2103" name="Google Shape;2103;p113"/>
          <p:cNvCxnSpPr/>
          <p:nvPr/>
        </p:nvCxnSpPr>
        <p:spPr>
          <a:xfrm>
            <a:off x="4735999" y="2366451"/>
            <a:ext cx="61200" cy="514500"/>
          </a:xfrm>
          <a:prstGeom prst="straightConnector1">
            <a:avLst/>
          </a:prstGeom>
          <a:noFill/>
          <a:ln w="28575" cap="flat" cmpd="sng">
            <a:solidFill>
              <a:srgbClr val="000000"/>
            </a:solidFill>
            <a:prstDash val="solid"/>
            <a:round/>
            <a:headEnd type="none" w="med" len="med"/>
            <a:tailEnd type="none" w="med" len="med"/>
          </a:ln>
        </p:spPr>
      </p:cxnSp>
      <p:sp>
        <p:nvSpPr>
          <p:cNvPr id="2104" name="Google Shape;2104;p113"/>
          <p:cNvSpPr txBox="1"/>
          <p:nvPr/>
        </p:nvSpPr>
        <p:spPr>
          <a:xfrm>
            <a:off x="4343420" y="2872765"/>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2105" name="Google Shape;2105;p113"/>
          <p:cNvSpPr/>
          <p:nvPr/>
        </p:nvSpPr>
        <p:spPr>
          <a:xfrm>
            <a:off x="3624005" y="3970066"/>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2106" name="Google Shape;2106;p113"/>
          <p:cNvGrpSpPr/>
          <p:nvPr/>
        </p:nvGrpSpPr>
        <p:grpSpPr>
          <a:xfrm flipH="1">
            <a:off x="3669564" y="3932182"/>
            <a:ext cx="1248041" cy="396900"/>
            <a:chOff x="2441679" y="3932182"/>
            <a:chExt cx="1248041" cy="396900"/>
          </a:xfrm>
        </p:grpSpPr>
        <p:sp>
          <p:nvSpPr>
            <p:cNvPr id="2107" name="Google Shape;2107;p113"/>
            <p:cNvSpPr txBox="1"/>
            <p:nvPr/>
          </p:nvSpPr>
          <p:spPr>
            <a:xfrm>
              <a:off x="2441679" y="3932182"/>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2108" name="Google Shape;2108;p113"/>
            <p:cNvCxnSpPr/>
            <p:nvPr/>
          </p:nvCxnSpPr>
          <p:spPr>
            <a:xfrm flipH="1">
              <a:off x="3239420" y="4028393"/>
              <a:ext cx="450300" cy="114300"/>
            </a:xfrm>
            <a:prstGeom prst="straightConnector1">
              <a:avLst/>
            </a:prstGeom>
            <a:noFill/>
            <a:ln w="28575" cap="flat" cmpd="sng">
              <a:solidFill>
                <a:srgbClr val="000000"/>
              </a:solidFill>
              <a:prstDash val="solid"/>
              <a:round/>
              <a:headEnd type="none" w="med" len="med"/>
              <a:tailEnd type="none" w="med" len="med"/>
            </a:ln>
          </p:spPr>
        </p:cxnSp>
      </p:grpSp>
      <p:sp>
        <p:nvSpPr>
          <p:cNvPr id="2109" name="Google Shape;2109;p113"/>
          <p:cNvSpPr/>
          <p:nvPr/>
        </p:nvSpPr>
        <p:spPr>
          <a:xfrm>
            <a:off x="3434917" y="21434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110" name="Google Shape;2110;p113"/>
          <p:cNvSpPr/>
          <p:nvPr/>
        </p:nvSpPr>
        <p:spPr>
          <a:xfrm>
            <a:off x="2753720" y="333695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111" name="Google Shape;2111;p113"/>
          <p:cNvSpPr txBox="1"/>
          <p:nvPr/>
        </p:nvSpPr>
        <p:spPr>
          <a:xfrm>
            <a:off x="4771686" y="4508108"/>
            <a:ext cx="594600" cy="228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10:00</a:t>
            </a:r>
            <a:endParaRPr sz="1600">
              <a:solidFill>
                <a:srgbClr val="FFFFFF"/>
              </a:solidFill>
              <a:latin typeface="Lexend"/>
              <a:ea typeface="Lexend"/>
              <a:cs typeface="Lexend"/>
              <a:sym typeface="Lexend"/>
            </a:endParaRPr>
          </a:p>
        </p:txBody>
      </p:sp>
      <p:sp>
        <p:nvSpPr>
          <p:cNvPr id="2112" name="Google Shape;2112;p113"/>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Analysing extra forecast information</a:t>
            </a:r>
            <a:endParaRPr/>
          </a:p>
        </p:txBody>
      </p:sp>
      <p:cxnSp>
        <p:nvCxnSpPr>
          <p:cNvPr id="2113" name="Google Shape;2113;p113"/>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2114" name="Google Shape;2114;p113"/>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sp>
        <p:nvSpPr>
          <p:cNvPr id="2115" name="Google Shape;2115;p113"/>
          <p:cNvSpPr/>
          <p:nvPr/>
        </p:nvSpPr>
        <p:spPr>
          <a:xfrm>
            <a:off x="1738745" y="400457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2116" name="Google Shape;2116;p113"/>
          <p:cNvCxnSpPr/>
          <p:nvPr/>
        </p:nvCxnSpPr>
        <p:spPr>
          <a:xfrm rot="10800000" flipH="1">
            <a:off x="1550225" y="4065550"/>
            <a:ext cx="240900" cy="172500"/>
          </a:xfrm>
          <a:prstGeom prst="straightConnector1">
            <a:avLst/>
          </a:prstGeom>
          <a:noFill/>
          <a:ln w="28575" cap="flat" cmpd="sng">
            <a:solidFill>
              <a:srgbClr val="000000"/>
            </a:solidFill>
            <a:prstDash val="solid"/>
            <a:round/>
            <a:headEnd type="none" w="med" len="med"/>
            <a:tailEnd type="none" w="med" len="med"/>
          </a:ln>
        </p:spPr>
      </p:cxnSp>
      <p:sp>
        <p:nvSpPr>
          <p:cNvPr id="2117" name="Google Shape;2117;p113"/>
          <p:cNvSpPr txBox="1"/>
          <p:nvPr/>
        </p:nvSpPr>
        <p:spPr>
          <a:xfrm>
            <a:off x="894450" y="4166718"/>
            <a:ext cx="923400" cy="2988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2118" name="Google Shape;2118;p113"/>
          <p:cNvSpPr txBox="1"/>
          <p:nvPr/>
        </p:nvSpPr>
        <p:spPr>
          <a:xfrm>
            <a:off x="6072175" y="1258075"/>
            <a:ext cx="2748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A </a:t>
            </a:r>
            <a:r>
              <a:rPr lang="en-GB" sz="1800">
                <a:solidFill>
                  <a:schemeClr val="accent5"/>
                </a:solidFill>
                <a:latin typeface="Lexend"/>
                <a:ea typeface="Lexend"/>
                <a:cs typeface="Lexend"/>
                <a:sym typeface="Lexend"/>
              </a:rPr>
              <a:t>cold front</a:t>
            </a:r>
            <a:r>
              <a:rPr lang="en-GB" sz="1800">
                <a:latin typeface="Lexend"/>
                <a:ea typeface="Lexend"/>
                <a:cs typeface="Lexend"/>
                <a:sym typeface="Lexend"/>
              </a:rPr>
              <a:t> is shown by a blue line and triangles.</a:t>
            </a:r>
            <a:endParaRPr sz="1800">
              <a:latin typeface="Lexend"/>
              <a:ea typeface="Lexend"/>
              <a:cs typeface="Lexend"/>
              <a:sym typeface="Lexend"/>
            </a:endParaRPr>
          </a:p>
          <a:p>
            <a:pPr marL="0" lvl="0" indent="0" algn="l" rtl="0">
              <a:spcBef>
                <a:spcPts val="1000"/>
              </a:spcBef>
              <a:spcAft>
                <a:spcPts val="1000"/>
              </a:spcAft>
              <a:buNone/>
            </a:pPr>
            <a:r>
              <a:rPr lang="en-GB" sz="1800">
                <a:latin typeface="Lexend"/>
                <a:ea typeface="Lexend"/>
                <a:cs typeface="Lexend"/>
                <a:sym typeface="Lexend"/>
              </a:rPr>
              <a:t>The direction the triangles point in show the direction of dominant cold air that leads to colder temperatures and rainfall.</a:t>
            </a:r>
            <a:endParaRPr sz="1800">
              <a:latin typeface="Lexend"/>
              <a:ea typeface="Lexend"/>
              <a:cs typeface="Lexend"/>
              <a:sym typeface="Lexend"/>
            </a:endParaRPr>
          </a:p>
        </p:txBody>
      </p:sp>
      <p:sp>
        <p:nvSpPr>
          <p:cNvPr id="2119" name="Google Shape;2119;p113"/>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Air pressures of different densities can also influence weather conditions.</a:t>
            </a:r>
            <a:endParaRPr sz="1800">
              <a:latin typeface="Lexend"/>
              <a:ea typeface="Lexend"/>
              <a:cs typeface="Lexend"/>
              <a:sym typeface="Lexend"/>
            </a:endParaRPr>
          </a:p>
        </p:txBody>
      </p:sp>
      <p:sp>
        <p:nvSpPr>
          <p:cNvPr id="2120" name="Google Shape;2120;p113"/>
          <p:cNvSpPr/>
          <p:nvPr/>
        </p:nvSpPr>
        <p:spPr>
          <a:xfrm>
            <a:off x="365734" y="1265728"/>
            <a:ext cx="5014200" cy="34815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2121" name="Google Shape;2121;p113"/>
          <p:cNvGrpSpPr/>
          <p:nvPr/>
        </p:nvGrpSpPr>
        <p:grpSpPr>
          <a:xfrm>
            <a:off x="393275" y="1523948"/>
            <a:ext cx="3409023" cy="3215595"/>
            <a:chOff x="393275" y="1523948"/>
            <a:chExt cx="3409023" cy="3215595"/>
          </a:xfrm>
        </p:grpSpPr>
        <p:sp>
          <p:nvSpPr>
            <p:cNvPr id="2122" name="Google Shape;2122;p113"/>
            <p:cNvSpPr/>
            <p:nvPr/>
          </p:nvSpPr>
          <p:spPr>
            <a:xfrm>
              <a:off x="393275" y="1805843"/>
              <a:ext cx="3152775" cy="2933700"/>
            </a:xfrm>
            <a:custGeom>
              <a:rect l="l" t="t" r="r" b="b"/>
              <a:pathLst>
                <a:path w="126111" h="117348" extrusionOk="0">
                  <a:moveTo>
                    <a:pt x="0" y="2558"/>
                  </a:moveTo>
                  <a:cubicBezTo>
                    <a:pt x="17413" y="3947"/>
                    <a:pt x="83460" y="-8239"/>
                    <a:pt x="104478" y="10893"/>
                  </a:cubicBezTo>
                  <a:cubicBezTo>
                    <a:pt x="125497" y="30025"/>
                    <a:pt x="122506" y="99606"/>
                    <a:pt x="126111" y="117348"/>
                  </a:cubicBezTo>
                </a:path>
              </a:pathLst>
            </a:custGeom>
            <a:noFill/>
            <a:ln w="38100" cap="flat" cmpd="sng">
              <a:solidFill>
                <a:schemeClr val="accent2"/>
              </a:solidFill>
              <a:prstDash val="solid"/>
              <a:round/>
              <a:headEnd type="none" w="med" len="med"/>
              <a:tailEnd type="none" w="med" len="med"/>
            </a:ln>
          </p:spPr>
          <p:txBody>
            <a:bodyPr/>
            <a:lstStyle/>
            <a:p/>
          </p:txBody>
        </p:sp>
        <p:sp>
          <p:nvSpPr>
            <p:cNvPr id="2123" name="Google Shape;2123;p113"/>
            <p:cNvSpPr/>
            <p:nvPr/>
          </p:nvSpPr>
          <p:spPr>
            <a:xfrm>
              <a:off x="1502330" y="1523948"/>
              <a:ext cx="178200" cy="277500"/>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124" name="Google Shape;2124;p113"/>
            <p:cNvSpPr/>
            <p:nvPr/>
          </p:nvSpPr>
          <p:spPr>
            <a:xfrm rot="2585451">
              <a:off x="3005755" y="1832581"/>
              <a:ext cx="178290" cy="277202"/>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125" name="Google Shape;2125;p113"/>
            <p:cNvSpPr/>
            <p:nvPr/>
          </p:nvSpPr>
          <p:spPr>
            <a:xfrm rot="4542422">
              <a:off x="3458032" y="2992387"/>
              <a:ext cx="178629" cy="277440"/>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126" name="Google Shape;2126;p113"/>
            <p:cNvSpPr/>
            <p:nvPr/>
          </p:nvSpPr>
          <p:spPr>
            <a:xfrm rot="5128555">
              <a:off x="3567569" y="4322688"/>
              <a:ext cx="178757" cy="277489"/>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grpSp>
        <p:nvGrpSpPr>
          <p:cNvPr id="2127" name="Google Shape;2127;p113"/>
          <p:cNvGrpSpPr/>
          <p:nvPr/>
        </p:nvGrpSpPr>
        <p:grpSpPr>
          <a:xfrm rot="1458728">
            <a:off x="5305962" y="1420784"/>
            <a:ext cx="736841" cy="1169079"/>
            <a:chOff x="5624850" y="1313375"/>
            <a:chExt cx="736854" cy="1169100"/>
          </a:xfrm>
        </p:grpSpPr>
        <p:cxnSp>
          <p:nvCxnSpPr>
            <p:cNvPr id="2128" name="Google Shape;2128;p113"/>
            <p:cNvCxnSpPr/>
            <p:nvPr/>
          </p:nvCxnSpPr>
          <p:spPr>
            <a:xfrm>
              <a:off x="5624850" y="1313375"/>
              <a:ext cx="618900" cy="1169100"/>
            </a:xfrm>
            <a:prstGeom prst="straightConnector1">
              <a:avLst/>
            </a:prstGeom>
            <a:noFill/>
            <a:ln w="38100" cap="flat" cmpd="sng">
              <a:solidFill>
                <a:schemeClr val="accent2"/>
              </a:solidFill>
              <a:prstDash val="solid"/>
              <a:round/>
              <a:headEnd type="none" w="med" len="med"/>
              <a:tailEnd type="none" w="med" len="med"/>
            </a:ln>
          </p:spPr>
        </p:cxnSp>
        <p:sp>
          <p:nvSpPr>
            <p:cNvPr id="2129" name="Google Shape;2129;p113"/>
            <p:cNvSpPr/>
            <p:nvPr/>
          </p:nvSpPr>
          <p:spPr>
            <a:xfrm rot="3790565">
              <a:off x="5801793" y="1367073"/>
              <a:ext cx="178172" cy="277455"/>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130" name="Google Shape;2130;p113"/>
            <p:cNvSpPr/>
            <p:nvPr/>
          </p:nvSpPr>
          <p:spPr>
            <a:xfrm rot="3790565">
              <a:off x="6108668" y="1954773"/>
              <a:ext cx="178172" cy="277455"/>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grpSp>
        <p:nvGrpSpPr>
          <p:cNvPr id="2131" name="Google Shape;2131;p113"/>
          <p:cNvGrpSpPr/>
          <p:nvPr/>
        </p:nvGrpSpPr>
        <p:grpSpPr>
          <a:xfrm>
            <a:off x="1477885" y="1320642"/>
            <a:ext cx="3735237" cy="2185338"/>
            <a:chOff x="1630285" y="1473042"/>
            <a:chExt cx="3735237" cy="2185338"/>
          </a:xfrm>
        </p:grpSpPr>
        <p:sp>
          <p:nvSpPr>
            <p:cNvPr id="2132" name="Google Shape;2132;p113"/>
            <p:cNvSpPr/>
            <p:nvPr/>
          </p:nvSpPr>
          <p:spPr>
            <a:xfrm>
              <a:off x="1892373" y="175030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17°C</a:t>
              </a:r>
              <a:endParaRPr sz="1800">
                <a:solidFill>
                  <a:srgbClr val="FFFFFF"/>
                </a:solidFill>
                <a:latin typeface="Lexend"/>
                <a:ea typeface="Lexend"/>
                <a:cs typeface="Lexend"/>
                <a:sym typeface="Lexend"/>
              </a:endParaRPr>
            </a:p>
          </p:txBody>
        </p:sp>
        <p:sp>
          <p:nvSpPr>
            <p:cNvPr id="2133" name="Google Shape;2133;p113"/>
            <p:cNvSpPr/>
            <p:nvPr/>
          </p:nvSpPr>
          <p:spPr>
            <a:xfrm>
              <a:off x="3515547" y="33859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12°C</a:t>
              </a:r>
              <a:endParaRPr sz="1800">
                <a:solidFill>
                  <a:srgbClr val="FFFFFF"/>
                </a:solidFill>
                <a:latin typeface="Lexend"/>
                <a:ea typeface="Lexend"/>
                <a:cs typeface="Lexend"/>
                <a:sym typeface="Lexend"/>
              </a:endParaRPr>
            </a:p>
          </p:txBody>
        </p:sp>
        <p:sp>
          <p:nvSpPr>
            <p:cNvPr id="2134" name="Google Shape;2134;p113"/>
            <p:cNvSpPr/>
            <p:nvPr/>
          </p:nvSpPr>
          <p:spPr>
            <a:xfrm>
              <a:off x="4726222" y="171712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9°C</a:t>
              </a:r>
              <a:endParaRPr sz="1800">
                <a:solidFill>
                  <a:srgbClr val="FFFFFF"/>
                </a:solidFill>
                <a:latin typeface="Lexend"/>
                <a:ea typeface="Lexend"/>
                <a:cs typeface="Lexend"/>
                <a:sym typeface="Lexend"/>
              </a:endParaRPr>
            </a:p>
          </p:txBody>
        </p:sp>
        <p:sp>
          <p:nvSpPr>
            <p:cNvPr id="2135" name="Google Shape;2135;p113"/>
            <p:cNvSpPr/>
            <p:nvPr/>
          </p:nvSpPr>
          <p:spPr>
            <a:xfrm>
              <a:off x="3326460" y="1473042"/>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13°C</a:t>
              </a:r>
              <a:endParaRPr sz="1800">
                <a:solidFill>
                  <a:srgbClr val="FFFFFF"/>
                </a:solidFill>
                <a:latin typeface="Lexend"/>
                <a:ea typeface="Lexend"/>
                <a:cs typeface="Lexend"/>
                <a:sym typeface="Lexend"/>
              </a:endParaRPr>
            </a:p>
          </p:txBody>
        </p:sp>
        <p:sp>
          <p:nvSpPr>
            <p:cNvPr id="2136" name="Google Shape;2136;p113"/>
            <p:cNvSpPr/>
            <p:nvPr/>
          </p:nvSpPr>
          <p:spPr>
            <a:xfrm>
              <a:off x="2645260" y="27528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16°C</a:t>
              </a:r>
              <a:endParaRPr sz="1800">
                <a:solidFill>
                  <a:srgbClr val="FFFFFF"/>
                </a:solidFill>
                <a:latin typeface="Lexend"/>
                <a:ea typeface="Lexend"/>
                <a:cs typeface="Lexend"/>
                <a:sym typeface="Lexend"/>
              </a:endParaRPr>
            </a:p>
          </p:txBody>
        </p:sp>
        <p:sp>
          <p:nvSpPr>
            <p:cNvPr id="2137" name="Google Shape;2137;p113"/>
            <p:cNvSpPr/>
            <p:nvPr/>
          </p:nvSpPr>
          <p:spPr>
            <a:xfrm>
              <a:off x="1630285" y="334430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18°C</a:t>
              </a:r>
              <a:endParaRPr sz="1800">
                <a:solidFill>
                  <a:srgbClr val="FFFFFF"/>
                </a:solidFill>
                <a:latin typeface="Lexend"/>
                <a:ea typeface="Lexend"/>
                <a:cs typeface="Lexend"/>
                <a:sym typeface="Lexend"/>
              </a:endParaRPr>
            </a:p>
          </p:txBody>
        </p:sp>
      </p:grpSp>
      <p:pic>
        <p:nvPicPr>
          <p:cNvPr id="2138" name="Google Shape;2138;p113"/>
          <p:cNvPicPr preferRelativeResize="0"/>
          <p:nvPr/>
        </p:nvPicPr>
        <p:blipFill>
          <a:blip r:embed="rId3">
            <a:alphaModFix/>
          </a:blip>
          <a:stretch>
            <a:fillRect/>
          </a:stretch>
        </p:blipFill>
        <p:spPr>
          <a:xfrm>
            <a:off x="2485034" y="2876811"/>
            <a:ext cx="654993" cy="441568"/>
          </a:xfrm>
          <a:prstGeom prst="rect">
            <a:avLst/>
          </a:prstGeom>
          <a:noFill/>
          <a:ln>
            <a:noFill/>
          </a:ln>
        </p:spPr>
      </p:pic>
      <p:pic>
        <p:nvPicPr>
          <p:cNvPr id="2139" name="Google Shape;2139;p113"/>
          <p:cNvPicPr preferRelativeResize="0"/>
          <p:nvPr/>
        </p:nvPicPr>
        <p:blipFill>
          <a:blip r:embed="rId3">
            <a:alphaModFix/>
          </a:blip>
          <a:stretch>
            <a:fillRect/>
          </a:stretch>
        </p:blipFill>
        <p:spPr>
          <a:xfrm>
            <a:off x="1744634" y="1939223"/>
            <a:ext cx="654993" cy="441568"/>
          </a:xfrm>
          <a:prstGeom prst="rect">
            <a:avLst/>
          </a:prstGeom>
          <a:noFill/>
          <a:ln>
            <a:noFill/>
          </a:ln>
        </p:spPr>
      </p:pic>
      <p:pic>
        <p:nvPicPr>
          <p:cNvPr id="2140" name="Google Shape;2140;p113"/>
          <p:cNvPicPr preferRelativeResize="0"/>
          <p:nvPr/>
        </p:nvPicPr>
        <p:blipFill>
          <a:blip r:embed="rId4">
            <a:alphaModFix/>
          </a:blip>
          <a:stretch>
            <a:fillRect/>
          </a:stretch>
        </p:blipFill>
        <p:spPr>
          <a:xfrm>
            <a:off x="3439278" y="1566224"/>
            <a:ext cx="548488" cy="621110"/>
          </a:xfrm>
          <a:prstGeom prst="rect">
            <a:avLst/>
          </a:prstGeom>
          <a:noFill/>
          <a:ln>
            <a:noFill/>
          </a:ln>
        </p:spPr>
      </p:pic>
      <p:pic>
        <p:nvPicPr>
          <p:cNvPr id="2141" name="Google Shape;2141;p113"/>
          <p:cNvPicPr preferRelativeResize="0"/>
          <p:nvPr/>
        </p:nvPicPr>
        <p:blipFill>
          <a:blip r:embed="rId4">
            <a:alphaModFix/>
          </a:blip>
          <a:stretch>
            <a:fillRect/>
          </a:stretch>
        </p:blipFill>
        <p:spPr>
          <a:xfrm>
            <a:off x="3633041" y="3436821"/>
            <a:ext cx="548488" cy="621110"/>
          </a:xfrm>
          <a:prstGeom prst="rect">
            <a:avLst/>
          </a:prstGeom>
          <a:noFill/>
          <a:ln>
            <a:noFill/>
          </a:ln>
        </p:spPr>
      </p:pic>
      <p:pic>
        <p:nvPicPr>
          <p:cNvPr id="2142" name="Google Shape;2142;p113"/>
          <p:cNvPicPr preferRelativeResize="0"/>
          <p:nvPr/>
        </p:nvPicPr>
        <p:blipFill>
          <a:blip r:embed="rId5">
            <a:alphaModFix/>
          </a:blip>
          <a:srcRect b="21869"/>
          <a:stretch>
            <a:fillRect/>
          </a:stretch>
        </p:blipFill>
        <p:spPr>
          <a:xfrm>
            <a:off x="4662775" y="1880273"/>
            <a:ext cx="469400" cy="421075"/>
          </a:xfrm>
          <a:prstGeom prst="rect">
            <a:avLst/>
          </a:prstGeom>
          <a:noFill/>
          <a:ln>
            <a:noFill/>
          </a:ln>
        </p:spPr>
      </p:pic>
      <p:pic>
        <p:nvPicPr>
          <p:cNvPr id="2143" name="Google Shape;2143;p113"/>
          <p:cNvPicPr preferRelativeResize="0"/>
          <p:nvPr/>
        </p:nvPicPr>
        <p:blipFill>
          <a:blip r:embed="rId6">
            <a:alphaModFix/>
          </a:blip>
          <a:stretch>
            <a:fillRect/>
          </a:stretch>
        </p:blipFill>
        <p:spPr>
          <a:xfrm>
            <a:off x="1621797" y="3469168"/>
            <a:ext cx="548482" cy="556407"/>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2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147" name="Shape 2147"/>
        <p:cNvGrpSpPr/>
        <p:nvPr/>
      </p:nvGrpSpPr>
      <p:grpSpPr>
        <a:xfrm>
          <a:off x="0" y="0"/>
          <a:ext cx="0" cy="0"/>
        </a:xfrm>
      </p:grpSpPr>
      <p:sp>
        <p:nvSpPr>
          <p:cNvPr id="2148" name="Google Shape;2148;p114"/>
          <p:cNvSpPr/>
          <p:nvPr/>
        </p:nvSpPr>
        <p:spPr>
          <a:xfrm>
            <a:off x="365734" y="1265728"/>
            <a:ext cx="5014200" cy="3481500"/>
          </a:xfrm>
          <a:prstGeom prst="rect">
            <a:avLst/>
          </a:prstGeom>
          <a:solidFill>
            <a:srgbClr val="4285F4"/>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149" name="Google Shape;2149;p114"/>
          <p:cNvSpPr/>
          <p:nvPr/>
        </p:nvSpPr>
        <p:spPr>
          <a:xfrm>
            <a:off x="-891036" y="1027484"/>
            <a:ext cx="6425564" cy="4140237"/>
          </a:xfrm>
          <a:custGeom>
            <a:rect l="l" t="t" r="r" b="b"/>
            <a:pathLst>
              <a:path w="300260" h="193469" extrusionOk="0">
                <a:moveTo>
                  <a:pt x="70920" y="84"/>
                </a:moveTo>
                <a:cubicBezTo>
                  <a:pt x="89716" y="-1122"/>
                  <a:pt x="109846" y="11006"/>
                  <a:pt x="130737" y="14943"/>
                </a:cubicBezTo>
                <a:cubicBezTo>
                  <a:pt x="151629" y="18880"/>
                  <a:pt x="181093" y="22119"/>
                  <a:pt x="196269" y="23706"/>
                </a:cubicBezTo>
                <a:cubicBezTo>
                  <a:pt x="211446" y="25294"/>
                  <a:pt x="214176" y="24278"/>
                  <a:pt x="221796" y="24468"/>
                </a:cubicBezTo>
                <a:cubicBezTo>
                  <a:pt x="229416" y="24659"/>
                  <a:pt x="236552" y="23790"/>
                  <a:pt x="241989" y="24849"/>
                </a:cubicBezTo>
                <a:cubicBezTo>
                  <a:pt x="247426" y="25908"/>
                  <a:pt x="249796" y="29354"/>
                  <a:pt x="254419" y="30821"/>
                </a:cubicBezTo>
                <a:cubicBezTo>
                  <a:pt x="259042" y="32288"/>
                  <a:pt x="265456" y="32096"/>
                  <a:pt x="269726" y="33649"/>
                </a:cubicBezTo>
                <a:cubicBezTo>
                  <a:pt x="273996" y="35202"/>
                  <a:pt x="277298" y="37160"/>
                  <a:pt x="280041" y="40138"/>
                </a:cubicBezTo>
                <a:cubicBezTo>
                  <a:pt x="282784" y="43116"/>
                  <a:pt x="285860" y="47908"/>
                  <a:pt x="286185" y="51519"/>
                </a:cubicBezTo>
                <a:cubicBezTo>
                  <a:pt x="286511" y="55130"/>
                  <a:pt x="285233" y="59139"/>
                  <a:pt x="281994" y="61806"/>
                </a:cubicBezTo>
                <a:cubicBezTo>
                  <a:pt x="278756" y="64473"/>
                  <a:pt x="269993" y="66124"/>
                  <a:pt x="266754" y="67521"/>
                </a:cubicBezTo>
                <a:cubicBezTo>
                  <a:pt x="263516" y="68918"/>
                  <a:pt x="265548" y="70950"/>
                  <a:pt x="262563" y="70188"/>
                </a:cubicBezTo>
                <a:cubicBezTo>
                  <a:pt x="259579" y="69426"/>
                  <a:pt x="249927" y="64918"/>
                  <a:pt x="248847" y="62949"/>
                </a:cubicBezTo>
                <a:cubicBezTo>
                  <a:pt x="247768" y="60981"/>
                  <a:pt x="257737" y="59901"/>
                  <a:pt x="256086" y="58377"/>
                </a:cubicBezTo>
                <a:cubicBezTo>
                  <a:pt x="254435" y="56853"/>
                  <a:pt x="244529" y="54059"/>
                  <a:pt x="238941" y="53805"/>
                </a:cubicBezTo>
                <a:cubicBezTo>
                  <a:pt x="233353" y="53551"/>
                  <a:pt x="225479" y="54059"/>
                  <a:pt x="222558" y="56853"/>
                </a:cubicBezTo>
                <a:cubicBezTo>
                  <a:pt x="219637" y="59647"/>
                  <a:pt x="220717" y="66886"/>
                  <a:pt x="221415" y="70569"/>
                </a:cubicBezTo>
                <a:cubicBezTo>
                  <a:pt x="222114" y="74252"/>
                  <a:pt x="225479" y="75903"/>
                  <a:pt x="226749" y="78951"/>
                </a:cubicBezTo>
                <a:cubicBezTo>
                  <a:pt x="228019" y="81999"/>
                  <a:pt x="226559" y="84412"/>
                  <a:pt x="229035" y="88857"/>
                </a:cubicBezTo>
                <a:cubicBezTo>
                  <a:pt x="231512" y="93302"/>
                  <a:pt x="237989" y="101049"/>
                  <a:pt x="241608" y="105621"/>
                </a:cubicBezTo>
                <a:cubicBezTo>
                  <a:pt x="245228" y="110193"/>
                  <a:pt x="246498" y="113622"/>
                  <a:pt x="250752" y="116289"/>
                </a:cubicBezTo>
                <a:cubicBezTo>
                  <a:pt x="255007" y="118956"/>
                  <a:pt x="263643" y="118004"/>
                  <a:pt x="267135" y="121623"/>
                </a:cubicBezTo>
                <a:cubicBezTo>
                  <a:pt x="270628" y="125243"/>
                  <a:pt x="270374" y="132545"/>
                  <a:pt x="271707" y="138006"/>
                </a:cubicBezTo>
                <a:cubicBezTo>
                  <a:pt x="273041" y="143467"/>
                  <a:pt x="273930" y="149881"/>
                  <a:pt x="275136" y="154389"/>
                </a:cubicBezTo>
                <a:cubicBezTo>
                  <a:pt x="276343" y="158898"/>
                  <a:pt x="277549" y="161628"/>
                  <a:pt x="278946" y="165057"/>
                </a:cubicBezTo>
                <a:cubicBezTo>
                  <a:pt x="280343" y="168486"/>
                  <a:pt x="282883" y="171852"/>
                  <a:pt x="283518" y="174963"/>
                </a:cubicBezTo>
                <a:cubicBezTo>
                  <a:pt x="284153" y="178075"/>
                  <a:pt x="321364" y="181567"/>
                  <a:pt x="282756" y="183726"/>
                </a:cubicBezTo>
                <a:cubicBezTo>
                  <a:pt x="244148" y="185885"/>
                  <a:pt x="98733" y="201633"/>
                  <a:pt x="51870" y="187917"/>
                </a:cubicBezTo>
                <a:cubicBezTo>
                  <a:pt x="5007" y="174201"/>
                  <a:pt x="7230" y="129053"/>
                  <a:pt x="1578" y="101430"/>
                </a:cubicBezTo>
                <a:cubicBezTo>
                  <a:pt x="-4073" y="73808"/>
                  <a:pt x="6404" y="39073"/>
                  <a:pt x="17961" y="22182"/>
                </a:cubicBezTo>
                <a:cubicBezTo>
                  <a:pt x="29518" y="5291"/>
                  <a:pt x="52124" y="1291"/>
                  <a:pt x="70920" y="84"/>
                </a:cubicBezTo>
                <a:close/>
              </a:path>
            </a:pathLst>
          </a:custGeom>
          <a:solidFill>
            <a:srgbClr val="D9EAD3"/>
          </a:solidFill>
          <a:ln w="28575" cap="flat" cmpd="sng">
            <a:solidFill>
              <a:srgbClr val="000000"/>
            </a:solidFill>
            <a:prstDash val="solid"/>
            <a:round/>
            <a:headEnd type="none" w="med" len="med"/>
            <a:tailEnd type="none" w="med" len="med"/>
          </a:ln>
        </p:spPr>
        <p:txBody>
          <a:bodyPr/>
          <a:lstStyle/>
          <a:p/>
        </p:txBody>
      </p:sp>
      <p:sp>
        <p:nvSpPr>
          <p:cNvPr id="2150" name="Google Shape;2150;p114"/>
          <p:cNvSpPr/>
          <p:nvPr/>
        </p:nvSpPr>
        <p:spPr>
          <a:xfrm>
            <a:off x="-523026" y="1020496"/>
            <a:ext cx="5760944" cy="3560575"/>
          </a:xfrm>
          <a:custGeom>
            <a:rect l="l" t="t" r="r" b="b"/>
            <a:pathLst>
              <a:path w="269203" h="166382" extrusionOk="0">
                <a:moveTo>
                  <a:pt x="53723" y="411"/>
                </a:moveTo>
                <a:cubicBezTo>
                  <a:pt x="72564" y="-1965"/>
                  <a:pt x="93582" y="6682"/>
                  <a:pt x="113808" y="8251"/>
                </a:cubicBezTo>
                <a:cubicBezTo>
                  <a:pt x="134035" y="9820"/>
                  <a:pt x="158978" y="9561"/>
                  <a:pt x="175082" y="9823"/>
                </a:cubicBezTo>
                <a:cubicBezTo>
                  <a:pt x="191186" y="10085"/>
                  <a:pt x="200351" y="10412"/>
                  <a:pt x="210432" y="9823"/>
                </a:cubicBezTo>
                <a:cubicBezTo>
                  <a:pt x="220514" y="9234"/>
                  <a:pt x="230638" y="3601"/>
                  <a:pt x="235571" y="6287"/>
                </a:cubicBezTo>
                <a:cubicBezTo>
                  <a:pt x="240504" y="8973"/>
                  <a:pt x="236304" y="22218"/>
                  <a:pt x="240032" y="25938"/>
                </a:cubicBezTo>
                <a:cubicBezTo>
                  <a:pt x="243760" y="29658"/>
                  <a:pt x="253367" y="26637"/>
                  <a:pt x="257939" y="28605"/>
                </a:cubicBezTo>
                <a:cubicBezTo>
                  <a:pt x="262511" y="30574"/>
                  <a:pt x="265623" y="33876"/>
                  <a:pt x="267464" y="37749"/>
                </a:cubicBezTo>
                <a:cubicBezTo>
                  <a:pt x="269306" y="41623"/>
                  <a:pt x="269433" y="47782"/>
                  <a:pt x="268988" y="51846"/>
                </a:cubicBezTo>
                <a:cubicBezTo>
                  <a:pt x="268544" y="55910"/>
                  <a:pt x="268036" y="59466"/>
                  <a:pt x="264797" y="62133"/>
                </a:cubicBezTo>
                <a:cubicBezTo>
                  <a:pt x="261559" y="64800"/>
                  <a:pt x="252796" y="66451"/>
                  <a:pt x="249557" y="67848"/>
                </a:cubicBezTo>
                <a:cubicBezTo>
                  <a:pt x="246319" y="69245"/>
                  <a:pt x="248351" y="71277"/>
                  <a:pt x="245366" y="70515"/>
                </a:cubicBezTo>
                <a:cubicBezTo>
                  <a:pt x="242382" y="69753"/>
                  <a:pt x="232730" y="65245"/>
                  <a:pt x="231650" y="63276"/>
                </a:cubicBezTo>
                <a:cubicBezTo>
                  <a:pt x="230571" y="61308"/>
                  <a:pt x="240540" y="60228"/>
                  <a:pt x="238889" y="58704"/>
                </a:cubicBezTo>
                <a:cubicBezTo>
                  <a:pt x="237238" y="57180"/>
                  <a:pt x="227332" y="54386"/>
                  <a:pt x="221744" y="54132"/>
                </a:cubicBezTo>
                <a:cubicBezTo>
                  <a:pt x="216156" y="53878"/>
                  <a:pt x="208282" y="54386"/>
                  <a:pt x="205361" y="57180"/>
                </a:cubicBezTo>
                <a:cubicBezTo>
                  <a:pt x="202440" y="59974"/>
                  <a:pt x="203520" y="67213"/>
                  <a:pt x="204218" y="70896"/>
                </a:cubicBezTo>
                <a:cubicBezTo>
                  <a:pt x="204917" y="74579"/>
                  <a:pt x="208282" y="76230"/>
                  <a:pt x="209552" y="79278"/>
                </a:cubicBezTo>
                <a:cubicBezTo>
                  <a:pt x="210822" y="82326"/>
                  <a:pt x="209362" y="84739"/>
                  <a:pt x="211838" y="89184"/>
                </a:cubicBezTo>
                <a:cubicBezTo>
                  <a:pt x="214315" y="93629"/>
                  <a:pt x="220792" y="101376"/>
                  <a:pt x="224411" y="105948"/>
                </a:cubicBezTo>
                <a:cubicBezTo>
                  <a:pt x="228031" y="110520"/>
                  <a:pt x="229301" y="113949"/>
                  <a:pt x="233555" y="116616"/>
                </a:cubicBezTo>
                <a:cubicBezTo>
                  <a:pt x="237810" y="119283"/>
                  <a:pt x="246446" y="118331"/>
                  <a:pt x="249938" y="121950"/>
                </a:cubicBezTo>
                <a:cubicBezTo>
                  <a:pt x="253431" y="125570"/>
                  <a:pt x="253177" y="132872"/>
                  <a:pt x="254510" y="138333"/>
                </a:cubicBezTo>
                <a:cubicBezTo>
                  <a:pt x="255844" y="143794"/>
                  <a:pt x="257582" y="150041"/>
                  <a:pt x="257939" y="154716"/>
                </a:cubicBezTo>
                <a:cubicBezTo>
                  <a:pt x="258296" y="159391"/>
                  <a:pt x="263065" y="166382"/>
                  <a:pt x="256651" y="166382"/>
                </a:cubicBezTo>
                <a:cubicBezTo>
                  <a:pt x="250238" y="166382"/>
                  <a:pt x="241024" y="155898"/>
                  <a:pt x="219458" y="154716"/>
                </a:cubicBezTo>
                <a:cubicBezTo>
                  <a:pt x="197892" y="153534"/>
                  <a:pt x="150494" y="165107"/>
                  <a:pt x="127256" y="159288"/>
                </a:cubicBezTo>
                <a:cubicBezTo>
                  <a:pt x="104018" y="153469"/>
                  <a:pt x="96856" y="130597"/>
                  <a:pt x="80028" y="119802"/>
                </a:cubicBezTo>
                <a:cubicBezTo>
                  <a:pt x="63201" y="109007"/>
                  <a:pt x="39502" y="110734"/>
                  <a:pt x="26291" y="94518"/>
                </a:cubicBezTo>
                <a:cubicBezTo>
                  <a:pt x="13080" y="78303"/>
                  <a:pt x="-3808" y="38194"/>
                  <a:pt x="764" y="22509"/>
                </a:cubicBezTo>
                <a:cubicBezTo>
                  <a:pt x="5336" y="6825"/>
                  <a:pt x="34882" y="2787"/>
                  <a:pt x="53723" y="411"/>
                </a:cubicBezTo>
                <a:close/>
              </a:path>
            </a:pathLst>
          </a:custGeom>
          <a:solidFill>
            <a:srgbClr val="93C47D"/>
          </a:solidFill>
          <a:ln w="28575" cap="flat" cmpd="sng">
            <a:solidFill>
              <a:srgbClr val="000000"/>
            </a:solidFill>
            <a:prstDash val="solid"/>
            <a:round/>
            <a:headEnd type="none" w="med" len="med"/>
            <a:tailEnd type="none" w="med" len="med"/>
          </a:ln>
        </p:spPr>
        <p:txBody>
          <a:bodyPr/>
          <a:lstStyle/>
          <a:p/>
        </p:txBody>
      </p:sp>
      <p:sp>
        <p:nvSpPr>
          <p:cNvPr id="2151" name="Google Shape;2151;p114"/>
          <p:cNvSpPr/>
          <p:nvPr/>
        </p:nvSpPr>
        <p:spPr>
          <a:xfrm>
            <a:off x="-1103578" y="825255"/>
            <a:ext cx="6598500" cy="44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152" name="Google Shape;2152;p114"/>
          <p:cNvSpPr/>
          <p:nvPr/>
        </p:nvSpPr>
        <p:spPr>
          <a:xfrm>
            <a:off x="-1103578" y="1192369"/>
            <a:ext cx="1469400" cy="3949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153" name="Google Shape;2153;p114"/>
          <p:cNvSpPr/>
          <p:nvPr/>
        </p:nvSpPr>
        <p:spPr>
          <a:xfrm>
            <a:off x="-178185" y="4747201"/>
            <a:ext cx="5764200" cy="98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154" name="Google Shape;2154;p114"/>
          <p:cNvSpPr txBox="1"/>
          <p:nvPr/>
        </p:nvSpPr>
        <p:spPr>
          <a:xfrm>
            <a:off x="422646" y="1314730"/>
            <a:ext cx="8823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2155" name="Google Shape;2155;p114"/>
          <p:cNvSpPr/>
          <p:nvPr/>
        </p:nvSpPr>
        <p:spPr>
          <a:xfrm>
            <a:off x="2013327" y="23906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156" name="Google Shape;2156;p114"/>
          <p:cNvSpPr txBox="1"/>
          <p:nvPr/>
        </p:nvSpPr>
        <p:spPr>
          <a:xfrm>
            <a:off x="492224" y="2424770"/>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2157" name="Google Shape;2157;p114"/>
          <p:cNvCxnSpPr/>
          <p:nvPr/>
        </p:nvCxnSpPr>
        <p:spPr>
          <a:xfrm flipH="1">
            <a:off x="1274441" y="2448979"/>
            <a:ext cx="804600" cy="188700"/>
          </a:xfrm>
          <a:prstGeom prst="straightConnector1">
            <a:avLst/>
          </a:prstGeom>
          <a:noFill/>
          <a:ln w="28575" cap="flat" cmpd="sng">
            <a:solidFill>
              <a:srgbClr val="000000"/>
            </a:solidFill>
            <a:prstDash val="solid"/>
            <a:round/>
            <a:headEnd type="none" w="med" len="med"/>
            <a:tailEnd type="none" w="med" len="med"/>
          </a:ln>
        </p:spPr>
      </p:cxnSp>
      <p:sp>
        <p:nvSpPr>
          <p:cNvPr id="2158" name="Google Shape;2158;p114"/>
          <p:cNvSpPr/>
          <p:nvPr/>
        </p:nvSpPr>
        <p:spPr>
          <a:xfrm rot="-4513154">
            <a:off x="4675837" y="2314398"/>
            <a:ext cx="117591" cy="117591"/>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2159" name="Google Shape;2159;p114"/>
          <p:cNvCxnSpPr/>
          <p:nvPr/>
        </p:nvCxnSpPr>
        <p:spPr>
          <a:xfrm>
            <a:off x="4735999" y="2366451"/>
            <a:ext cx="61200" cy="514500"/>
          </a:xfrm>
          <a:prstGeom prst="straightConnector1">
            <a:avLst/>
          </a:prstGeom>
          <a:noFill/>
          <a:ln w="28575" cap="flat" cmpd="sng">
            <a:solidFill>
              <a:srgbClr val="000000"/>
            </a:solidFill>
            <a:prstDash val="solid"/>
            <a:round/>
            <a:headEnd type="none" w="med" len="med"/>
            <a:tailEnd type="none" w="med" len="med"/>
          </a:ln>
        </p:spPr>
      </p:cxnSp>
      <p:sp>
        <p:nvSpPr>
          <p:cNvPr id="2160" name="Google Shape;2160;p114"/>
          <p:cNvSpPr txBox="1"/>
          <p:nvPr/>
        </p:nvSpPr>
        <p:spPr>
          <a:xfrm>
            <a:off x="4343420" y="2872765"/>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2161" name="Google Shape;2161;p114"/>
          <p:cNvSpPr/>
          <p:nvPr/>
        </p:nvSpPr>
        <p:spPr>
          <a:xfrm>
            <a:off x="3624005" y="3970066"/>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2162" name="Google Shape;2162;p114"/>
          <p:cNvGrpSpPr/>
          <p:nvPr/>
        </p:nvGrpSpPr>
        <p:grpSpPr>
          <a:xfrm flipH="1">
            <a:off x="3669564" y="3932182"/>
            <a:ext cx="1248041" cy="396900"/>
            <a:chOff x="2441679" y="3932182"/>
            <a:chExt cx="1248041" cy="396900"/>
          </a:xfrm>
        </p:grpSpPr>
        <p:sp>
          <p:nvSpPr>
            <p:cNvPr id="2163" name="Google Shape;2163;p114"/>
            <p:cNvSpPr txBox="1"/>
            <p:nvPr/>
          </p:nvSpPr>
          <p:spPr>
            <a:xfrm>
              <a:off x="2441679" y="3932182"/>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2164" name="Google Shape;2164;p114"/>
            <p:cNvCxnSpPr/>
            <p:nvPr/>
          </p:nvCxnSpPr>
          <p:spPr>
            <a:xfrm flipH="1">
              <a:off x="3239420" y="4028393"/>
              <a:ext cx="450300" cy="114300"/>
            </a:xfrm>
            <a:prstGeom prst="straightConnector1">
              <a:avLst/>
            </a:prstGeom>
            <a:noFill/>
            <a:ln w="28575" cap="flat" cmpd="sng">
              <a:solidFill>
                <a:srgbClr val="000000"/>
              </a:solidFill>
              <a:prstDash val="solid"/>
              <a:round/>
              <a:headEnd type="none" w="med" len="med"/>
              <a:tailEnd type="none" w="med" len="med"/>
            </a:ln>
          </p:spPr>
        </p:cxnSp>
      </p:grpSp>
      <p:sp>
        <p:nvSpPr>
          <p:cNvPr id="2165" name="Google Shape;2165;p114"/>
          <p:cNvSpPr/>
          <p:nvPr/>
        </p:nvSpPr>
        <p:spPr>
          <a:xfrm>
            <a:off x="3434917" y="21434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166" name="Google Shape;2166;p114"/>
          <p:cNvSpPr/>
          <p:nvPr/>
        </p:nvSpPr>
        <p:spPr>
          <a:xfrm>
            <a:off x="2753720" y="333695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167" name="Google Shape;2167;p114"/>
          <p:cNvSpPr txBox="1"/>
          <p:nvPr/>
        </p:nvSpPr>
        <p:spPr>
          <a:xfrm>
            <a:off x="4771686" y="4508108"/>
            <a:ext cx="594600" cy="228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10:00</a:t>
            </a:r>
            <a:endParaRPr sz="1600">
              <a:solidFill>
                <a:srgbClr val="FFFFFF"/>
              </a:solidFill>
              <a:latin typeface="Lexend"/>
              <a:ea typeface="Lexend"/>
              <a:cs typeface="Lexend"/>
              <a:sym typeface="Lexend"/>
            </a:endParaRPr>
          </a:p>
        </p:txBody>
      </p:sp>
      <p:sp>
        <p:nvSpPr>
          <p:cNvPr id="2168" name="Google Shape;2168;p114"/>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Analysing extra forecast information</a:t>
            </a:r>
            <a:endParaRPr/>
          </a:p>
        </p:txBody>
      </p:sp>
      <p:cxnSp>
        <p:nvCxnSpPr>
          <p:cNvPr id="2169" name="Google Shape;2169;p114"/>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2170" name="Google Shape;2170;p114"/>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sp>
        <p:nvSpPr>
          <p:cNvPr id="2171" name="Google Shape;2171;p114"/>
          <p:cNvSpPr/>
          <p:nvPr/>
        </p:nvSpPr>
        <p:spPr>
          <a:xfrm>
            <a:off x="1738745" y="400457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2172" name="Google Shape;2172;p114"/>
          <p:cNvCxnSpPr/>
          <p:nvPr/>
        </p:nvCxnSpPr>
        <p:spPr>
          <a:xfrm rot="10800000" flipH="1">
            <a:off x="1550225" y="4065550"/>
            <a:ext cx="240900" cy="172500"/>
          </a:xfrm>
          <a:prstGeom prst="straightConnector1">
            <a:avLst/>
          </a:prstGeom>
          <a:noFill/>
          <a:ln w="28575" cap="flat" cmpd="sng">
            <a:solidFill>
              <a:srgbClr val="000000"/>
            </a:solidFill>
            <a:prstDash val="solid"/>
            <a:round/>
            <a:headEnd type="none" w="med" len="med"/>
            <a:tailEnd type="none" w="med" len="med"/>
          </a:ln>
        </p:spPr>
      </p:cxnSp>
      <p:sp>
        <p:nvSpPr>
          <p:cNvPr id="2173" name="Google Shape;2173;p114"/>
          <p:cNvSpPr txBox="1"/>
          <p:nvPr/>
        </p:nvSpPr>
        <p:spPr>
          <a:xfrm>
            <a:off x="894450" y="4166718"/>
            <a:ext cx="923400" cy="2988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2174" name="Google Shape;2174;p114"/>
          <p:cNvSpPr txBox="1"/>
          <p:nvPr/>
        </p:nvSpPr>
        <p:spPr>
          <a:xfrm>
            <a:off x="5693600" y="1258075"/>
            <a:ext cx="31266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Locations influenced by cold fronts are more likely to result in rain.</a:t>
            </a:r>
            <a:endParaRPr sz="1800">
              <a:latin typeface="Lexend"/>
              <a:ea typeface="Lexend"/>
              <a:cs typeface="Lexend"/>
              <a:sym typeface="Lexend"/>
            </a:endParaRPr>
          </a:p>
          <a:p>
            <a:pPr marL="0" lvl="0" indent="0" algn="l" rtl="0">
              <a:spcBef>
                <a:spcPts val="1000"/>
              </a:spcBef>
              <a:spcAft>
                <a:spcPts val="1000"/>
              </a:spcAft>
              <a:buNone/>
            </a:pPr>
            <a:r>
              <a:rPr lang="en-GB" sz="1800">
                <a:latin typeface="Lexend"/>
                <a:ea typeface="Lexend"/>
                <a:cs typeface="Lexend"/>
                <a:sym typeface="Lexend"/>
              </a:rPr>
              <a:t>The “</a:t>
            </a:r>
            <a:r>
              <a:rPr lang="en-GB" sz="1800">
                <a:solidFill>
                  <a:schemeClr val="accent5"/>
                </a:solidFill>
                <a:latin typeface="Lexend"/>
                <a:ea typeface="Lexend"/>
                <a:cs typeface="Lexend"/>
                <a:sym typeface="Lexend"/>
              </a:rPr>
              <a:t>percentage chance of rainfall</a:t>
            </a:r>
            <a:r>
              <a:rPr lang="en-GB" sz="1800">
                <a:latin typeface="Lexend"/>
                <a:ea typeface="Lexend"/>
                <a:cs typeface="Lexend"/>
                <a:sym typeface="Lexend"/>
              </a:rPr>
              <a:t>” can also be shown on a weather map or weather report.</a:t>
            </a:r>
            <a:endParaRPr sz="1800">
              <a:latin typeface="Lexend"/>
              <a:ea typeface="Lexend"/>
              <a:cs typeface="Lexend"/>
              <a:sym typeface="Lexend"/>
            </a:endParaRPr>
          </a:p>
        </p:txBody>
      </p:sp>
      <p:sp>
        <p:nvSpPr>
          <p:cNvPr id="2175" name="Google Shape;2175;p114"/>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Air pressures of different densities can also influence weather conditions.</a:t>
            </a:r>
            <a:endParaRPr sz="1800">
              <a:latin typeface="Lexend"/>
              <a:ea typeface="Lexend"/>
              <a:cs typeface="Lexend"/>
              <a:sym typeface="Lexend"/>
            </a:endParaRPr>
          </a:p>
        </p:txBody>
      </p:sp>
      <p:sp>
        <p:nvSpPr>
          <p:cNvPr id="2176" name="Google Shape;2176;p114"/>
          <p:cNvSpPr/>
          <p:nvPr/>
        </p:nvSpPr>
        <p:spPr>
          <a:xfrm>
            <a:off x="365734" y="1265728"/>
            <a:ext cx="5014200" cy="34815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2177" name="Google Shape;2177;p114"/>
          <p:cNvGrpSpPr/>
          <p:nvPr/>
        </p:nvGrpSpPr>
        <p:grpSpPr>
          <a:xfrm>
            <a:off x="393275" y="1523948"/>
            <a:ext cx="3409023" cy="3215595"/>
            <a:chOff x="393275" y="1523948"/>
            <a:chExt cx="3409023" cy="3215595"/>
          </a:xfrm>
        </p:grpSpPr>
        <p:sp>
          <p:nvSpPr>
            <p:cNvPr id="2178" name="Google Shape;2178;p114"/>
            <p:cNvSpPr/>
            <p:nvPr/>
          </p:nvSpPr>
          <p:spPr>
            <a:xfrm>
              <a:off x="393275" y="1805843"/>
              <a:ext cx="3152775" cy="2933700"/>
            </a:xfrm>
            <a:custGeom>
              <a:rect l="l" t="t" r="r" b="b"/>
              <a:pathLst>
                <a:path w="126111" h="117348" extrusionOk="0">
                  <a:moveTo>
                    <a:pt x="0" y="2558"/>
                  </a:moveTo>
                  <a:cubicBezTo>
                    <a:pt x="17413" y="3947"/>
                    <a:pt x="83460" y="-8239"/>
                    <a:pt x="104478" y="10893"/>
                  </a:cubicBezTo>
                  <a:cubicBezTo>
                    <a:pt x="125497" y="30025"/>
                    <a:pt x="122506" y="99606"/>
                    <a:pt x="126111" y="117348"/>
                  </a:cubicBezTo>
                </a:path>
              </a:pathLst>
            </a:custGeom>
            <a:noFill/>
            <a:ln w="38100" cap="flat" cmpd="sng">
              <a:solidFill>
                <a:schemeClr val="accent2"/>
              </a:solidFill>
              <a:prstDash val="solid"/>
              <a:round/>
              <a:headEnd type="none" w="med" len="med"/>
              <a:tailEnd type="none" w="med" len="med"/>
            </a:ln>
          </p:spPr>
          <p:txBody>
            <a:bodyPr/>
            <a:lstStyle/>
            <a:p/>
          </p:txBody>
        </p:sp>
        <p:sp>
          <p:nvSpPr>
            <p:cNvPr id="2179" name="Google Shape;2179;p114"/>
            <p:cNvSpPr/>
            <p:nvPr/>
          </p:nvSpPr>
          <p:spPr>
            <a:xfrm>
              <a:off x="1502330" y="1523948"/>
              <a:ext cx="178200" cy="277500"/>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180" name="Google Shape;2180;p114"/>
            <p:cNvSpPr/>
            <p:nvPr/>
          </p:nvSpPr>
          <p:spPr>
            <a:xfrm rot="2585451">
              <a:off x="3005755" y="1832581"/>
              <a:ext cx="178290" cy="277202"/>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181" name="Google Shape;2181;p114"/>
            <p:cNvSpPr/>
            <p:nvPr/>
          </p:nvSpPr>
          <p:spPr>
            <a:xfrm rot="4542422">
              <a:off x="3458032" y="2992387"/>
              <a:ext cx="178629" cy="277440"/>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182" name="Google Shape;2182;p114"/>
            <p:cNvSpPr/>
            <p:nvPr/>
          </p:nvSpPr>
          <p:spPr>
            <a:xfrm rot="5128555">
              <a:off x="3567569" y="4322688"/>
              <a:ext cx="178757" cy="277489"/>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grpSp>
        <p:nvGrpSpPr>
          <p:cNvPr id="2183" name="Google Shape;2183;p114"/>
          <p:cNvGrpSpPr/>
          <p:nvPr/>
        </p:nvGrpSpPr>
        <p:grpSpPr>
          <a:xfrm>
            <a:off x="1477875" y="1659390"/>
            <a:ext cx="3817000" cy="2283160"/>
            <a:chOff x="1477875" y="1250885"/>
            <a:chExt cx="3817000" cy="2283160"/>
          </a:xfrm>
        </p:grpSpPr>
        <p:sp>
          <p:nvSpPr>
            <p:cNvPr id="2184" name="Google Shape;2184;p114"/>
            <p:cNvSpPr/>
            <p:nvPr/>
          </p:nvSpPr>
          <p:spPr>
            <a:xfrm>
              <a:off x="1739975" y="1528147"/>
              <a:ext cx="639300" cy="411900"/>
            </a:xfrm>
            <a:prstGeom prst="ellipse">
              <a:avLst/>
            </a:prstGeom>
            <a:solidFill>
              <a:srgbClr val="000000"/>
            </a:solidFill>
            <a:ln w="19050" cap="flat" cmpd="sng">
              <a:solidFill>
                <a:srgbClr val="F3F3F3"/>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700">
                  <a:solidFill>
                    <a:srgbClr val="FFFFFF"/>
                  </a:solidFill>
                  <a:latin typeface="Lexend"/>
                  <a:ea typeface="Lexend"/>
                  <a:cs typeface="Lexend"/>
                  <a:sym typeface="Lexend"/>
                </a:rPr>
                <a:t>15%</a:t>
              </a:r>
              <a:endParaRPr sz="1700">
                <a:solidFill>
                  <a:srgbClr val="FFFFFF"/>
                </a:solidFill>
                <a:latin typeface="Lexend"/>
                <a:ea typeface="Lexend"/>
                <a:cs typeface="Lexend"/>
                <a:sym typeface="Lexend"/>
              </a:endParaRPr>
            </a:p>
          </p:txBody>
        </p:sp>
        <p:sp>
          <p:nvSpPr>
            <p:cNvPr id="2185" name="Google Shape;2185;p114"/>
            <p:cNvSpPr/>
            <p:nvPr/>
          </p:nvSpPr>
          <p:spPr>
            <a:xfrm>
              <a:off x="3363150" y="3108837"/>
              <a:ext cx="639300" cy="411900"/>
            </a:xfrm>
            <a:prstGeom prst="ellipse">
              <a:avLst/>
            </a:prstGeom>
            <a:solidFill>
              <a:srgbClr val="000000"/>
            </a:solidFill>
            <a:ln w="19050" cap="flat" cmpd="sng">
              <a:solidFill>
                <a:srgbClr val="F3F3F3"/>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700">
                  <a:solidFill>
                    <a:srgbClr val="FFFFFF"/>
                  </a:solidFill>
                  <a:latin typeface="Lexend"/>
                  <a:ea typeface="Lexend"/>
                  <a:cs typeface="Lexend"/>
                  <a:sym typeface="Lexend"/>
                </a:rPr>
                <a:t>55%</a:t>
              </a:r>
              <a:endParaRPr sz="1700">
                <a:solidFill>
                  <a:srgbClr val="FFFFFF"/>
                </a:solidFill>
                <a:latin typeface="Lexend"/>
                <a:ea typeface="Lexend"/>
                <a:cs typeface="Lexend"/>
                <a:sym typeface="Lexend"/>
              </a:endParaRPr>
            </a:p>
          </p:txBody>
        </p:sp>
        <p:sp>
          <p:nvSpPr>
            <p:cNvPr id="2186" name="Google Shape;2186;p114"/>
            <p:cNvSpPr/>
            <p:nvPr/>
          </p:nvSpPr>
          <p:spPr>
            <a:xfrm>
              <a:off x="4492075" y="1494975"/>
              <a:ext cx="802800" cy="411900"/>
            </a:xfrm>
            <a:prstGeom prst="ellipse">
              <a:avLst/>
            </a:prstGeom>
            <a:solidFill>
              <a:srgbClr val="000000"/>
            </a:solidFill>
            <a:ln w="19050" cap="flat" cmpd="sng">
              <a:solidFill>
                <a:srgbClr val="F3F3F3"/>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100%</a:t>
              </a:r>
              <a:endParaRPr sz="1600">
                <a:solidFill>
                  <a:srgbClr val="FFFFFF"/>
                </a:solidFill>
                <a:latin typeface="Lexend"/>
                <a:ea typeface="Lexend"/>
                <a:cs typeface="Lexend"/>
                <a:sym typeface="Lexend"/>
              </a:endParaRPr>
            </a:p>
          </p:txBody>
        </p:sp>
        <p:sp>
          <p:nvSpPr>
            <p:cNvPr id="2187" name="Google Shape;2187;p114"/>
            <p:cNvSpPr/>
            <p:nvPr/>
          </p:nvSpPr>
          <p:spPr>
            <a:xfrm>
              <a:off x="3174050" y="1250885"/>
              <a:ext cx="639300" cy="411900"/>
            </a:xfrm>
            <a:prstGeom prst="ellipse">
              <a:avLst/>
            </a:prstGeom>
            <a:solidFill>
              <a:srgbClr val="000000"/>
            </a:solidFill>
            <a:ln w="19050" cap="flat" cmpd="sng">
              <a:solidFill>
                <a:srgbClr val="F3F3F3"/>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700">
                  <a:solidFill>
                    <a:srgbClr val="FFFFFF"/>
                  </a:solidFill>
                  <a:latin typeface="Lexend"/>
                  <a:ea typeface="Lexend"/>
                  <a:cs typeface="Lexend"/>
                  <a:sym typeface="Lexend"/>
                </a:rPr>
                <a:t>60%</a:t>
              </a:r>
              <a:endParaRPr sz="1700">
                <a:solidFill>
                  <a:srgbClr val="FFFFFF"/>
                </a:solidFill>
                <a:latin typeface="Lexend"/>
                <a:ea typeface="Lexend"/>
                <a:cs typeface="Lexend"/>
                <a:sym typeface="Lexend"/>
              </a:endParaRPr>
            </a:p>
          </p:txBody>
        </p:sp>
        <p:sp>
          <p:nvSpPr>
            <p:cNvPr id="2188" name="Google Shape;2188;p114"/>
            <p:cNvSpPr/>
            <p:nvPr/>
          </p:nvSpPr>
          <p:spPr>
            <a:xfrm>
              <a:off x="2492850" y="2475711"/>
              <a:ext cx="639300" cy="411900"/>
            </a:xfrm>
            <a:prstGeom prst="ellipse">
              <a:avLst/>
            </a:prstGeom>
            <a:solidFill>
              <a:srgbClr val="000000"/>
            </a:solidFill>
            <a:ln w="19050" cap="flat" cmpd="sng">
              <a:solidFill>
                <a:srgbClr val="F3F3F3"/>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700">
                  <a:solidFill>
                    <a:srgbClr val="FFFFFF"/>
                  </a:solidFill>
                  <a:latin typeface="Lexend"/>
                  <a:ea typeface="Lexend"/>
                  <a:cs typeface="Lexend"/>
                  <a:sym typeface="Lexend"/>
                </a:rPr>
                <a:t>10%</a:t>
              </a:r>
              <a:endParaRPr sz="1700">
                <a:solidFill>
                  <a:srgbClr val="FFFFFF"/>
                </a:solidFill>
                <a:latin typeface="Lexend"/>
                <a:ea typeface="Lexend"/>
                <a:cs typeface="Lexend"/>
                <a:sym typeface="Lexend"/>
              </a:endParaRPr>
            </a:p>
          </p:txBody>
        </p:sp>
        <p:sp>
          <p:nvSpPr>
            <p:cNvPr id="2189" name="Google Shape;2189;p114"/>
            <p:cNvSpPr/>
            <p:nvPr/>
          </p:nvSpPr>
          <p:spPr>
            <a:xfrm>
              <a:off x="1477875" y="3122145"/>
              <a:ext cx="714600" cy="411900"/>
            </a:xfrm>
            <a:prstGeom prst="ellipse">
              <a:avLst/>
            </a:prstGeom>
            <a:solidFill>
              <a:srgbClr val="000000"/>
            </a:solidFill>
            <a:ln w="19050" cap="flat" cmpd="sng">
              <a:solidFill>
                <a:srgbClr val="F3F3F3"/>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&lt;</a:t>
              </a:r>
              <a:r>
                <a:rPr lang="en-GB" sz="800">
                  <a:solidFill>
                    <a:srgbClr val="FFFFFF"/>
                  </a:solidFill>
                  <a:latin typeface="Lexend"/>
                  <a:ea typeface="Lexend"/>
                  <a:cs typeface="Lexend"/>
                  <a:sym typeface="Lexend"/>
                </a:rPr>
                <a:t> </a:t>
              </a:r>
              <a:r>
                <a:rPr lang="en-GB" sz="1600">
                  <a:solidFill>
                    <a:srgbClr val="FFFFFF"/>
                  </a:solidFill>
                  <a:latin typeface="Lexend"/>
                  <a:ea typeface="Lexend"/>
                  <a:cs typeface="Lexend"/>
                  <a:sym typeface="Lexend"/>
                </a:rPr>
                <a:t>5%</a:t>
              </a:r>
              <a:endParaRPr sz="1600">
                <a:solidFill>
                  <a:srgbClr val="FFFFFF"/>
                </a:solidFill>
                <a:latin typeface="Lexend"/>
                <a:ea typeface="Lexend"/>
                <a:cs typeface="Lexend"/>
                <a:sym typeface="Lexend"/>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193" name="Shape 2193"/>
        <p:cNvGrpSpPr/>
        <p:nvPr/>
      </p:nvGrpSpPr>
      <p:grpSpPr>
        <a:xfrm>
          <a:off x="0" y="0"/>
          <a:ext cx="0" cy="0"/>
        </a:xfrm>
      </p:grpSpPr>
      <p:sp>
        <p:nvSpPr>
          <p:cNvPr id="2194" name="Google Shape;2194;p115"/>
          <p:cNvSpPr/>
          <p:nvPr/>
        </p:nvSpPr>
        <p:spPr>
          <a:xfrm>
            <a:off x="365734" y="1265728"/>
            <a:ext cx="5014200" cy="3481500"/>
          </a:xfrm>
          <a:prstGeom prst="rect">
            <a:avLst/>
          </a:prstGeom>
          <a:solidFill>
            <a:srgbClr val="4285F4"/>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195" name="Google Shape;2195;p115"/>
          <p:cNvSpPr/>
          <p:nvPr/>
        </p:nvSpPr>
        <p:spPr>
          <a:xfrm>
            <a:off x="-891036" y="1027484"/>
            <a:ext cx="6425564" cy="4140237"/>
          </a:xfrm>
          <a:custGeom>
            <a:rect l="l" t="t" r="r" b="b"/>
            <a:pathLst>
              <a:path w="300260" h="193469" extrusionOk="0">
                <a:moveTo>
                  <a:pt x="70920" y="84"/>
                </a:moveTo>
                <a:cubicBezTo>
                  <a:pt x="89716" y="-1122"/>
                  <a:pt x="109846" y="11006"/>
                  <a:pt x="130737" y="14943"/>
                </a:cubicBezTo>
                <a:cubicBezTo>
                  <a:pt x="151629" y="18880"/>
                  <a:pt x="181093" y="22119"/>
                  <a:pt x="196269" y="23706"/>
                </a:cubicBezTo>
                <a:cubicBezTo>
                  <a:pt x="211446" y="25294"/>
                  <a:pt x="214176" y="24278"/>
                  <a:pt x="221796" y="24468"/>
                </a:cubicBezTo>
                <a:cubicBezTo>
                  <a:pt x="229416" y="24659"/>
                  <a:pt x="236552" y="23790"/>
                  <a:pt x="241989" y="24849"/>
                </a:cubicBezTo>
                <a:cubicBezTo>
                  <a:pt x="247426" y="25908"/>
                  <a:pt x="249796" y="29354"/>
                  <a:pt x="254419" y="30821"/>
                </a:cubicBezTo>
                <a:cubicBezTo>
                  <a:pt x="259042" y="32288"/>
                  <a:pt x="265456" y="32096"/>
                  <a:pt x="269726" y="33649"/>
                </a:cubicBezTo>
                <a:cubicBezTo>
                  <a:pt x="273996" y="35202"/>
                  <a:pt x="277298" y="37160"/>
                  <a:pt x="280041" y="40138"/>
                </a:cubicBezTo>
                <a:cubicBezTo>
                  <a:pt x="282784" y="43116"/>
                  <a:pt x="285860" y="47908"/>
                  <a:pt x="286185" y="51519"/>
                </a:cubicBezTo>
                <a:cubicBezTo>
                  <a:pt x="286511" y="55130"/>
                  <a:pt x="285233" y="59139"/>
                  <a:pt x="281994" y="61806"/>
                </a:cubicBezTo>
                <a:cubicBezTo>
                  <a:pt x="278756" y="64473"/>
                  <a:pt x="269993" y="66124"/>
                  <a:pt x="266754" y="67521"/>
                </a:cubicBezTo>
                <a:cubicBezTo>
                  <a:pt x="263516" y="68918"/>
                  <a:pt x="265548" y="70950"/>
                  <a:pt x="262563" y="70188"/>
                </a:cubicBezTo>
                <a:cubicBezTo>
                  <a:pt x="259579" y="69426"/>
                  <a:pt x="249927" y="64918"/>
                  <a:pt x="248847" y="62949"/>
                </a:cubicBezTo>
                <a:cubicBezTo>
                  <a:pt x="247768" y="60981"/>
                  <a:pt x="257737" y="59901"/>
                  <a:pt x="256086" y="58377"/>
                </a:cubicBezTo>
                <a:cubicBezTo>
                  <a:pt x="254435" y="56853"/>
                  <a:pt x="244529" y="54059"/>
                  <a:pt x="238941" y="53805"/>
                </a:cubicBezTo>
                <a:cubicBezTo>
                  <a:pt x="233353" y="53551"/>
                  <a:pt x="225479" y="54059"/>
                  <a:pt x="222558" y="56853"/>
                </a:cubicBezTo>
                <a:cubicBezTo>
                  <a:pt x="219637" y="59647"/>
                  <a:pt x="220717" y="66886"/>
                  <a:pt x="221415" y="70569"/>
                </a:cubicBezTo>
                <a:cubicBezTo>
                  <a:pt x="222114" y="74252"/>
                  <a:pt x="225479" y="75903"/>
                  <a:pt x="226749" y="78951"/>
                </a:cubicBezTo>
                <a:cubicBezTo>
                  <a:pt x="228019" y="81999"/>
                  <a:pt x="226559" y="84412"/>
                  <a:pt x="229035" y="88857"/>
                </a:cubicBezTo>
                <a:cubicBezTo>
                  <a:pt x="231512" y="93302"/>
                  <a:pt x="237989" y="101049"/>
                  <a:pt x="241608" y="105621"/>
                </a:cubicBezTo>
                <a:cubicBezTo>
                  <a:pt x="245228" y="110193"/>
                  <a:pt x="246498" y="113622"/>
                  <a:pt x="250752" y="116289"/>
                </a:cubicBezTo>
                <a:cubicBezTo>
                  <a:pt x="255007" y="118956"/>
                  <a:pt x="263643" y="118004"/>
                  <a:pt x="267135" y="121623"/>
                </a:cubicBezTo>
                <a:cubicBezTo>
                  <a:pt x="270628" y="125243"/>
                  <a:pt x="270374" y="132545"/>
                  <a:pt x="271707" y="138006"/>
                </a:cubicBezTo>
                <a:cubicBezTo>
                  <a:pt x="273041" y="143467"/>
                  <a:pt x="273930" y="149881"/>
                  <a:pt x="275136" y="154389"/>
                </a:cubicBezTo>
                <a:cubicBezTo>
                  <a:pt x="276343" y="158898"/>
                  <a:pt x="277549" y="161628"/>
                  <a:pt x="278946" y="165057"/>
                </a:cubicBezTo>
                <a:cubicBezTo>
                  <a:pt x="280343" y="168486"/>
                  <a:pt x="282883" y="171852"/>
                  <a:pt x="283518" y="174963"/>
                </a:cubicBezTo>
                <a:cubicBezTo>
                  <a:pt x="284153" y="178075"/>
                  <a:pt x="321364" y="181567"/>
                  <a:pt x="282756" y="183726"/>
                </a:cubicBezTo>
                <a:cubicBezTo>
                  <a:pt x="244148" y="185885"/>
                  <a:pt x="98733" y="201633"/>
                  <a:pt x="51870" y="187917"/>
                </a:cubicBezTo>
                <a:cubicBezTo>
                  <a:pt x="5007" y="174201"/>
                  <a:pt x="7230" y="129053"/>
                  <a:pt x="1578" y="101430"/>
                </a:cubicBezTo>
                <a:cubicBezTo>
                  <a:pt x="-4073" y="73808"/>
                  <a:pt x="6404" y="39073"/>
                  <a:pt x="17961" y="22182"/>
                </a:cubicBezTo>
                <a:cubicBezTo>
                  <a:pt x="29518" y="5291"/>
                  <a:pt x="52124" y="1291"/>
                  <a:pt x="70920" y="84"/>
                </a:cubicBezTo>
                <a:close/>
              </a:path>
            </a:pathLst>
          </a:custGeom>
          <a:solidFill>
            <a:srgbClr val="D9EAD3"/>
          </a:solidFill>
          <a:ln w="28575" cap="flat" cmpd="sng">
            <a:solidFill>
              <a:srgbClr val="000000"/>
            </a:solidFill>
            <a:prstDash val="solid"/>
            <a:round/>
            <a:headEnd type="none" w="med" len="med"/>
            <a:tailEnd type="none" w="med" len="med"/>
          </a:ln>
        </p:spPr>
        <p:txBody>
          <a:bodyPr/>
          <a:lstStyle/>
          <a:p/>
        </p:txBody>
      </p:sp>
      <p:sp>
        <p:nvSpPr>
          <p:cNvPr id="2196" name="Google Shape;2196;p115"/>
          <p:cNvSpPr/>
          <p:nvPr/>
        </p:nvSpPr>
        <p:spPr>
          <a:xfrm>
            <a:off x="-523026" y="1020496"/>
            <a:ext cx="5760944" cy="3560575"/>
          </a:xfrm>
          <a:custGeom>
            <a:rect l="l" t="t" r="r" b="b"/>
            <a:pathLst>
              <a:path w="269203" h="166382" extrusionOk="0">
                <a:moveTo>
                  <a:pt x="53723" y="411"/>
                </a:moveTo>
                <a:cubicBezTo>
                  <a:pt x="72564" y="-1965"/>
                  <a:pt x="93582" y="6682"/>
                  <a:pt x="113808" y="8251"/>
                </a:cubicBezTo>
                <a:cubicBezTo>
                  <a:pt x="134035" y="9820"/>
                  <a:pt x="158978" y="9561"/>
                  <a:pt x="175082" y="9823"/>
                </a:cubicBezTo>
                <a:cubicBezTo>
                  <a:pt x="191186" y="10085"/>
                  <a:pt x="200351" y="10412"/>
                  <a:pt x="210432" y="9823"/>
                </a:cubicBezTo>
                <a:cubicBezTo>
                  <a:pt x="220514" y="9234"/>
                  <a:pt x="230638" y="3601"/>
                  <a:pt x="235571" y="6287"/>
                </a:cubicBezTo>
                <a:cubicBezTo>
                  <a:pt x="240504" y="8973"/>
                  <a:pt x="236304" y="22218"/>
                  <a:pt x="240032" y="25938"/>
                </a:cubicBezTo>
                <a:cubicBezTo>
                  <a:pt x="243760" y="29658"/>
                  <a:pt x="253367" y="26637"/>
                  <a:pt x="257939" y="28605"/>
                </a:cubicBezTo>
                <a:cubicBezTo>
                  <a:pt x="262511" y="30574"/>
                  <a:pt x="265623" y="33876"/>
                  <a:pt x="267464" y="37749"/>
                </a:cubicBezTo>
                <a:cubicBezTo>
                  <a:pt x="269306" y="41623"/>
                  <a:pt x="269433" y="47782"/>
                  <a:pt x="268988" y="51846"/>
                </a:cubicBezTo>
                <a:cubicBezTo>
                  <a:pt x="268544" y="55910"/>
                  <a:pt x="268036" y="59466"/>
                  <a:pt x="264797" y="62133"/>
                </a:cubicBezTo>
                <a:cubicBezTo>
                  <a:pt x="261559" y="64800"/>
                  <a:pt x="252796" y="66451"/>
                  <a:pt x="249557" y="67848"/>
                </a:cubicBezTo>
                <a:cubicBezTo>
                  <a:pt x="246319" y="69245"/>
                  <a:pt x="248351" y="71277"/>
                  <a:pt x="245366" y="70515"/>
                </a:cubicBezTo>
                <a:cubicBezTo>
                  <a:pt x="242382" y="69753"/>
                  <a:pt x="232730" y="65245"/>
                  <a:pt x="231650" y="63276"/>
                </a:cubicBezTo>
                <a:cubicBezTo>
                  <a:pt x="230571" y="61308"/>
                  <a:pt x="240540" y="60228"/>
                  <a:pt x="238889" y="58704"/>
                </a:cubicBezTo>
                <a:cubicBezTo>
                  <a:pt x="237238" y="57180"/>
                  <a:pt x="227332" y="54386"/>
                  <a:pt x="221744" y="54132"/>
                </a:cubicBezTo>
                <a:cubicBezTo>
                  <a:pt x="216156" y="53878"/>
                  <a:pt x="208282" y="54386"/>
                  <a:pt x="205361" y="57180"/>
                </a:cubicBezTo>
                <a:cubicBezTo>
                  <a:pt x="202440" y="59974"/>
                  <a:pt x="203520" y="67213"/>
                  <a:pt x="204218" y="70896"/>
                </a:cubicBezTo>
                <a:cubicBezTo>
                  <a:pt x="204917" y="74579"/>
                  <a:pt x="208282" y="76230"/>
                  <a:pt x="209552" y="79278"/>
                </a:cubicBezTo>
                <a:cubicBezTo>
                  <a:pt x="210822" y="82326"/>
                  <a:pt x="209362" y="84739"/>
                  <a:pt x="211838" y="89184"/>
                </a:cubicBezTo>
                <a:cubicBezTo>
                  <a:pt x="214315" y="93629"/>
                  <a:pt x="220792" y="101376"/>
                  <a:pt x="224411" y="105948"/>
                </a:cubicBezTo>
                <a:cubicBezTo>
                  <a:pt x="228031" y="110520"/>
                  <a:pt x="229301" y="113949"/>
                  <a:pt x="233555" y="116616"/>
                </a:cubicBezTo>
                <a:cubicBezTo>
                  <a:pt x="237810" y="119283"/>
                  <a:pt x="246446" y="118331"/>
                  <a:pt x="249938" y="121950"/>
                </a:cubicBezTo>
                <a:cubicBezTo>
                  <a:pt x="253431" y="125570"/>
                  <a:pt x="253177" y="132872"/>
                  <a:pt x="254510" y="138333"/>
                </a:cubicBezTo>
                <a:cubicBezTo>
                  <a:pt x="255844" y="143794"/>
                  <a:pt x="257582" y="150041"/>
                  <a:pt x="257939" y="154716"/>
                </a:cubicBezTo>
                <a:cubicBezTo>
                  <a:pt x="258296" y="159391"/>
                  <a:pt x="263065" y="166382"/>
                  <a:pt x="256651" y="166382"/>
                </a:cubicBezTo>
                <a:cubicBezTo>
                  <a:pt x="250238" y="166382"/>
                  <a:pt x="241024" y="155898"/>
                  <a:pt x="219458" y="154716"/>
                </a:cubicBezTo>
                <a:cubicBezTo>
                  <a:pt x="197892" y="153534"/>
                  <a:pt x="150494" y="165107"/>
                  <a:pt x="127256" y="159288"/>
                </a:cubicBezTo>
                <a:cubicBezTo>
                  <a:pt x="104018" y="153469"/>
                  <a:pt x="96856" y="130597"/>
                  <a:pt x="80028" y="119802"/>
                </a:cubicBezTo>
                <a:cubicBezTo>
                  <a:pt x="63201" y="109007"/>
                  <a:pt x="39502" y="110734"/>
                  <a:pt x="26291" y="94518"/>
                </a:cubicBezTo>
                <a:cubicBezTo>
                  <a:pt x="13080" y="78303"/>
                  <a:pt x="-3808" y="38194"/>
                  <a:pt x="764" y="22509"/>
                </a:cubicBezTo>
                <a:cubicBezTo>
                  <a:pt x="5336" y="6825"/>
                  <a:pt x="34882" y="2787"/>
                  <a:pt x="53723" y="411"/>
                </a:cubicBezTo>
                <a:close/>
              </a:path>
            </a:pathLst>
          </a:custGeom>
          <a:solidFill>
            <a:srgbClr val="93C47D"/>
          </a:solidFill>
          <a:ln w="28575" cap="flat" cmpd="sng">
            <a:solidFill>
              <a:srgbClr val="000000"/>
            </a:solidFill>
            <a:prstDash val="solid"/>
            <a:round/>
            <a:headEnd type="none" w="med" len="med"/>
            <a:tailEnd type="none" w="med" len="med"/>
          </a:ln>
        </p:spPr>
        <p:txBody>
          <a:bodyPr/>
          <a:lstStyle/>
          <a:p/>
        </p:txBody>
      </p:sp>
      <p:sp>
        <p:nvSpPr>
          <p:cNvPr id="2197" name="Google Shape;2197;p115"/>
          <p:cNvSpPr/>
          <p:nvPr/>
        </p:nvSpPr>
        <p:spPr>
          <a:xfrm>
            <a:off x="-1103578" y="825255"/>
            <a:ext cx="6598500" cy="44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198" name="Google Shape;2198;p115"/>
          <p:cNvSpPr/>
          <p:nvPr/>
        </p:nvSpPr>
        <p:spPr>
          <a:xfrm>
            <a:off x="-1103578" y="1192369"/>
            <a:ext cx="1469400" cy="3949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199" name="Google Shape;2199;p115"/>
          <p:cNvSpPr/>
          <p:nvPr/>
        </p:nvSpPr>
        <p:spPr>
          <a:xfrm>
            <a:off x="-178185" y="4747201"/>
            <a:ext cx="5764200" cy="980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200" name="Google Shape;2200;p115"/>
          <p:cNvSpPr txBox="1"/>
          <p:nvPr/>
        </p:nvSpPr>
        <p:spPr>
          <a:xfrm>
            <a:off x="422646" y="1314730"/>
            <a:ext cx="8823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2201" name="Google Shape;2201;p115"/>
          <p:cNvSpPr/>
          <p:nvPr/>
        </p:nvSpPr>
        <p:spPr>
          <a:xfrm>
            <a:off x="2013327" y="23906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202" name="Google Shape;2202;p115"/>
          <p:cNvSpPr txBox="1"/>
          <p:nvPr/>
        </p:nvSpPr>
        <p:spPr>
          <a:xfrm>
            <a:off x="492224" y="2424770"/>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2203" name="Google Shape;2203;p115"/>
          <p:cNvCxnSpPr/>
          <p:nvPr/>
        </p:nvCxnSpPr>
        <p:spPr>
          <a:xfrm flipH="1">
            <a:off x="1274441" y="2448979"/>
            <a:ext cx="804600" cy="188700"/>
          </a:xfrm>
          <a:prstGeom prst="straightConnector1">
            <a:avLst/>
          </a:prstGeom>
          <a:noFill/>
          <a:ln w="28575" cap="flat" cmpd="sng">
            <a:solidFill>
              <a:srgbClr val="000000"/>
            </a:solidFill>
            <a:prstDash val="solid"/>
            <a:round/>
            <a:headEnd type="none" w="med" len="med"/>
            <a:tailEnd type="none" w="med" len="med"/>
          </a:ln>
        </p:spPr>
      </p:cxnSp>
      <p:sp>
        <p:nvSpPr>
          <p:cNvPr id="2204" name="Google Shape;2204;p115"/>
          <p:cNvSpPr/>
          <p:nvPr/>
        </p:nvSpPr>
        <p:spPr>
          <a:xfrm rot="-4513154">
            <a:off x="4675837" y="2314398"/>
            <a:ext cx="117591" cy="117591"/>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2205" name="Google Shape;2205;p115"/>
          <p:cNvCxnSpPr/>
          <p:nvPr/>
        </p:nvCxnSpPr>
        <p:spPr>
          <a:xfrm>
            <a:off x="4735999" y="2366451"/>
            <a:ext cx="61200" cy="514500"/>
          </a:xfrm>
          <a:prstGeom prst="straightConnector1">
            <a:avLst/>
          </a:prstGeom>
          <a:noFill/>
          <a:ln w="28575" cap="flat" cmpd="sng">
            <a:solidFill>
              <a:srgbClr val="000000"/>
            </a:solidFill>
            <a:prstDash val="solid"/>
            <a:round/>
            <a:headEnd type="none" w="med" len="med"/>
            <a:tailEnd type="none" w="med" len="med"/>
          </a:ln>
        </p:spPr>
      </p:cxnSp>
      <p:sp>
        <p:nvSpPr>
          <p:cNvPr id="2206" name="Google Shape;2206;p115"/>
          <p:cNvSpPr txBox="1"/>
          <p:nvPr/>
        </p:nvSpPr>
        <p:spPr>
          <a:xfrm>
            <a:off x="4343420" y="2872765"/>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2207" name="Google Shape;2207;p115"/>
          <p:cNvSpPr/>
          <p:nvPr/>
        </p:nvSpPr>
        <p:spPr>
          <a:xfrm>
            <a:off x="3624005" y="3970066"/>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2208" name="Google Shape;2208;p115"/>
          <p:cNvGrpSpPr/>
          <p:nvPr/>
        </p:nvGrpSpPr>
        <p:grpSpPr>
          <a:xfrm flipH="1">
            <a:off x="3669564" y="3932182"/>
            <a:ext cx="1248041" cy="396900"/>
            <a:chOff x="2441679" y="3932182"/>
            <a:chExt cx="1248041" cy="396900"/>
          </a:xfrm>
        </p:grpSpPr>
        <p:sp>
          <p:nvSpPr>
            <p:cNvPr id="2209" name="Google Shape;2209;p115"/>
            <p:cNvSpPr txBox="1"/>
            <p:nvPr/>
          </p:nvSpPr>
          <p:spPr>
            <a:xfrm>
              <a:off x="2441679" y="3932182"/>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2210" name="Google Shape;2210;p115"/>
            <p:cNvCxnSpPr/>
            <p:nvPr/>
          </p:nvCxnSpPr>
          <p:spPr>
            <a:xfrm flipH="1">
              <a:off x="3239420" y="4028393"/>
              <a:ext cx="450300" cy="114300"/>
            </a:xfrm>
            <a:prstGeom prst="straightConnector1">
              <a:avLst/>
            </a:prstGeom>
            <a:noFill/>
            <a:ln w="28575" cap="flat" cmpd="sng">
              <a:solidFill>
                <a:srgbClr val="000000"/>
              </a:solidFill>
              <a:prstDash val="solid"/>
              <a:round/>
              <a:headEnd type="none" w="med" len="med"/>
              <a:tailEnd type="none" w="med" len="med"/>
            </a:ln>
          </p:spPr>
        </p:cxnSp>
      </p:grpSp>
      <p:sp>
        <p:nvSpPr>
          <p:cNvPr id="2211" name="Google Shape;2211;p115"/>
          <p:cNvSpPr/>
          <p:nvPr/>
        </p:nvSpPr>
        <p:spPr>
          <a:xfrm>
            <a:off x="3434917" y="21434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212" name="Google Shape;2212;p115"/>
          <p:cNvSpPr/>
          <p:nvPr/>
        </p:nvSpPr>
        <p:spPr>
          <a:xfrm>
            <a:off x="2753720" y="333695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213" name="Google Shape;2213;p115"/>
          <p:cNvSpPr txBox="1"/>
          <p:nvPr/>
        </p:nvSpPr>
        <p:spPr>
          <a:xfrm>
            <a:off x="4771686" y="4508108"/>
            <a:ext cx="594600" cy="228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16:00</a:t>
            </a:r>
            <a:endParaRPr sz="1600">
              <a:solidFill>
                <a:srgbClr val="FFFFFF"/>
              </a:solidFill>
              <a:latin typeface="Lexend"/>
              <a:ea typeface="Lexend"/>
              <a:cs typeface="Lexend"/>
              <a:sym typeface="Lexend"/>
            </a:endParaRPr>
          </a:p>
        </p:txBody>
      </p:sp>
      <p:sp>
        <p:nvSpPr>
          <p:cNvPr id="2214" name="Google Shape;2214;p115"/>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Analysing extra forecast information</a:t>
            </a:r>
            <a:endParaRPr/>
          </a:p>
        </p:txBody>
      </p:sp>
      <p:cxnSp>
        <p:nvCxnSpPr>
          <p:cNvPr id="2215" name="Google Shape;2215;p115"/>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2216" name="Google Shape;2216;p115"/>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sp>
        <p:nvSpPr>
          <p:cNvPr id="2217" name="Google Shape;2217;p115"/>
          <p:cNvSpPr/>
          <p:nvPr/>
        </p:nvSpPr>
        <p:spPr>
          <a:xfrm>
            <a:off x="1738745" y="400457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2218" name="Google Shape;2218;p115"/>
          <p:cNvCxnSpPr/>
          <p:nvPr/>
        </p:nvCxnSpPr>
        <p:spPr>
          <a:xfrm rot="10800000" flipH="1">
            <a:off x="1550225" y="4065550"/>
            <a:ext cx="240900" cy="172500"/>
          </a:xfrm>
          <a:prstGeom prst="straightConnector1">
            <a:avLst/>
          </a:prstGeom>
          <a:noFill/>
          <a:ln w="28575" cap="flat" cmpd="sng">
            <a:solidFill>
              <a:srgbClr val="000000"/>
            </a:solidFill>
            <a:prstDash val="solid"/>
            <a:round/>
            <a:headEnd type="none" w="med" len="med"/>
            <a:tailEnd type="none" w="med" len="med"/>
          </a:ln>
        </p:spPr>
      </p:cxnSp>
      <p:sp>
        <p:nvSpPr>
          <p:cNvPr id="2219" name="Google Shape;2219;p115"/>
          <p:cNvSpPr txBox="1"/>
          <p:nvPr/>
        </p:nvSpPr>
        <p:spPr>
          <a:xfrm>
            <a:off x="894450" y="4166718"/>
            <a:ext cx="923400" cy="2988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2220" name="Google Shape;2220;p115"/>
          <p:cNvSpPr txBox="1"/>
          <p:nvPr/>
        </p:nvSpPr>
        <p:spPr>
          <a:xfrm>
            <a:off x="6072175" y="1258075"/>
            <a:ext cx="2748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A </a:t>
            </a:r>
            <a:r>
              <a:rPr lang="en-GB" sz="1800">
                <a:solidFill>
                  <a:schemeClr val="accent5"/>
                </a:solidFill>
                <a:latin typeface="Lexend"/>
                <a:ea typeface="Lexend"/>
                <a:cs typeface="Lexend"/>
                <a:sym typeface="Lexend"/>
              </a:rPr>
              <a:t>warm front</a:t>
            </a:r>
            <a:r>
              <a:rPr lang="en-GB" sz="1800">
                <a:latin typeface="Lexend"/>
                <a:ea typeface="Lexend"/>
                <a:cs typeface="Lexend"/>
                <a:sym typeface="Lexend"/>
              </a:rPr>
              <a:t> is shown by a red line and semicircles.</a:t>
            </a:r>
            <a:endParaRPr sz="1800">
              <a:latin typeface="Lexend"/>
              <a:ea typeface="Lexend"/>
              <a:cs typeface="Lexend"/>
              <a:sym typeface="Lexend"/>
            </a:endParaRPr>
          </a:p>
          <a:p>
            <a:pPr marL="0" lvl="0" indent="0" algn="l" rtl="0">
              <a:spcBef>
                <a:spcPts val="1000"/>
              </a:spcBef>
              <a:spcAft>
                <a:spcPts val="1000"/>
              </a:spcAft>
              <a:buNone/>
            </a:pPr>
            <a:r>
              <a:rPr lang="en-GB" sz="1800">
                <a:latin typeface="Lexend"/>
                <a:ea typeface="Lexend"/>
                <a:cs typeface="Lexend"/>
                <a:sym typeface="Lexend"/>
              </a:rPr>
              <a:t>The direction the semicircles point in show the direction of dominant warm air that leads to hotter temperatures and clearer skies.</a:t>
            </a:r>
            <a:endParaRPr sz="1800">
              <a:latin typeface="Lexend"/>
              <a:ea typeface="Lexend"/>
              <a:cs typeface="Lexend"/>
              <a:sym typeface="Lexend"/>
            </a:endParaRPr>
          </a:p>
        </p:txBody>
      </p:sp>
      <p:sp>
        <p:nvSpPr>
          <p:cNvPr id="2221" name="Google Shape;2221;p115"/>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Air pressures of different densities can also influence weather conditions.</a:t>
            </a:r>
            <a:endParaRPr sz="1800">
              <a:latin typeface="Lexend"/>
              <a:ea typeface="Lexend"/>
              <a:cs typeface="Lexend"/>
              <a:sym typeface="Lexend"/>
            </a:endParaRPr>
          </a:p>
        </p:txBody>
      </p:sp>
      <p:grpSp>
        <p:nvGrpSpPr>
          <p:cNvPr id="2222" name="Google Shape;2222;p115"/>
          <p:cNvGrpSpPr/>
          <p:nvPr/>
        </p:nvGrpSpPr>
        <p:grpSpPr>
          <a:xfrm>
            <a:off x="5098094" y="1320942"/>
            <a:ext cx="1045200" cy="1320000"/>
            <a:chOff x="5098094" y="1320942"/>
            <a:chExt cx="1045200" cy="1320000"/>
          </a:xfrm>
        </p:grpSpPr>
        <p:cxnSp>
          <p:nvCxnSpPr>
            <p:cNvPr id="2223" name="Google Shape;2223;p115"/>
            <p:cNvCxnSpPr/>
            <p:nvPr/>
          </p:nvCxnSpPr>
          <p:spPr>
            <a:xfrm rot="1458224">
              <a:off x="5311272" y="1396473"/>
              <a:ext cx="618844" cy="1168939"/>
            </a:xfrm>
            <a:prstGeom prst="straightConnector1">
              <a:avLst/>
            </a:prstGeom>
            <a:noFill/>
            <a:ln w="38100" cap="flat" cmpd="sng">
              <a:solidFill>
                <a:srgbClr val="FF0000"/>
              </a:solidFill>
              <a:prstDash val="solid"/>
              <a:round/>
              <a:headEnd type="none" w="med" len="med"/>
              <a:tailEnd type="none" w="med" len="med"/>
            </a:ln>
          </p:spPr>
        </p:cxnSp>
        <p:sp>
          <p:nvSpPr>
            <p:cNvPr id="2224" name="Google Shape;2224;p115"/>
            <p:cNvSpPr/>
            <p:nvPr/>
          </p:nvSpPr>
          <p:spPr>
            <a:xfrm>
              <a:off x="5509450" y="1548900"/>
              <a:ext cx="228000" cy="228000"/>
            </a:xfrm>
            <a:prstGeom prst="chord">
              <a:avLst>
                <a:gd name="adj1" fmla="val 15400373"/>
                <a:gd name="adj2" fmla="val 5879466"/>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225" name="Google Shape;2225;p115"/>
            <p:cNvSpPr/>
            <p:nvPr/>
          </p:nvSpPr>
          <p:spPr>
            <a:xfrm>
              <a:off x="5550000" y="2203200"/>
              <a:ext cx="228000" cy="228000"/>
            </a:xfrm>
            <a:prstGeom prst="chord">
              <a:avLst>
                <a:gd name="adj1" fmla="val 15400373"/>
                <a:gd name="adj2" fmla="val 5879466"/>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sp>
        <p:nvSpPr>
          <p:cNvPr id="2226" name="Google Shape;2226;p115"/>
          <p:cNvSpPr/>
          <p:nvPr/>
        </p:nvSpPr>
        <p:spPr>
          <a:xfrm>
            <a:off x="365734" y="1265728"/>
            <a:ext cx="5014200" cy="34815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2227" name="Google Shape;2227;p115"/>
          <p:cNvGrpSpPr/>
          <p:nvPr/>
        </p:nvGrpSpPr>
        <p:grpSpPr>
          <a:xfrm>
            <a:off x="398825" y="2401684"/>
            <a:ext cx="4978475" cy="1641592"/>
            <a:chOff x="398825" y="2401684"/>
            <a:chExt cx="4978475" cy="1641592"/>
          </a:xfrm>
        </p:grpSpPr>
        <p:sp>
          <p:nvSpPr>
            <p:cNvPr id="2228" name="Google Shape;2228;p115"/>
            <p:cNvSpPr/>
            <p:nvPr/>
          </p:nvSpPr>
          <p:spPr>
            <a:xfrm>
              <a:off x="398825" y="2464876"/>
              <a:ext cx="4978475" cy="1578400"/>
            </a:xfrm>
            <a:custGeom>
              <a:rect l="l" t="t" r="r" b="b"/>
              <a:pathLst>
                <a:path w="199139" h="63136" extrusionOk="0">
                  <a:moveTo>
                    <a:pt x="0" y="29580"/>
                  </a:moveTo>
                  <a:cubicBezTo>
                    <a:pt x="17420" y="24767"/>
                    <a:pt x="71330" y="-4894"/>
                    <a:pt x="104520" y="699"/>
                  </a:cubicBezTo>
                  <a:cubicBezTo>
                    <a:pt x="137710" y="6292"/>
                    <a:pt x="183369" y="52730"/>
                    <a:pt x="199139" y="63136"/>
                  </a:cubicBezTo>
                </a:path>
              </a:pathLst>
            </a:custGeom>
            <a:noFill/>
            <a:ln w="38100" cap="flat" cmpd="sng">
              <a:solidFill>
                <a:srgbClr val="FF0000"/>
              </a:solidFill>
              <a:prstDash val="solid"/>
              <a:round/>
              <a:headEnd type="none" w="med" len="med"/>
              <a:tailEnd type="none" w="med" len="med"/>
            </a:ln>
          </p:spPr>
          <p:txBody>
            <a:bodyPr/>
            <a:lstStyle/>
            <a:p/>
          </p:txBody>
        </p:sp>
        <p:sp>
          <p:nvSpPr>
            <p:cNvPr id="2229" name="Google Shape;2229;p115"/>
            <p:cNvSpPr/>
            <p:nvPr/>
          </p:nvSpPr>
          <p:spPr>
            <a:xfrm rot="-3113615">
              <a:off x="4099580" y="2967973"/>
              <a:ext cx="227993" cy="227993"/>
            </a:xfrm>
            <a:prstGeom prst="chord">
              <a:avLst>
                <a:gd name="adj1" fmla="val 15400373"/>
                <a:gd name="adj2" fmla="val 5879466"/>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230" name="Google Shape;2230;p115"/>
            <p:cNvSpPr/>
            <p:nvPr/>
          </p:nvSpPr>
          <p:spPr>
            <a:xfrm rot="-4054979">
              <a:off x="3231519" y="2436564"/>
              <a:ext cx="228140" cy="228140"/>
            </a:xfrm>
            <a:prstGeom prst="chord">
              <a:avLst>
                <a:gd name="adj1" fmla="val 15400373"/>
                <a:gd name="adj2" fmla="val 5879466"/>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231" name="Google Shape;2231;p115"/>
            <p:cNvSpPr/>
            <p:nvPr/>
          </p:nvSpPr>
          <p:spPr>
            <a:xfrm rot="-6604782">
              <a:off x="839896" y="2853885"/>
              <a:ext cx="228063" cy="228063"/>
            </a:xfrm>
            <a:prstGeom prst="chord">
              <a:avLst>
                <a:gd name="adj1" fmla="val 15400373"/>
                <a:gd name="adj2" fmla="val 5879466"/>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grpSp>
        <p:nvGrpSpPr>
          <p:cNvPr id="2232" name="Google Shape;2232;p115"/>
          <p:cNvGrpSpPr/>
          <p:nvPr/>
        </p:nvGrpSpPr>
        <p:grpSpPr>
          <a:xfrm>
            <a:off x="1477885" y="1320642"/>
            <a:ext cx="3735237" cy="2185338"/>
            <a:chOff x="1477885" y="1320642"/>
            <a:chExt cx="3735237" cy="2185338"/>
          </a:xfrm>
        </p:grpSpPr>
        <p:sp>
          <p:nvSpPr>
            <p:cNvPr id="2233" name="Google Shape;2233;p115"/>
            <p:cNvSpPr/>
            <p:nvPr/>
          </p:nvSpPr>
          <p:spPr>
            <a:xfrm>
              <a:off x="1739973" y="159790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21°C</a:t>
              </a:r>
              <a:endParaRPr sz="1800">
                <a:solidFill>
                  <a:srgbClr val="FFFFFF"/>
                </a:solidFill>
                <a:latin typeface="Lexend"/>
                <a:ea typeface="Lexend"/>
                <a:cs typeface="Lexend"/>
                <a:sym typeface="Lexend"/>
              </a:endParaRPr>
            </a:p>
          </p:txBody>
        </p:sp>
        <p:sp>
          <p:nvSpPr>
            <p:cNvPr id="2234" name="Google Shape;2234;p115"/>
            <p:cNvSpPr/>
            <p:nvPr/>
          </p:nvSpPr>
          <p:spPr>
            <a:xfrm>
              <a:off x="3363147" y="32335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14°C</a:t>
              </a:r>
              <a:endParaRPr sz="1800">
                <a:solidFill>
                  <a:srgbClr val="FFFFFF"/>
                </a:solidFill>
                <a:latin typeface="Lexend"/>
                <a:ea typeface="Lexend"/>
                <a:cs typeface="Lexend"/>
                <a:sym typeface="Lexend"/>
              </a:endParaRPr>
            </a:p>
          </p:txBody>
        </p:sp>
        <p:sp>
          <p:nvSpPr>
            <p:cNvPr id="2235" name="Google Shape;2235;p115"/>
            <p:cNvSpPr/>
            <p:nvPr/>
          </p:nvSpPr>
          <p:spPr>
            <a:xfrm>
              <a:off x="4573822" y="1564725"/>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19°C</a:t>
              </a:r>
              <a:endParaRPr sz="1800">
                <a:solidFill>
                  <a:srgbClr val="FFFFFF"/>
                </a:solidFill>
                <a:latin typeface="Lexend"/>
                <a:ea typeface="Lexend"/>
                <a:cs typeface="Lexend"/>
                <a:sym typeface="Lexend"/>
              </a:endParaRPr>
            </a:p>
          </p:txBody>
        </p:sp>
        <p:sp>
          <p:nvSpPr>
            <p:cNvPr id="2236" name="Google Shape;2236;p115"/>
            <p:cNvSpPr/>
            <p:nvPr/>
          </p:nvSpPr>
          <p:spPr>
            <a:xfrm>
              <a:off x="3174060" y="1320642"/>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20°C</a:t>
              </a:r>
              <a:endParaRPr sz="1800">
                <a:solidFill>
                  <a:srgbClr val="FFFFFF"/>
                </a:solidFill>
                <a:latin typeface="Lexend"/>
                <a:ea typeface="Lexend"/>
                <a:cs typeface="Lexend"/>
                <a:sym typeface="Lexend"/>
              </a:endParaRPr>
            </a:p>
          </p:txBody>
        </p:sp>
        <p:sp>
          <p:nvSpPr>
            <p:cNvPr id="2237" name="Google Shape;2237;p115"/>
            <p:cNvSpPr/>
            <p:nvPr/>
          </p:nvSpPr>
          <p:spPr>
            <a:xfrm>
              <a:off x="2492860" y="26004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16°C</a:t>
              </a:r>
              <a:endParaRPr sz="1800">
                <a:solidFill>
                  <a:srgbClr val="FFFFFF"/>
                </a:solidFill>
                <a:latin typeface="Lexend"/>
                <a:ea typeface="Lexend"/>
                <a:cs typeface="Lexend"/>
                <a:sym typeface="Lexend"/>
              </a:endParaRPr>
            </a:p>
          </p:txBody>
        </p:sp>
        <p:sp>
          <p:nvSpPr>
            <p:cNvPr id="2238" name="Google Shape;2238;p115"/>
            <p:cNvSpPr/>
            <p:nvPr/>
          </p:nvSpPr>
          <p:spPr>
            <a:xfrm>
              <a:off x="1477885" y="319190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17°C</a:t>
              </a:r>
              <a:endParaRPr sz="1800">
                <a:solidFill>
                  <a:srgbClr val="FFFFFF"/>
                </a:solidFill>
                <a:latin typeface="Lexend"/>
                <a:ea typeface="Lexend"/>
                <a:cs typeface="Lexend"/>
                <a:sym typeface="Lexend"/>
              </a:endParaRPr>
            </a:p>
          </p:txBody>
        </p:sp>
      </p:grpSp>
      <p:pic>
        <p:nvPicPr>
          <p:cNvPr id="2239" name="Google Shape;2239;p115"/>
          <p:cNvPicPr preferRelativeResize="0"/>
          <p:nvPr/>
        </p:nvPicPr>
        <p:blipFill>
          <a:blip r:embed="rId3">
            <a:alphaModFix/>
          </a:blip>
          <a:stretch>
            <a:fillRect/>
          </a:stretch>
        </p:blipFill>
        <p:spPr>
          <a:xfrm>
            <a:off x="1797885" y="1858749"/>
            <a:ext cx="548482" cy="556407"/>
          </a:xfrm>
          <a:prstGeom prst="rect">
            <a:avLst/>
          </a:prstGeom>
          <a:noFill/>
          <a:ln>
            <a:noFill/>
          </a:ln>
        </p:spPr>
      </p:pic>
      <p:pic>
        <p:nvPicPr>
          <p:cNvPr id="2240" name="Google Shape;2240;p115"/>
          <p:cNvPicPr preferRelativeResize="0"/>
          <p:nvPr/>
        </p:nvPicPr>
        <p:blipFill>
          <a:blip r:embed="rId3">
            <a:alphaModFix/>
          </a:blip>
          <a:stretch>
            <a:fillRect/>
          </a:stretch>
        </p:blipFill>
        <p:spPr>
          <a:xfrm>
            <a:off x="3121085" y="1555455"/>
            <a:ext cx="548482" cy="556407"/>
          </a:xfrm>
          <a:prstGeom prst="rect">
            <a:avLst/>
          </a:prstGeom>
          <a:noFill/>
          <a:ln>
            <a:noFill/>
          </a:ln>
        </p:spPr>
      </p:pic>
      <p:pic>
        <p:nvPicPr>
          <p:cNvPr id="2241" name="Google Shape;2241;p115"/>
          <p:cNvPicPr preferRelativeResize="0"/>
          <p:nvPr/>
        </p:nvPicPr>
        <p:blipFill>
          <a:blip r:embed="rId4">
            <a:alphaModFix/>
          </a:blip>
          <a:stretch>
            <a:fillRect/>
          </a:stretch>
        </p:blipFill>
        <p:spPr>
          <a:xfrm>
            <a:off x="2626834" y="2850448"/>
            <a:ext cx="654993" cy="441568"/>
          </a:xfrm>
          <a:prstGeom prst="rect">
            <a:avLst/>
          </a:prstGeom>
          <a:noFill/>
          <a:ln>
            <a:noFill/>
          </a:ln>
        </p:spPr>
      </p:pic>
      <p:pic>
        <p:nvPicPr>
          <p:cNvPr id="2242" name="Google Shape;2242;p115"/>
          <p:cNvPicPr preferRelativeResize="0"/>
          <p:nvPr/>
        </p:nvPicPr>
        <p:blipFill>
          <a:blip r:embed="rId4">
            <a:alphaModFix/>
          </a:blip>
          <a:stretch>
            <a:fillRect/>
          </a:stretch>
        </p:blipFill>
        <p:spPr>
          <a:xfrm>
            <a:off x="1470059" y="3518448"/>
            <a:ext cx="654993" cy="441568"/>
          </a:xfrm>
          <a:prstGeom prst="rect">
            <a:avLst/>
          </a:prstGeom>
          <a:noFill/>
          <a:ln>
            <a:noFill/>
          </a:ln>
        </p:spPr>
      </p:pic>
      <p:pic>
        <p:nvPicPr>
          <p:cNvPr id="2243" name="Google Shape;2243;p115"/>
          <p:cNvPicPr preferRelativeResize="0"/>
          <p:nvPr/>
        </p:nvPicPr>
        <p:blipFill>
          <a:blip r:embed="rId4">
            <a:alphaModFix/>
          </a:blip>
          <a:stretch>
            <a:fillRect/>
          </a:stretch>
        </p:blipFill>
        <p:spPr>
          <a:xfrm>
            <a:off x="4572009" y="1848423"/>
            <a:ext cx="654993" cy="441568"/>
          </a:xfrm>
          <a:prstGeom prst="rect">
            <a:avLst/>
          </a:prstGeom>
          <a:noFill/>
          <a:ln>
            <a:noFill/>
          </a:ln>
        </p:spPr>
      </p:pic>
      <p:pic>
        <p:nvPicPr>
          <p:cNvPr id="2244" name="Google Shape;2244;p115"/>
          <p:cNvPicPr preferRelativeResize="0"/>
          <p:nvPr/>
        </p:nvPicPr>
        <p:blipFill>
          <a:blip r:embed="rId5">
            <a:alphaModFix/>
          </a:blip>
          <a:stretch>
            <a:fillRect/>
          </a:stretch>
        </p:blipFill>
        <p:spPr>
          <a:xfrm>
            <a:off x="3434936" y="3573347"/>
            <a:ext cx="559939" cy="329375"/>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2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248" name="Shape 2248"/>
        <p:cNvGrpSpPr/>
        <p:nvPr/>
      </p:nvGrpSpPr>
      <p:grpSpPr>
        <a:xfrm>
          <a:off x="0" y="0"/>
          <a:ext cx="0" cy="0"/>
        </a:xfrm>
      </p:grpSpPr>
      <p:pic>
        <p:nvPicPr>
          <p:cNvPr id="2249" name="Google Shape;2249;p116"/>
          <p:cNvPicPr preferRelativeResize="0"/>
          <p:nvPr/>
        </p:nvPicPr>
        <p:blipFill>
          <a:blip r:embed="rId3">
            <a:alphaModFix/>
          </a:blip>
          <a:srcRect l="348" t="347" r="268" b="456"/>
          <a:stretch>
            <a:fillRect/>
          </a:stretch>
        </p:blipFill>
        <p:spPr>
          <a:xfrm>
            <a:off x="343175" y="1247075"/>
            <a:ext cx="5053901" cy="3519350"/>
          </a:xfrm>
          <a:prstGeom prst="rect">
            <a:avLst/>
          </a:prstGeom>
          <a:noFill/>
          <a:ln>
            <a:noFill/>
          </a:ln>
        </p:spPr>
      </p:pic>
      <p:sp>
        <p:nvSpPr>
          <p:cNvPr id="2250" name="Google Shape;2250;p116"/>
          <p:cNvSpPr txBox="1"/>
          <p:nvPr/>
        </p:nvSpPr>
        <p:spPr>
          <a:xfrm>
            <a:off x="422646" y="1314730"/>
            <a:ext cx="8823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2251" name="Google Shape;2251;p116"/>
          <p:cNvSpPr/>
          <p:nvPr/>
        </p:nvSpPr>
        <p:spPr>
          <a:xfrm>
            <a:off x="2013327" y="23906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252" name="Google Shape;2252;p116"/>
          <p:cNvSpPr txBox="1"/>
          <p:nvPr/>
        </p:nvSpPr>
        <p:spPr>
          <a:xfrm>
            <a:off x="492224" y="2424770"/>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2253" name="Google Shape;2253;p116"/>
          <p:cNvCxnSpPr/>
          <p:nvPr/>
        </p:nvCxnSpPr>
        <p:spPr>
          <a:xfrm flipH="1">
            <a:off x="1274441" y="2448979"/>
            <a:ext cx="804600" cy="188700"/>
          </a:xfrm>
          <a:prstGeom prst="straightConnector1">
            <a:avLst/>
          </a:prstGeom>
          <a:noFill/>
          <a:ln w="28575" cap="flat" cmpd="sng">
            <a:solidFill>
              <a:srgbClr val="000000"/>
            </a:solidFill>
            <a:prstDash val="solid"/>
            <a:round/>
            <a:headEnd type="none" w="med" len="med"/>
            <a:tailEnd type="none" w="med" len="med"/>
          </a:ln>
        </p:spPr>
      </p:cxnSp>
      <p:sp>
        <p:nvSpPr>
          <p:cNvPr id="2254" name="Google Shape;2254;p116"/>
          <p:cNvSpPr/>
          <p:nvPr/>
        </p:nvSpPr>
        <p:spPr>
          <a:xfrm rot="-4513154">
            <a:off x="4675837" y="2314398"/>
            <a:ext cx="117591" cy="117591"/>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2255" name="Google Shape;2255;p116"/>
          <p:cNvCxnSpPr/>
          <p:nvPr/>
        </p:nvCxnSpPr>
        <p:spPr>
          <a:xfrm>
            <a:off x="4735999" y="2366451"/>
            <a:ext cx="61200" cy="514500"/>
          </a:xfrm>
          <a:prstGeom prst="straightConnector1">
            <a:avLst/>
          </a:prstGeom>
          <a:noFill/>
          <a:ln w="28575" cap="flat" cmpd="sng">
            <a:solidFill>
              <a:srgbClr val="000000"/>
            </a:solidFill>
            <a:prstDash val="solid"/>
            <a:round/>
            <a:headEnd type="none" w="med" len="med"/>
            <a:tailEnd type="none" w="med" len="med"/>
          </a:ln>
        </p:spPr>
      </p:cxnSp>
      <p:sp>
        <p:nvSpPr>
          <p:cNvPr id="2256" name="Google Shape;2256;p116"/>
          <p:cNvSpPr txBox="1"/>
          <p:nvPr/>
        </p:nvSpPr>
        <p:spPr>
          <a:xfrm>
            <a:off x="4343420" y="2872765"/>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2257" name="Google Shape;2257;p116"/>
          <p:cNvSpPr/>
          <p:nvPr/>
        </p:nvSpPr>
        <p:spPr>
          <a:xfrm>
            <a:off x="3624005" y="3970066"/>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2258" name="Google Shape;2258;p116"/>
          <p:cNvGrpSpPr/>
          <p:nvPr/>
        </p:nvGrpSpPr>
        <p:grpSpPr>
          <a:xfrm flipH="1">
            <a:off x="3669564" y="3932182"/>
            <a:ext cx="1248041" cy="396900"/>
            <a:chOff x="2441679" y="3932182"/>
            <a:chExt cx="1248041" cy="396900"/>
          </a:xfrm>
        </p:grpSpPr>
        <p:sp>
          <p:nvSpPr>
            <p:cNvPr id="2259" name="Google Shape;2259;p116"/>
            <p:cNvSpPr txBox="1"/>
            <p:nvPr/>
          </p:nvSpPr>
          <p:spPr>
            <a:xfrm>
              <a:off x="2441679" y="3932182"/>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2260" name="Google Shape;2260;p116"/>
            <p:cNvCxnSpPr/>
            <p:nvPr/>
          </p:nvCxnSpPr>
          <p:spPr>
            <a:xfrm flipH="1">
              <a:off x="3239420" y="4028393"/>
              <a:ext cx="450300" cy="114300"/>
            </a:xfrm>
            <a:prstGeom prst="straightConnector1">
              <a:avLst/>
            </a:prstGeom>
            <a:noFill/>
            <a:ln w="28575" cap="flat" cmpd="sng">
              <a:solidFill>
                <a:srgbClr val="000000"/>
              </a:solidFill>
              <a:prstDash val="solid"/>
              <a:round/>
              <a:headEnd type="none" w="med" len="med"/>
              <a:tailEnd type="none" w="med" len="med"/>
            </a:ln>
          </p:spPr>
        </p:cxnSp>
      </p:grpSp>
      <p:sp>
        <p:nvSpPr>
          <p:cNvPr id="2261" name="Google Shape;2261;p116"/>
          <p:cNvSpPr/>
          <p:nvPr/>
        </p:nvSpPr>
        <p:spPr>
          <a:xfrm>
            <a:off x="3434917" y="21434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262" name="Google Shape;2262;p116"/>
          <p:cNvSpPr/>
          <p:nvPr/>
        </p:nvSpPr>
        <p:spPr>
          <a:xfrm>
            <a:off x="2753720" y="333695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263" name="Google Shape;2263;p116"/>
          <p:cNvSpPr txBox="1"/>
          <p:nvPr/>
        </p:nvSpPr>
        <p:spPr>
          <a:xfrm>
            <a:off x="4771686" y="4508108"/>
            <a:ext cx="594600" cy="228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16:00</a:t>
            </a:r>
            <a:endParaRPr sz="1600">
              <a:solidFill>
                <a:srgbClr val="FFFFFF"/>
              </a:solidFill>
              <a:latin typeface="Lexend"/>
              <a:ea typeface="Lexend"/>
              <a:cs typeface="Lexend"/>
              <a:sym typeface="Lexend"/>
            </a:endParaRPr>
          </a:p>
        </p:txBody>
      </p:sp>
      <p:sp>
        <p:nvSpPr>
          <p:cNvPr id="2264" name="Google Shape;2264;p116"/>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Analysing extra forecast information</a:t>
            </a:r>
            <a:endParaRPr/>
          </a:p>
        </p:txBody>
      </p:sp>
      <p:cxnSp>
        <p:nvCxnSpPr>
          <p:cNvPr id="2265" name="Google Shape;2265;p116"/>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2266" name="Google Shape;2266;p116"/>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sp>
        <p:nvSpPr>
          <p:cNvPr id="2267" name="Google Shape;2267;p116"/>
          <p:cNvSpPr txBox="1"/>
          <p:nvPr/>
        </p:nvSpPr>
        <p:spPr>
          <a:xfrm>
            <a:off x="5611100" y="1247075"/>
            <a:ext cx="32088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This weather map shows the “percentage chance of rainfall” in three different locations.</a:t>
            </a:r>
            <a:endParaRPr sz="1800">
              <a:latin typeface="Lexend"/>
              <a:ea typeface="Lexend"/>
              <a:cs typeface="Lexend"/>
              <a:sym typeface="Lexend"/>
            </a:endParaRPr>
          </a:p>
          <a:p>
            <a:pPr marL="0" lvl="0" indent="0" algn="l" rtl="0">
              <a:spcBef>
                <a:spcPts val="1000"/>
              </a:spcBef>
              <a:spcAft>
                <a:spcPts val="1000"/>
              </a:spcAft>
              <a:buNone/>
            </a:pPr>
            <a:r>
              <a:rPr lang="en-GB" sz="1800">
                <a:latin typeface="Lexend"/>
                <a:ea typeface="Lexend"/>
                <a:cs typeface="Lexend"/>
                <a:sym typeface="Lexend"/>
              </a:rPr>
              <a:t>Write down suitable values for </a:t>
            </a:r>
            <a:r>
              <a:rPr lang="en-GB" sz="2200" i="1">
                <a:latin typeface="Times New Roman"/>
                <a:ea typeface="Times New Roman"/>
                <a:cs typeface="Times New Roman"/>
                <a:sym typeface="Times New Roman"/>
              </a:rPr>
              <a:t>a</a:t>
            </a:r>
            <a:r>
              <a:rPr lang="en-GB" sz="1800">
                <a:latin typeface="Lexend"/>
                <a:ea typeface="Lexend"/>
                <a:cs typeface="Lexend"/>
                <a:sym typeface="Lexend"/>
              </a:rPr>
              <a:t> and </a:t>
            </a:r>
            <a:r>
              <a:rPr lang="en-GB" sz="2200" i="1">
                <a:latin typeface="Times New Roman"/>
                <a:ea typeface="Times New Roman"/>
                <a:cs typeface="Times New Roman"/>
                <a:sym typeface="Times New Roman"/>
              </a:rPr>
              <a:t>b</a:t>
            </a:r>
            <a:r>
              <a:rPr lang="en-GB" sz="1800">
                <a:latin typeface="Lexend"/>
                <a:ea typeface="Lexend"/>
                <a:cs typeface="Lexend"/>
                <a:sym typeface="Lexend"/>
              </a:rPr>
              <a:t>.</a:t>
            </a:r>
            <a:endParaRPr sz="1800">
              <a:latin typeface="Lexend"/>
              <a:ea typeface="Lexend"/>
              <a:cs typeface="Lexend"/>
              <a:sym typeface="Lexend"/>
            </a:endParaRPr>
          </a:p>
        </p:txBody>
      </p:sp>
      <p:sp>
        <p:nvSpPr>
          <p:cNvPr id="2268" name="Google Shape;2268;p116"/>
          <p:cNvSpPr/>
          <p:nvPr/>
        </p:nvSpPr>
        <p:spPr>
          <a:xfrm>
            <a:off x="1738745" y="400457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2269" name="Google Shape;2269;p116"/>
          <p:cNvCxnSpPr/>
          <p:nvPr/>
        </p:nvCxnSpPr>
        <p:spPr>
          <a:xfrm rot="10800000" flipH="1">
            <a:off x="1550225" y="4065550"/>
            <a:ext cx="240900" cy="172500"/>
          </a:xfrm>
          <a:prstGeom prst="straightConnector1">
            <a:avLst/>
          </a:prstGeom>
          <a:noFill/>
          <a:ln w="28575" cap="flat" cmpd="sng">
            <a:solidFill>
              <a:srgbClr val="000000"/>
            </a:solidFill>
            <a:prstDash val="solid"/>
            <a:round/>
            <a:headEnd type="none" w="med" len="med"/>
            <a:tailEnd type="none" w="med" len="med"/>
          </a:ln>
        </p:spPr>
      </p:cxnSp>
      <p:sp>
        <p:nvSpPr>
          <p:cNvPr id="2270" name="Google Shape;2270;p116"/>
          <p:cNvSpPr txBox="1"/>
          <p:nvPr/>
        </p:nvSpPr>
        <p:spPr>
          <a:xfrm>
            <a:off x="894450" y="4166718"/>
            <a:ext cx="923400" cy="2988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2271" name="Google Shape;2271;p116"/>
          <p:cNvSpPr/>
          <p:nvPr/>
        </p:nvSpPr>
        <p:spPr>
          <a:xfrm>
            <a:off x="2726035" y="1292750"/>
            <a:ext cx="2644400" cy="2998075"/>
          </a:xfrm>
          <a:custGeom>
            <a:rect l="l" t="t" r="r" b="b"/>
            <a:pathLst>
              <a:path w="105776" h="119923" extrusionOk="0">
                <a:moveTo>
                  <a:pt x="705" y="0"/>
                </a:moveTo>
                <a:cubicBezTo>
                  <a:pt x="2447" y="7197"/>
                  <a:pt x="-6355" y="23196"/>
                  <a:pt x="11157" y="43183"/>
                </a:cubicBezTo>
                <a:cubicBezTo>
                  <a:pt x="28669" y="63170"/>
                  <a:pt x="90006" y="107133"/>
                  <a:pt x="105776" y="119923"/>
                </a:cubicBezTo>
              </a:path>
            </a:pathLst>
          </a:custGeom>
          <a:noFill/>
          <a:ln w="38100" cap="flat" cmpd="sng">
            <a:solidFill>
              <a:schemeClr val="accent2"/>
            </a:solidFill>
            <a:prstDash val="solid"/>
            <a:round/>
            <a:headEnd type="none" w="med" len="med"/>
            <a:tailEnd type="none" w="med" len="med"/>
          </a:ln>
        </p:spPr>
        <p:txBody>
          <a:bodyPr/>
          <a:lstStyle/>
          <a:p/>
        </p:txBody>
      </p:sp>
      <p:sp>
        <p:nvSpPr>
          <p:cNvPr id="2272" name="Google Shape;2272;p116"/>
          <p:cNvSpPr/>
          <p:nvPr/>
        </p:nvSpPr>
        <p:spPr>
          <a:xfrm rot="-5457869">
            <a:off x="2496167" y="1580690"/>
            <a:ext cx="178225" cy="277536"/>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273" name="Google Shape;2273;p116"/>
          <p:cNvSpPr/>
          <p:nvPr/>
        </p:nvSpPr>
        <p:spPr>
          <a:xfrm rot="-8100000">
            <a:off x="3036212" y="2561271"/>
            <a:ext cx="178191" cy="277469"/>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274" name="Google Shape;2274;p116"/>
          <p:cNvSpPr/>
          <p:nvPr/>
        </p:nvSpPr>
        <p:spPr>
          <a:xfrm rot="-8526486">
            <a:off x="4132850" y="3462152"/>
            <a:ext cx="178288" cy="277484"/>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275" name="Google Shape;2275;p116"/>
          <p:cNvSpPr/>
          <p:nvPr/>
        </p:nvSpPr>
        <p:spPr>
          <a:xfrm>
            <a:off x="3363150" y="3517342"/>
            <a:ext cx="639300" cy="411900"/>
          </a:xfrm>
          <a:prstGeom prst="ellipse">
            <a:avLst/>
          </a:prstGeom>
          <a:solidFill>
            <a:srgbClr val="000000"/>
          </a:solidFill>
          <a:ln w="19050" cap="flat" cmpd="sng">
            <a:solidFill>
              <a:srgbClr val="F3F3F3"/>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2200" i="1">
                <a:solidFill>
                  <a:srgbClr val="FFFFFF"/>
                </a:solidFill>
                <a:latin typeface="Times New Roman"/>
                <a:ea typeface="Times New Roman"/>
                <a:cs typeface="Times New Roman"/>
                <a:sym typeface="Times New Roman"/>
              </a:rPr>
              <a:t>a</a:t>
            </a:r>
            <a:endParaRPr sz="2200" i="1">
              <a:solidFill>
                <a:srgbClr val="FFFFFF"/>
              </a:solidFill>
              <a:latin typeface="Times New Roman"/>
              <a:ea typeface="Times New Roman"/>
              <a:cs typeface="Times New Roman"/>
              <a:sym typeface="Times New Roman"/>
            </a:endParaRPr>
          </a:p>
        </p:txBody>
      </p:sp>
      <p:sp>
        <p:nvSpPr>
          <p:cNvPr id="2276" name="Google Shape;2276;p116"/>
          <p:cNvSpPr/>
          <p:nvPr/>
        </p:nvSpPr>
        <p:spPr>
          <a:xfrm>
            <a:off x="4573825" y="1903475"/>
            <a:ext cx="639300" cy="411900"/>
          </a:xfrm>
          <a:prstGeom prst="ellipse">
            <a:avLst/>
          </a:prstGeom>
          <a:solidFill>
            <a:srgbClr val="000000"/>
          </a:solidFill>
          <a:ln w="19050" cap="flat" cmpd="sng">
            <a:solidFill>
              <a:srgbClr val="F3F3F3"/>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2200" i="1">
                <a:solidFill>
                  <a:schemeClr val="lt1"/>
                </a:solidFill>
                <a:latin typeface="Times New Roman"/>
                <a:ea typeface="Times New Roman"/>
                <a:cs typeface="Times New Roman"/>
                <a:sym typeface="Times New Roman"/>
              </a:rPr>
              <a:t>b</a:t>
            </a:r>
            <a:endParaRPr sz="1700">
              <a:solidFill>
                <a:srgbClr val="FFFFFF"/>
              </a:solidFill>
              <a:latin typeface="Lexend"/>
              <a:ea typeface="Lexend"/>
              <a:cs typeface="Lexend"/>
              <a:sym typeface="Lexend"/>
            </a:endParaRPr>
          </a:p>
        </p:txBody>
      </p:sp>
      <p:sp>
        <p:nvSpPr>
          <p:cNvPr id="2277" name="Google Shape;2277;p116"/>
          <p:cNvSpPr/>
          <p:nvPr/>
        </p:nvSpPr>
        <p:spPr>
          <a:xfrm>
            <a:off x="2492850" y="2884217"/>
            <a:ext cx="639300" cy="411900"/>
          </a:xfrm>
          <a:prstGeom prst="ellipse">
            <a:avLst/>
          </a:prstGeom>
          <a:solidFill>
            <a:srgbClr val="000000"/>
          </a:solidFill>
          <a:ln w="19050" cap="flat" cmpd="sng">
            <a:solidFill>
              <a:srgbClr val="F3F3F3"/>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700">
                <a:solidFill>
                  <a:srgbClr val="FFFFFF"/>
                </a:solidFill>
                <a:latin typeface="Lexend"/>
                <a:ea typeface="Lexend"/>
                <a:cs typeface="Lexend"/>
                <a:sym typeface="Lexend"/>
              </a:rPr>
              <a:t>65%</a:t>
            </a:r>
            <a:endParaRPr sz="1700">
              <a:solidFill>
                <a:srgbClr val="FFFFFF"/>
              </a:solidFill>
              <a:latin typeface="Lexend"/>
              <a:ea typeface="Lexend"/>
              <a:cs typeface="Lexend"/>
              <a:sym typeface="Lexend"/>
            </a:endParaRPr>
          </a:p>
        </p:txBody>
      </p:sp>
      <p:sp>
        <p:nvSpPr>
          <p:cNvPr id="2278" name="Google Shape;2278;p116"/>
          <p:cNvSpPr txBox="1"/>
          <p:nvPr/>
        </p:nvSpPr>
        <p:spPr>
          <a:xfrm>
            <a:off x="5611100" y="3436650"/>
            <a:ext cx="32088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2000">
                <a:latin typeface="Kalam"/>
                <a:ea typeface="Kalam"/>
                <a:cs typeface="Kalam"/>
                <a:sym typeface="Kalam"/>
              </a:rPr>
              <a:t>a should be around 65%, whilst b should be a lot lower than 65%.</a:t>
            </a:r>
            <a:endParaRPr sz="2000">
              <a:latin typeface="Kalam"/>
              <a:ea typeface="Kalam"/>
              <a:cs typeface="Kalam"/>
              <a:sym typeface="Kalam"/>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282" name="Shape 2282"/>
        <p:cNvGrpSpPr/>
        <p:nvPr/>
      </p:nvGrpSpPr>
      <p:grpSpPr>
        <a:xfrm>
          <a:off x="0" y="0"/>
          <a:ext cx="0" cy="0"/>
        </a:xfrm>
      </p:grpSpPr>
      <p:pic>
        <p:nvPicPr>
          <p:cNvPr id="2283" name="Google Shape;2283;p117"/>
          <p:cNvPicPr preferRelativeResize="0"/>
          <p:nvPr/>
        </p:nvPicPr>
        <p:blipFill>
          <a:blip r:embed="rId3">
            <a:alphaModFix/>
          </a:blip>
          <a:srcRect l="348" t="347" r="268" b="456"/>
          <a:stretch>
            <a:fillRect/>
          </a:stretch>
        </p:blipFill>
        <p:spPr>
          <a:xfrm>
            <a:off x="343175" y="1247075"/>
            <a:ext cx="5053901" cy="3519350"/>
          </a:xfrm>
          <a:prstGeom prst="rect">
            <a:avLst/>
          </a:prstGeom>
          <a:noFill/>
          <a:ln>
            <a:noFill/>
          </a:ln>
        </p:spPr>
      </p:pic>
      <p:sp>
        <p:nvSpPr>
          <p:cNvPr id="2284" name="Google Shape;2284;p117"/>
          <p:cNvSpPr txBox="1"/>
          <p:nvPr/>
        </p:nvSpPr>
        <p:spPr>
          <a:xfrm>
            <a:off x="422646" y="1314730"/>
            <a:ext cx="882300" cy="2292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2285" name="Google Shape;2285;p117"/>
          <p:cNvSpPr/>
          <p:nvPr/>
        </p:nvSpPr>
        <p:spPr>
          <a:xfrm>
            <a:off x="2013327" y="23906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286" name="Google Shape;2286;p117"/>
          <p:cNvSpPr txBox="1"/>
          <p:nvPr/>
        </p:nvSpPr>
        <p:spPr>
          <a:xfrm>
            <a:off x="492224" y="2424770"/>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2287" name="Google Shape;2287;p117"/>
          <p:cNvCxnSpPr/>
          <p:nvPr/>
        </p:nvCxnSpPr>
        <p:spPr>
          <a:xfrm flipH="1">
            <a:off x="1274441" y="2448979"/>
            <a:ext cx="804600" cy="188700"/>
          </a:xfrm>
          <a:prstGeom prst="straightConnector1">
            <a:avLst/>
          </a:prstGeom>
          <a:noFill/>
          <a:ln w="28575" cap="flat" cmpd="sng">
            <a:solidFill>
              <a:srgbClr val="000000"/>
            </a:solidFill>
            <a:prstDash val="solid"/>
            <a:round/>
            <a:headEnd type="none" w="med" len="med"/>
            <a:tailEnd type="none" w="med" len="med"/>
          </a:ln>
        </p:spPr>
      </p:cxnSp>
      <p:sp>
        <p:nvSpPr>
          <p:cNvPr id="2288" name="Google Shape;2288;p117"/>
          <p:cNvSpPr/>
          <p:nvPr/>
        </p:nvSpPr>
        <p:spPr>
          <a:xfrm rot="-4513154">
            <a:off x="4675837" y="2314398"/>
            <a:ext cx="117591" cy="117591"/>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2289" name="Google Shape;2289;p117"/>
          <p:cNvCxnSpPr/>
          <p:nvPr/>
        </p:nvCxnSpPr>
        <p:spPr>
          <a:xfrm>
            <a:off x="4735999" y="2366451"/>
            <a:ext cx="61200" cy="514500"/>
          </a:xfrm>
          <a:prstGeom prst="straightConnector1">
            <a:avLst/>
          </a:prstGeom>
          <a:noFill/>
          <a:ln w="28575" cap="flat" cmpd="sng">
            <a:solidFill>
              <a:srgbClr val="000000"/>
            </a:solidFill>
            <a:prstDash val="solid"/>
            <a:round/>
            <a:headEnd type="none" w="med" len="med"/>
            <a:tailEnd type="none" w="med" len="med"/>
          </a:ln>
        </p:spPr>
      </p:cxnSp>
      <p:sp>
        <p:nvSpPr>
          <p:cNvPr id="2290" name="Google Shape;2290;p117"/>
          <p:cNvSpPr txBox="1"/>
          <p:nvPr/>
        </p:nvSpPr>
        <p:spPr>
          <a:xfrm>
            <a:off x="4343420" y="2872765"/>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2291" name="Google Shape;2291;p117"/>
          <p:cNvSpPr/>
          <p:nvPr/>
        </p:nvSpPr>
        <p:spPr>
          <a:xfrm>
            <a:off x="3624005" y="3970066"/>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2292" name="Google Shape;2292;p117"/>
          <p:cNvGrpSpPr/>
          <p:nvPr/>
        </p:nvGrpSpPr>
        <p:grpSpPr>
          <a:xfrm flipH="1">
            <a:off x="3669564" y="3932182"/>
            <a:ext cx="1248041" cy="396900"/>
            <a:chOff x="2441679" y="3932182"/>
            <a:chExt cx="1248041" cy="396900"/>
          </a:xfrm>
        </p:grpSpPr>
        <p:sp>
          <p:nvSpPr>
            <p:cNvPr id="2293" name="Google Shape;2293;p117"/>
            <p:cNvSpPr txBox="1"/>
            <p:nvPr/>
          </p:nvSpPr>
          <p:spPr>
            <a:xfrm>
              <a:off x="2441679" y="3932182"/>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2294" name="Google Shape;2294;p117"/>
            <p:cNvCxnSpPr/>
            <p:nvPr/>
          </p:nvCxnSpPr>
          <p:spPr>
            <a:xfrm flipH="1">
              <a:off x="3239420" y="4028393"/>
              <a:ext cx="450300" cy="114300"/>
            </a:xfrm>
            <a:prstGeom prst="straightConnector1">
              <a:avLst/>
            </a:prstGeom>
            <a:noFill/>
            <a:ln w="28575" cap="flat" cmpd="sng">
              <a:solidFill>
                <a:srgbClr val="000000"/>
              </a:solidFill>
              <a:prstDash val="solid"/>
              <a:round/>
              <a:headEnd type="none" w="med" len="med"/>
              <a:tailEnd type="none" w="med" len="med"/>
            </a:ln>
          </p:spPr>
        </p:cxnSp>
      </p:grpSp>
      <p:sp>
        <p:nvSpPr>
          <p:cNvPr id="2295" name="Google Shape;2295;p117"/>
          <p:cNvSpPr/>
          <p:nvPr/>
        </p:nvSpPr>
        <p:spPr>
          <a:xfrm>
            <a:off x="3434917" y="2143452"/>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296" name="Google Shape;2296;p117"/>
          <p:cNvSpPr/>
          <p:nvPr/>
        </p:nvSpPr>
        <p:spPr>
          <a:xfrm>
            <a:off x="2753720" y="333695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297" name="Google Shape;2297;p117"/>
          <p:cNvSpPr txBox="1"/>
          <p:nvPr/>
        </p:nvSpPr>
        <p:spPr>
          <a:xfrm>
            <a:off x="4771686" y="4508108"/>
            <a:ext cx="594600" cy="228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16:00</a:t>
            </a:r>
            <a:endParaRPr sz="1600">
              <a:solidFill>
                <a:srgbClr val="FFFFFF"/>
              </a:solidFill>
              <a:latin typeface="Lexend"/>
              <a:ea typeface="Lexend"/>
              <a:cs typeface="Lexend"/>
              <a:sym typeface="Lexend"/>
            </a:endParaRPr>
          </a:p>
        </p:txBody>
      </p:sp>
      <p:sp>
        <p:nvSpPr>
          <p:cNvPr id="2298" name="Google Shape;2298;p117"/>
          <p:cNvSpPr txBox="1"/>
          <p:nvPr/>
        </p:nvSpPr>
        <p:spPr>
          <a:xfrm>
            <a:off x="5611100" y="1247075"/>
            <a:ext cx="32088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Which of these locations is most likely to have a temperature of 25°C?</a:t>
            </a:r>
            <a:endParaRPr sz="1800">
              <a:latin typeface="Lexend"/>
              <a:ea typeface="Lexend"/>
              <a:cs typeface="Lexend"/>
              <a:sym typeface="Lexend"/>
            </a:endParaRPr>
          </a:p>
          <a:p>
            <a:pPr marL="0" lvl="0" indent="0" algn="l" rtl="0">
              <a:spcBef>
                <a:spcPts val="1000"/>
              </a:spcBef>
              <a:spcAft>
                <a:spcPct val="0"/>
              </a:spcAft>
              <a:buNone/>
            </a:pPr>
            <a:r>
              <a:rPr lang="en-GB" sz="1800">
                <a:latin typeface="Lexend"/>
                <a:ea typeface="Lexend"/>
                <a:cs typeface="Lexend"/>
                <a:sym typeface="Lexend"/>
              </a:rPr>
              <a:t>   a) Oakfield Academy</a:t>
            </a:r>
            <a:endParaRPr sz="1800">
              <a:latin typeface="Lexend"/>
              <a:ea typeface="Lexend"/>
              <a:cs typeface="Lexend"/>
              <a:sym typeface="Lexend"/>
            </a:endParaRPr>
          </a:p>
          <a:p>
            <a:pPr marL="0" lvl="0" indent="0" algn="l" rtl="0">
              <a:spcBef>
                <a:spcPts val="1000"/>
              </a:spcBef>
              <a:spcAft>
                <a:spcPct val="0"/>
              </a:spcAft>
              <a:buNone/>
            </a:pPr>
            <a:r>
              <a:rPr lang="en-GB" sz="1800">
                <a:latin typeface="Lexend"/>
                <a:ea typeface="Lexend"/>
                <a:cs typeface="Lexend"/>
                <a:sym typeface="Lexend"/>
              </a:rPr>
              <a:t>   b) Oakmoor</a:t>
            </a:r>
            <a:endParaRPr sz="1800">
              <a:latin typeface="Lexend"/>
              <a:ea typeface="Lexend"/>
              <a:cs typeface="Lexend"/>
              <a:sym typeface="Lexend"/>
            </a:endParaRPr>
          </a:p>
          <a:p>
            <a:pPr marL="0" lvl="0" indent="0" algn="l" rtl="0">
              <a:spcBef>
                <a:spcPts val="1000"/>
              </a:spcBef>
              <a:spcAft>
                <a:spcPct val="0"/>
              </a:spcAft>
              <a:buNone/>
            </a:pPr>
            <a:r>
              <a:rPr lang="en-GB" sz="1800">
                <a:latin typeface="Lexend"/>
                <a:ea typeface="Lexend"/>
                <a:cs typeface="Lexend"/>
                <a:sym typeface="Lexend"/>
              </a:rPr>
              <a:t>   c) Oakfield Harbour</a:t>
            </a:r>
            <a:endParaRPr sz="1800">
              <a:latin typeface="Lexend"/>
              <a:ea typeface="Lexend"/>
              <a:cs typeface="Lexend"/>
              <a:sym typeface="Lexend"/>
            </a:endParaRPr>
          </a:p>
          <a:p>
            <a:pPr marL="0" lvl="0" indent="0" algn="l" rtl="0">
              <a:spcBef>
                <a:spcPts val="1000"/>
              </a:spcBef>
              <a:spcAft>
                <a:spcPts val="1000"/>
              </a:spcAft>
              <a:buNone/>
            </a:pPr>
            <a:r>
              <a:rPr lang="en-GB" sz="1800">
                <a:latin typeface="Lexend"/>
                <a:ea typeface="Lexend"/>
                <a:cs typeface="Lexend"/>
                <a:sym typeface="Lexend"/>
              </a:rPr>
              <a:t>   d) Oakfield Old Town</a:t>
            </a:r>
            <a:endParaRPr sz="1800">
              <a:latin typeface="Lexend"/>
              <a:ea typeface="Lexend"/>
              <a:cs typeface="Lexend"/>
              <a:sym typeface="Lexend"/>
            </a:endParaRPr>
          </a:p>
        </p:txBody>
      </p:sp>
      <p:sp>
        <p:nvSpPr>
          <p:cNvPr id="2299" name="Google Shape;2299;p117"/>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Analysing extra forecast information</a:t>
            </a:r>
            <a:endParaRPr/>
          </a:p>
        </p:txBody>
      </p:sp>
      <p:cxnSp>
        <p:nvCxnSpPr>
          <p:cNvPr id="2300" name="Google Shape;2300;p117"/>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2301" name="Google Shape;2301;p117"/>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sp>
        <p:nvSpPr>
          <p:cNvPr id="2302" name="Google Shape;2302;p117"/>
          <p:cNvSpPr/>
          <p:nvPr/>
        </p:nvSpPr>
        <p:spPr>
          <a:xfrm>
            <a:off x="1738745" y="4004571"/>
            <a:ext cx="117600" cy="1176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2303" name="Google Shape;2303;p117"/>
          <p:cNvCxnSpPr/>
          <p:nvPr/>
        </p:nvCxnSpPr>
        <p:spPr>
          <a:xfrm rot="10800000" flipH="1">
            <a:off x="1550225" y="4065550"/>
            <a:ext cx="240900" cy="172500"/>
          </a:xfrm>
          <a:prstGeom prst="straightConnector1">
            <a:avLst/>
          </a:prstGeom>
          <a:noFill/>
          <a:ln w="28575" cap="flat" cmpd="sng">
            <a:solidFill>
              <a:srgbClr val="000000"/>
            </a:solidFill>
            <a:prstDash val="solid"/>
            <a:round/>
            <a:headEnd type="none" w="med" len="med"/>
            <a:tailEnd type="none" w="med" len="med"/>
          </a:ln>
        </p:spPr>
      </p:cxnSp>
      <p:sp>
        <p:nvSpPr>
          <p:cNvPr id="2304" name="Google Shape;2304;p117"/>
          <p:cNvSpPr txBox="1"/>
          <p:nvPr/>
        </p:nvSpPr>
        <p:spPr>
          <a:xfrm>
            <a:off x="894450" y="4166718"/>
            <a:ext cx="923400" cy="2988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2305" name="Google Shape;2305;p117"/>
          <p:cNvSpPr/>
          <p:nvPr/>
        </p:nvSpPr>
        <p:spPr>
          <a:xfrm>
            <a:off x="390600" y="1281425"/>
            <a:ext cx="3929550" cy="2713675"/>
          </a:xfrm>
          <a:custGeom>
            <a:rect l="l" t="t" r="r" b="b"/>
            <a:pathLst>
              <a:path w="157182" h="108547" extrusionOk="0">
                <a:moveTo>
                  <a:pt x="0" y="82779"/>
                </a:moveTo>
                <a:cubicBezTo>
                  <a:pt x="4789" y="84756"/>
                  <a:pt x="16635" y="90348"/>
                  <a:pt x="28736" y="94643"/>
                </a:cubicBezTo>
                <a:cubicBezTo>
                  <a:pt x="40837" y="98938"/>
                  <a:pt x="57274" y="108591"/>
                  <a:pt x="72608" y="108547"/>
                </a:cubicBezTo>
                <a:cubicBezTo>
                  <a:pt x="87942" y="108503"/>
                  <a:pt x="109952" y="99861"/>
                  <a:pt x="120742" y="94380"/>
                </a:cubicBezTo>
                <a:cubicBezTo>
                  <a:pt x="131533" y="88899"/>
                  <a:pt x="131375" y="86032"/>
                  <a:pt x="137351" y="75662"/>
                </a:cubicBezTo>
                <a:cubicBezTo>
                  <a:pt x="143327" y="65293"/>
                  <a:pt x="154136" y="43236"/>
                  <a:pt x="156596" y="32163"/>
                </a:cubicBezTo>
                <a:cubicBezTo>
                  <a:pt x="159057" y="21091"/>
                  <a:pt x="153037" y="14588"/>
                  <a:pt x="152114" y="9227"/>
                </a:cubicBezTo>
                <a:cubicBezTo>
                  <a:pt x="151191" y="3867"/>
                  <a:pt x="151235" y="1538"/>
                  <a:pt x="151059" y="0"/>
                </a:cubicBezTo>
              </a:path>
            </a:pathLst>
          </a:custGeom>
          <a:noFill/>
          <a:ln w="38100" cap="flat" cmpd="sng">
            <a:solidFill>
              <a:srgbClr val="FF0000"/>
            </a:solidFill>
            <a:prstDash val="solid"/>
            <a:round/>
            <a:headEnd type="none" w="med" len="med"/>
            <a:tailEnd type="none" w="med" len="med"/>
          </a:ln>
        </p:spPr>
        <p:txBody>
          <a:bodyPr/>
          <a:lstStyle/>
          <a:p/>
        </p:txBody>
      </p:sp>
      <p:sp>
        <p:nvSpPr>
          <p:cNvPr id="2306" name="Google Shape;2306;p117"/>
          <p:cNvSpPr/>
          <p:nvPr/>
        </p:nvSpPr>
        <p:spPr>
          <a:xfrm rot="-4054979">
            <a:off x="1400069" y="3674989"/>
            <a:ext cx="228140" cy="228140"/>
          </a:xfrm>
          <a:prstGeom prst="chord">
            <a:avLst>
              <a:gd name="adj1" fmla="val 15400373"/>
              <a:gd name="adj2" fmla="val 5879466"/>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307" name="Google Shape;2307;p117"/>
          <p:cNvSpPr/>
          <p:nvPr/>
        </p:nvSpPr>
        <p:spPr>
          <a:xfrm rot="-8327143">
            <a:off x="3520153" y="3337071"/>
            <a:ext cx="228115" cy="228115"/>
          </a:xfrm>
          <a:prstGeom prst="chord">
            <a:avLst>
              <a:gd name="adj1" fmla="val 15400373"/>
              <a:gd name="adj2" fmla="val 5879466"/>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308" name="Google Shape;2308;p117"/>
          <p:cNvSpPr/>
          <p:nvPr/>
        </p:nvSpPr>
        <p:spPr>
          <a:xfrm rot="9629587">
            <a:off x="4127286" y="1588195"/>
            <a:ext cx="228198" cy="228198"/>
          </a:xfrm>
          <a:prstGeom prst="chord">
            <a:avLst>
              <a:gd name="adj1" fmla="val 15400373"/>
              <a:gd name="adj2" fmla="val 5879466"/>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309" name="Google Shape;2309;p117"/>
          <p:cNvSpPr/>
          <p:nvPr/>
        </p:nvSpPr>
        <p:spPr>
          <a:xfrm rot="-9042230">
            <a:off x="3990327" y="2465981"/>
            <a:ext cx="228070" cy="228070"/>
          </a:xfrm>
          <a:prstGeom prst="chord">
            <a:avLst>
              <a:gd name="adj1" fmla="val 15400373"/>
              <a:gd name="adj2" fmla="val 5879466"/>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310" name="Google Shape;2310;p117"/>
          <p:cNvSpPr/>
          <p:nvPr/>
        </p:nvSpPr>
        <p:spPr>
          <a:xfrm rot="-6357345">
            <a:off x="2599602" y="3774917"/>
            <a:ext cx="228087" cy="228087"/>
          </a:xfrm>
          <a:prstGeom prst="chord">
            <a:avLst>
              <a:gd name="adj1" fmla="val 15400373"/>
              <a:gd name="adj2" fmla="val 5879466"/>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311" name="Google Shape;2311;p117"/>
          <p:cNvSpPr/>
          <p:nvPr/>
        </p:nvSpPr>
        <p:spPr>
          <a:xfrm rot="-4054979">
            <a:off x="598844" y="3361389"/>
            <a:ext cx="228140" cy="228140"/>
          </a:xfrm>
          <a:prstGeom prst="chord">
            <a:avLst>
              <a:gd name="adj1" fmla="val 15400373"/>
              <a:gd name="adj2" fmla="val 5879466"/>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312" name="Google Shape;2312;p117"/>
          <p:cNvSpPr/>
          <p:nvPr/>
        </p:nvSpPr>
        <p:spPr>
          <a:xfrm>
            <a:off x="2492860" y="2981480"/>
            <a:ext cx="639300" cy="272400"/>
          </a:xfrm>
          <a:prstGeom prst="roundRect">
            <a:avLst>
              <a:gd name="adj" fmla="val 35722"/>
            </a:avLst>
          </a:prstGeom>
          <a:solidFill>
            <a:srgbClr val="000000"/>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ct val="0"/>
              </a:spcBef>
              <a:spcAft>
                <a:spcPct val="0"/>
              </a:spcAft>
              <a:buNone/>
            </a:pPr>
            <a:r>
              <a:rPr lang="en-GB" sz="1800">
                <a:solidFill>
                  <a:srgbClr val="FFFFFF"/>
                </a:solidFill>
                <a:latin typeface="Lexend"/>
                <a:ea typeface="Lexend"/>
                <a:cs typeface="Lexend"/>
                <a:sym typeface="Lexend"/>
              </a:rPr>
              <a:t>23°C</a:t>
            </a:r>
            <a:endParaRPr sz="1800">
              <a:solidFill>
                <a:srgbClr val="FFFFFF"/>
              </a:solidFill>
              <a:latin typeface="Lexend"/>
              <a:ea typeface="Lexend"/>
              <a:cs typeface="Lexend"/>
              <a:sym typeface="Lexend"/>
            </a:endParaRPr>
          </a:p>
        </p:txBody>
      </p:sp>
      <p:pic>
        <p:nvPicPr>
          <p:cNvPr id="2313" name="Google Shape;2313;p117"/>
          <p:cNvPicPr preferRelativeResize="0"/>
          <p:nvPr/>
        </p:nvPicPr>
        <p:blipFill>
          <a:blip r:embed="rId4">
            <a:alphaModFix/>
          </a:blip>
          <a:stretch>
            <a:fillRect/>
          </a:stretch>
        </p:blipFill>
        <p:spPr>
          <a:xfrm>
            <a:off x="5418331" y="2143450"/>
            <a:ext cx="396000" cy="419100"/>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317" name="Shape 2317"/>
        <p:cNvGrpSpPr/>
        <p:nvPr/>
      </p:nvGrpSpPr>
      <p:grpSpPr>
        <a:xfrm>
          <a:off x="0" y="0"/>
          <a:ext cx="0" cy="0"/>
        </a:xfrm>
      </p:grpSpPr>
      <p:sp>
        <p:nvSpPr>
          <p:cNvPr id="2318" name="Google Shape;2318;p118"/>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Analysing extra forecast information</a:t>
            </a:r>
            <a:endParaRPr/>
          </a:p>
        </p:txBody>
      </p:sp>
      <p:sp>
        <p:nvSpPr>
          <p:cNvPr id="2319" name="Google Shape;2319;p118"/>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1) This weather report shows the weather </a:t>
            </a:r>
            <a:r>
              <a:rPr lang="en-GB" sz="1800" b="1">
                <a:latin typeface="Lexend"/>
                <a:ea typeface="Lexend"/>
                <a:cs typeface="Lexend"/>
                <a:sym typeface="Lexend"/>
              </a:rPr>
              <a:t>forecast</a:t>
            </a:r>
            <a:r>
              <a:rPr lang="en-GB" sz="1800">
                <a:latin typeface="Lexend"/>
                <a:ea typeface="Lexend"/>
                <a:cs typeface="Lexend"/>
                <a:sym typeface="Lexend"/>
              </a:rPr>
              <a:t> for Oakfield Harbour.</a:t>
            </a:r>
            <a:endParaRPr sz="1800">
              <a:latin typeface="Lexend"/>
              <a:ea typeface="Lexend"/>
              <a:cs typeface="Lexend"/>
              <a:sym typeface="Lexend"/>
            </a:endParaRPr>
          </a:p>
          <a:p>
            <a:pPr marL="0" lvl="0" indent="0" algn="l" rtl="0">
              <a:spcBef>
                <a:spcPts val="1000"/>
              </a:spcBef>
              <a:spcAft>
                <a:spcPct val="0"/>
              </a:spcAft>
              <a:buNone/>
            </a:pPr>
            <a:r>
              <a:rPr lang="en-GB" sz="1800">
                <a:latin typeface="Lexend"/>
                <a:ea typeface="Lexend"/>
                <a:cs typeface="Lexend"/>
                <a:sym typeface="Lexend"/>
              </a:rPr>
              <a:t>a) Which wind directions results in the most and least difference between air temperature and the “feels like” temperature?</a:t>
            </a:r>
            <a:endParaRPr sz="1800">
              <a:latin typeface="Lexend"/>
              <a:ea typeface="Lexend"/>
              <a:cs typeface="Lexend"/>
              <a:sym typeface="Lexend"/>
            </a:endParaRPr>
          </a:p>
          <a:p>
            <a:pPr marL="0" lvl="0" indent="0" algn="l" rtl="0">
              <a:spcBef>
                <a:spcPts val="1000"/>
              </a:spcBef>
              <a:spcAft>
                <a:spcPts val="1000"/>
              </a:spcAft>
              <a:buNone/>
            </a:pPr>
            <a:r>
              <a:rPr lang="en-GB" sz="1800">
                <a:latin typeface="Lexend"/>
                <a:ea typeface="Lexend"/>
                <a:cs typeface="Lexend"/>
                <a:sym typeface="Lexend"/>
              </a:rPr>
              <a:t>b) A cold front will blow over Oakfield Harbour. Using the weather report, write down the most likely time this will happen, and justify your answer.</a:t>
            </a:r>
            <a:endParaRPr sz="1800">
              <a:latin typeface="Lexend"/>
              <a:ea typeface="Lexend"/>
              <a:cs typeface="Lexend"/>
              <a:sym typeface="Lexend"/>
            </a:endParaRPr>
          </a:p>
        </p:txBody>
      </p:sp>
      <p:graphicFrame>
        <p:nvGraphicFramePr>
          <p:cNvPr id="2320" name="Google Shape;2320;p118"/>
          <p:cNvGraphicFramePr>
            <a:graphicFrameLocks noGrp="1"/>
          </p:cNvGraphicFramePr>
          <p:nvPr/>
        </p:nvGraphicFramePr>
        <p:xfrm>
          <a:off x="324009" y="3365946"/>
          <a:ext cx="2109450" cy="1106475"/>
        </p:xfrm>
        <a:graphic>
          <a:graphicData uri="http://schemas.openxmlformats.org/drawingml/2006/table">
            <a:tbl>
              <a:tblPr>
                <a:noFill/>
                <a:tableStyleId>{DAE9959B-F1CB-4490-83DD-53336B36D040}</a:tableStyleId>
              </a:tblPr>
              <a:tblGrid>
                <a:gridCol w="2109450"/>
              </a:tblGrid>
              <a:tr h="442875">
                <a:tc>
                  <a:txBody>
                    <a:bodyPr vert="horz" wrap="square"/>
                    <a:lstStyle/>
                    <a:p>
                      <a:pPr marL="0" lvl="0" indent="0" algn="l" rtl="0">
                        <a:spcBef>
                          <a:spcPct val="0"/>
                        </a:spcBef>
                        <a:spcAft>
                          <a:spcPct val="0"/>
                        </a:spcAft>
                        <a:buNone/>
                      </a:pPr>
                      <a:r>
                        <a:rPr lang="en-GB" sz="1700">
                          <a:latin typeface="Lexend"/>
                          <a:ea typeface="Lexend"/>
                          <a:cs typeface="Lexend"/>
                          <a:sym typeface="Lexend"/>
                        </a:rPr>
                        <a:t> air temperature</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wind speed (km/h)</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wind direction</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21" name="Google Shape;2321;p118"/>
          <p:cNvGraphicFramePr>
            <a:graphicFrameLocks noGrp="1"/>
          </p:cNvGraphicFramePr>
          <p:nvPr/>
        </p:nvGraphicFramePr>
        <p:xfrm>
          <a:off x="2433459" y="2353421"/>
          <a:ext cx="6035800" cy="1455420"/>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03:00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09:00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15:00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18:00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21:00</a:t>
                      </a:r>
                      <a:endParaRPr sz="1800">
                        <a:solidFill>
                          <a:schemeClr val="lt1"/>
                        </a:solidFill>
                        <a:latin typeface="Lexend"/>
                        <a:ea typeface="Lexend"/>
                        <a:cs typeface="Lexend"/>
                        <a:sym typeface="Lexend"/>
                      </a:endParaRPr>
                    </a:p>
                  </a:txBody>
                  <a:tcPr marL="0" marR="0" marT="0" marB="0" anchor="ctr">
                    <a:solidFill>
                      <a:schemeClr val="accent5"/>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442875">
                <a:tc>
                  <a:txBody>
                    <a:bodyPr vert="horz" wrap="square"/>
                    <a:lstStyle/>
                    <a:p>
                      <a:pPr marL="0" lvl="0" indent="0" algn="ctr" rtl="0">
                        <a:spcBef>
                          <a:spcPct val="0"/>
                        </a:spcBef>
                        <a:spcAft>
                          <a:spcPct val="0"/>
                        </a:spcAft>
                        <a:buNone/>
                      </a:pPr>
                      <a:r>
                        <a:rPr lang="en-GB" sz="1800">
                          <a:latin typeface="Lexend"/>
                          <a:ea typeface="Lexend"/>
                          <a:cs typeface="Lexend"/>
                          <a:sym typeface="Lexend"/>
                        </a:rPr>
                        <a:t>13°C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22°C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24°C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18°C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22" name="Google Shape;2322;p118"/>
          <p:cNvGraphicFramePr>
            <a:graphicFrameLocks noGrp="1"/>
          </p:cNvGraphicFramePr>
          <p:nvPr/>
        </p:nvGraphicFramePr>
        <p:xfrm>
          <a:off x="2433459" y="3808821"/>
          <a:ext cx="6035800" cy="663575"/>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331800">
                <a:tc>
                  <a:txBody>
                    <a:bodyPr vert="horz" wrap="square"/>
                    <a:lstStyle/>
                    <a:p>
                      <a:pPr marL="0" lvl="0" indent="0" algn="ctr" rtl="0">
                        <a:spcBef>
                          <a:spcPct val="0"/>
                        </a:spcBef>
                        <a:spcAft>
                          <a:spcPct val="0"/>
                        </a:spcAft>
                        <a:buNone/>
                      </a:pPr>
                      <a:r>
                        <a:rPr lang="en-GB" sz="1800">
                          <a:latin typeface="Lexend"/>
                          <a:ea typeface="Lexend"/>
                          <a:cs typeface="Lexend"/>
                          <a:sym typeface="Lexend"/>
                        </a:rPr>
                        <a:t>2</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23" name="Google Shape;2323;p118"/>
          <p:cNvGraphicFramePr>
            <a:graphicFrameLocks noGrp="1"/>
          </p:cNvGraphicFramePr>
          <p:nvPr/>
        </p:nvGraphicFramePr>
        <p:xfrm>
          <a:off x="324009" y="4472433"/>
          <a:ext cx="2109450" cy="331800"/>
        </p:xfrm>
        <a:graphic>
          <a:graphicData uri="http://schemas.openxmlformats.org/drawingml/2006/table">
            <a:tbl>
              <a:tblPr>
                <a:noFill/>
                <a:tableStyleId>{DAE9959B-F1CB-4490-83DD-53336B36D040}</a:tableStyleId>
              </a:tblPr>
              <a:tblGrid>
                <a:gridCol w="2109450"/>
              </a:tblGrid>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“feels like”</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24" name="Google Shape;2324;p118"/>
          <p:cNvGraphicFramePr>
            <a:graphicFrameLocks noGrp="1"/>
          </p:cNvGraphicFramePr>
          <p:nvPr/>
        </p:nvGraphicFramePr>
        <p:xfrm>
          <a:off x="2433459" y="4472446"/>
          <a:ext cx="6035800" cy="331775"/>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13°C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21°C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22°C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pic>
        <p:nvPicPr>
          <p:cNvPr id="2325" name="Google Shape;2325;p118"/>
          <p:cNvPicPr preferRelativeResize="0"/>
          <p:nvPr/>
        </p:nvPicPr>
        <p:blipFill>
          <a:blip r:embed="rId3">
            <a:alphaModFix/>
          </a:blip>
          <a:stretch>
            <a:fillRect/>
          </a:stretch>
        </p:blipFill>
        <p:spPr>
          <a:xfrm>
            <a:off x="4043915" y="2713087"/>
            <a:ext cx="548488" cy="567498"/>
          </a:xfrm>
          <a:prstGeom prst="rect">
            <a:avLst/>
          </a:prstGeom>
          <a:noFill/>
          <a:ln>
            <a:noFill/>
          </a:ln>
        </p:spPr>
      </p:pic>
      <p:pic>
        <p:nvPicPr>
          <p:cNvPr id="2326" name="Google Shape;2326;p118"/>
          <p:cNvPicPr preferRelativeResize="0"/>
          <p:nvPr/>
        </p:nvPicPr>
        <p:blipFill>
          <a:blip r:embed="rId3">
            <a:alphaModFix/>
          </a:blip>
          <a:stretch>
            <a:fillRect/>
          </a:stretch>
        </p:blipFill>
        <p:spPr>
          <a:xfrm>
            <a:off x="2536140" y="2713087"/>
            <a:ext cx="548488" cy="567498"/>
          </a:xfrm>
          <a:prstGeom prst="rect">
            <a:avLst/>
          </a:prstGeom>
          <a:noFill/>
          <a:ln>
            <a:noFill/>
          </a:ln>
        </p:spPr>
      </p:pic>
      <p:pic>
        <p:nvPicPr>
          <p:cNvPr id="2327" name="Google Shape;2327;p118"/>
          <p:cNvPicPr preferRelativeResize="0"/>
          <p:nvPr/>
        </p:nvPicPr>
        <p:blipFill>
          <a:blip r:embed="rId3">
            <a:alphaModFix/>
          </a:blip>
          <a:stretch>
            <a:fillRect/>
          </a:stretch>
        </p:blipFill>
        <p:spPr>
          <a:xfrm>
            <a:off x="7824640" y="2713075"/>
            <a:ext cx="548488" cy="567498"/>
          </a:xfrm>
          <a:prstGeom prst="rect">
            <a:avLst/>
          </a:prstGeom>
          <a:noFill/>
          <a:ln>
            <a:noFill/>
          </a:ln>
        </p:spPr>
      </p:pic>
      <p:pic>
        <p:nvPicPr>
          <p:cNvPr id="2328" name="Google Shape;2328;p118"/>
          <p:cNvPicPr preferRelativeResize="0"/>
          <p:nvPr/>
        </p:nvPicPr>
        <p:blipFill>
          <a:blip r:embed="rId4">
            <a:alphaModFix/>
          </a:blip>
          <a:stretch>
            <a:fillRect/>
          </a:stretch>
        </p:blipFill>
        <p:spPr>
          <a:xfrm>
            <a:off x="7089616" y="2686281"/>
            <a:ext cx="548488" cy="621110"/>
          </a:xfrm>
          <a:prstGeom prst="rect">
            <a:avLst/>
          </a:prstGeom>
          <a:noFill/>
          <a:ln>
            <a:noFill/>
          </a:ln>
        </p:spPr>
      </p:pic>
      <p:pic>
        <p:nvPicPr>
          <p:cNvPr id="2329" name="Google Shape;2329;p118"/>
          <p:cNvPicPr preferRelativeResize="0"/>
          <p:nvPr/>
        </p:nvPicPr>
        <p:blipFill>
          <a:blip r:embed="rId5">
            <a:alphaModFix/>
          </a:blip>
          <a:srcRect b="21869"/>
          <a:stretch>
            <a:fillRect/>
          </a:stretch>
        </p:blipFill>
        <p:spPr>
          <a:xfrm>
            <a:off x="6334425" y="2818923"/>
            <a:ext cx="469400" cy="421075"/>
          </a:xfrm>
          <a:prstGeom prst="rect">
            <a:avLst/>
          </a:prstGeom>
          <a:noFill/>
          <a:ln>
            <a:noFill/>
          </a:ln>
        </p:spPr>
      </p:pic>
      <p:pic>
        <p:nvPicPr>
          <p:cNvPr id="2330" name="Google Shape;2330;p118"/>
          <p:cNvPicPr preferRelativeResize="0"/>
          <p:nvPr/>
        </p:nvPicPr>
        <p:blipFill>
          <a:blip r:embed="rId6">
            <a:alphaModFix/>
          </a:blip>
          <a:stretch>
            <a:fillRect/>
          </a:stretch>
        </p:blipFill>
        <p:spPr>
          <a:xfrm>
            <a:off x="5513522" y="2808673"/>
            <a:ext cx="654993" cy="441568"/>
          </a:xfrm>
          <a:prstGeom prst="rect">
            <a:avLst/>
          </a:prstGeom>
          <a:noFill/>
          <a:ln>
            <a:noFill/>
          </a:ln>
        </p:spPr>
      </p:pic>
      <p:pic>
        <p:nvPicPr>
          <p:cNvPr id="2331" name="Google Shape;2331;p118"/>
          <p:cNvPicPr preferRelativeResize="0"/>
          <p:nvPr/>
        </p:nvPicPr>
        <p:blipFill>
          <a:blip r:embed="rId7">
            <a:alphaModFix/>
          </a:blip>
          <a:stretch>
            <a:fillRect/>
          </a:stretch>
        </p:blipFill>
        <p:spPr>
          <a:xfrm>
            <a:off x="4778722" y="2751255"/>
            <a:ext cx="548482" cy="556407"/>
          </a:xfrm>
          <a:prstGeom prst="rect">
            <a:avLst/>
          </a:prstGeom>
          <a:noFill/>
          <a:ln>
            <a:noFill/>
          </a:ln>
        </p:spPr>
      </p:pic>
      <p:pic>
        <p:nvPicPr>
          <p:cNvPr id="2332" name="Google Shape;2332;p118"/>
          <p:cNvPicPr preferRelativeResize="0"/>
          <p:nvPr/>
        </p:nvPicPr>
        <p:blipFill>
          <a:blip r:embed="rId8">
            <a:alphaModFix/>
          </a:blip>
          <a:stretch>
            <a:fillRect/>
          </a:stretch>
        </p:blipFill>
        <p:spPr>
          <a:xfrm>
            <a:off x="3335091" y="2741794"/>
            <a:ext cx="458365" cy="510074"/>
          </a:xfrm>
          <a:prstGeom prst="rect">
            <a:avLst/>
          </a:prstGeom>
          <a:noFill/>
          <a:ln>
            <a:noFill/>
          </a:ln>
        </p:spPr>
      </p:pic>
    </p:spTree>
  </p:cSld>
  <p:clrMapOvr>
    <a:masterClrMapping/>
  </p:clrMapOvr>
  <p:transition/>
  <p:timing/>
</p:sld>
</file>

<file path=ppt/slides/slide4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336" name="Shape 2336"/>
        <p:cNvGrpSpPr/>
        <p:nvPr/>
      </p:nvGrpSpPr>
      <p:grpSpPr>
        <a:xfrm>
          <a:off x="0" y="0"/>
          <a:ext cx="0" cy="0"/>
        </a:xfrm>
      </p:grpSpPr>
      <p:sp>
        <p:nvSpPr>
          <p:cNvPr id="2337" name="Google Shape;2337;p119"/>
          <p:cNvSpPr txBox="1"/>
          <p:nvPr/>
        </p:nvSpPr>
        <p:spPr>
          <a:xfrm>
            <a:off x="5441725" y="606275"/>
            <a:ext cx="33783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2) Humidity measures the amount of moisture in the air. It also influences “feels like” temperature.</a:t>
            </a:r>
            <a:endParaRPr sz="1800">
              <a:latin typeface="Lexend"/>
              <a:ea typeface="Lexend"/>
              <a:cs typeface="Lexend"/>
              <a:sym typeface="Lexend"/>
            </a:endParaRPr>
          </a:p>
          <a:p>
            <a:pPr marL="0" lvl="0" indent="0" algn="l" rtl="0">
              <a:spcBef>
                <a:spcPts val="1000"/>
              </a:spcBef>
              <a:spcAft>
                <a:spcPts val="1000"/>
              </a:spcAft>
              <a:buNone/>
            </a:pPr>
            <a:r>
              <a:rPr lang="en-GB" sz="1800">
                <a:latin typeface="Lexend"/>
                <a:ea typeface="Lexend"/>
                <a:cs typeface="Lexend"/>
                <a:sym typeface="Lexend"/>
              </a:rPr>
              <a:t>a) On which day, and at what time, was there the greatest difference between the air temperature and the “feels like” temperature?</a:t>
            </a:r>
            <a:endParaRPr sz="1800">
              <a:latin typeface="Lexend"/>
              <a:ea typeface="Lexend"/>
              <a:cs typeface="Lexend"/>
              <a:sym typeface="Lexend"/>
            </a:endParaRPr>
          </a:p>
        </p:txBody>
      </p:sp>
      <p:sp>
        <p:nvSpPr>
          <p:cNvPr id="2338" name="Google Shape;2338;p119"/>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Analysing extra forecast information</a:t>
            </a:r>
            <a:endParaRPr/>
          </a:p>
        </p:txBody>
      </p:sp>
      <p:graphicFrame>
        <p:nvGraphicFramePr>
          <p:cNvPr id="2339" name="Google Shape;2339;p119"/>
          <p:cNvGraphicFramePr>
            <a:graphicFrameLocks noGrp="1"/>
          </p:cNvGraphicFramePr>
          <p:nvPr/>
        </p:nvGraphicFramePr>
        <p:xfrm>
          <a:off x="2273209" y="693637"/>
          <a:ext cx="3017900" cy="1286865"/>
        </p:xfrm>
        <a:graphic>
          <a:graphicData uri="http://schemas.openxmlformats.org/drawingml/2006/table">
            <a:tbl>
              <a:tblPr>
                <a:noFill/>
                <a:tableStyleId>{DAE9959B-F1CB-4490-83DD-53336B36D040}</a:tableStyleId>
              </a:tblPr>
              <a:tblGrid>
                <a:gridCol w="754475"/>
                <a:gridCol w="754475"/>
                <a:gridCol w="754475"/>
                <a:gridCol w="7544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08:00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11:00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14:00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17:00</a:t>
                      </a:r>
                      <a:endParaRPr sz="1800">
                        <a:solidFill>
                          <a:schemeClr val="lt1"/>
                        </a:solidFill>
                        <a:latin typeface="Lexend"/>
                        <a:ea typeface="Lexend"/>
                        <a:cs typeface="Lexend"/>
                        <a:sym typeface="Lexend"/>
                      </a:endParaRPr>
                    </a:p>
                  </a:txBody>
                  <a:tcPr marL="0" marR="0" marT="0" marB="0" anchor="ctr">
                    <a:solidFill>
                      <a:schemeClr val="accent5"/>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100000">
                <a:tc>
                  <a:txBody>
                    <a:bodyPr vert="horz" wrap="square"/>
                    <a:lstStyle/>
                    <a:p>
                      <a:pPr marL="0" lvl="0" indent="0" algn="ctr" rtl="0">
                        <a:spcBef>
                          <a:spcPct val="0"/>
                        </a:spcBef>
                        <a:spcAft>
                          <a:spcPct val="0"/>
                        </a:spcAft>
                        <a:buNone/>
                      </a:pPr>
                      <a:r>
                        <a:rPr lang="en-GB" sz="1800">
                          <a:latin typeface="Lexend"/>
                          <a:ea typeface="Lexend"/>
                          <a:cs typeface="Lexend"/>
                          <a:sym typeface="Lexend"/>
                        </a:rPr>
                        <a:t>6°C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17°C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18°C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40" name="Google Shape;2340;p119"/>
          <p:cNvGraphicFramePr>
            <a:graphicFrameLocks noGrp="1"/>
          </p:cNvGraphicFramePr>
          <p:nvPr/>
        </p:nvGraphicFramePr>
        <p:xfrm>
          <a:off x="2273209" y="1980462"/>
          <a:ext cx="3017900" cy="331800"/>
        </p:xfrm>
        <a:graphic>
          <a:graphicData uri="http://schemas.openxmlformats.org/drawingml/2006/table">
            <a:tbl>
              <a:tblPr>
                <a:noFill/>
                <a:tableStyleId>{DAE9959B-F1CB-4490-83DD-53336B36D040}</a:tableStyleId>
              </a:tblPr>
              <a:tblGrid>
                <a:gridCol w="754475"/>
                <a:gridCol w="754475"/>
                <a:gridCol w="754475"/>
                <a:gridCol w="754475"/>
              </a:tblGrid>
              <a:tr h="331800">
                <a:tc>
                  <a:txBody>
                    <a:bodyPr vert="horz" wrap="square"/>
                    <a:lstStyle/>
                    <a:p>
                      <a:pPr marL="0" lvl="0" indent="0" algn="ctr" rtl="0">
                        <a:spcBef>
                          <a:spcPct val="0"/>
                        </a:spcBef>
                        <a:spcAft>
                          <a:spcPct val="0"/>
                        </a:spcAft>
                        <a:buNone/>
                      </a:pPr>
                      <a:r>
                        <a:rPr lang="en-GB" sz="1800">
                          <a:latin typeface="Lexend"/>
                          <a:ea typeface="Lexend"/>
                          <a:cs typeface="Lexend"/>
                          <a:sym typeface="Lexend"/>
                        </a:rPr>
                        <a:t>30%</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45%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65%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41" name="Google Shape;2341;p119"/>
          <p:cNvGraphicFramePr>
            <a:graphicFrameLocks noGrp="1"/>
          </p:cNvGraphicFramePr>
          <p:nvPr/>
        </p:nvGraphicFramePr>
        <p:xfrm>
          <a:off x="279109" y="1706162"/>
          <a:ext cx="1994100" cy="606120"/>
        </p:xfrm>
        <a:graphic>
          <a:graphicData uri="http://schemas.openxmlformats.org/drawingml/2006/table">
            <a:tbl>
              <a:tblPr>
                <a:noFill/>
                <a:tableStyleId>{DAE9959B-F1CB-4490-83DD-53336B36D040}</a:tableStyleId>
              </a:tblPr>
              <a:tblGrid>
                <a:gridCol w="1994100"/>
              </a:tblGrid>
              <a:tr h="274300">
                <a:tc>
                  <a:txBody>
                    <a:bodyPr vert="horz" wrap="square"/>
                    <a:lstStyle/>
                    <a:p>
                      <a:pPr marL="0" lvl="0" indent="0" algn="l" rtl="0">
                        <a:spcBef>
                          <a:spcPct val="0"/>
                        </a:spcBef>
                        <a:spcAft>
                          <a:spcPct val="0"/>
                        </a:spcAft>
                        <a:buNone/>
                      </a:pPr>
                      <a:r>
                        <a:rPr lang="en-GB" sz="1800">
                          <a:latin typeface="Lexend"/>
                          <a:ea typeface="Lexend"/>
                          <a:cs typeface="Lexend"/>
                          <a:sym typeface="Lexend"/>
                        </a:rPr>
                        <a:t> air temperature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800">
                          <a:latin typeface="Lexend"/>
                          <a:ea typeface="Lexend"/>
                          <a:cs typeface="Lexend"/>
                          <a:sym typeface="Lexend"/>
                        </a:rPr>
                        <a:t> humidity</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42" name="Google Shape;2342;p119"/>
          <p:cNvGraphicFramePr>
            <a:graphicFrameLocks noGrp="1"/>
          </p:cNvGraphicFramePr>
          <p:nvPr/>
        </p:nvGraphicFramePr>
        <p:xfrm>
          <a:off x="279109" y="2312274"/>
          <a:ext cx="1994100" cy="331800"/>
        </p:xfrm>
        <a:graphic>
          <a:graphicData uri="http://schemas.openxmlformats.org/drawingml/2006/table">
            <a:tbl>
              <a:tblPr>
                <a:noFill/>
                <a:tableStyleId>{DAE9959B-F1CB-4490-83DD-53336B36D040}</a:tableStyleId>
              </a:tblPr>
              <a:tblGrid>
                <a:gridCol w="1994100"/>
              </a:tblGrid>
              <a:tr h="331800">
                <a:tc>
                  <a:txBody>
                    <a:bodyPr vert="horz" wrap="square"/>
                    <a:lstStyle/>
                    <a:p>
                      <a:pPr marL="0" lvl="0" indent="0" algn="l" rtl="0">
                        <a:spcBef>
                          <a:spcPct val="0"/>
                        </a:spcBef>
                        <a:spcAft>
                          <a:spcPct val="0"/>
                        </a:spcAft>
                        <a:buNone/>
                      </a:pPr>
                      <a:r>
                        <a:rPr lang="en-GB" sz="1800">
                          <a:latin typeface="Lexend"/>
                          <a:ea typeface="Lexend"/>
                          <a:cs typeface="Lexend"/>
                          <a:sym typeface="Lexend"/>
                        </a:rPr>
                        <a:t> “feels like”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43" name="Google Shape;2343;p119"/>
          <p:cNvGraphicFramePr>
            <a:graphicFrameLocks noGrp="1"/>
          </p:cNvGraphicFramePr>
          <p:nvPr/>
        </p:nvGraphicFramePr>
        <p:xfrm>
          <a:off x="2273209" y="2312287"/>
          <a:ext cx="3017900" cy="331775"/>
        </p:xfrm>
        <a:graphic>
          <a:graphicData uri="http://schemas.openxmlformats.org/drawingml/2006/table">
            <a:tbl>
              <a:tblPr>
                <a:noFill/>
                <a:tableStyleId>{DAE9959B-F1CB-4490-83DD-53336B36D040}</a:tableStyleId>
              </a:tblPr>
              <a:tblGrid>
                <a:gridCol w="754475"/>
                <a:gridCol w="754475"/>
                <a:gridCol w="754475"/>
                <a:gridCol w="754475"/>
              </a:tblGrid>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20°C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20°C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44" name="Google Shape;2344;p119"/>
          <p:cNvGraphicFramePr>
            <a:graphicFrameLocks noGrp="1"/>
          </p:cNvGraphicFramePr>
          <p:nvPr/>
        </p:nvGraphicFramePr>
        <p:xfrm>
          <a:off x="2273209" y="2869962"/>
          <a:ext cx="3017900" cy="1286865"/>
        </p:xfrm>
        <a:graphic>
          <a:graphicData uri="http://schemas.openxmlformats.org/drawingml/2006/table">
            <a:tbl>
              <a:tblPr>
                <a:noFill/>
                <a:tableStyleId>{DAE9959B-F1CB-4490-83DD-53336B36D040}</a:tableStyleId>
              </a:tblPr>
              <a:tblGrid>
                <a:gridCol w="754475"/>
                <a:gridCol w="754475"/>
                <a:gridCol w="754475"/>
                <a:gridCol w="7544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08:00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11:00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14:00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17:00</a:t>
                      </a:r>
                      <a:endParaRPr sz="1800">
                        <a:solidFill>
                          <a:schemeClr val="lt1"/>
                        </a:solidFill>
                        <a:latin typeface="Lexend"/>
                        <a:ea typeface="Lexend"/>
                        <a:cs typeface="Lexend"/>
                        <a:sym typeface="Lexend"/>
                      </a:endParaRPr>
                    </a:p>
                  </a:txBody>
                  <a:tcPr marL="0" marR="0" marT="0" marB="0" anchor="ctr">
                    <a:solidFill>
                      <a:schemeClr val="accent5"/>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100000">
                <a:tc>
                  <a:txBody>
                    <a:bodyPr vert="horz" wrap="square"/>
                    <a:lstStyle/>
                    <a:p>
                      <a:pPr marL="0" lvl="0" indent="0" algn="ctr" rtl="0">
                        <a:spcBef>
                          <a:spcPct val="0"/>
                        </a:spcBef>
                        <a:spcAft>
                          <a:spcPct val="0"/>
                        </a:spcAft>
                        <a:buNone/>
                      </a:pPr>
                      <a:r>
                        <a:rPr lang="en-GB" sz="1800">
                          <a:latin typeface="Lexend"/>
                          <a:ea typeface="Lexend"/>
                          <a:cs typeface="Lexend"/>
                          <a:sym typeface="Lexend"/>
                        </a:rPr>
                        <a:t>6°C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17°C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18°C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45" name="Google Shape;2345;p119"/>
          <p:cNvGraphicFramePr>
            <a:graphicFrameLocks noGrp="1"/>
          </p:cNvGraphicFramePr>
          <p:nvPr/>
        </p:nvGraphicFramePr>
        <p:xfrm>
          <a:off x="2273209" y="4156787"/>
          <a:ext cx="3017900" cy="331800"/>
        </p:xfrm>
        <a:graphic>
          <a:graphicData uri="http://schemas.openxmlformats.org/drawingml/2006/table">
            <a:tbl>
              <a:tblPr>
                <a:noFill/>
                <a:tableStyleId>{DAE9959B-F1CB-4490-83DD-53336B36D040}</a:tableStyleId>
              </a:tblPr>
              <a:tblGrid>
                <a:gridCol w="754475"/>
                <a:gridCol w="754475"/>
                <a:gridCol w="754475"/>
                <a:gridCol w="754475"/>
              </a:tblGrid>
              <a:tr h="331800">
                <a:tc>
                  <a:txBody>
                    <a:bodyPr vert="horz" wrap="square"/>
                    <a:lstStyle/>
                    <a:p>
                      <a:pPr marL="0" lvl="0" indent="0" algn="ctr" rtl="0">
                        <a:spcBef>
                          <a:spcPct val="0"/>
                        </a:spcBef>
                        <a:spcAft>
                          <a:spcPct val="0"/>
                        </a:spcAft>
                        <a:buNone/>
                      </a:pPr>
                      <a:r>
                        <a:rPr lang="en-GB" sz="1800">
                          <a:latin typeface="Lexend"/>
                          <a:ea typeface="Lexend"/>
                          <a:cs typeface="Lexend"/>
                          <a:sym typeface="Lexend"/>
                        </a:rPr>
                        <a:t>20%</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46" name="Google Shape;2346;p119"/>
          <p:cNvGraphicFramePr>
            <a:graphicFrameLocks noGrp="1"/>
          </p:cNvGraphicFramePr>
          <p:nvPr/>
        </p:nvGraphicFramePr>
        <p:xfrm>
          <a:off x="279109" y="3882487"/>
          <a:ext cx="1994100" cy="606120"/>
        </p:xfrm>
        <a:graphic>
          <a:graphicData uri="http://schemas.openxmlformats.org/drawingml/2006/table">
            <a:tbl>
              <a:tblPr>
                <a:noFill/>
                <a:tableStyleId>{DAE9959B-F1CB-4490-83DD-53336B36D040}</a:tableStyleId>
              </a:tblPr>
              <a:tblGrid>
                <a:gridCol w="1994100"/>
              </a:tblGrid>
              <a:tr h="274300">
                <a:tc>
                  <a:txBody>
                    <a:bodyPr vert="horz" wrap="square"/>
                    <a:lstStyle/>
                    <a:p>
                      <a:pPr marL="0" lvl="0" indent="0" algn="l" rtl="0">
                        <a:spcBef>
                          <a:spcPct val="0"/>
                        </a:spcBef>
                        <a:spcAft>
                          <a:spcPct val="0"/>
                        </a:spcAft>
                        <a:buNone/>
                      </a:pPr>
                      <a:r>
                        <a:rPr lang="en-GB" sz="1800">
                          <a:latin typeface="Lexend"/>
                          <a:ea typeface="Lexend"/>
                          <a:cs typeface="Lexend"/>
                          <a:sym typeface="Lexend"/>
                        </a:rPr>
                        <a:t> air temperature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800">
                          <a:latin typeface="Lexend"/>
                          <a:ea typeface="Lexend"/>
                          <a:cs typeface="Lexend"/>
                          <a:sym typeface="Lexend"/>
                        </a:rPr>
                        <a:t> humidity</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47" name="Google Shape;2347;p119"/>
          <p:cNvGraphicFramePr>
            <a:graphicFrameLocks noGrp="1"/>
          </p:cNvGraphicFramePr>
          <p:nvPr/>
        </p:nvGraphicFramePr>
        <p:xfrm>
          <a:off x="279109" y="4488599"/>
          <a:ext cx="1994100" cy="331800"/>
        </p:xfrm>
        <a:graphic>
          <a:graphicData uri="http://schemas.openxmlformats.org/drawingml/2006/table">
            <a:tbl>
              <a:tblPr>
                <a:noFill/>
                <a:tableStyleId>{DAE9959B-F1CB-4490-83DD-53336B36D040}</a:tableStyleId>
              </a:tblPr>
              <a:tblGrid>
                <a:gridCol w="1994100"/>
              </a:tblGrid>
              <a:tr h="331800">
                <a:tc>
                  <a:txBody>
                    <a:bodyPr vert="horz" wrap="square"/>
                    <a:lstStyle/>
                    <a:p>
                      <a:pPr marL="0" lvl="0" indent="0" algn="l" rtl="0">
                        <a:spcBef>
                          <a:spcPct val="0"/>
                        </a:spcBef>
                        <a:spcAft>
                          <a:spcPct val="0"/>
                        </a:spcAft>
                        <a:buNone/>
                      </a:pPr>
                      <a:r>
                        <a:rPr lang="en-GB" sz="1800">
                          <a:latin typeface="Lexend"/>
                          <a:ea typeface="Lexend"/>
                          <a:cs typeface="Lexend"/>
                          <a:sym typeface="Lexend"/>
                        </a:rPr>
                        <a:t> “feels like”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48" name="Google Shape;2348;p119"/>
          <p:cNvGraphicFramePr>
            <a:graphicFrameLocks noGrp="1"/>
          </p:cNvGraphicFramePr>
          <p:nvPr/>
        </p:nvGraphicFramePr>
        <p:xfrm>
          <a:off x="2273209" y="4488612"/>
          <a:ext cx="3017900" cy="331775"/>
        </p:xfrm>
        <a:graphic>
          <a:graphicData uri="http://schemas.openxmlformats.org/drawingml/2006/table">
            <a:tbl>
              <a:tblPr>
                <a:noFill/>
                <a:tableStyleId>{DAE9959B-F1CB-4490-83DD-53336B36D040}</a:tableStyleId>
              </a:tblPr>
              <a:tblGrid>
                <a:gridCol w="754475"/>
                <a:gridCol w="754475"/>
                <a:gridCol w="754475"/>
                <a:gridCol w="754475"/>
              </a:tblGrid>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16°C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17°C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
        <p:nvSpPr>
          <p:cNvPr id="2349" name="Google Shape;2349;p119"/>
          <p:cNvSpPr txBox="1"/>
          <p:nvPr/>
        </p:nvSpPr>
        <p:spPr>
          <a:xfrm>
            <a:off x="324000" y="693625"/>
            <a:ext cx="1743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600">
                <a:latin typeface="Lexend"/>
                <a:ea typeface="Lexend"/>
                <a:cs typeface="Lexend"/>
                <a:sym typeface="Lexend"/>
              </a:rPr>
              <a:t>Weather report on 1st July at  Oakfield Old Town.</a:t>
            </a:r>
            <a:endParaRPr sz="1600">
              <a:latin typeface="Lexend"/>
              <a:ea typeface="Lexend"/>
              <a:cs typeface="Lexend"/>
              <a:sym typeface="Lexend"/>
            </a:endParaRPr>
          </a:p>
        </p:txBody>
      </p:sp>
      <p:sp>
        <p:nvSpPr>
          <p:cNvPr id="2350" name="Google Shape;2350;p119"/>
          <p:cNvSpPr txBox="1"/>
          <p:nvPr/>
        </p:nvSpPr>
        <p:spPr>
          <a:xfrm>
            <a:off x="324000" y="2865463"/>
            <a:ext cx="1743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600">
                <a:latin typeface="Lexend"/>
                <a:ea typeface="Lexend"/>
                <a:cs typeface="Lexend"/>
                <a:sym typeface="Lexend"/>
              </a:rPr>
              <a:t>Weather report on 10th July at  Oakfield Old Town.</a:t>
            </a:r>
            <a:endParaRPr sz="1600">
              <a:latin typeface="Lexend"/>
              <a:ea typeface="Lexend"/>
              <a:cs typeface="Lexend"/>
              <a:sym typeface="Lexend"/>
            </a:endParaRPr>
          </a:p>
        </p:txBody>
      </p:sp>
      <p:pic>
        <p:nvPicPr>
          <p:cNvPr id="2351" name="Google Shape;2351;p119"/>
          <p:cNvPicPr preferRelativeResize="0"/>
          <p:nvPr/>
        </p:nvPicPr>
        <p:blipFill>
          <a:blip r:embed="rId3">
            <a:alphaModFix/>
          </a:blip>
          <a:srcRect b="21869"/>
          <a:stretch>
            <a:fillRect/>
          </a:stretch>
        </p:blipFill>
        <p:spPr>
          <a:xfrm>
            <a:off x="2418488" y="1135463"/>
            <a:ext cx="517028" cy="463800"/>
          </a:xfrm>
          <a:prstGeom prst="rect">
            <a:avLst/>
          </a:prstGeom>
          <a:noFill/>
          <a:ln>
            <a:noFill/>
          </a:ln>
        </p:spPr>
      </p:pic>
      <p:pic>
        <p:nvPicPr>
          <p:cNvPr id="2352" name="Google Shape;2352;p119"/>
          <p:cNvPicPr preferRelativeResize="0"/>
          <p:nvPr/>
        </p:nvPicPr>
        <p:blipFill>
          <a:blip r:embed="rId4">
            <a:alphaModFix/>
          </a:blip>
          <a:stretch>
            <a:fillRect/>
          </a:stretch>
        </p:blipFill>
        <p:spPr>
          <a:xfrm>
            <a:off x="3129779" y="1056806"/>
            <a:ext cx="548488" cy="621110"/>
          </a:xfrm>
          <a:prstGeom prst="rect">
            <a:avLst/>
          </a:prstGeom>
          <a:noFill/>
          <a:ln>
            <a:noFill/>
          </a:ln>
        </p:spPr>
      </p:pic>
      <p:pic>
        <p:nvPicPr>
          <p:cNvPr id="2353" name="Google Shape;2353;p119"/>
          <p:cNvPicPr preferRelativeResize="0"/>
          <p:nvPr/>
        </p:nvPicPr>
        <p:blipFill>
          <a:blip r:embed="rId5">
            <a:alphaModFix/>
          </a:blip>
          <a:stretch>
            <a:fillRect/>
          </a:stretch>
        </p:blipFill>
        <p:spPr>
          <a:xfrm>
            <a:off x="3830422" y="1146573"/>
            <a:ext cx="654993" cy="441568"/>
          </a:xfrm>
          <a:prstGeom prst="rect">
            <a:avLst/>
          </a:prstGeom>
          <a:noFill/>
          <a:ln>
            <a:noFill/>
          </a:ln>
        </p:spPr>
      </p:pic>
      <p:pic>
        <p:nvPicPr>
          <p:cNvPr id="2354" name="Google Shape;2354;p119"/>
          <p:cNvPicPr preferRelativeResize="0"/>
          <p:nvPr/>
        </p:nvPicPr>
        <p:blipFill>
          <a:blip r:embed="rId6">
            <a:alphaModFix/>
          </a:blip>
          <a:stretch>
            <a:fillRect/>
          </a:stretch>
        </p:blipFill>
        <p:spPr>
          <a:xfrm>
            <a:off x="4637572" y="1089155"/>
            <a:ext cx="548482" cy="556407"/>
          </a:xfrm>
          <a:prstGeom prst="rect">
            <a:avLst/>
          </a:prstGeom>
          <a:noFill/>
          <a:ln>
            <a:noFill/>
          </a:ln>
        </p:spPr>
      </p:pic>
      <p:pic>
        <p:nvPicPr>
          <p:cNvPr id="2355" name="Google Shape;2355;p119"/>
          <p:cNvPicPr preferRelativeResize="0"/>
          <p:nvPr/>
        </p:nvPicPr>
        <p:blipFill>
          <a:blip r:embed="rId6">
            <a:alphaModFix/>
          </a:blip>
          <a:stretch>
            <a:fillRect/>
          </a:stretch>
        </p:blipFill>
        <p:spPr>
          <a:xfrm>
            <a:off x="3883672" y="3235180"/>
            <a:ext cx="548482" cy="556407"/>
          </a:xfrm>
          <a:prstGeom prst="rect">
            <a:avLst/>
          </a:prstGeom>
          <a:noFill/>
          <a:ln>
            <a:noFill/>
          </a:ln>
        </p:spPr>
      </p:pic>
      <p:pic>
        <p:nvPicPr>
          <p:cNvPr id="2356" name="Google Shape;2356;p119"/>
          <p:cNvPicPr preferRelativeResize="0"/>
          <p:nvPr/>
        </p:nvPicPr>
        <p:blipFill>
          <a:blip r:embed="rId6">
            <a:alphaModFix/>
          </a:blip>
          <a:stretch>
            <a:fillRect/>
          </a:stretch>
        </p:blipFill>
        <p:spPr>
          <a:xfrm>
            <a:off x="4637572" y="3235180"/>
            <a:ext cx="548482" cy="556407"/>
          </a:xfrm>
          <a:prstGeom prst="rect">
            <a:avLst/>
          </a:prstGeom>
          <a:noFill/>
          <a:ln>
            <a:noFill/>
          </a:ln>
        </p:spPr>
      </p:pic>
      <p:pic>
        <p:nvPicPr>
          <p:cNvPr id="2357" name="Google Shape;2357;p119"/>
          <p:cNvPicPr preferRelativeResize="0"/>
          <p:nvPr/>
        </p:nvPicPr>
        <p:blipFill>
          <a:blip r:embed="rId5">
            <a:alphaModFix/>
          </a:blip>
          <a:stretch>
            <a:fillRect/>
          </a:stretch>
        </p:blipFill>
        <p:spPr>
          <a:xfrm>
            <a:off x="2349522" y="3302323"/>
            <a:ext cx="654993" cy="441568"/>
          </a:xfrm>
          <a:prstGeom prst="rect">
            <a:avLst/>
          </a:prstGeom>
          <a:noFill/>
          <a:ln>
            <a:noFill/>
          </a:ln>
        </p:spPr>
      </p:pic>
      <p:pic>
        <p:nvPicPr>
          <p:cNvPr id="2358" name="Google Shape;2358;p119"/>
          <p:cNvPicPr preferRelativeResize="0"/>
          <p:nvPr/>
        </p:nvPicPr>
        <p:blipFill>
          <a:blip r:embed="rId5">
            <a:alphaModFix/>
          </a:blip>
          <a:stretch>
            <a:fillRect/>
          </a:stretch>
        </p:blipFill>
        <p:spPr>
          <a:xfrm>
            <a:off x="3076534" y="3302336"/>
            <a:ext cx="654993" cy="441568"/>
          </a:xfrm>
          <a:prstGeom prst="rect">
            <a:avLst/>
          </a:prstGeom>
          <a:noFill/>
          <a:ln>
            <a:noFill/>
          </a:ln>
        </p:spPr>
      </p:pic>
    </p:spTree>
  </p:cSld>
  <p:clrMapOvr>
    <a:masterClrMapping/>
  </p:clrMapOvr>
  <p:transition/>
  <p:timing/>
</p:sld>
</file>

<file path=ppt/slides/slide4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362" name="Shape 2362"/>
        <p:cNvGrpSpPr/>
        <p:nvPr/>
      </p:nvGrpSpPr>
      <p:grpSpPr>
        <a:xfrm>
          <a:off x="0" y="0"/>
          <a:ext cx="0" cy="0"/>
        </a:xfrm>
      </p:grpSpPr>
      <p:sp>
        <p:nvSpPr>
          <p:cNvPr id="2363" name="Google Shape;2363;p120"/>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Analysing extra forecast information</a:t>
            </a:r>
            <a:endParaRPr/>
          </a:p>
        </p:txBody>
      </p:sp>
      <p:graphicFrame>
        <p:nvGraphicFramePr>
          <p:cNvPr id="2364" name="Google Shape;2364;p120"/>
          <p:cNvGraphicFramePr>
            <a:graphicFrameLocks noGrp="1"/>
          </p:cNvGraphicFramePr>
          <p:nvPr/>
        </p:nvGraphicFramePr>
        <p:xfrm>
          <a:off x="2120809" y="693637"/>
          <a:ext cx="3017900" cy="1286865"/>
        </p:xfrm>
        <a:graphic>
          <a:graphicData uri="http://schemas.openxmlformats.org/drawingml/2006/table">
            <a:tbl>
              <a:tblPr>
                <a:noFill/>
                <a:tableStyleId>{DAE9959B-F1CB-4490-83DD-53336B36D040}</a:tableStyleId>
              </a:tblPr>
              <a:tblGrid>
                <a:gridCol w="754475"/>
                <a:gridCol w="754475"/>
                <a:gridCol w="754475"/>
                <a:gridCol w="7544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08:00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11:00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14:00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17:00</a:t>
                      </a:r>
                      <a:endParaRPr sz="1800">
                        <a:solidFill>
                          <a:schemeClr val="lt1"/>
                        </a:solidFill>
                        <a:latin typeface="Lexend"/>
                        <a:ea typeface="Lexend"/>
                        <a:cs typeface="Lexend"/>
                        <a:sym typeface="Lexend"/>
                      </a:endParaRPr>
                    </a:p>
                  </a:txBody>
                  <a:tcPr marL="0" marR="0" marT="0" marB="0" anchor="ctr">
                    <a:solidFill>
                      <a:schemeClr val="accent5"/>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100000">
                <a:tc>
                  <a:txBody>
                    <a:bodyPr vert="horz" wrap="square"/>
                    <a:lstStyle/>
                    <a:p>
                      <a:pPr marL="0" lvl="0" indent="0" algn="ctr" rtl="0">
                        <a:spcBef>
                          <a:spcPct val="0"/>
                        </a:spcBef>
                        <a:spcAft>
                          <a:spcPct val="0"/>
                        </a:spcAft>
                        <a:buNone/>
                      </a:pPr>
                      <a:r>
                        <a:rPr lang="en-GB" sz="1800">
                          <a:latin typeface="Lexend"/>
                          <a:ea typeface="Lexend"/>
                          <a:cs typeface="Lexend"/>
                          <a:sym typeface="Lexend"/>
                        </a:rPr>
                        <a:t>6°C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17°C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18°C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
        <p:nvSpPr>
          <p:cNvPr id="2365" name="Google Shape;2365;p120"/>
          <p:cNvSpPr txBox="1"/>
          <p:nvPr/>
        </p:nvSpPr>
        <p:spPr>
          <a:xfrm>
            <a:off x="5441725" y="606275"/>
            <a:ext cx="33783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2) Humidity measures the amount of moisture in the air. It also influences “feels like” temperature.</a:t>
            </a:r>
            <a:endParaRPr sz="1800">
              <a:latin typeface="Lexend"/>
              <a:ea typeface="Lexend"/>
              <a:cs typeface="Lexend"/>
              <a:sym typeface="Lexend"/>
            </a:endParaRPr>
          </a:p>
          <a:p>
            <a:pPr marL="0" lvl="0" indent="0" algn="l" rtl="0">
              <a:spcBef>
                <a:spcPts val="1000"/>
              </a:spcBef>
              <a:spcAft>
                <a:spcPct val="0"/>
              </a:spcAft>
              <a:buNone/>
            </a:pPr>
            <a:endParaRPr sz="500">
              <a:latin typeface="Lexend"/>
              <a:ea typeface="Lexend"/>
              <a:cs typeface="Lexend"/>
              <a:sym typeface="Lexend"/>
            </a:endParaRPr>
          </a:p>
          <a:p>
            <a:pPr marL="0" lvl="0" indent="0" algn="l" rtl="0">
              <a:spcBef>
                <a:spcPts val="1000"/>
              </a:spcBef>
              <a:spcAft>
                <a:spcPct val="0"/>
              </a:spcAft>
              <a:buNone/>
            </a:pPr>
            <a:r>
              <a:rPr lang="en-GB" sz="1800">
                <a:latin typeface="Lexend"/>
                <a:ea typeface="Lexend"/>
                <a:cs typeface="Lexend"/>
                <a:sym typeface="Lexend"/>
              </a:rPr>
              <a:t>b) Complete this sentence:</a:t>
            </a:r>
            <a:endParaRPr sz="1800">
              <a:latin typeface="Lexend"/>
              <a:ea typeface="Lexend"/>
              <a:cs typeface="Lexend"/>
              <a:sym typeface="Lexend"/>
            </a:endParaRPr>
          </a:p>
          <a:p>
            <a:pPr marL="0" lvl="0" indent="0" algn="l" rtl="0">
              <a:spcBef>
                <a:spcPts val="1000"/>
              </a:spcBef>
              <a:spcAft>
                <a:spcPct val="0"/>
              </a:spcAft>
              <a:buNone/>
            </a:pPr>
            <a:r>
              <a:rPr lang="en-GB" sz="1800">
                <a:latin typeface="Lexend"/>
                <a:ea typeface="Lexend"/>
                <a:cs typeface="Lexend"/>
                <a:sym typeface="Lexend"/>
              </a:rPr>
              <a:t>“Higher humidity likely leads to an </a:t>
            </a:r>
            <a:r>
              <a:rPr lang="en-GB" sz="1800">
                <a:latin typeface="Times New Roman"/>
                <a:ea typeface="Times New Roman"/>
                <a:cs typeface="Times New Roman"/>
                <a:sym typeface="Times New Roman"/>
              </a:rPr>
              <a:t>___________</a:t>
            </a:r>
            <a:r>
              <a:rPr lang="en-GB" sz="1800">
                <a:latin typeface="Lexend"/>
                <a:ea typeface="Lexend"/>
                <a:cs typeface="Lexend"/>
                <a:sym typeface="Lexend"/>
              </a:rPr>
              <a:t> in </a:t>
            </a:r>
            <a:r>
              <a:rPr lang="en-GB" sz="1800">
                <a:solidFill>
                  <a:schemeClr val="dk1"/>
                </a:solidFill>
                <a:latin typeface="Lexend"/>
                <a:ea typeface="Lexend"/>
                <a:cs typeface="Lexend"/>
                <a:sym typeface="Lexend"/>
              </a:rPr>
              <a:t>“feels like” temperature compared to air temperature.</a:t>
            </a:r>
            <a:r>
              <a:rPr lang="en-GB" sz="1800">
                <a:latin typeface="Lexend"/>
                <a:ea typeface="Lexend"/>
                <a:cs typeface="Lexend"/>
                <a:sym typeface="Lexend"/>
              </a:rPr>
              <a:t>”</a:t>
            </a:r>
            <a:endParaRPr sz="1800">
              <a:latin typeface="Lexend"/>
              <a:ea typeface="Lexend"/>
              <a:cs typeface="Lexend"/>
              <a:sym typeface="Lexend"/>
            </a:endParaRPr>
          </a:p>
          <a:p>
            <a:pPr marL="0" lvl="0" indent="0" algn="l" rtl="0">
              <a:spcBef>
                <a:spcPts val="1000"/>
              </a:spcBef>
              <a:spcAft>
                <a:spcPct val="0"/>
              </a:spcAft>
              <a:buNone/>
            </a:pPr>
            <a:endParaRPr sz="500">
              <a:latin typeface="Lexend"/>
              <a:ea typeface="Lexend"/>
              <a:cs typeface="Lexend"/>
              <a:sym typeface="Lexend"/>
            </a:endParaRPr>
          </a:p>
          <a:p>
            <a:pPr marL="0" lvl="0" indent="0" algn="l" rtl="0">
              <a:spcBef>
                <a:spcPts val="1000"/>
              </a:spcBef>
              <a:spcAft>
                <a:spcPts val="1000"/>
              </a:spcAft>
              <a:buNone/>
            </a:pPr>
            <a:r>
              <a:rPr lang="en-GB" sz="1800">
                <a:latin typeface="Lexend"/>
                <a:ea typeface="Lexend"/>
                <a:cs typeface="Lexend"/>
                <a:sym typeface="Lexend"/>
              </a:rPr>
              <a:t>c) What weather conditions might result in higher humidity?</a:t>
            </a:r>
            <a:endParaRPr sz="1800">
              <a:latin typeface="Lexend"/>
              <a:ea typeface="Lexend"/>
              <a:cs typeface="Lexend"/>
              <a:sym typeface="Lexend"/>
            </a:endParaRPr>
          </a:p>
        </p:txBody>
      </p:sp>
      <p:graphicFrame>
        <p:nvGraphicFramePr>
          <p:cNvPr id="2366" name="Google Shape;2366;p120"/>
          <p:cNvGraphicFramePr>
            <a:graphicFrameLocks noGrp="1"/>
          </p:cNvGraphicFramePr>
          <p:nvPr/>
        </p:nvGraphicFramePr>
        <p:xfrm>
          <a:off x="2120809" y="1980462"/>
          <a:ext cx="3017900" cy="331800"/>
        </p:xfrm>
        <a:graphic>
          <a:graphicData uri="http://schemas.openxmlformats.org/drawingml/2006/table">
            <a:tbl>
              <a:tblPr>
                <a:noFill/>
                <a:tableStyleId>{DAE9959B-F1CB-4490-83DD-53336B36D040}</a:tableStyleId>
              </a:tblPr>
              <a:tblGrid>
                <a:gridCol w="754475"/>
                <a:gridCol w="754475"/>
                <a:gridCol w="754475"/>
                <a:gridCol w="754475"/>
              </a:tblGrid>
              <a:tr h="331800">
                <a:tc>
                  <a:txBody>
                    <a:bodyPr vert="horz" wrap="square"/>
                    <a:lstStyle/>
                    <a:p>
                      <a:pPr marL="0" lvl="0" indent="0" algn="ctr" rtl="0">
                        <a:spcBef>
                          <a:spcPct val="0"/>
                        </a:spcBef>
                        <a:spcAft>
                          <a:spcPct val="0"/>
                        </a:spcAft>
                        <a:buNone/>
                      </a:pPr>
                      <a:r>
                        <a:rPr lang="en-GB" sz="1800">
                          <a:latin typeface="Lexend"/>
                          <a:ea typeface="Lexend"/>
                          <a:cs typeface="Lexend"/>
                          <a:sym typeface="Lexend"/>
                        </a:rPr>
                        <a:t>30%</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45%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65%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67" name="Google Shape;2367;p120"/>
          <p:cNvGraphicFramePr>
            <a:graphicFrameLocks noGrp="1"/>
          </p:cNvGraphicFramePr>
          <p:nvPr/>
        </p:nvGraphicFramePr>
        <p:xfrm>
          <a:off x="279109" y="1706162"/>
          <a:ext cx="1841700" cy="606120"/>
        </p:xfrm>
        <a:graphic>
          <a:graphicData uri="http://schemas.openxmlformats.org/drawingml/2006/table">
            <a:tbl>
              <a:tblPr>
                <a:noFill/>
                <a:tableStyleId>{DAE9959B-F1CB-4490-83DD-53336B36D040}</a:tableStyleId>
              </a:tblPr>
              <a:tblGrid>
                <a:gridCol w="1841700"/>
              </a:tblGrid>
              <a:tr h="274300">
                <a:tc>
                  <a:txBody>
                    <a:bodyPr vert="horz" wrap="square"/>
                    <a:lstStyle/>
                    <a:p>
                      <a:pPr marL="0" lvl="0" indent="0" algn="l" rtl="0">
                        <a:spcBef>
                          <a:spcPct val="0"/>
                        </a:spcBef>
                        <a:spcAft>
                          <a:spcPct val="0"/>
                        </a:spcAft>
                        <a:buNone/>
                      </a:pPr>
                      <a:r>
                        <a:rPr lang="en-GB" sz="1800">
                          <a:latin typeface="Lexend"/>
                          <a:ea typeface="Lexend"/>
                          <a:cs typeface="Lexend"/>
                          <a:sym typeface="Lexend"/>
                        </a:rPr>
                        <a:t> air temperature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800">
                          <a:latin typeface="Lexend"/>
                          <a:ea typeface="Lexend"/>
                          <a:cs typeface="Lexend"/>
                          <a:sym typeface="Lexend"/>
                        </a:rPr>
                        <a:t> humidity</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68" name="Google Shape;2368;p120"/>
          <p:cNvGraphicFramePr>
            <a:graphicFrameLocks noGrp="1"/>
          </p:cNvGraphicFramePr>
          <p:nvPr/>
        </p:nvGraphicFramePr>
        <p:xfrm>
          <a:off x="279109" y="2312274"/>
          <a:ext cx="1841700" cy="331800"/>
        </p:xfrm>
        <a:graphic>
          <a:graphicData uri="http://schemas.openxmlformats.org/drawingml/2006/table">
            <a:tbl>
              <a:tblPr>
                <a:noFill/>
                <a:tableStyleId>{DAE9959B-F1CB-4490-83DD-53336B36D040}</a:tableStyleId>
              </a:tblPr>
              <a:tblGrid>
                <a:gridCol w="1841700"/>
              </a:tblGrid>
              <a:tr h="331800">
                <a:tc>
                  <a:txBody>
                    <a:bodyPr vert="horz" wrap="square"/>
                    <a:lstStyle/>
                    <a:p>
                      <a:pPr marL="0" lvl="0" indent="0" algn="l" rtl="0">
                        <a:spcBef>
                          <a:spcPct val="0"/>
                        </a:spcBef>
                        <a:spcAft>
                          <a:spcPct val="0"/>
                        </a:spcAft>
                        <a:buNone/>
                      </a:pPr>
                      <a:r>
                        <a:rPr lang="en-GB" sz="1800">
                          <a:latin typeface="Lexend"/>
                          <a:ea typeface="Lexend"/>
                          <a:cs typeface="Lexend"/>
                          <a:sym typeface="Lexend"/>
                        </a:rPr>
                        <a:t> “feels like”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69" name="Google Shape;2369;p120"/>
          <p:cNvGraphicFramePr>
            <a:graphicFrameLocks noGrp="1"/>
          </p:cNvGraphicFramePr>
          <p:nvPr/>
        </p:nvGraphicFramePr>
        <p:xfrm>
          <a:off x="2120809" y="2312287"/>
          <a:ext cx="3017900" cy="331775"/>
        </p:xfrm>
        <a:graphic>
          <a:graphicData uri="http://schemas.openxmlformats.org/drawingml/2006/table">
            <a:tbl>
              <a:tblPr>
                <a:noFill/>
                <a:tableStyleId>{DAE9959B-F1CB-4490-83DD-53336B36D040}</a:tableStyleId>
              </a:tblPr>
              <a:tblGrid>
                <a:gridCol w="754475"/>
                <a:gridCol w="754475"/>
                <a:gridCol w="754475"/>
                <a:gridCol w="754475"/>
              </a:tblGrid>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20°C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20°C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70" name="Google Shape;2370;p120"/>
          <p:cNvGraphicFramePr>
            <a:graphicFrameLocks noGrp="1"/>
          </p:cNvGraphicFramePr>
          <p:nvPr/>
        </p:nvGraphicFramePr>
        <p:xfrm>
          <a:off x="2120809" y="2869962"/>
          <a:ext cx="3017900" cy="1286865"/>
        </p:xfrm>
        <a:graphic>
          <a:graphicData uri="http://schemas.openxmlformats.org/drawingml/2006/table">
            <a:tbl>
              <a:tblPr>
                <a:noFill/>
                <a:tableStyleId>{DAE9959B-F1CB-4490-83DD-53336B36D040}</a:tableStyleId>
              </a:tblPr>
              <a:tblGrid>
                <a:gridCol w="754475"/>
                <a:gridCol w="754475"/>
                <a:gridCol w="754475"/>
                <a:gridCol w="7544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08:00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11:00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14:00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17:00</a:t>
                      </a:r>
                      <a:endParaRPr sz="1800">
                        <a:solidFill>
                          <a:schemeClr val="lt1"/>
                        </a:solidFill>
                        <a:latin typeface="Lexend"/>
                        <a:ea typeface="Lexend"/>
                        <a:cs typeface="Lexend"/>
                        <a:sym typeface="Lexend"/>
                      </a:endParaRPr>
                    </a:p>
                  </a:txBody>
                  <a:tcPr marL="0" marR="0" marT="0" marB="0" anchor="ctr">
                    <a:solidFill>
                      <a:schemeClr val="accent5"/>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100000">
                <a:tc>
                  <a:txBody>
                    <a:bodyPr vert="horz" wrap="square"/>
                    <a:lstStyle/>
                    <a:p>
                      <a:pPr marL="0" lvl="0" indent="0" algn="ctr" rtl="0">
                        <a:spcBef>
                          <a:spcPct val="0"/>
                        </a:spcBef>
                        <a:spcAft>
                          <a:spcPct val="0"/>
                        </a:spcAft>
                        <a:buNone/>
                      </a:pPr>
                      <a:r>
                        <a:rPr lang="en-GB" sz="1800">
                          <a:latin typeface="Lexend"/>
                          <a:ea typeface="Lexend"/>
                          <a:cs typeface="Lexend"/>
                          <a:sym typeface="Lexend"/>
                        </a:rPr>
                        <a:t>6°C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17°C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18°C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71" name="Google Shape;2371;p120"/>
          <p:cNvGraphicFramePr>
            <a:graphicFrameLocks noGrp="1"/>
          </p:cNvGraphicFramePr>
          <p:nvPr/>
        </p:nvGraphicFramePr>
        <p:xfrm>
          <a:off x="2120809" y="4156787"/>
          <a:ext cx="3017900" cy="331800"/>
        </p:xfrm>
        <a:graphic>
          <a:graphicData uri="http://schemas.openxmlformats.org/drawingml/2006/table">
            <a:tbl>
              <a:tblPr>
                <a:noFill/>
                <a:tableStyleId>{DAE9959B-F1CB-4490-83DD-53336B36D040}</a:tableStyleId>
              </a:tblPr>
              <a:tblGrid>
                <a:gridCol w="754475"/>
                <a:gridCol w="754475"/>
                <a:gridCol w="754475"/>
                <a:gridCol w="754475"/>
              </a:tblGrid>
              <a:tr h="331800">
                <a:tc>
                  <a:txBody>
                    <a:bodyPr vert="horz" wrap="square"/>
                    <a:lstStyle/>
                    <a:p>
                      <a:pPr marL="0" lvl="0" indent="0" algn="ctr" rtl="0">
                        <a:spcBef>
                          <a:spcPct val="0"/>
                        </a:spcBef>
                        <a:spcAft>
                          <a:spcPct val="0"/>
                        </a:spcAft>
                        <a:buNone/>
                      </a:pPr>
                      <a:r>
                        <a:rPr lang="en-GB" sz="1800">
                          <a:latin typeface="Lexend"/>
                          <a:ea typeface="Lexend"/>
                          <a:cs typeface="Lexend"/>
                          <a:sym typeface="Lexend"/>
                        </a:rPr>
                        <a:t>20%</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72" name="Google Shape;2372;p120"/>
          <p:cNvGraphicFramePr>
            <a:graphicFrameLocks noGrp="1"/>
          </p:cNvGraphicFramePr>
          <p:nvPr/>
        </p:nvGraphicFramePr>
        <p:xfrm>
          <a:off x="279109" y="3882487"/>
          <a:ext cx="1841700" cy="606120"/>
        </p:xfrm>
        <a:graphic>
          <a:graphicData uri="http://schemas.openxmlformats.org/drawingml/2006/table">
            <a:tbl>
              <a:tblPr>
                <a:noFill/>
                <a:tableStyleId>{DAE9959B-F1CB-4490-83DD-53336B36D040}</a:tableStyleId>
              </a:tblPr>
              <a:tblGrid>
                <a:gridCol w="1841700"/>
              </a:tblGrid>
              <a:tr h="274300">
                <a:tc>
                  <a:txBody>
                    <a:bodyPr vert="horz" wrap="square"/>
                    <a:lstStyle/>
                    <a:p>
                      <a:pPr marL="0" lvl="0" indent="0" algn="l" rtl="0">
                        <a:spcBef>
                          <a:spcPct val="0"/>
                        </a:spcBef>
                        <a:spcAft>
                          <a:spcPct val="0"/>
                        </a:spcAft>
                        <a:buNone/>
                      </a:pPr>
                      <a:r>
                        <a:rPr lang="en-GB" sz="1800">
                          <a:latin typeface="Lexend"/>
                          <a:ea typeface="Lexend"/>
                          <a:cs typeface="Lexend"/>
                          <a:sym typeface="Lexend"/>
                        </a:rPr>
                        <a:t> air temperature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800">
                          <a:latin typeface="Lexend"/>
                          <a:ea typeface="Lexend"/>
                          <a:cs typeface="Lexend"/>
                          <a:sym typeface="Lexend"/>
                        </a:rPr>
                        <a:t> humidity</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73" name="Google Shape;2373;p120"/>
          <p:cNvGraphicFramePr>
            <a:graphicFrameLocks noGrp="1"/>
          </p:cNvGraphicFramePr>
          <p:nvPr/>
        </p:nvGraphicFramePr>
        <p:xfrm>
          <a:off x="279109" y="4488599"/>
          <a:ext cx="1841700" cy="331800"/>
        </p:xfrm>
        <a:graphic>
          <a:graphicData uri="http://schemas.openxmlformats.org/drawingml/2006/table">
            <a:tbl>
              <a:tblPr>
                <a:noFill/>
                <a:tableStyleId>{DAE9959B-F1CB-4490-83DD-53336B36D040}</a:tableStyleId>
              </a:tblPr>
              <a:tblGrid>
                <a:gridCol w="1841700"/>
              </a:tblGrid>
              <a:tr h="331800">
                <a:tc>
                  <a:txBody>
                    <a:bodyPr vert="horz" wrap="square"/>
                    <a:lstStyle/>
                    <a:p>
                      <a:pPr marL="0" lvl="0" indent="0" algn="l" rtl="0">
                        <a:spcBef>
                          <a:spcPct val="0"/>
                        </a:spcBef>
                        <a:spcAft>
                          <a:spcPct val="0"/>
                        </a:spcAft>
                        <a:buNone/>
                      </a:pPr>
                      <a:r>
                        <a:rPr lang="en-GB" sz="1800">
                          <a:latin typeface="Lexend"/>
                          <a:ea typeface="Lexend"/>
                          <a:cs typeface="Lexend"/>
                          <a:sym typeface="Lexend"/>
                        </a:rPr>
                        <a:t> “feels like”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374" name="Google Shape;2374;p120"/>
          <p:cNvGraphicFramePr>
            <a:graphicFrameLocks noGrp="1"/>
          </p:cNvGraphicFramePr>
          <p:nvPr/>
        </p:nvGraphicFramePr>
        <p:xfrm>
          <a:off x="2120809" y="4488612"/>
          <a:ext cx="3017900" cy="331775"/>
        </p:xfrm>
        <a:graphic>
          <a:graphicData uri="http://schemas.openxmlformats.org/drawingml/2006/table">
            <a:tbl>
              <a:tblPr>
                <a:noFill/>
                <a:tableStyleId>{DAE9959B-F1CB-4490-83DD-53336B36D040}</a:tableStyleId>
              </a:tblPr>
              <a:tblGrid>
                <a:gridCol w="754475"/>
                <a:gridCol w="754475"/>
                <a:gridCol w="754475"/>
                <a:gridCol w="754475"/>
              </a:tblGrid>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16°C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17°C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
        <p:nvSpPr>
          <p:cNvPr id="2375" name="Google Shape;2375;p120"/>
          <p:cNvSpPr txBox="1"/>
          <p:nvPr/>
        </p:nvSpPr>
        <p:spPr>
          <a:xfrm>
            <a:off x="324000" y="693625"/>
            <a:ext cx="1743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600">
                <a:latin typeface="Lexend"/>
                <a:ea typeface="Lexend"/>
                <a:cs typeface="Lexend"/>
                <a:sym typeface="Lexend"/>
              </a:rPr>
              <a:t>Weather report on 1st July at  Oakfield Old Town.</a:t>
            </a:r>
            <a:endParaRPr sz="1600">
              <a:latin typeface="Lexend"/>
              <a:ea typeface="Lexend"/>
              <a:cs typeface="Lexend"/>
              <a:sym typeface="Lexend"/>
            </a:endParaRPr>
          </a:p>
        </p:txBody>
      </p:sp>
      <p:sp>
        <p:nvSpPr>
          <p:cNvPr id="2376" name="Google Shape;2376;p120"/>
          <p:cNvSpPr txBox="1"/>
          <p:nvPr/>
        </p:nvSpPr>
        <p:spPr>
          <a:xfrm>
            <a:off x="324000" y="2865463"/>
            <a:ext cx="1743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600">
                <a:latin typeface="Lexend"/>
                <a:ea typeface="Lexend"/>
                <a:cs typeface="Lexend"/>
                <a:sym typeface="Lexend"/>
              </a:rPr>
              <a:t>Weather report on 10th July at  Oakfield Old Town.</a:t>
            </a:r>
            <a:endParaRPr sz="1600">
              <a:latin typeface="Lexend"/>
              <a:ea typeface="Lexend"/>
              <a:cs typeface="Lexend"/>
              <a:sym typeface="Lexend"/>
            </a:endParaRPr>
          </a:p>
        </p:txBody>
      </p:sp>
      <p:pic>
        <p:nvPicPr>
          <p:cNvPr id="2377" name="Google Shape;2377;p120"/>
          <p:cNvPicPr preferRelativeResize="0"/>
          <p:nvPr/>
        </p:nvPicPr>
        <p:blipFill>
          <a:blip r:embed="rId3">
            <a:alphaModFix/>
          </a:blip>
          <a:stretch>
            <a:fillRect/>
          </a:stretch>
        </p:blipFill>
        <p:spPr>
          <a:xfrm>
            <a:off x="3706999" y="3235180"/>
            <a:ext cx="548482" cy="556407"/>
          </a:xfrm>
          <a:prstGeom prst="rect">
            <a:avLst/>
          </a:prstGeom>
          <a:noFill/>
          <a:ln>
            <a:noFill/>
          </a:ln>
        </p:spPr>
      </p:pic>
      <p:pic>
        <p:nvPicPr>
          <p:cNvPr id="2378" name="Google Shape;2378;p120"/>
          <p:cNvPicPr preferRelativeResize="0"/>
          <p:nvPr/>
        </p:nvPicPr>
        <p:blipFill>
          <a:blip r:embed="rId3">
            <a:alphaModFix/>
          </a:blip>
          <a:stretch>
            <a:fillRect/>
          </a:stretch>
        </p:blipFill>
        <p:spPr>
          <a:xfrm>
            <a:off x="4460899" y="3235180"/>
            <a:ext cx="548482" cy="556407"/>
          </a:xfrm>
          <a:prstGeom prst="rect">
            <a:avLst/>
          </a:prstGeom>
          <a:noFill/>
          <a:ln>
            <a:noFill/>
          </a:ln>
        </p:spPr>
      </p:pic>
      <p:pic>
        <p:nvPicPr>
          <p:cNvPr id="2379" name="Google Shape;2379;p120"/>
          <p:cNvPicPr preferRelativeResize="0"/>
          <p:nvPr/>
        </p:nvPicPr>
        <p:blipFill>
          <a:blip r:embed="rId4">
            <a:alphaModFix/>
          </a:blip>
          <a:stretch>
            <a:fillRect/>
          </a:stretch>
        </p:blipFill>
        <p:spPr>
          <a:xfrm>
            <a:off x="2172849" y="3302323"/>
            <a:ext cx="654993" cy="441568"/>
          </a:xfrm>
          <a:prstGeom prst="rect">
            <a:avLst/>
          </a:prstGeom>
          <a:noFill/>
          <a:ln>
            <a:noFill/>
          </a:ln>
        </p:spPr>
      </p:pic>
      <p:pic>
        <p:nvPicPr>
          <p:cNvPr id="2380" name="Google Shape;2380;p120"/>
          <p:cNvPicPr preferRelativeResize="0"/>
          <p:nvPr/>
        </p:nvPicPr>
        <p:blipFill>
          <a:blip r:embed="rId4">
            <a:alphaModFix/>
          </a:blip>
          <a:stretch>
            <a:fillRect/>
          </a:stretch>
        </p:blipFill>
        <p:spPr>
          <a:xfrm>
            <a:off x="2899861" y="3302336"/>
            <a:ext cx="654993" cy="441568"/>
          </a:xfrm>
          <a:prstGeom prst="rect">
            <a:avLst/>
          </a:prstGeom>
          <a:noFill/>
          <a:ln>
            <a:noFill/>
          </a:ln>
        </p:spPr>
      </p:pic>
      <p:pic>
        <p:nvPicPr>
          <p:cNvPr id="2381" name="Google Shape;2381;p120"/>
          <p:cNvPicPr preferRelativeResize="0"/>
          <p:nvPr/>
        </p:nvPicPr>
        <p:blipFill>
          <a:blip r:embed="rId5">
            <a:alphaModFix/>
          </a:blip>
          <a:srcRect b="21869"/>
          <a:stretch>
            <a:fillRect/>
          </a:stretch>
        </p:blipFill>
        <p:spPr>
          <a:xfrm>
            <a:off x="2280238" y="1135463"/>
            <a:ext cx="517028" cy="463800"/>
          </a:xfrm>
          <a:prstGeom prst="rect">
            <a:avLst/>
          </a:prstGeom>
          <a:noFill/>
          <a:ln>
            <a:noFill/>
          </a:ln>
        </p:spPr>
      </p:pic>
      <p:pic>
        <p:nvPicPr>
          <p:cNvPr id="2382" name="Google Shape;2382;p120"/>
          <p:cNvPicPr preferRelativeResize="0"/>
          <p:nvPr/>
        </p:nvPicPr>
        <p:blipFill>
          <a:blip r:embed="rId6">
            <a:alphaModFix/>
          </a:blip>
          <a:stretch>
            <a:fillRect/>
          </a:stretch>
        </p:blipFill>
        <p:spPr>
          <a:xfrm>
            <a:off x="2991529" y="1056806"/>
            <a:ext cx="548488" cy="621110"/>
          </a:xfrm>
          <a:prstGeom prst="rect">
            <a:avLst/>
          </a:prstGeom>
          <a:noFill/>
          <a:ln>
            <a:noFill/>
          </a:ln>
        </p:spPr>
      </p:pic>
      <p:pic>
        <p:nvPicPr>
          <p:cNvPr id="2383" name="Google Shape;2383;p120"/>
          <p:cNvPicPr preferRelativeResize="0"/>
          <p:nvPr/>
        </p:nvPicPr>
        <p:blipFill>
          <a:blip r:embed="rId4">
            <a:alphaModFix/>
          </a:blip>
          <a:stretch>
            <a:fillRect/>
          </a:stretch>
        </p:blipFill>
        <p:spPr>
          <a:xfrm>
            <a:off x="3692172" y="1146573"/>
            <a:ext cx="654993" cy="441568"/>
          </a:xfrm>
          <a:prstGeom prst="rect">
            <a:avLst/>
          </a:prstGeom>
          <a:noFill/>
          <a:ln>
            <a:noFill/>
          </a:ln>
        </p:spPr>
      </p:pic>
      <p:pic>
        <p:nvPicPr>
          <p:cNvPr id="2384" name="Google Shape;2384;p120"/>
          <p:cNvPicPr preferRelativeResize="0"/>
          <p:nvPr/>
        </p:nvPicPr>
        <p:blipFill>
          <a:blip r:embed="rId3">
            <a:alphaModFix/>
          </a:blip>
          <a:stretch>
            <a:fillRect/>
          </a:stretch>
        </p:blipFill>
        <p:spPr>
          <a:xfrm>
            <a:off x="4499322" y="1089155"/>
            <a:ext cx="548482" cy="556407"/>
          </a:xfrm>
          <a:prstGeom prst="rect">
            <a:avLst/>
          </a:prstGeom>
          <a:noFill/>
          <a:ln>
            <a:noFill/>
          </a:ln>
        </p:spPr>
      </p:pic>
    </p:spTree>
  </p:cSld>
  <p:clrMapOvr>
    <a:masterClrMapping/>
  </p:clrMapOvr>
  <p:transition/>
  <p:timing/>
</p:sld>
</file>

<file path=ppt/slides/slide4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388" name="Shape 2388"/>
        <p:cNvGrpSpPr/>
        <p:nvPr/>
      </p:nvGrpSpPr>
      <p:grpSpPr>
        <a:xfrm>
          <a:off x="0" y="0"/>
          <a:ext cx="0" cy="0"/>
        </a:xfrm>
      </p:grpSpPr>
      <p:graphicFrame>
        <p:nvGraphicFramePr>
          <p:cNvPr id="2389" name="Google Shape;2389;p121"/>
          <p:cNvGraphicFramePr>
            <a:graphicFrameLocks noGrp="1"/>
          </p:cNvGraphicFramePr>
          <p:nvPr/>
        </p:nvGraphicFramePr>
        <p:xfrm>
          <a:off x="7348488" y="1901796"/>
          <a:ext cx="1462350" cy="2227320"/>
        </p:xfrm>
        <a:graphic>
          <a:graphicData uri="http://schemas.openxmlformats.org/drawingml/2006/table">
            <a:tbl>
              <a:tblPr>
                <a:noFill/>
                <a:tableStyleId>{DAE9959B-F1CB-4490-83DD-53336B36D040}</a:tableStyleId>
              </a:tblPr>
              <a:tblGrid>
                <a:gridCol w="731175"/>
                <a:gridCol w="7311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16:00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5"/>
                    </a:solidFill>
                  </a:tcPr>
                </a:tc>
              </a:tr>
              <a:tr h="581400">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r>
              <a:tr h="221975">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tc>
              </a:tr>
              <a:tr h="221975">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a:t>
                      </a:r>
                      <a:endParaRPr sz="1800">
                        <a:solidFill>
                          <a:schemeClr val="dk1"/>
                        </a:solidFill>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a:t>
                      </a:r>
                      <a:endParaRPr sz="1800">
                        <a:solidFill>
                          <a:schemeClr val="dk1"/>
                        </a:solidFill>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221975">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221975">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solidFill>
                          <a:schemeClr val="dk1"/>
                        </a:solidFill>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r>
              <a:tr h="221975">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solidFill>
                          <a:schemeClr val="dk1"/>
                        </a:solidFill>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endParaRPr sz="1800">
                        <a:solidFill>
                          <a:schemeClr val="dk1"/>
                        </a:solidFill>
                        <a:latin typeface="Lexend"/>
                        <a:ea typeface="Lexend"/>
                        <a:cs typeface="Lexend"/>
                        <a:sym typeface="Lexend"/>
                      </a:endParaRPr>
                    </a:p>
                  </a:txBody>
                  <a:tcPr marL="0" marR="0" marT="0" marB="0" anchor="ctr"/>
                </a:tc>
              </a:tr>
            </a:tbl>
          </a:graphicData>
        </a:graphic>
      </p:graphicFrame>
      <p:pic>
        <p:nvPicPr>
          <p:cNvPr id="2390" name="Google Shape;2390;p121"/>
          <p:cNvPicPr preferRelativeResize="0"/>
          <p:nvPr/>
        </p:nvPicPr>
        <p:blipFill>
          <a:blip r:embed="rId3">
            <a:alphaModFix/>
          </a:blip>
          <a:srcRect l="348" t="351" r="268" b="9705"/>
          <a:stretch>
            <a:fillRect/>
          </a:stretch>
        </p:blipFill>
        <p:spPr>
          <a:xfrm>
            <a:off x="340120" y="1895925"/>
            <a:ext cx="4586054" cy="2895643"/>
          </a:xfrm>
          <a:prstGeom prst="rect">
            <a:avLst/>
          </a:prstGeom>
          <a:noFill/>
          <a:ln>
            <a:noFill/>
          </a:ln>
        </p:spPr>
      </p:pic>
      <p:sp>
        <p:nvSpPr>
          <p:cNvPr id="2391" name="Google Shape;2391;p121"/>
          <p:cNvSpPr txBox="1"/>
          <p:nvPr/>
        </p:nvSpPr>
        <p:spPr>
          <a:xfrm>
            <a:off x="412224" y="1957325"/>
            <a:ext cx="900900" cy="2079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2392" name="Google Shape;2392;p121"/>
          <p:cNvSpPr/>
          <p:nvPr/>
        </p:nvSpPr>
        <p:spPr>
          <a:xfrm>
            <a:off x="1855664" y="2933637"/>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393" name="Google Shape;2393;p121"/>
          <p:cNvSpPr txBox="1"/>
          <p:nvPr/>
        </p:nvSpPr>
        <p:spPr>
          <a:xfrm>
            <a:off x="475371" y="2964597"/>
            <a:ext cx="837900" cy="3603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2394" name="Google Shape;2394;p121"/>
          <p:cNvCxnSpPr/>
          <p:nvPr/>
        </p:nvCxnSpPr>
        <p:spPr>
          <a:xfrm flipH="1">
            <a:off x="1185095" y="2986565"/>
            <a:ext cx="730200" cy="171300"/>
          </a:xfrm>
          <a:prstGeom prst="straightConnector1">
            <a:avLst/>
          </a:prstGeom>
          <a:noFill/>
          <a:ln w="28575" cap="flat" cmpd="sng">
            <a:solidFill>
              <a:srgbClr val="000000"/>
            </a:solidFill>
            <a:prstDash val="solid"/>
            <a:round/>
            <a:headEnd type="none" w="med" len="med"/>
            <a:tailEnd type="none" w="med" len="med"/>
          </a:ln>
        </p:spPr>
      </p:cxnSp>
      <p:sp>
        <p:nvSpPr>
          <p:cNvPr id="2395" name="Google Shape;2395;p121"/>
          <p:cNvSpPr/>
          <p:nvPr/>
        </p:nvSpPr>
        <p:spPr>
          <a:xfrm rot="-4510961">
            <a:off x="4271732" y="2864446"/>
            <a:ext cx="106750" cy="10675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2396" name="Google Shape;2396;p121"/>
          <p:cNvCxnSpPr/>
          <p:nvPr/>
        </p:nvCxnSpPr>
        <p:spPr>
          <a:xfrm>
            <a:off x="4326295" y="2911676"/>
            <a:ext cx="55500" cy="466800"/>
          </a:xfrm>
          <a:prstGeom prst="straightConnector1">
            <a:avLst/>
          </a:prstGeom>
          <a:noFill/>
          <a:ln w="28575" cap="flat" cmpd="sng">
            <a:solidFill>
              <a:srgbClr val="000000"/>
            </a:solidFill>
            <a:prstDash val="solid"/>
            <a:round/>
            <a:headEnd type="none" w="med" len="med"/>
            <a:tailEnd type="none" w="med" len="med"/>
          </a:ln>
        </p:spPr>
      </p:cxnSp>
      <p:sp>
        <p:nvSpPr>
          <p:cNvPr id="2397" name="Google Shape;2397;p121"/>
          <p:cNvSpPr txBox="1"/>
          <p:nvPr/>
        </p:nvSpPr>
        <p:spPr>
          <a:xfrm>
            <a:off x="3970057" y="3371119"/>
            <a:ext cx="837900" cy="3603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2398" name="Google Shape;2398;p121"/>
          <p:cNvSpPr/>
          <p:nvPr/>
        </p:nvSpPr>
        <p:spPr>
          <a:xfrm>
            <a:off x="3317240" y="4366840"/>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2399" name="Google Shape;2399;p121"/>
          <p:cNvGrpSpPr/>
          <p:nvPr/>
        </p:nvGrpSpPr>
        <p:grpSpPr>
          <a:xfrm flipH="1">
            <a:off x="3358688" y="4311983"/>
            <a:ext cx="982514" cy="360147"/>
            <a:chOff x="2606940" y="3909728"/>
            <a:chExt cx="1082780" cy="396900"/>
          </a:xfrm>
        </p:grpSpPr>
        <p:sp>
          <p:nvSpPr>
            <p:cNvPr id="2400" name="Google Shape;2400;p121"/>
            <p:cNvSpPr txBox="1"/>
            <p:nvPr/>
          </p:nvSpPr>
          <p:spPr>
            <a:xfrm>
              <a:off x="2606940" y="3909728"/>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2401" name="Google Shape;2401;p121"/>
            <p:cNvCxnSpPr/>
            <p:nvPr/>
          </p:nvCxnSpPr>
          <p:spPr>
            <a:xfrm flipH="1">
              <a:off x="3479720" y="4028393"/>
              <a:ext cx="210000" cy="42300"/>
            </a:xfrm>
            <a:prstGeom prst="straightConnector1">
              <a:avLst/>
            </a:prstGeom>
            <a:noFill/>
            <a:ln w="28575" cap="flat" cmpd="sng">
              <a:solidFill>
                <a:srgbClr val="000000"/>
              </a:solidFill>
              <a:prstDash val="solid"/>
              <a:round/>
              <a:headEnd type="none" w="med" len="med"/>
              <a:tailEnd type="none" w="med" len="med"/>
            </a:ln>
          </p:spPr>
        </p:cxnSp>
      </p:grpSp>
      <p:sp>
        <p:nvSpPr>
          <p:cNvPr id="2402" name="Google Shape;2402;p121"/>
          <p:cNvSpPr/>
          <p:nvPr/>
        </p:nvSpPr>
        <p:spPr>
          <a:xfrm>
            <a:off x="3145655" y="2709321"/>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403" name="Google Shape;2403;p121"/>
          <p:cNvSpPr/>
          <p:nvPr/>
        </p:nvSpPr>
        <p:spPr>
          <a:xfrm>
            <a:off x="2527518" y="3792334"/>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404" name="Google Shape;2404;p121"/>
          <p:cNvSpPr txBox="1"/>
          <p:nvPr/>
        </p:nvSpPr>
        <p:spPr>
          <a:xfrm>
            <a:off x="4358678" y="4575863"/>
            <a:ext cx="539700" cy="207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12:00</a:t>
            </a:r>
            <a:endParaRPr sz="1600">
              <a:solidFill>
                <a:srgbClr val="FFFFFF"/>
              </a:solidFill>
              <a:latin typeface="Lexend"/>
              <a:ea typeface="Lexend"/>
              <a:cs typeface="Lexend"/>
              <a:sym typeface="Lexend"/>
            </a:endParaRPr>
          </a:p>
        </p:txBody>
      </p:sp>
      <p:grpSp>
        <p:nvGrpSpPr>
          <p:cNvPr id="2405" name="Google Shape;2405;p121"/>
          <p:cNvGrpSpPr/>
          <p:nvPr/>
        </p:nvGrpSpPr>
        <p:grpSpPr>
          <a:xfrm>
            <a:off x="310164" y="4108108"/>
            <a:ext cx="337825" cy="587179"/>
            <a:chOff x="386375" y="4087685"/>
            <a:chExt cx="372300" cy="647100"/>
          </a:xfrm>
        </p:grpSpPr>
        <p:cxnSp>
          <p:nvCxnSpPr>
            <p:cNvPr id="2406" name="Google Shape;2406;p121"/>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2407" name="Google Shape;2407;p121"/>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grpSp>
      <p:sp>
        <p:nvSpPr>
          <p:cNvPr id="2408" name="Google Shape;2408;p121"/>
          <p:cNvSpPr/>
          <p:nvPr/>
        </p:nvSpPr>
        <p:spPr>
          <a:xfrm>
            <a:off x="1606501" y="4398151"/>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2409" name="Google Shape;2409;p121"/>
          <p:cNvCxnSpPr/>
          <p:nvPr/>
        </p:nvCxnSpPr>
        <p:spPr>
          <a:xfrm rot="10800000" flipH="1">
            <a:off x="1385251" y="4453440"/>
            <a:ext cx="268800" cy="61500"/>
          </a:xfrm>
          <a:prstGeom prst="straightConnector1">
            <a:avLst/>
          </a:prstGeom>
          <a:noFill/>
          <a:ln w="28575" cap="flat" cmpd="sng">
            <a:solidFill>
              <a:srgbClr val="000000"/>
            </a:solidFill>
            <a:prstDash val="solid"/>
            <a:round/>
            <a:headEnd type="none" w="med" len="med"/>
            <a:tailEnd type="none" w="med" len="med"/>
          </a:ln>
        </p:spPr>
      </p:cxnSp>
      <p:sp>
        <p:nvSpPr>
          <p:cNvPr id="2410" name="Google Shape;2410;p121"/>
          <p:cNvSpPr txBox="1"/>
          <p:nvPr/>
        </p:nvSpPr>
        <p:spPr>
          <a:xfrm>
            <a:off x="567393" y="4351637"/>
            <a:ext cx="8379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2411" name="Google Shape;2411;p121"/>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Analysing extra forecast information</a:t>
            </a:r>
            <a:endParaRPr/>
          </a:p>
        </p:txBody>
      </p:sp>
      <p:sp>
        <p:nvSpPr>
          <p:cNvPr id="2412" name="Google Shape;2412;p121"/>
          <p:cNvSpPr txBox="1"/>
          <p:nvPr/>
        </p:nvSpPr>
        <p:spPr>
          <a:xfrm>
            <a:off x="2911796" y="2709479"/>
            <a:ext cx="3378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latin typeface="Lexend"/>
                <a:ea typeface="Lexend"/>
                <a:cs typeface="Lexend"/>
                <a:sym typeface="Lexend"/>
              </a:rPr>
              <a:t>A</a:t>
            </a:r>
            <a:endParaRPr>
              <a:solidFill>
                <a:srgbClr val="000000"/>
              </a:solidFill>
              <a:latin typeface="Lexend"/>
              <a:ea typeface="Lexend"/>
              <a:cs typeface="Lexend"/>
              <a:sym typeface="Lexend"/>
            </a:endParaRPr>
          </a:p>
        </p:txBody>
      </p:sp>
      <p:sp>
        <p:nvSpPr>
          <p:cNvPr id="2413" name="Google Shape;2413;p121"/>
          <p:cNvSpPr txBox="1"/>
          <p:nvPr/>
        </p:nvSpPr>
        <p:spPr>
          <a:xfrm>
            <a:off x="2285196" y="3793611"/>
            <a:ext cx="3378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latin typeface="Lexend"/>
                <a:ea typeface="Lexend"/>
                <a:cs typeface="Lexend"/>
                <a:sym typeface="Lexend"/>
              </a:rPr>
              <a:t>B</a:t>
            </a:r>
            <a:endParaRPr>
              <a:solidFill>
                <a:srgbClr val="000000"/>
              </a:solidFill>
              <a:latin typeface="Lexend"/>
              <a:ea typeface="Lexend"/>
              <a:cs typeface="Lexend"/>
              <a:sym typeface="Lexend"/>
            </a:endParaRPr>
          </a:p>
        </p:txBody>
      </p:sp>
      <p:sp>
        <p:nvSpPr>
          <p:cNvPr id="2414" name="Google Shape;2414;p121"/>
          <p:cNvSpPr/>
          <p:nvPr/>
        </p:nvSpPr>
        <p:spPr>
          <a:xfrm>
            <a:off x="360583" y="1901792"/>
            <a:ext cx="4550100" cy="28839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aphicFrame>
        <p:nvGraphicFramePr>
          <p:cNvPr id="2415" name="Google Shape;2415;p121"/>
          <p:cNvGraphicFramePr>
            <a:graphicFrameLocks noGrp="1"/>
          </p:cNvGraphicFramePr>
          <p:nvPr/>
        </p:nvGraphicFramePr>
        <p:xfrm>
          <a:off x="5100425" y="2757496"/>
          <a:ext cx="2248075" cy="1371600"/>
        </p:xfrm>
        <a:graphic>
          <a:graphicData uri="http://schemas.openxmlformats.org/drawingml/2006/table">
            <a:tbl>
              <a:tblPr>
                <a:noFill/>
                <a:tableStyleId>{DAE9959B-F1CB-4490-83DD-53336B36D040}</a:tableStyleId>
              </a:tblPr>
              <a:tblGrid>
                <a:gridCol w="2248075"/>
              </a:tblGrid>
              <a:tr h="221975">
                <a:tc>
                  <a:txBody>
                    <a:bodyPr vert="horz" wrap="square"/>
                    <a:lstStyle/>
                    <a:p>
                      <a:pPr marL="0" lvl="0" indent="0" algn="l" rtl="0">
                        <a:spcBef>
                          <a:spcPct val="0"/>
                        </a:spcBef>
                        <a:spcAft>
                          <a:spcPct val="0"/>
                        </a:spcAft>
                        <a:buNone/>
                      </a:pPr>
                      <a:r>
                        <a:rPr lang="en-GB" sz="1800">
                          <a:latin typeface="Lexend"/>
                          <a:ea typeface="Lexend"/>
                          <a:cs typeface="Lexend"/>
                          <a:sym typeface="Lexend"/>
                        </a:rPr>
                        <a:t> air temperature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221975">
                <a:tc>
                  <a:txBody>
                    <a:bodyPr vert="horz" wrap="square"/>
                    <a:lstStyle/>
                    <a:p>
                      <a:pPr marL="0" lvl="0" indent="0" algn="l" rtl="0">
                        <a:spcBef>
                          <a:spcPct val="0"/>
                        </a:spcBef>
                        <a:spcAft>
                          <a:spcPct val="0"/>
                        </a:spcAft>
                        <a:buNone/>
                      </a:pPr>
                      <a:r>
                        <a:rPr lang="en-GB" sz="1800">
                          <a:latin typeface="Lexend"/>
                          <a:ea typeface="Lexend"/>
                          <a:cs typeface="Lexend"/>
                          <a:sym typeface="Lexend"/>
                        </a:rPr>
                        <a:t> wind speed (km/h)</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221975">
                <a:tc>
                  <a:txBody>
                    <a:bodyPr vert="horz" wrap="square"/>
                    <a:lstStyle/>
                    <a:p>
                      <a:pPr marL="0" lvl="0" indent="0" algn="l" rtl="0">
                        <a:spcBef>
                          <a:spcPct val="0"/>
                        </a:spcBef>
                        <a:spcAft>
                          <a:spcPct val="0"/>
                        </a:spcAft>
                        <a:buNone/>
                      </a:pPr>
                      <a:r>
                        <a:rPr lang="en-GB" sz="1800">
                          <a:latin typeface="Lexend"/>
                          <a:ea typeface="Lexend"/>
                          <a:cs typeface="Lexend"/>
                          <a:sym typeface="Lexend"/>
                        </a:rPr>
                        <a:t> wind direction</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221975">
                <a:tc>
                  <a:txBody>
                    <a:bodyPr vert="horz" wrap="square"/>
                    <a:lstStyle/>
                    <a:p>
                      <a:pPr marL="0" lvl="0" indent="0" algn="l" rtl="0">
                        <a:spcBef>
                          <a:spcPct val="0"/>
                        </a:spcBef>
                        <a:spcAft>
                          <a:spcPct val="0"/>
                        </a:spcAft>
                        <a:buNone/>
                      </a:pPr>
                      <a:r>
                        <a:rPr lang="en-GB" sz="1800">
                          <a:latin typeface="Lexend"/>
                          <a:ea typeface="Lexend"/>
                          <a:cs typeface="Lexend"/>
                          <a:sym typeface="Lexend"/>
                        </a:rPr>
                        <a:t> % chance of rain</a:t>
                      </a: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r>
              <a:tr h="221975">
                <a:tc>
                  <a:txBody>
                    <a:bodyPr vert="horz" wrap="square"/>
                    <a:lstStyle/>
                    <a:p>
                      <a:pPr marL="0" lvl="0" indent="0" algn="l" rtl="0">
                        <a:spcBef>
                          <a:spcPct val="0"/>
                        </a:spcBef>
                        <a:spcAft>
                          <a:spcPct val="0"/>
                        </a:spcAft>
                        <a:buNone/>
                      </a:pPr>
                      <a:r>
                        <a:rPr lang="en-GB" sz="1800">
                          <a:latin typeface="Lexend"/>
                          <a:ea typeface="Lexend"/>
                          <a:cs typeface="Lexend"/>
                          <a:sym typeface="Lexend"/>
                        </a:rPr>
                        <a:t> “feels like”</a:t>
                      </a:r>
                      <a:endParaRPr sz="1800">
                        <a:latin typeface="Lexend"/>
                        <a:ea typeface="Lexend"/>
                        <a:cs typeface="Lexend"/>
                        <a:sym typeface="Lexend"/>
                      </a:endParaRPr>
                    </a:p>
                  </a:txBody>
                  <a:tcPr marL="0" marR="0" marT="0" marB="0" anchor="ctr"/>
                </a:tc>
              </a:tr>
            </a:tbl>
          </a:graphicData>
        </a:graphic>
      </p:graphicFrame>
      <p:sp>
        <p:nvSpPr>
          <p:cNvPr id="2416" name="Google Shape;2416;p121"/>
          <p:cNvSpPr/>
          <p:nvPr/>
        </p:nvSpPr>
        <p:spPr>
          <a:xfrm>
            <a:off x="2286450" y="1902350"/>
            <a:ext cx="2623250" cy="2134050"/>
          </a:xfrm>
          <a:custGeom>
            <a:rect l="l" t="t" r="r" b="b"/>
            <a:pathLst>
              <a:path w="104930" h="85362" extrusionOk="0">
                <a:moveTo>
                  <a:pt x="0" y="0"/>
                </a:moveTo>
                <a:cubicBezTo>
                  <a:pt x="2315" y="9001"/>
                  <a:pt x="-3601" y="39779"/>
                  <a:pt x="13887" y="54006"/>
                </a:cubicBezTo>
                <a:cubicBezTo>
                  <a:pt x="31375" y="68233"/>
                  <a:pt x="89756" y="80136"/>
                  <a:pt x="104930" y="85362"/>
                </a:cubicBezTo>
              </a:path>
            </a:pathLst>
          </a:custGeom>
          <a:noFill/>
          <a:ln w="38100" cap="flat" cmpd="sng">
            <a:solidFill>
              <a:schemeClr val="accent2"/>
            </a:solidFill>
            <a:prstDash val="solid"/>
            <a:round/>
            <a:headEnd type="none" w="med" len="med"/>
            <a:tailEnd type="none" w="med" len="med"/>
          </a:ln>
        </p:spPr>
        <p:txBody>
          <a:bodyPr/>
          <a:lstStyle/>
          <a:p/>
        </p:txBody>
      </p:sp>
      <p:sp>
        <p:nvSpPr>
          <p:cNvPr id="2417" name="Google Shape;2417;p121"/>
          <p:cNvSpPr txBox="1"/>
          <p:nvPr/>
        </p:nvSpPr>
        <p:spPr>
          <a:xfrm>
            <a:off x="340125" y="672175"/>
            <a:ext cx="84798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700">
                <a:latin typeface="Lexend"/>
                <a:ea typeface="Lexend"/>
                <a:cs typeface="Lexend"/>
                <a:sym typeface="Lexend"/>
              </a:rPr>
              <a:t>3) Using the information given on the weather map and weather report, make a sensible prediction on the missing details of the weather conditions at 4 pm at Oakmoor.</a:t>
            </a:r>
            <a:endParaRPr sz="1700">
              <a:latin typeface="Lexend"/>
              <a:ea typeface="Lexend"/>
              <a:cs typeface="Lexend"/>
              <a:sym typeface="Lexend"/>
            </a:endParaRPr>
          </a:p>
          <a:p>
            <a:pPr marL="0" lvl="0" indent="0" algn="l" rtl="0">
              <a:spcBef>
                <a:spcPts val="1000"/>
              </a:spcBef>
              <a:spcAft>
                <a:spcPts val="1000"/>
              </a:spcAft>
              <a:buNone/>
            </a:pPr>
            <a:r>
              <a:rPr lang="en-GB" sz="1700">
                <a:latin typeface="Lexend"/>
                <a:ea typeface="Lexend"/>
                <a:cs typeface="Lexend"/>
                <a:sym typeface="Lexend"/>
              </a:rPr>
              <a:t>Write a sentence justifying your prediction.</a:t>
            </a:r>
            <a:endParaRPr sz="1700">
              <a:latin typeface="Lexend"/>
              <a:ea typeface="Lexend"/>
              <a:cs typeface="Lexend"/>
              <a:sym typeface="Lexend"/>
            </a:endParaRPr>
          </a:p>
        </p:txBody>
      </p:sp>
      <p:sp>
        <p:nvSpPr>
          <p:cNvPr id="2418" name="Google Shape;2418;p121"/>
          <p:cNvSpPr/>
          <p:nvPr/>
        </p:nvSpPr>
        <p:spPr>
          <a:xfrm rot="4953117">
            <a:off x="2354574" y="2200454"/>
            <a:ext cx="178204" cy="277743"/>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419" name="Google Shape;2419;p121"/>
          <p:cNvSpPr/>
          <p:nvPr/>
        </p:nvSpPr>
        <p:spPr>
          <a:xfrm rot="2318685">
            <a:off x="2694955" y="3046586"/>
            <a:ext cx="178226" cy="277505"/>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420" name="Google Shape;2420;p121"/>
          <p:cNvSpPr txBox="1"/>
          <p:nvPr/>
        </p:nvSpPr>
        <p:spPr>
          <a:xfrm>
            <a:off x="6382350" y="4129000"/>
            <a:ext cx="2428500" cy="3174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700">
                <a:latin typeface="Lexend"/>
                <a:ea typeface="Lexend"/>
                <a:cs typeface="Lexend"/>
                <a:sym typeface="Lexend"/>
              </a:rPr>
              <a:t>weather at “Oakmoor”</a:t>
            </a:r>
            <a:endParaRPr sz="1700">
              <a:latin typeface="Lexend"/>
              <a:ea typeface="Lexend"/>
              <a:cs typeface="Lexend"/>
              <a:sym typeface="Lexend"/>
            </a:endParaRPr>
          </a:p>
        </p:txBody>
      </p:sp>
      <p:sp>
        <p:nvSpPr>
          <p:cNvPr id="2421" name="Google Shape;2421;p121"/>
          <p:cNvSpPr/>
          <p:nvPr/>
        </p:nvSpPr>
        <p:spPr>
          <a:xfrm rot="1009156">
            <a:off x="3679401" y="3442726"/>
            <a:ext cx="178328" cy="277694"/>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pic>
        <p:nvPicPr>
          <p:cNvPr id="2422" name="Google Shape;2422;p121"/>
          <p:cNvPicPr preferRelativeResize="0"/>
          <p:nvPr/>
        </p:nvPicPr>
        <p:blipFill>
          <a:blip r:embed="rId4">
            <a:alphaModFix/>
          </a:blip>
          <a:stretch>
            <a:fillRect/>
          </a:stretch>
        </p:blipFill>
        <p:spPr>
          <a:xfrm>
            <a:off x="7406626" y="2265478"/>
            <a:ext cx="612524" cy="360300"/>
          </a:xfrm>
          <a:prstGeom prst="rect">
            <a:avLst/>
          </a:prstGeom>
          <a:noFill/>
          <a:ln>
            <a:noFill/>
          </a:ln>
        </p:spPr>
      </p:pic>
    </p:spTree>
  </p:cSld>
  <p:clrMapOvr>
    <a:masterClrMapping/>
  </p:clrMapOvr>
  <p:transition/>
  <p:timing/>
</p:sld>
</file>

<file path=ppt/slides/slide5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426" name="Shape 2426"/>
        <p:cNvGrpSpPr/>
        <p:nvPr/>
      </p:nvGrpSpPr>
      <p:grpSpPr>
        <a:xfrm>
          <a:off x="0" y="0"/>
          <a:ext cx="0" cy="0"/>
        </a:xfrm>
      </p:grpSpPr>
      <p:sp>
        <p:nvSpPr>
          <p:cNvPr id="2427" name="Google Shape;2427;p122"/>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Analysing extra forecast information</a:t>
            </a:r>
            <a:endParaRPr/>
          </a:p>
        </p:txBody>
      </p:sp>
      <p:sp>
        <p:nvSpPr>
          <p:cNvPr id="2428" name="Google Shape;2428;p122"/>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1) This weather report shows the weather </a:t>
            </a:r>
            <a:r>
              <a:rPr lang="en-GB" sz="1800" b="1">
                <a:latin typeface="Lexend"/>
                <a:ea typeface="Lexend"/>
                <a:cs typeface="Lexend"/>
                <a:sym typeface="Lexend"/>
              </a:rPr>
              <a:t>forecast</a:t>
            </a:r>
            <a:r>
              <a:rPr lang="en-GB" sz="1800">
                <a:latin typeface="Lexend"/>
                <a:ea typeface="Lexend"/>
                <a:cs typeface="Lexend"/>
                <a:sym typeface="Lexend"/>
              </a:rPr>
              <a:t> for Oakfield Harbour.</a:t>
            </a:r>
            <a:endParaRPr sz="1800">
              <a:latin typeface="Lexend"/>
              <a:ea typeface="Lexend"/>
              <a:cs typeface="Lexend"/>
              <a:sym typeface="Lexend"/>
            </a:endParaRPr>
          </a:p>
          <a:p>
            <a:pPr marL="0" lvl="0" indent="0" algn="l" rtl="0">
              <a:spcBef>
                <a:spcPts val="1000"/>
              </a:spcBef>
              <a:spcAft>
                <a:spcPts val="1000"/>
              </a:spcAft>
              <a:buNone/>
            </a:pPr>
            <a:r>
              <a:rPr lang="en-GB" sz="1800">
                <a:latin typeface="Lexend"/>
                <a:ea typeface="Lexend"/>
                <a:cs typeface="Lexend"/>
                <a:sym typeface="Lexend"/>
              </a:rPr>
              <a:t>a) Which wind directions results in the most and least difference between air temperature and the “feels like” temperature?</a:t>
            </a:r>
            <a:endParaRPr sz="1800">
              <a:latin typeface="Lexend"/>
              <a:ea typeface="Lexend"/>
              <a:cs typeface="Lexend"/>
              <a:sym typeface="Lexend"/>
            </a:endParaRPr>
          </a:p>
        </p:txBody>
      </p:sp>
      <p:sp>
        <p:nvSpPr>
          <p:cNvPr id="2429" name="Google Shape;2429;p122"/>
          <p:cNvSpPr txBox="1"/>
          <p:nvPr/>
        </p:nvSpPr>
        <p:spPr>
          <a:xfrm>
            <a:off x="687625" y="1641671"/>
            <a:ext cx="81324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Southerly winds result in the least difference (maximum 1°C difference).</a:t>
            </a:r>
            <a:endParaRPr sz="2000">
              <a:latin typeface="Kalam"/>
              <a:ea typeface="Kalam"/>
              <a:cs typeface="Kalam"/>
              <a:sym typeface="Kalam"/>
            </a:endParaRPr>
          </a:p>
          <a:p>
            <a:pPr marL="0" lvl="0" indent="0" algn="l" rtl="0">
              <a:spcBef>
                <a:spcPct val="0"/>
              </a:spcBef>
              <a:spcAft>
                <a:spcPct val="0"/>
              </a:spcAft>
              <a:buNone/>
            </a:pPr>
            <a:r>
              <a:rPr lang="en-GB" sz="2000">
                <a:latin typeface="Kalam"/>
                <a:ea typeface="Kalam"/>
                <a:cs typeface="Kalam"/>
                <a:sym typeface="Kalam"/>
              </a:rPr>
              <a:t>Easterly winds result in the most difference (</a:t>
            </a:r>
            <a:r>
              <a:rPr lang="en-GB" sz="2000">
                <a:solidFill>
                  <a:schemeClr val="dk1"/>
                </a:solidFill>
                <a:latin typeface="Kalam"/>
                <a:ea typeface="Kalam"/>
                <a:cs typeface="Kalam"/>
                <a:sym typeface="Kalam"/>
              </a:rPr>
              <a:t>maximum 4° difference</a:t>
            </a:r>
            <a:r>
              <a:rPr lang="en-GB" sz="2000">
                <a:latin typeface="Kalam"/>
                <a:ea typeface="Kalam"/>
                <a:cs typeface="Kalam"/>
                <a:sym typeface="Kalam"/>
              </a:rPr>
              <a:t>).</a:t>
            </a:r>
            <a:endParaRPr sz="2000">
              <a:latin typeface="Kalam"/>
              <a:ea typeface="Kalam"/>
              <a:cs typeface="Kalam"/>
              <a:sym typeface="Kalam"/>
            </a:endParaRPr>
          </a:p>
        </p:txBody>
      </p:sp>
      <p:graphicFrame>
        <p:nvGraphicFramePr>
          <p:cNvPr id="2430" name="Google Shape;2430;p122"/>
          <p:cNvGraphicFramePr>
            <a:graphicFrameLocks noGrp="1"/>
          </p:cNvGraphicFramePr>
          <p:nvPr/>
        </p:nvGraphicFramePr>
        <p:xfrm>
          <a:off x="2433459" y="2353421"/>
          <a:ext cx="6035800" cy="1455420"/>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03:00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09:00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15:00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18:00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21:00</a:t>
                      </a:r>
                      <a:endParaRPr sz="1800">
                        <a:solidFill>
                          <a:schemeClr val="lt1"/>
                        </a:solidFill>
                        <a:latin typeface="Lexend"/>
                        <a:ea typeface="Lexend"/>
                        <a:cs typeface="Lexend"/>
                        <a:sym typeface="Lexend"/>
                      </a:endParaRPr>
                    </a:p>
                  </a:txBody>
                  <a:tcPr marL="0" marR="0" marT="0" marB="0" anchor="ctr">
                    <a:solidFill>
                      <a:schemeClr val="accent5"/>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442875">
                <a:tc>
                  <a:txBody>
                    <a:bodyPr vert="horz" wrap="square"/>
                    <a:lstStyle/>
                    <a:p>
                      <a:pPr marL="0" lvl="0" indent="0" algn="ctr" rtl="0">
                        <a:spcBef>
                          <a:spcPct val="0"/>
                        </a:spcBef>
                        <a:spcAft>
                          <a:spcPct val="0"/>
                        </a:spcAft>
                        <a:buNone/>
                      </a:pPr>
                      <a:r>
                        <a:rPr lang="en-GB" sz="1800">
                          <a:latin typeface="Lexend"/>
                          <a:ea typeface="Lexend"/>
                          <a:cs typeface="Lexend"/>
                          <a:sym typeface="Lexend"/>
                        </a:rPr>
                        <a:t>13°C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22°C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24°C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18°C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31" name="Google Shape;2431;p122"/>
          <p:cNvGraphicFramePr>
            <a:graphicFrameLocks noGrp="1"/>
          </p:cNvGraphicFramePr>
          <p:nvPr/>
        </p:nvGraphicFramePr>
        <p:xfrm>
          <a:off x="2433459" y="3808821"/>
          <a:ext cx="6035800" cy="663575"/>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331800">
                <a:tc>
                  <a:txBody>
                    <a:bodyPr vert="horz" wrap="square"/>
                    <a:lstStyle/>
                    <a:p>
                      <a:pPr marL="0" lvl="0" indent="0" algn="ctr" rtl="0">
                        <a:spcBef>
                          <a:spcPct val="0"/>
                        </a:spcBef>
                        <a:spcAft>
                          <a:spcPct val="0"/>
                        </a:spcAft>
                        <a:buNone/>
                      </a:pPr>
                      <a:r>
                        <a:rPr lang="en-GB" sz="1800">
                          <a:latin typeface="Lexend"/>
                          <a:ea typeface="Lexend"/>
                          <a:cs typeface="Lexend"/>
                          <a:sym typeface="Lexend"/>
                        </a:rPr>
                        <a:t>2</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32" name="Google Shape;2432;p122"/>
          <p:cNvGraphicFramePr>
            <a:graphicFrameLocks noGrp="1"/>
          </p:cNvGraphicFramePr>
          <p:nvPr/>
        </p:nvGraphicFramePr>
        <p:xfrm>
          <a:off x="2433459" y="4472446"/>
          <a:ext cx="6035800" cy="331775"/>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13°C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21°C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22°C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33" name="Google Shape;2433;p122"/>
          <p:cNvGraphicFramePr>
            <a:graphicFrameLocks noGrp="1"/>
          </p:cNvGraphicFramePr>
          <p:nvPr/>
        </p:nvGraphicFramePr>
        <p:xfrm>
          <a:off x="324009" y="3365946"/>
          <a:ext cx="2109450" cy="1106475"/>
        </p:xfrm>
        <a:graphic>
          <a:graphicData uri="http://schemas.openxmlformats.org/drawingml/2006/table">
            <a:tbl>
              <a:tblPr>
                <a:noFill/>
                <a:tableStyleId>{DAE9959B-F1CB-4490-83DD-53336B36D040}</a:tableStyleId>
              </a:tblPr>
              <a:tblGrid>
                <a:gridCol w="2109450"/>
              </a:tblGrid>
              <a:tr h="442875">
                <a:tc>
                  <a:txBody>
                    <a:bodyPr vert="horz" wrap="square"/>
                    <a:lstStyle/>
                    <a:p>
                      <a:pPr marL="0" lvl="0" indent="0" algn="l" rtl="0">
                        <a:spcBef>
                          <a:spcPct val="0"/>
                        </a:spcBef>
                        <a:spcAft>
                          <a:spcPct val="0"/>
                        </a:spcAft>
                        <a:buNone/>
                      </a:pPr>
                      <a:r>
                        <a:rPr lang="en-GB" sz="1700">
                          <a:latin typeface="Lexend"/>
                          <a:ea typeface="Lexend"/>
                          <a:cs typeface="Lexend"/>
                          <a:sym typeface="Lexend"/>
                        </a:rPr>
                        <a:t> air temperature</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wind speed (km/h)</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wind direction</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34" name="Google Shape;2434;p122"/>
          <p:cNvGraphicFramePr>
            <a:graphicFrameLocks noGrp="1"/>
          </p:cNvGraphicFramePr>
          <p:nvPr/>
        </p:nvGraphicFramePr>
        <p:xfrm>
          <a:off x="324009" y="4472433"/>
          <a:ext cx="2109450" cy="331800"/>
        </p:xfrm>
        <a:graphic>
          <a:graphicData uri="http://schemas.openxmlformats.org/drawingml/2006/table">
            <a:tbl>
              <a:tblPr>
                <a:noFill/>
                <a:tableStyleId>{DAE9959B-F1CB-4490-83DD-53336B36D040}</a:tableStyleId>
              </a:tblPr>
              <a:tblGrid>
                <a:gridCol w="2109450"/>
              </a:tblGrid>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“feels like”</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pic>
        <p:nvPicPr>
          <p:cNvPr id="2435" name="Google Shape;2435;p122"/>
          <p:cNvPicPr preferRelativeResize="0"/>
          <p:nvPr/>
        </p:nvPicPr>
        <p:blipFill>
          <a:blip r:embed="rId3">
            <a:alphaModFix/>
          </a:blip>
          <a:stretch>
            <a:fillRect/>
          </a:stretch>
        </p:blipFill>
        <p:spPr>
          <a:xfrm>
            <a:off x="4043915" y="2713087"/>
            <a:ext cx="548488" cy="567498"/>
          </a:xfrm>
          <a:prstGeom prst="rect">
            <a:avLst/>
          </a:prstGeom>
          <a:noFill/>
          <a:ln>
            <a:noFill/>
          </a:ln>
        </p:spPr>
      </p:pic>
      <p:pic>
        <p:nvPicPr>
          <p:cNvPr id="2436" name="Google Shape;2436;p122"/>
          <p:cNvPicPr preferRelativeResize="0"/>
          <p:nvPr/>
        </p:nvPicPr>
        <p:blipFill>
          <a:blip r:embed="rId3">
            <a:alphaModFix/>
          </a:blip>
          <a:stretch>
            <a:fillRect/>
          </a:stretch>
        </p:blipFill>
        <p:spPr>
          <a:xfrm>
            <a:off x="2536140" y="2713087"/>
            <a:ext cx="548488" cy="567498"/>
          </a:xfrm>
          <a:prstGeom prst="rect">
            <a:avLst/>
          </a:prstGeom>
          <a:noFill/>
          <a:ln>
            <a:noFill/>
          </a:ln>
        </p:spPr>
      </p:pic>
      <p:pic>
        <p:nvPicPr>
          <p:cNvPr id="2437" name="Google Shape;2437;p122"/>
          <p:cNvPicPr preferRelativeResize="0"/>
          <p:nvPr/>
        </p:nvPicPr>
        <p:blipFill>
          <a:blip r:embed="rId3">
            <a:alphaModFix/>
          </a:blip>
          <a:stretch>
            <a:fillRect/>
          </a:stretch>
        </p:blipFill>
        <p:spPr>
          <a:xfrm>
            <a:off x="7824640" y="2713075"/>
            <a:ext cx="548488" cy="567498"/>
          </a:xfrm>
          <a:prstGeom prst="rect">
            <a:avLst/>
          </a:prstGeom>
          <a:noFill/>
          <a:ln>
            <a:noFill/>
          </a:ln>
        </p:spPr>
      </p:pic>
      <p:pic>
        <p:nvPicPr>
          <p:cNvPr id="2438" name="Google Shape;2438;p122"/>
          <p:cNvPicPr preferRelativeResize="0"/>
          <p:nvPr/>
        </p:nvPicPr>
        <p:blipFill>
          <a:blip r:embed="rId4">
            <a:alphaModFix/>
          </a:blip>
          <a:stretch>
            <a:fillRect/>
          </a:stretch>
        </p:blipFill>
        <p:spPr>
          <a:xfrm>
            <a:off x="7089616" y="2686281"/>
            <a:ext cx="548488" cy="621110"/>
          </a:xfrm>
          <a:prstGeom prst="rect">
            <a:avLst/>
          </a:prstGeom>
          <a:noFill/>
          <a:ln>
            <a:noFill/>
          </a:ln>
        </p:spPr>
      </p:pic>
      <p:pic>
        <p:nvPicPr>
          <p:cNvPr id="2439" name="Google Shape;2439;p122"/>
          <p:cNvPicPr preferRelativeResize="0"/>
          <p:nvPr/>
        </p:nvPicPr>
        <p:blipFill>
          <a:blip r:embed="rId5">
            <a:alphaModFix/>
          </a:blip>
          <a:srcRect b="21869"/>
          <a:stretch>
            <a:fillRect/>
          </a:stretch>
        </p:blipFill>
        <p:spPr>
          <a:xfrm>
            <a:off x="6334425" y="2818923"/>
            <a:ext cx="469400" cy="421075"/>
          </a:xfrm>
          <a:prstGeom prst="rect">
            <a:avLst/>
          </a:prstGeom>
          <a:noFill/>
          <a:ln>
            <a:noFill/>
          </a:ln>
        </p:spPr>
      </p:pic>
      <p:pic>
        <p:nvPicPr>
          <p:cNvPr id="2440" name="Google Shape;2440;p122"/>
          <p:cNvPicPr preferRelativeResize="0"/>
          <p:nvPr/>
        </p:nvPicPr>
        <p:blipFill>
          <a:blip r:embed="rId6">
            <a:alphaModFix/>
          </a:blip>
          <a:stretch>
            <a:fillRect/>
          </a:stretch>
        </p:blipFill>
        <p:spPr>
          <a:xfrm>
            <a:off x="5513522" y="2808673"/>
            <a:ext cx="654993" cy="441568"/>
          </a:xfrm>
          <a:prstGeom prst="rect">
            <a:avLst/>
          </a:prstGeom>
          <a:noFill/>
          <a:ln>
            <a:noFill/>
          </a:ln>
        </p:spPr>
      </p:pic>
      <p:pic>
        <p:nvPicPr>
          <p:cNvPr id="2441" name="Google Shape;2441;p122"/>
          <p:cNvPicPr preferRelativeResize="0"/>
          <p:nvPr/>
        </p:nvPicPr>
        <p:blipFill>
          <a:blip r:embed="rId7">
            <a:alphaModFix/>
          </a:blip>
          <a:stretch>
            <a:fillRect/>
          </a:stretch>
        </p:blipFill>
        <p:spPr>
          <a:xfrm>
            <a:off x="4778722" y="2751255"/>
            <a:ext cx="548482" cy="556407"/>
          </a:xfrm>
          <a:prstGeom prst="rect">
            <a:avLst/>
          </a:prstGeom>
          <a:noFill/>
          <a:ln>
            <a:noFill/>
          </a:ln>
        </p:spPr>
      </p:pic>
      <p:pic>
        <p:nvPicPr>
          <p:cNvPr id="2442" name="Google Shape;2442;p122"/>
          <p:cNvPicPr preferRelativeResize="0"/>
          <p:nvPr/>
        </p:nvPicPr>
        <p:blipFill>
          <a:blip r:embed="rId8">
            <a:alphaModFix/>
          </a:blip>
          <a:stretch>
            <a:fillRect/>
          </a:stretch>
        </p:blipFill>
        <p:spPr>
          <a:xfrm>
            <a:off x="3335091" y="2741794"/>
            <a:ext cx="458365" cy="510074"/>
          </a:xfrm>
          <a:prstGeom prst="rect">
            <a:avLst/>
          </a:prstGeom>
          <a:noFill/>
          <a:ln>
            <a:noFill/>
          </a:ln>
        </p:spPr>
      </p:pic>
    </p:spTree>
  </p:cSld>
  <p:clrMapOvr>
    <a:masterClrMapping/>
  </p:clrMapOvr>
  <p:transition/>
  <p:timing/>
</p:sld>
</file>

<file path=ppt/slides/slide5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446" name="Shape 2446"/>
        <p:cNvGrpSpPr/>
        <p:nvPr/>
      </p:nvGrpSpPr>
      <p:grpSpPr>
        <a:xfrm>
          <a:off x="0" y="0"/>
          <a:ext cx="0" cy="0"/>
        </a:xfrm>
      </p:grpSpPr>
      <p:sp>
        <p:nvSpPr>
          <p:cNvPr id="2447" name="Google Shape;2447;p123"/>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Analysing extra forecast information</a:t>
            </a:r>
            <a:endParaRPr/>
          </a:p>
        </p:txBody>
      </p:sp>
      <p:graphicFrame>
        <p:nvGraphicFramePr>
          <p:cNvPr id="2448" name="Google Shape;2448;p123"/>
          <p:cNvGraphicFramePr>
            <a:graphicFrameLocks noGrp="1"/>
          </p:cNvGraphicFramePr>
          <p:nvPr/>
        </p:nvGraphicFramePr>
        <p:xfrm>
          <a:off x="2433459" y="2353421"/>
          <a:ext cx="6035800" cy="1455420"/>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00:00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03:00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06:00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09:00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15:00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18:00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21:00</a:t>
                      </a:r>
                      <a:endParaRPr sz="1800">
                        <a:solidFill>
                          <a:schemeClr val="lt1"/>
                        </a:solidFill>
                        <a:latin typeface="Lexend"/>
                        <a:ea typeface="Lexend"/>
                        <a:cs typeface="Lexend"/>
                        <a:sym typeface="Lexend"/>
                      </a:endParaRPr>
                    </a:p>
                  </a:txBody>
                  <a:tcPr marL="0" marR="0" marT="0" marB="0" anchor="ctr">
                    <a:solidFill>
                      <a:schemeClr val="accent5"/>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442875">
                <a:tc>
                  <a:txBody>
                    <a:bodyPr vert="horz" wrap="square"/>
                    <a:lstStyle/>
                    <a:p>
                      <a:pPr marL="0" lvl="0" indent="0" algn="ctr" rtl="0">
                        <a:spcBef>
                          <a:spcPct val="0"/>
                        </a:spcBef>
                        <a:spcAft>
                          <a:spcPct val="0"/>
                        </a:spcAft>
                        <a:buNone/>
                      </a:pPr>
                      <a:r>
                        <a:rPr lang="en-GB" sz="1800">
                          <a:latin typeface="Lexend"/>
                          <a:ea typeface="Lexend"/>
                          <a:cs typeface="Lexend"/>
                          <a:sym typeface="Lexend"/>
                        </a:rPr>
                        <a:t>13°C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22°C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24°C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18°C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
        <p:nvSpPr>
          <p:cNvPr id="2449" name="Google Shape;2449;p123"/>
          <p:cNvSpPr txBox="1"/>
          <p:nvPr/>
        </p:nvSpPr>
        <p:spPr>
          <a:xfrm>
            <a:off x="324000" y="626835"/>
            <a:ext cx="8496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800">
                <a:latin typeface="Lexend"/>
                <a:ea typeface="Lexend"/>
                <a:cs typeface="Lexend"/>
                <a:sym typeface="Lexend"/>
              </a:rPr>
              <a:t>b) A cold front will blow over Oakfield Harbour. Using the weather report, write down the most likely time this will happen, and justify your answer.</a:t>
            </a:r>
            <a:endParaRPr sz="1800">
              <a:latin typeface="Lexend"/>
              <a:ea typeface="Lexend"/>
              <a:cs typeface="Lexend"/>
              <a:sym typeface="Lexend"/>
            </a:endParaRPr>
          </a:p>
        </p:txBody>
      </p:sp>
      <p:graphicFrame>
        <p:nvGraphicFramePr>
          <p:cNvPr id="2450" name="Google Shape;2450;p123"/>
          <p:cNvGraphicFramePr>
            <a:graphicFrameLocks noGrp="1"/>
          </p:cNvGraphicFramePr>
          <p:nvPr/>
        </p:nvGraphicFramePr>
        <p:xfrm>
          <a:off x="2433459" y="3808821"/>
          <a:ext cx="6035800" cy="663575"/>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331800">
                <a:tc>
                  <a:txBody>
                    <a:bodyPr vert="horz" wrap="square"/>
                    <a:lstStyle/>
                    <a:p>
                      <a:pPr marL="0" lvl="0" indent="0" algn="ctr" rtl="0">
                        <a:spcBef>
                          <a:spcPct val="0"/>
                        </a:spcBef>
                        <a:spcAft>
                          <a:spcPct val="0"/>
                        </a:spcAft>
                        <a:buNone/>
                      </a:pPr>
                      <a:r>
                        <a:rPr lang="en-GB" sz="1800">
                          <a:latin typeface="Lexend"/>
                          <a:ea typeface="Lexend"/>
                          <a:cs typeface="Lexend"/>
                          <a:sym typeface="Lexend"/>
                        </a:rPr>
                        <a:t>2</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
        <p:nvSpPr>
          <p:cNvPr id="2451" name="Google Shape;2451;p123"/>
          <p:cNvSpPr txBox="1"/>
          <p:nvPr/>
        </p:nvSpPr>
        <p:spPr>
          <a:xfrm>
            <a:off x="611425" y="1226021"/>
            <a:ext cx="81324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The cold front likely blew over Oakfield Harbour between 12 pm and 3 pm. This is because the weather conditions went from sunny intervals to heavy rain, and the temperature started to drop significantly, starting from this timeframe.</a:t>
            </a:r>
            <a:endParaRPr sz="2000">
              <a:latin typeface="Kalam"/>
              <a:ea typeface="Kalam"/>
              <a:cs typeface="Kalam"/>
              <a:sym typeface="Kalam"/>
            </a:endParaRPr>
          </a:p>
        </p:txBody>
      </p:sp>
      <p:graphicFrame>
        <p:nvGraphicFramePr>
          <p:cNvPr id="2452" name="Google Shape;2452;p123"/>
          <p:cNvGraphicFramePr>
            <a:graphicFrameLocks noGrp="1"/>
          </p:cNvGraphicFramePr>
          <p:nvPr/>
        </p:nvGraphicFramePr>
        <p:xfrm>
          <a:off x="2433459" y="4472446"/>
          <a:ext cx="6035800" cy="331775"/>
        </p:xfrm>
        <a:graphic>
          <a:graphicData uri="http://schemas.openxmlformats.org/drawingml/2006/table">
            <a:tbl>
              <a:tblPr>
                <a:noFill/>
                <a:tableStyleId>{DAE9959B-F1CB-4490-83DD-53336B36D040}</a:tableStyleId>
              </a:tblPr>
              <a:tblGrid>
                <a:gridCol w="754475"/>
                <a:gridCol w="754475"/>
                <a:gridCol w="754475"/>
                <a:gridCol w="754475"/>
                <a:gridCol w="754475"/>
                <a:gridCol w="754475"/>
                <a:gridCol w="754475"/>
                <a:gridCol w="754475"/>
              </a:tblGrid>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13°C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21°C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22°C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14°C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53" name="Google Shape;2453;p123"/>
          <p:cNvGraphicFramePr>
            <a:graphicFrameLocks noGrp="1"/>
          </p:cNvGraphicFramePr>
          <p:nvPr/>
        </p:nvGraphicFramePr>
        <p:xfrm>
          <a:off x="324009" y="3365946"/>
          <a:ext cx="2109450" cy="1106475"/>
        </p:xfrm>
        <a:graphic>
          <a:graphicData uri="http://schemas.openxmlformats.org/drawingml/2006/table">
            <a:tbl>
              <a:tblPr>
                <a:noFill/>
                <a:tableStyleId>{DAE9959B-F1CB-4490-83DD-53336B36D040}</a:tableStyleId>
              </a:tblPr>
              <a:tblGrid>
                <a:gridCol w="2109450"/>
              </a:tblGrid>
              <a:tr h="442875">
                <a:tc>
                  <a:txBody>
                    <a:bodyPr vert="horz" wrap="square"/>
                    <a:lstStyle/>
                    <a:p>
                      <a:pPr marL="0" lvl="0" indent="0" algn="l" rtl="0">
                        <a:spcBef>
                          <a:spcPct val="0"/>
                        </a:spcBef>
                        <a:spcAft>
                          <a:spcPct val="0"/>
                        </a:spcAft>
                        <a:buNone/>
                      </a:pPr>
                      <a:r>
                        <a:rPr lang="en-GB" sz="1700">
                          <a:latin typeface="Lexend"/>
                          <a:ea typeface="Lexend"/>
                          <a:cs typeface="Lexend"/>
                          <a:sym typeface="Lexend"/>
                        </a:rPr>
                        <a:t> air temperature</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wind speed (km/h)</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wind direction</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54" name="Google Shape;2454;p123"/>
          <p:cNvGraphicFramePr>
            <a:graphicFrameLocks noGrp="1"/>
          </p:cNvGraphicFramePr>
          <p:nvPr/>
        </p:nvGraphicFramePr>
        <p:xfrm>
          <a:off x="324009" y="4472433"/>
          <a:ext cx="2109450" cy="331800"/>
        </p:xfrm>
        <a:graphic>
          <a:graphicData uri="http://schemas.openxmlformats.org/drawingml/2006/table">
            <a:tbl>
              <a:tblPr>
                <a:noFill/>
                <a:tableStyleId>{DAE9959B-F1CB-4490-83DD-53336B36D040}</a:tableStyleId>
              </a:tblPr>
              <a:tblGrid>
                <a:gridCol w="2109450"/>
              </a:tblGrid>
              <a:tr h="331800">
                <a:tc>
                  <a:txBody>
                    <a:bodyPr vert="horz" wrap="square"/>
                    <a:lstStyle/>
                    <a:p>
                      <a:pPr marL="0" lvl="0" indent="0" algn="l" rtl="0">
                        <a:spcBef>
                          <a:spcPct val="0"/>
                        </a:spcBef>
                        <a:spcAft>
                          <a:spcPct val="0"/>
                        </a:spcAft>
                        <a:buNone/>
                      </a:pPr>
                      <a:r>
                        <a:rPr lang="en-GB" sz="1700">
                          <a:latin typeface="Lexend"/>
                          <a:ea typeface="Lexend"/>
                          <a:cs typeface="Lexend"/>
                          <a:sym typeface="Lexend"/>
                        </a:rPr>
                        <a:t> “feels like”</a:t>
                      </a:r>
                      <a:endParaRPr sz="17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pic>
        <p:nvPicPr>
          <p:cNvPr id="2455" name="Google Shape;2455;p123"/>
          <p:cNvPicPr preferRelativeResize="0"/>
          <p:nvPr/>
        </p:nvPicPr>
        <p:blipFill>
          <a:blip r:embed="rId3">
            <a:alphaModFix/>
          </a:blip>
          <a:stretch>
            <a:fillRect/>
          </a:stretch>
        </p:blipFill>
        <p:spPr>
          <a:xfrm>
            <a:off x="4043915" y="2713087"/>
            <a:ext cx="548488" cy="567498"/>
          </a:xfrm>
          <a:prstGeom prst="rect">
            <a:avLst/>
          </a:prstGeom>
          <a:noFill/>
          <a:ln>
            <a:noFill/>
          </a:ln>
        </p:spPr>
      </p:pic>
      <p:pic>
        <p:nvPicPr>
          <p:cNvPr id="2456" name="Google Shape;2456;p123"/>
          <p:cNvPicPr preferRelativeResize="0"/>
          <p:nvPr/>
        </p:nvPicPr>
        <p:blipFill>
          <a:blip r:embed="rId3">
            <a:alphaModFix/>
          </a:blip>
          <a:stretch>
            <a:fillRect/>
          </a:stretch>
        </p:blipFill>
        <p:spPr>
          <a:xfrm>
            <a:off x="2536140" y="2713087"/>
            <a:ext cx="548488" cy="567498"/>
          </a:xfrm>
          <a:prstGeom prst="rect">
            <a:avLst/>
          </a:prstGeom>
          <a:noFill/>
          <a:ln>
            <a:noFill/>
          </a:ln>
        </p:spPr>
      </p:pic>
      <p:pic>
        <p:nvPicPr>
          <p:cNvPr id="2457" name="Google Shape;2457;p123"/>
          <p:cNvPicPr preferRelativeResize="0"/>
          <p:nvPr/>
        </p:nvPicPr>
        <p:blipFill>
          <a:blip r:embed="rId3">
            <a:alphaModFix/>
          </a:blip>
          <a:stretch>
            <a:fillRect/>
          </a:stretch>
        </p:blipFill>
        <p:spPr>
          <a:xfrm>
            <a:off x="7824640" y="2713075"/>
            <a:ext cx="548488" cy="567498"/>
          </a:xfrm>
          <a:prstGeom prst="rect">
            <a:avLst/>
          </a:prstGeom>
          <a:noFill/>
          <a:ln>
            <a:noFill/>
          </a:ln>
        </p:spPr>
      </p:pic>
      <p:pic>
        <p:nvPicPr>
          <p:cNvPr id="2458" name="Google Shape;2458;p123"/>
          <p:cNvPicPr preferRelativeResize="0"/>
          <p:nvPr/>
        </p:nvPicPr>
        <p:blipFill>
          <a:blip r:embed="rId4">
            <a:alphaModFix/>
          </a:blip>
          <a:stretch>
            <a:fillRect/>
          </a:stretch>
        </p:blipFill>
        <p:spPr>
          <a:xfrm>
            <a:off x="7089616" y="2686281"/>
            <a:ext cx="548488" cy="621110"/>
          </a:xfrm>
          <a:prstGeom prst="rect">
            <a:avLst/>
          </a:prstGeom>
          <a:noFill/>
          <a:ln>
            <a:noFill/>
          </a:ln>
        </p:spPr>
      </p:pic>
      <p:pic>
        <p:nvPicPr>
          <p:cNvPr id="2459" name="Google Shape;2459;p123"/>
          <p:cNvPicPr preferRelativeResize="0"/>
          <p:nvPr/>
        </p:nvPicPr>
        <p:blipFill>
          <a:blip r:embed="rId5">
            <a:alphaModFix/>
          </a:blip>
          <a:srcRect b="21869"/>
          <a:stretch>
            <a:fillRect/>
          </a:stretch>
        </p:blipFill>
        <p:spPr>
          <a:xfrm>
            <a:off x="6334425" y="2818923"/>
            <a:ext cx="469400" cy="421075"/>
          </a:xfrm>
          <a:prstGeom prst="rect">
            <a:avLst/>
          </a:prstGeom>
          <a:noFill/>
          <a:ln>
            <a:noFill/>
          </a:ln>
        </p:spPr>
      </p:pic>
      <p:pic>
        <p:nvPicPr>
          <p:cNvPr id="2460" name="Google Shape;2460;p123"/>
          <p:cNvPicPr preferRelativeResize="0"/>
          <p:nvPr/>
        </p:nvPicPr>
        <p:blipFill>
          <a:blip r:embed="rId6">
            <a:alphaModFix/>
          </a:blip>
          <a:stretch>
            <a:fillRect/>
          </a:stretch>
        </p:blipFill>
        <p:spPr>
          <a:xfrm>
            <a:off x="5513522" y="2808673"/>
            <a:ext cx="654993" cy="441568"/>
          </a:xfrm>
          <a:prstGeom prst="rect">
            <a:avLst/>
          </a:prstGeom>
          <a:noFill/>
          <a:ln>
            <a:noFill/>
          </a:ln>
        </p:spPr>
      </p:pic>
      <p:pic>
        <p:nvPicPr>
          <p:cNvPr id="2461" name="Google Shape;2461;p123"/>
          <p:cNvPicPr preferRelativeResize="0"/>
          <p:nvPr/>
        </p:nvPicPr>
        <p:blipFill>
          <a:blip r:embed="rId7">
            <a:alphaModFix/>
          </a:blip>
          <a:stretch>
            <a:fillRect/>
          </a:stretch>
        </p:blipFill>
        <p:spPr>
          <a:xfrm>
            <a:off x="4778722" y="2751255"/>
            <a:ext cx="548482" cy="556407"/>
          </a:xfrm>
          <a:prstGeom prst="rect">
            <a:avLst/>
          </a:prstGeom>
          <a:noFill/>
          <a:ln>
            <a:noFill/>
          </a:ln>
        </p:spPr>
      </p:pic>
      <p:pic>
        <p:nvPicPr>
          <p:cNvPr id="2462" name="Google Shape;2462;p123"/>
          <p:cNvPicPr preferRelativeResize="0"/>
          <p:nvPr/>
        </p:nvPicPr>
        <p:blipFill>
          <a:blip r:embed="rId8">
            <a:alphaModFix/>
          </a:blip>
          <a:stretch>
            <a:fillRect/>
          </a:stretch>
        </p:blipFill>
        <p:spPr>
          <a:xfrm>
            <a:off x="3335091" y="2741794"/>
            <a:ext cx="458365" cy="510074"/>
          </a:xfrm>
          <a:prstGeom prst="rect">
            <a:avLst/>
          </a:prstGeom>
          <a:noFill/>
          <a:ln>
            <a:noFill/>
          </a:ln>
        </p:spPr>
      </p:pic>
    </p:spTree>
  </p:cSld>
  <p:clrMapOvr>
    <a:masterClrMapping/>
  </p:clrMapOvr>
  <p:transition/>
  <p:timing/>
</p:sld>
</file>

<file path=ppt/slides/slide5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466" name="Shape 2466"/>
        <p:cNvGrpSpPr/>
        <p:nvPr/>
      </p:nvGrpSpPr>
      <p:grpSpPr>
        <a:xfrm>
          <a:off x="0" y="0"/>
          <a:ext cx="0" cy="0"/>
        </a:xfrm>
      </p:grpSpPr>
      <p:sp>
        <p:nvSpPr>
          <p:cNvPr id="2467" name="Google Shape;2467;p124"/>
          <p:cNvSpPr txBox="1"/>
          <p:nvPr/>
        </p:nvSpPr>
        <p:spPr>
          <a:xfrm>
            <a:off x="5441725" y="606275"/>
            <a:ext cx="33783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2) Humidity measures the amount of moisture in the air. It also influences “feels like” temperature.</a:t>
            </a:r>
            <a:endParaRPr sz="1800">
              <a:latin typeface="Lexend"/>
              <a:ea typeface="Lexend"/>
              <a:cs typeface="Lexend"/>
              <a:sym typeface="Lexend"/>
            </a:endParaRPr>
          </a:p>
          <a:p>
            <a:pPr marL="0" lvl="0" indent="0" algn="l" rtl="0">
              <a:spcBef>
                <a:spcPts val="1000"/>
              </a:spcBef>
              <a:spcAft>
                <a:spcPts val="1000"/>
              </a:spcAft>
              <a:buNone/>
            </a:pPr>
            <a:r>
              <a:rPr lang="en-GB" sz="1800">
                <a:latin typeface="Lexend"/>
                <a:ea typeface="Lexend"/>
                <a:cs typeface="Lexend"/>
                <a:sym typeface="Lexend"/>
              </a:rPr>
              <a:t>a) On which day, and at what time, was there the greatest difference between the air temperature and the “feels like” temperature?</a:t>
            </a:r>
            <a:endParaRPr sz="1800">
              <a:latin typeface="Lexend"/>
              <a:ea typeface="Lexend"/>
              <a:cs typeface="Lexend"/>
              <a:sym typeface="Lexend"/>
            </a:endParaRPr>
          </a:p>
        </p:txBody>
      </p:sp>
      <p:sp>
        <p:nvSpPr>
          <p:cNvPr id="2468" name="Google Shape;2468;p124"/>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Analysing extra forecast information</a:t>
            </a:r>
            <a:endParaRPr/>
          </a:p>
        </p:txBody>
      </p:sp>
      <p:graphicFrame>
        <p:nvGraphicFramePr>
          <p:cNvPr id="2469" name="Google Shape;2469;p124"/>
          <p:cNvGraphicFramePr>
            <a:graphicFrameLocks noGrp="1"/>
          </p:cNvGraphicFramePr>
          <p:nvPr/>
        </p:nvGraphicFramePr>
        <p:xfrm>
          <a:off x="2349409" y="693637"/>
          <a:ext cx="3017900" cy="1286865"/>
        </p:xfrm>
        <a:graphic>
          <a:graphicData uri="http://schemas.openxmlformats.org/drawingml/2006/table">
            <a:tbl>
              <a:tblPr>
                <a:noFill/>
                <a:tableStyleId>{DAE9959B-F1CB-4490-83DD-53336B36D040}</a:tableStyleId>
              </a:tblPr>
              <a:tblGrid>
                <a:gridCol w="754475"/>
                <a:gridCol w="754475"/>
                <a:gridCol w="754475"/>
                <a:gridCol w="7544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08:00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11:00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14:00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17:00</a:t>
                      </a:r>
                      <a:endParaRPr sz="1800">
                        <a:solidFill>
                          <a:schemeClr val="lt1"/>
                        </a:solidFill>
                        <a:latin typeface="Lexend"/>
                        <a:ea typeface="Lexend"/>
                        <a:cs typeface="Lexend"/>
                        <a:sym typeface="Lexend"/>
                      </a:endParaRPr>
                    </a:p>
                  </a:txBody>
                  <a:tcPr marL="0" marR="0" marT="0" marB="0" anchor="ctr">
                    <a:solidFill>
                      <a:schemeClr val="accent5"/>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100000">
                <a:tc>
                  <a:txBody>
                    <a:bodyPr vert="horz" wrap="square"/>
                    <a:lstStyle/>
                    <a:p>
                      <a:pPr marL="0" lvl="0" indent="0" algn="ctr" rtl="0">
                        <a:spcBef>
                          <a:spcPct val="0"/>
                        </a:spcBef>
                        <a:spcAft>
                          <a:spcPct val="0"/>
                        </a:spcAft>
                        <a:buNone/>
                      </a:pPr>
                      <a:r>
                        <a:rPr lang="en-GB" sz="1800">
                          <a:latin typeface="Lexend"/>
                          <a:ea typeface="Lexend"/>
                          <a:cs typeface="Lexend"/>
                          <a:sym typeface="Lexend"/>
                        </a:rPr>
                        <a:t>6°C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17°C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18°C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70" name="Google Shape;2470;p124"/>
          <p:cNvGraphicFramePr>
            <a:graphicFrameLocks noGrp="1"/>
          </p:cNvGraphicFramePr>
          <p:nvPr/>
        </p:nvGraphicFramePr>
        <p:xfrm>
          <a:off x="2349409" y="1980462"/>
          <a:ext cx="3017900" cy="331800"/>
        </p:xfrm>
        <a:graphic>
          <a:graphicData uri="http://schemas.openxmlformats.org/drawingml/2006/table">
            <a:tbl>
              <a:tblPr>
                <a:noFill/>
                <a:tableStyleId>{DAE9959B-F1CB-4490-83DD-53336B36D040}</a:tableStyleId>
              </a:tblPr>
              <a:tblGrid>
                <a:gridCol w="754475"/>
                <a:gridCol w="754475"/>
                <a:gridCol w="754475"/>
                <a:gridCol w="754475"/>
              </a:tblGrid>
              <a:tr h="331800">
                <a:tc>
                  <a:txBody>
                    <a:bodyPr vert="horz" wrap="square"/>
                    <a:lstStyle/>
                    <a:p>
                      <a:pPr marL="0" lvl="0" indent="0" algn="ctr" rtl="0">
                        <a:spcBef>
                          <a:spcPct val="0"/>
                        </a:spcBef>
                        <a:spcAft>
                          <a:spcPct val="0"/>
                        </a:spcAft>
                        <a:buNone/>
                      </a:pPr>
                      <a:r>
                        <a:rPr lang="en-GB" sz="1800">
                          <a:latin typeface="Lexend"/>
                          <a:ea typeface="Lexend"/>
                          <a:cs typeface="Lexend"/>
                          <a:sym typeface="Lexend"/>
                        </a:rPr>
                        <a:t>30%</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45%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65%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71" name="Google Shape;2471;p124"/>
          <p:cNvGraphicFramePr>
            <a:graphicFrameLocks noGrp="1"/>
          </p:cNvGraphicFramePr>
          <p:nvPr/>
        </p:nvGraphicFramePr>
        <p:xfrm>
          <a:off x="279109" y="1706162"/>
          <a:ext cx="2070300" cy="606120"/>
        </p:xfrm>
        <a:graphic>
          <a:graphicData uri="http://schemas.openxmlformats.org/drawingml/2006/table">
            <a:tbl>
              <a:tblPr>
                <a:noFill/>
                <a:tableStyleId>{DAE9959B-F1CB-4490-83DD-53336B36D040}</a:tableStyleId>
              </a:tblPr>
              <a:tblGrid>
                <a:gridCol w="2070300"/>
              </a:tblGrid>
              <a:tr h="274300">
                <a:tc>
                  <a:txBody>
                    <a:bodyPr vert="horz" wrap="square"/>
                    <a:lstStyle/>
                    <a:p>
                      <a:pPr marL="0" lvl="0" indent="0" algn="l" rtl="0">
                        <a:spcBef>
                          <a:spcPct val="0"/>
                        </a:spcBef>
                        <a:spcAft>
                          <a:spcPct val="0"/>
                        </a:spcAft>
                        <a:buNone/>
                      </a:pPr>
                      <a:r>
                        <a:rPr lang="en-GB" sz="1800">
                          <a:latin typeface="Lexend"/>
                          <a:ea typeface="Lexend"/>
                          <a:cs typeface="Lexend"/>
                          <a:sym typeface="Lexend"/>
                        </a:rPr>
                        <a:t> air temperature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800">
                          <a:latin typeface="Lexend"/>
                          <a:ea typeface="Lexend"/>
                          <a:cs typeface="Lexend"/>
                          <a:sym typeface="Lexend"/>
                        </a:rPr>
                        <a:t> humidity</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72" name="Google Shape;2472;p124"/>
          <p:cNvGraphicFramePr>
            <a:graphicFrameLocks noGrp="1"/>
          </p:cNvGraphicFramePr>
          <p:nvPr/>
        </p:nvGraphicFramePr>
        <p:xfrm>
          <a:off x="279109" y="2312274"/>
          <a:ext cx="2070300" cy="331800"/>
        </p:xfrm>
        <a:graphic>
          <a:graphicData uri="http://schemas.openxmlformats.org/drawingml/2006/table">
            <a:tbl>
              <a:tblPr>
                <a:noFill/>
                <a:tableStyleId>{DAE9959B-F1CB-4490-83DD-53336B36D040}</a:tableStyleId>
              </a:tblPr>
              <a:tblGrid>
                <a:gridCol w="2070300"/>
              </a:tblGrid>
              <a:tr h="331800">
                <a:tc>
                  <a:txBody>
                    <a:bodyPr vert="horz" wrap="square"/>
                    <a:lstStyle/>
                    <a:p>
                      <a:pPr marL="0" lvl="0" indent="0" algn="l" rtl="0">
                        <a:spcBef>
                          <a:spcPct val="0"/>
                        </a:spcBef>
                        <a:spcAft>
                          <a:spcPct val="0"/>
                        </a:spcAft>
                        <a:buNone/>
                      </a:pPr>
                      <a:r>
                        <a:rPr lang="en-GB" sz="1800">
                          <a:latin typeface="Lexend"/>
                          <a:ea typeface="Lexend"/>
                          <a:cs typeface="Lexend"/>
                          <a:sym typeface="Lexend"/>
                        </a:rPr>
                        <a:t> “feels like”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73" name="Google Shape;2473;p124"/>
          <p:cNvGraphicFramePr>
            <a:graphicFrameLocks noGrp="1"/>
          </p:cNvGraphicFramePr>
          <p:nvPr/>
        </p:nvGraphicFramePr>
        <p:xfrm>
          <a:off x="2349409" y="2312287"/>
          <a:ext cx="3017900" cy="331775"/>
        </p:xfrm>
        <a:graphic>
          <a:graphicData uri="http://schemas.openxmlformats.org/drawingml/2006/table">
            <a:tbl>
              <a:tblPr>
                <a:noFill/>
                <a:tableStyleId>{DAE9959B-F1CB-4490-83DD-53336B36D040}</a:tableStyleId>
              </a:tblPr>
              <a:tblGrid>
                <a:gridCol w="754475"/>
                <a:gridCol w="754475"/>
                <a:gridCol w="754475"/>
                <a:gridCol w="754475"/>
              </a:tblGrid>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20°C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20°C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74" name="Google Shape;2474;p124"/>
          <p:cNvGraphicFramePr>
            <a:graphicFrameLocks noGrp="1"/>
          </p:cNvGraphicFramePr>
          <p:nvPr/>
        </p:nvGraphicFramePr>
        <p:xfrm>
          <a:off x="2349409" y="2869962"/>
          <a:ext cx="3017900" cy="1286865"/>
        </p:xfrm>
        <a:graphic>
          <a:graphicData uri="http://schemas.openxmlformats.org/drawingml/2006/table">
            <a:tbl>
              <a:tblPr>
                <a:noFill/>
                <a:tableStyleId>{DAE9959B-F1CB-4490-83DD-53336B36D040}</a:tableStyleId>
              </a:tblPr>
              <a:tblGrid>
                <a:gridCol w="754475"/>
                <a:gridCol w="754475"/>
                <a:gridCol w="754475"/>
                <a:gridCol w="7544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08:00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11:00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14:00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17:00</a:t>
                      </a:r>
                      <a:endParaRPr sz="1800">
                        <a:solidFill>
                          <a:schemeClr val="lt1"/>
                        </a:solidFill>
                        <a:latin typeface="Lexend"/>
                        <a:ea typeface="Lexend"/>
                        <a:cs typeface="Lexend"/>
                        <a:sym typeface="Lexend"/>
                      </a:endParaRPr>
                    </a:p>
                  </a:txBody>
                  <a:tcPr marL="0" marR="0" marT="0" marB="0" anchor="ctr">
                    <a:solidFill>
                      <a:schemeClr val="accent5"/>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100000">
                <a:tc>
                  <a:txBody>
                    <a:bodyPr vert="horz" wrap="square"/>
                    <a:lstStyle/>
                    <a:p>
                      <a:pPr marL="0" lvl="0" indent="0" algn="ctr" rtl="0">
                        <a:spcBef>
                          <a:spcPct val="0"/>
                        </a:spcBef>
                        <a:spcAft>
                          <a:spcPct val="0"/>
                        </a:spcAft>
                        <a:buNone/>
                      </a:pPr>
                      <a:r>
                        <a:rPr lang="en-GB" sz="1800">
                          <a:latin typeface="Lexend"/>
                          <a:ea typeface="Lexend"/>
                          <a:cs typeface="Lexend"/>
                          <a:sym typeface="Lexend"/>
                        </a:rPr>
                        <a:t>6°C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17°C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18°C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75" name="Google Shape;2475;p124"/>
          <p:cNvGraphicFramePr>
            <a:graphicFrameLocks noGrp="1"/>
          </p:cNvGraphicFramePr>
          <p:nvPr/>
        </p:nvGraphicFramePr>
        <p:xfrm>
          <a:off x="2349409" y="4156787"/>
          <a:ext cx="3017900" cy="331800"/>
        </p:xfrm>
        <a:graphic>
          <a:graphicData uri="http://schemas.openxmlformats.org/drawingml/2006/table">
            <a:tbl>
              <a:tblPr>
                <a:noFill/>
                <a:tableStyleId>{DAE9959B-F1CB-4490-83DD-53336B36D040}</a:tableStyleId>
              </a:tblPr>
              <a:tblGrid>
                <a:gridCol w="754475"/>
                <a:gridCol w="754475"/>
                <a:gridCol w="754475"/>
                <a:gridCol w="754475"/>
              </a:tblGrid>
              <a:tr h="331800">
                <a:tc>
                  <a:txBody>
                    <a:bodyPr vert="horz" wrap="square"/>
                    <a:lstStyle/>
                    <a:p>
                      <a:pPr marL="0" lvl="0" indent="0" algn="ctr" rtl="0">
                        <a:spcBef>
                          <a:spcPct val="0"/>
                        </a:spcBef>
                        <a:spcAft>
                          <a:spcPct val="0"/>
                        </a:spcAft>
                        <a:buNone/>
                      </a:pPr>
                      <a:r>
                        <a:rPr lang="en-GB" sz="1800">
                          <a:latin typeface="Lexend"/>
                          <a:ea typeface="Lexend"/>
                          <a:cs typeface="Lexend"/>
                          <a:sym typeface="Lexend"/>
                        </a:rPr>
                        <a:t>20%</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76" name="Google Shape;2476;p124"/>
          <p:cNvGraphicFramePr>
            <a:graphicFrameLocks noGrp="1"/>
          </p:cNvGraphicFramePr>
          <p:nvPr/>
        </p:nvGraphicFramePr>
        <p:xfrm>
          <a:off x="279109" y="3882487"/>
          <a:ext cx="2070300" cy="606120"/>
        </p:xfrm>
        <a:graphic>
          <a:graphicData uri="http://schemas.openxmlformats.org/drawingml/2006/table">
            <a:tbl>
              <a:tblPr>
                <a:noFill/>
                <a:tableStyleId>{DAE9959B-F1CB-4490-83DD-53336B36D040}</a:tableStyleId>
              </a:tblPr>
              <a:tblGrid>
                <a:gridCol w="2070300"/>
              </a:tblGrid>
              <a:tr h="274300">
                <a:tc>
                  <a:txBody>
                    <a:bodyPr vert="horz" wrap="square"/>
                    <a:lstStyle/>
                    <a:p>
                      <a:pPr marL="0" lvl="0" indent="0" algn="l" rtl="0">
                        <a:spcBef>
                          <a:spcPct val="0"/>
                        </a:spcBef>
                        <a:spcAft>
                          <a:spcPct val="0"/>
                        </a:spcAft>
                        <a:buNone/>
                      </a:pPr>
                      <a:r>
                        <a:rPr lang="en-GB" sz="1800">
                          <a:latin typeface="Lexend"/>
                          <a:ea typeface="Lexend"/>
                          <a:cs typeface="Lexend"/>
                          <a:sym typeface="Lexend"/>
                        </a:rPr>
                        <a:t> air temperature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800">
                          <a:latin typeface="Lexend"/>
                          <a:ea typeface="Lexend"/>
                          <a:cs typeface="Lexend"/>
                          <a:sym typeface="Lexend"/>
                        </a:rPr>
                        <a:t> humidity</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77" name="Google Shape;2477;p124"/>
          <p:cNvGraphicFramePr>
            <a:graphicFrameLocks noGrp="1"/>
          </p:cNvGraphicFramePr>
          <p:nvPr/>
        </p:nvGraphicFramePr>
        <p:xfrm>
          <a:off x="279109" y="4488599"/>
          <a:ext cx="2070300" cy="331800"/>
        </p:xfrm>
        <a:graphic>
          <a:graphicData uri="http://schemas.openxmlformats.org/drawingml/2006/table">
            <a:tbl>
              <a:tblPr>
                <a:noFill/>
                <a:tableStyleId>{DAE9959B-F1CB-4490-83DD-53336B36D040}</a:tableStyleId>
              </a:tblPr>
              <a:tblGrid>
                <a:gridCol w="2070300"/>
              </a:tblGrid>
              <a:tr h="331800">
                <a:tc>
                  <a:txBody>
                    <a:bodyPr vert="horz" wrap="square"/>
                    <a:lstStyle/>
                    <a:p>
                      <a:pPr marL="0" lvl="0" indent="0" algn="l" rtl="0">
                        <a:spcBef>
                          <a:spcPct val="0"/>
                        </a:spcBef>
                        <a:spcAft>
                          <a:spcPct val="0"/>
                        </a:spcAft>
                        <a:buNone/>
                      </a:pPr>
                      <a:r>
                        <a:rPr lang="en-GB" sz="1800">
                          <a:latin typeface="Lexend"/>
                          <a:ea typeface="Lexend"/>
                          <a:cs typeface="Lexend"/>
                          <a:sym typeface="Lexend"/>
                        </a:rPr>
                        <a:t> “feels like”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78" name="Google Shape;2478;p124"/>
          <p:cNvGraphicFramePr>
            <a:graphicFrameLocks noGrp="1"/>
          </p:cNvGraphicFramePr>
          <p:nvPr/>
        </p:nvGraphicFramePr>
        <p:xfrm>
          <a:off x="2349409" y="4488612"/>
          <a:ext cx="3017900" cy="331775"/>
        </p:xfrm>
        <a:graphic>
          <a:graphicData uri="http://schemas.openxmlformats.org/drawingml/2006/table">
            <a:tbl>
              <a:tblPr>
                <a:noFill/>
                <a:tableStyleId>{DAE9959B-F1CB-4490-83DD-53336B36D040}</a:tableStyleId>
              </a:tblPr>
              <a:tblGrid>
                <a:gridCol w="754475"/>
                <a:gridCol w="754475"/>
                <a:gridCol w="754475"/>
                <a:gridCol w="754475"/>
              </a:tblGrid>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16°C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17°C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
        <p:nvSpPr>
          <p:cNvPr id="2479" name="Google Shape;2479;p124"/>
          <p:cNvSpPr txBox="1"/>
          <p:nvPr/>
        </p:nvSpPr>
        <p:spPr>
          <a:xfrm>
            <a:off x="324000" y="693625"/>
            <a:ext cx="1743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600">
                <a:latin typeface="Lexend"/>
                <a:ea typeface="Lexend"/>
                <a:cs typeface="Lexend"/>
                <a:sym typeface="Lexend"/>
              </a:rPr>
              <a:t>Weather report on 1st July at  Oakfield Old Town.</a:t>
            </a:r>
            <a:endParaRPr sz="1600">
              <a:latin typeface="Lexend"/>
              <a:ea typeface="Lexend"/>
              <a:cs typeface="Lexend"/>
              <a:sym typeface="Lexend"/>
            </a:endParaRPr>
          </a:p>
        </p:txBody>
      </p:sp>
      <p:sp>
        <p:nvSpPr>
          <p:cNvPr id="2480" name="Google Shape;2480;p124"/>
          <p:cNvSpPr txBox="1"/>
          <p:nvPr/>
        </p:nvSpPr>
        <p:spPr>
          <a:xfrm>
            <a:off x="324000" y="2865463"/>
            <a:ext cx="1743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600">
                <a:latin typeface="Lexend"/>
                <a:ea typeface="Lexend"/>
                <a:cs typeface="Lexend"/>
                <a:sym typeface="Lexend"/>
              </a:rPr>
              <a:t>Weather report on 10th July at  Oakfield Old Town.</a:t>
            </a:r>
            <a:endParaRPr sz="1600">
              <a:latin typeface="Lexend"/>
              <a:ea typeface="Lexend"/>
              <a:cs typeface="Lexend"/>
              <a:sym typeface="Lexend"/>
            </a:endParaRPr>
          </a:p>
        </p:txBody>
      </p:sp>
      <p:sp>
        <p:nvSpPr>
          <p:cNvPr id="2481" name="Google Shape;2481;p124"/>
          <p:cNvSpPr txBox="1"/>
          <p:nvPr/>
        </p:nvSpPr>
        <p:spPr>
          <a:xfrm>
            <a:off x="5715000" y="3263512"/>
            <a:ext cx="3105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The greatest difference was on the 1st July at 2 pm. The “feels like” temperature was 3°C higher than the air temperature.</a:t>
            </a:r>
            <a:endParaRPr sz="2000">
              <a:latin typeface="Kalam"/>
              <a:ea typeface="Kalam"/>
              <a:cs typeface="Kalam"/>
              <a:sym typeface="Kalam"/>
            </a:endParaRPr>
          </a:p>
        </p:txBody>
      </p:sp>
      <p:pic>
        <p:nvPicPr>
          <p:cNvPr id="2482" name="Google Shape;2482;p124"/>
          <p:cNvPicPr preferRelativeResize="0"/>
          <p:nvPr/>
        </p:nvPicPr>
        <p:blipFill>
          <a:blip r:embed="rId3">
            <a:alphaModFix/>
          </a:blip>
          <a:srcRect b="21869"/>
          <a:stretch>
            <a:fillRect/>
          </a:stretch>
        </p:blipFill>
        <p:spPr>
          <a:xfrm>
            <a:off x="2418488" y="1135463"/>
            <a:ext cx="517028" cy="463800"/>
          </a:xfrm>
          <a:prstGeom prst="rect">
            <a:avLst/>
          </a:prstGeom>
          <a:noFill/>
          <a:ln>
            <a:noFill/>
          </a:ln>
        </p:spPr>
      </p:pic>
      <p:pic>
        <p:nvPicPr>
          <p:cNvPr id="2483" name="Google Shape;2483;p124"/>
          <p:cNvPicPr preferRelativeResize="0"/>
          <p:nvPr/>
        </p:nvPicPr>
        <p:blipFill>
          <a:blip r:embed="rId4">
            <a:alphaModFix/>
          </a:blip>
          <a:stretch>
            <a:fillRect/>
          </a:stretch>
        </p:blipFill>
        <p:spPr>
          <a:xfrm>
            <a:off x="3129779" y="1056806"/>
            <a:ext cx="548488" cy="621110"/>
          </a:xfrm>
          <a:prstGeom prst="rect">
            <a:avLst/>
          </a:prstGeom>
          <a:noFill/>
          <a:ln>
            <a:noFill/>
          </a:ln>
        </p:spPr>
      </p:pic>
      <p:pic>
        <p:nvPicPr>
          <p:cNvPr id="2484" name="Google Shape;2484;p124"/>
          <p:cNvPicPr preferRelativeResize="0"/>
          <p:nvPr/>
        </p:nvPicPr>
        <p:blipFill>
          <a:blip r:embed="rId5">
            <a:alphaModFix/>
          </a:blip>
          <a:stretch>
            <a:fillRect/>
          </a:stretch>
        </p:blipFill>
        <p:spPr>
          <a:xfrm>
            <a:off x="3830422" y="1146573"/>
            <a:ext cx="654993" cy="441568"/>
          </a:xfrm>
          <a:prstGeom prst="rect">
            <a:avLst/>
          </a:prstGeom>
          <a:noFill/>
          <a:ln>
            <a:noFill/>
          </a:ln>
        </p:spPr>
      </p:pic>
      <p:pic>
        <p:nvPicPr>
          <p:cNvPr id="2485" name="Google Shape;2485;p124"/>
          <p:cNvPicPr preferRelativeResize="0"/>
          <p:nvPr/>
        </p:nvPicPr>
        <p:blipFill>
          <a:blip r:embed="rId6">
            <a:alphaModFix/>
          </a:blip>
          <a:stretch>
            <a:fillRect/>
          </a:stretch>
        </p:blipFill>
        <p:spPr>
          <a:xfrm>
            <a:off x="4637572" y="1089155"/>
            <a:ext cx="548482" cy="556407"/>
          </a:xfrm>
          <a:prstGeom prst="rect">
            <a:avLst/>
          </a:prstGeom>
          <a:noFill/>
          <a:ln>
            <a:noFill/>
          </a:ln>
        </p:spPr>
      </p:pic>
      <p:pic>
        <p:nvPicPr>
          <p:cNvPr id="2486" name="Google Shape;2486;p124"/>
          <p:cNvPicPr preferRelativeResize="0"/>
          <p:nvPr/>
        </p:nvPicPr>
        <p:blipFill>
          <a:blip r:embed="rId6">
            <a:alphaModFix/>
          </a:blip>
          <a:stretch>
            <a:fillRect/>
          </a:stretch>
        </p:blipFill>
        <p:spPr>
          <a:xfrm>
            <a:off x="3883672" y="3235180"/>
            <a:ext cx="548482" cy="556407"/>
          </a:xfrm>
          <a:prstGeom prst="rect">
            <a:avLst/>
          </a:prstGeom>
          <a:noFill/>
          <a:ln>
            <a:noFill/>
          </a:ln>
        </p:spPr>
      </p:pic>
      <p:pic>
        <p:nvPicPr>
          <p:cNvPr id="2487" name="Google Shape;2487;p124"/>
          <p:cNvPicPr preferRelativeResize="0"/>
          <p:nvPr/>
        </p:nvPicPr>
        <p:blipFill>
          <a:blip r:embed="rId6">
            <a:alphaModFix/>
          </a:blip>
          <a:stretch>
            <a:fillRect/>
          </a:stretch>
        </p:blipFill>
        <p:spPr>
          <a:xfrm>
            <a:off x="4637572" y="3235180"/>
            <a:ext cx="548482" cy="556407"/>
          </a:xfrm>
          <a:prstGeom prst="rect">
            <a:avLst/>
          </a:prstGeom>
          <a:noFill/>
          <a:ln>
            <a:noFill/>
          </a:ln>
        </p:spPr>
      </p:pic>
      <p:pic>
        <p:nvPicPr>
          <p:cNvPr id="2488" name="Google Shape;2488;p124"/>
          <p:cNvPicPr preferRelativeResize="0"/>
          <p:nvPr/>
        </p:nvPicPr>
        <p:blipFill>
          <a:blip r:embed="rId5">
            <a:alphaModFix/>
          </a:blip>
          <a:stretch>
            <a:fillRect/>
          </a:stretch>
        </p:blipFill>
        <p:spPr>
          <a:xfrm>
            <a:off x="2349522" y="3302323"/>
            <a:ext cx="654993" cy="441568"/>
          </a:xfrm>
          <a:prstGeom prst="rect">
            <a:avLst/>
          </a:prstGeom>
          <a:noFill/>
          <a:ln>
            <a:noFill/>
          </a:ln>
        </p:spPr>
      </p:pic>
      <p:pic>
        <p:nvPicPr>
          <p:cNvPr id="2489" name="Google Shape;2489;p124"/>
          <p:cNvPicPr preferRelativeResize="0"/>
          <p:nvPr/>
        </p:nvPicPr>
        <p:blipFill>
          <a:blip r:embed="rId5">
            <a:alphaModFix/>
          </a:blip>
          <a:stretch>
            <a:fillRect/>
          </a:stretch>
        </p:blipFill>
        <p:spPr>
          <a:xfrm>
            <a:off x="3076534" y="3302336"/>
            <a:ext cx="654993" cy="441568"/>
          </a:xfrm>
          <a:prstGeom prst="rect">
            <a:avLst/>
          </a:prstGeom>
          <a:noFill/>
          <a:ln>
            <a:noFill/>
          </a:ln>
        </p:spPr>
      </p:pic>
    </p:spTree>
  </p:cSld>
  <p:clrMapOvr>
    <a:masterClrMapping/>
  </p:clrMapOvr>
  <p:transition/>
  <p:timing/>
</p:sld>
</file>

<file path=ppt/slides/slide5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493" name="Shape 2493"/>
        <p:cNvGrpSpPr/>
        <p:nvPr/>
      </p:nvGrpSpPr>
      <p:grpSpPr>
        <a:xfrm>
          <a:off x="0" y="0"/>
          <a:ext cx="0" cy="0"/>
        </a:xfrm>
      </p:grpSpPr>
      <p:sp>
        <p:nvSpPr>
          <p:cNvPr id="2494" name="Google Shape;2494;p125"/>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Analysing extra forecast information</a:t>
            </a:r>
            <a:endParaRPr/>
          </a:p>
        </p:txBody>
      </p:sp>
      <p:graphicFrame>
        <p:nvGraphicFramePr>
          <p:cNvPr id="2495" name="Google Shape;2495;p125"/>
          <p:cNvGraphicFramePr>
            <a:graphicFrameLocks noGrp="1"/>
          </p:cNvGraphicFramePr>
          <p:nvPr/>
        </p:nvGraphicFramePr>
        <p:xfrm>
          <a:off x="2349409" y="693637"/>
          <a:ext cx="3017900" cy="1286865"/>
        </p:xfrm>
        <a:graphic>
          <a:graphicData uri="http://schemas.openxmlformats.org/drawingml/2006/table">
            <a:tbl>
              <a:tblPr>
                <a:noFill/>
                <a:tableStyleId>{DAE9959B-F1CB-4490-83DD-53336B36D040}</a:tableStyleId>
              </a:tblPr>
              <a:tblGrid>
                <a:gridCol w="754475"/>
                <a:gridCol w="754475"/>
                <a:gridCol w="754475"/>
                <a:gridCol w="7544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08:00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11:00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14:00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17:00</a:t>
                      </a:r>
                      <a:endParaRPr sz="1800">
                        <a:solidFill>
                          <a:schemeClr val="lt1"/>
                        </a:solidFill>
                        <a:latin typeface="Lexend"/>
                        <a:ea typeface="Lexend"/>
                        <a:cs typeface="Lexend"/>
                        <a:sym typeface="Lexend"/>
                      </a:endParaRPr>
                    </a:p>
                  </a:txBody>
                  <a:tcPr marL="0" marR="0" marT="0" marB="0" anchor="ctr">
                    <a:solidFill>
                      <a:schemeClr val="accent5"/>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100000">
                <a:tc>
                  <a:txBody>
                    <a:bodyPr vert="horz" wrap="square"/>
                    <a:lstStyle/>
                    <a:p>
                      <a:pPr marL="0" lvl="0" indent="0" algn="ctr" rtl="0">
                        <a:spcBef>
                          <a:spcPct val="0"/>
                        </a:spcBef>
                        <a:spcAft>
                          <a:spcPct val="0"/>
                        </a:spcAft>
                        <a:buNone/>
                      </a:pPr>
                      <a:r>
                        <a:rPr lang="en-GB" sz="1800">
                          <a:latin typeface="Lexend"/>
                          <a:ea typeface="Lexend"/>
                          <a:cs typeface="Lexend"/>
                          <a:sym typeface="Lexend"/>
                        </a:rPr>
                        <a:t>6°C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17°C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18°C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96" name="Google Shape;2496;p125"/>
          <p:cNvGraphicFramePr>
            <a:graphicFrameLocks noGrp="1"/>
          </p:cNvGraphicFramePr>
          <p:nvPr/>
        </p:nvGraphicFramePr>
        <p:xfrm>
          <a:off x="2349409" y="1980462"/>
          <a:ext cx="3017900" cy="331800"/>
        </p:xfrm>
        <a:graphic>
          <a:graphicData uri="http://schemas.openxmlformats.org/drawingml/2006/table">
            <a:tbl>
              <a:tblPr>
                <a:noFill/>
                <a:tableStyleId>{DAE9959B-F1CB-4490-83DD-53336B36D040}</a:tableStyleId>
              </a:tblPr>
              <a:tblGrid>
                <a:gridCol w="754475"/>
                <a:gridCol w="754475"/>
                <a:gridCol w="754475"/>
                <a:gridCol w="754475"/>
              </a:tblGrid>
              <a:tr h="331800">
                <a:tc>
                  <a:txBody>
                    <a:bodyPr vert="horz" wrap="square"/>
                    <a:lstStyle/>
                    <a:p>
                      <a:pPr marL="0" lvl="0" indent="0" algn="ctr" rtl="0">
                        <a:spcBef>
                          <a:spcPct val="0"/>
                        </a:spcBef>
                        <a:spcAft>
                          <a:spcPct val="0"/>
                        </a:spcAft>
                        <a:buNone/>
                      </a:pPr>
                      <a:r>
                        <a:rPr lang="en-GB" sz="1800">
                          <a:latin typeface="Lexend"/>
                          <a:ea typeface="Lexend"/>
                          <a:cs typeface="Lexend"/>
                          <a:sym typeface="Lexend"/>
                        </a:rPr>
                        <a:t>30%</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45%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70%</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65%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97" name="Google Shape;2497;p125"/>
          <p:cNvGraphicFramePr>
            <a:graphicFrameLocks noGrp="1"/>
          </p:cNvGraphicFramePr>
          <p:nvPr/>
        </p:nvGraphicFramePr>
        <p:xfrm>
          <a:off x="279109" y="1706162"/>
          <a:ext cx="2070300" cy="606120"/>
        </p:xfrm>
        <a:graphic>
          <a:graphicData uri="http://schemas.openxmlformats.org/drawingml/2006/table">
            <a:tbl>
              <a:tblPr>
                <a:noFill/>
                <a:tableStyleId>{DAE9959B-F1CB-4490-83DD-53336B36D040}</a:tableStyleId>
              </a:tblPr>
              <a:tblGrid>
                <a:gridCol w="2070300"/>
              </a:tblGrid>
              <a:tr h="274300">
                <a:tc>
                  <a:txBody>
                    <a:bodyPr vert="horz" wrap="square"/>
                    <a:lstStyle/>
                    <a:p>
                      <a:pPr marL="0" lvl="0" indent="0" algn="l" rtl="0">
                        <a:spcBef>
                          <a:spcPct val="0"/>
                        </a:spcBef>
                        <a:spcAft>
                          <a:spcPct val="0"/>
                        </a:spcAft>
                        <a:buNone/>
                      </a:pPr>
                      <a:r>
                        <a:rPr lang="en-GB" sz="1800">
                          <a:latin typeface="Lexend"/>
                          <a:ea typeface="Lexend"/>
                          <a:cs typeface="Lexend"/>
                          <a:sym typeface="Lexend"/>
                        </a:rPr>
                        <a:t> air temperature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800">
                          <a:latin typeface="Lexend"/>
                          <a:ea typeface="Lexend"/>
                          <a:cs typeface="Lexend"/>
                          <a:sym typeface="Lexend"/>
                        </a:rPr>
                        <a:t> humidity</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98" name="Google Shape;2498;p125"/>
          <p:cNvGraphicFramePr>
            <a:graphicFrameLocks noGrp="1"/>
          </p:cNvGraphicFramePr>
          <p:nvPr/>
        </p:nvGraphicFramePr>
        <p:xfrm>
          <a:off x="279109" y="2312274"/>
          <a:ext cx="2070300" cy="331800"/>
        </p:xfrm>
        <a:graphic>
          <a:graphicData uri="http://schemas.openxmlformats.org/drawingml/2006/table">
            <a:tbl>
              <a:tblPr>
                <a:noFill/>
                <a:tableStyleId>{DAE9959B-F1CB-4490-83DD-53336B36D040}</a:tableStyleId>
              </a:tblPr>
              <a:tblGrid>
                <a:gridCol w="2070300"/>
              </a:tblGrid>
              <a:tr h="331800">
                <a:tc>
                  <a:txBody>
                    <a:bodyPr vert="horz" wrap="square"/>
                    <a:lstStyle/>
                    <a:p>
                      <a:pPr marL="0" lvl="0" indent="0" algn="l" rtl="0">
                        <a:spcBef>
                          <a:spcPct val="0"/>
                        </a:spcBef>
                        <a:spcAft>
                          <a:spcPct val="0"/>
                        </a:spcAft>
                        <a:buNone/>
                      </a:pPr>
                      <a:r>
                        <a:rPr lang="en-GB" sz="1800">
                          <a:latin typeface="Lexend"/>
                          <a:ea typeface="Lexend"/>
                          <a:cs typeface="Lexend"/>
                          <a:sym typeface="Lexend"/>
                        </a:rPr>
                        <a:t> “feels like”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499" name="Google Shape;2499;p125"/>
          <p:cNvGraphicFramePr>
            <a:graphicFrameLocks noGrp="1"/>
          </p:cNvGraphicFramePr>
          <p:nvPr/>
        </p:nvGraphicFramePr>
        <p:xfrm>
          <a:off x="2349409" y="2312287"/>
          <a:ext cx="3017900" cy="331775"/>
        </p:xfrm>
        <a:graphic>
          <a:graphicData uri="http://schemas.openxmlformats.org/drawingml/2006/table">
            <a:tbl>
              <a:tblPr>
                <a:noFill/>
                <a:tableStyleId>{DAE9959B-F1CB-4490-83DD-53336B36D040}</a:tableStyleId>
              </a:tblPr>
              <a:tblGrid>
                <a:gridCol w="754475"/>
                <a:gridCol w="754475"/>
                <a:gridCol w="754475"/>
                <a:gridCol w="754475"/>
              </a:tblGrid>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20°C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20°C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500" name="Google Shape;2500;p125"/>
          <p:cNvGraphicFramePr>
            <a:graphicFrameLocks noGrp="1"/>
          </p:cNvGraphicFramePr>
          <p:nvPr/>
        </p:nvGraphicFramePr>
        <p:xfrm>
          <a:off x="2349409" y="2869962"/>
          <a:ext cx="3017900" cy="1286865"/>
        </p:xfrm>
        <a:graphic>
          <a:graphicData uri="http://schemas.openxmlformats.org/drawingml/2006/table">
            <a:tbl>
              <a:tblPr>
                <a:noFill/>
                <a:tableStyleId>{DAE9959B-F1CB-4490-83DD-53336B36D040}</a:tableStyleId>
              </a:tblPr>
              <a:tblGrid>
                <a:gridCol w="754475"/>
                <a:gridCol w="754475"/>
                <a:gridCol w="754475"/>
                <a:gridCol w="7544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08:00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11:00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14:00</a:t>
                      </a:r>
                      <a:endParaRPr sz="1800">
                        <a:solidFill>
                          <a:schemeClr val="lt1"/>
                        </a:solidFill>
                        <a:latin typeface="Lexend"/>
                        <a:ea typeface="Lexend"/>
                        <a:cs typeface="Lexend"/>
                        <a:sym typeface="Lexend"/>
                      </a:endParaRPr>
                    </a:p>
                  </a:txBody>
                  <a:tcPr marL="0" marR="0" marT="0" marB="0" anchor="ctr">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17:00</a:t>
                      </a:r>
                      <a:endParaRPr sz="1800">
                        <a:solidFill>
                          <a:schemeClr val="lt1"/>
                        </a:solidFill>
                        <a:latin typeface="Lexend"/>
                        <a:ea typeface="Lexend"/>
                        <a:cs typeface="Lexend"/>
                        <a:sym typeface="Lexend"/>
                      </a:endParaRPr>
                    </a:p>
                  </a:txBody>
                  <a:tcPr marL="0" marR="0" marT="0" marB="0" anchor="ctr">
                    <a:solidFill>
                      <a:schemeClr val="accent5"/>
                    </a:solidFill>
                  </a:tcPr>
                </a:tc>
              </a:tr>
              <a:tr h="738225">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100000">
                <a:tc>
                  <a:txBody>
                    <a:bodyPr vert="horz" wrap="square"/>
                    <a:lstStyle/>
                    <a:p>
                      <a:pPr marL="0" lvl="0" indent="0" algn="ctr" rtl="0">
                        <a:spcBef>
                          <a:spcPct val="0"/>
                        </a:spcBef>
                        <a:spcAft>
                          <a:spcPct val="0"/>
                        </a:spcAft>
                        <a:buNone/>
                      </a:pPr>
                      <a:r>
                        <a:rPr lang="en-GB" sz="1800">
                          <a:latin typeface="Lexend"/>
                          <a:ea typeface="Lexend"/>
                          <a:cs typeface="Lexend"/>
                          <a:sym typeface="Lexend"/>
                        </a:rPr>
                        <a:t>6°C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17°C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18°C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501" name="Google Shape;2501;p125"/>
          <p:cNvGraphicFramePr>
            <a:graphicFrameLocks noGrp="1"/>
          </p:cNvGraphicFramePr>
          <p:nvPr/>
        </p:nvGraphicFramePr>
        <p:xfrm>
          <a:off x="2349409" y="4156787"/>
          <a:ext cx="3017900" cy="331800"/>
        </p:xfrm>
        <a:graphic>
          <a:graphicData uri="http://schemas.openxmlformats.org/drawingml/2006/table">
            <a:tbl>
              <a:tblPr>
                <a:noFill/>
                <a:tableStyleId>{DAE9959B-F1CB-4490-83DD-53336B36D040}</a:tableStyleId>
              </a:tblPr>
              <a:tblGrid>
                <a:gridCol w="754475"/>
                <a:gridCol w="754475"/>
                <a:gridCol w="754475"/>
                <a:gridCol w="754475"/>
              </a:tblGrid>
              <a:tr h="331800">
                <a:tc>
                  <a:txBody>
                    <a:bodyPr vert="horz" wrap="square"/>
                    <a:lstStyle/>
                    <a:p>
                      <a:pPr marL="0" lvl="0" indent="0" algn="ctr" rtl="0">
                        <a:spcBef>
                          <a:spcPct val="0"/>
                        </a:spcBef>
                        <a:spcAft>
                          <a:spcPct val="0"/>
                        </a:spcAft>
                        <a:buNone/>
                      </a:pPr>
                      <a:r>
                        <a:rPr lang="en-GB" sz="1800">
                          <a:latin typeface="Lexend"/>
                          <a:ea typeface="Lexend"/>
                          <a:cs typeface="Lexend"/>
                          <a:sym typeface="Lexend"/>
                        </a:rPr>
                        <a:t>20%</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15%</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502" name="Google Shape;2502;p125"/>
          <p:cNvGraphicFramePr>
            <a:graphicFrameLocks noGrp="1"/>
          </p:cNvGraphicFramePr>
          <p:nvPr/>
        </p:nvGraphicFramePr>
        <p:xfrm>
          <a:off x="279109" y="3882487"/>
          <a:ext cx="2070300" cy="606120"/>
        </p:xfrm>
        <a:graphic>
          <a:graphicData uri="http://schemas.openxmlformats.org/drawingml/2006/table">
            <a:tbl>
              <a:tblPr>
                <a:noFill/>
                <a:tableStyleId>{DAE9959B-F1CB-4490-83DD-53336B36D040}</a:tableStyleId>
              </a:tblPr>
              <a:tblGrid>
                <a:gridCol w="2070300"/>
              </a:tblGrid>
              <a:tr h="274300">
                <a:tc>
                  <a:txBody>
                    <a:bodyPr vert="horz" wrap="square"/>
                    <a:lstStyle/>
                    <a:p>
                      <a:pPr marL="0" lvl="0" indent="0" algn="l" rtl="0">
                        <a:spcBef>
                          <a:spcPct val="0"/>
                        </a:spcBef>
                        <a:spcAft>
                          <a:spcPct val="0"/>
                        </a:spcAft>
                        <a:buNone/>
                      </a:pPr>
                      <a:r>
                        <a:rPr lang="en-GB" sz="1800">
                          <a:latin typeface="Lexend"/>
                          <a:ea typeface="Lexend"/>
                          <a:cs typeface="Lexend"/>
                          <a:sym typeface="Lexend"/>
                        </a:rPr>
                        <a:t> air temperature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1800">
                <a:tc>
                  <a:txBody>
                    <a:bodyPr vert="horz" wrap="square"/>
                    <a:lstStyle/>
                    <a:p>
                      <a:pPr marL="0" lvl="0" indent="0" algn="l" rtl="0">
                        <a:spcBef>
                          <a:spcPct val="0"/>
                        </a:spcBef>
                        <a:spcAft>
                          <a:spcPct val="0"/>
                        </a:spcAft>
                        <a:buNone/>
                      </a:pPr>
                      <a:r>
                        <a:rPr lang="en-GB" sz="1800">
                          <a:latin typeface="Lexend"/>
                          <a:ea typeface="Lexend"/>
                          <a:cs typeface="Lexend"/>
                          <a:sym typeface="Lexend"/>
                        </a:rPr>
                        <a:t> humidity</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503" name="Google Shape;2503;p125"/>
          <p:cNvGraphicFramePr>
            <a:graphicFrameLocks noGrp="1"/>
          </p:cNvGraphicFramePr>
          <p:nvPr/>
        </p:nvGraphicFramePr>
        <p:xfrm>
          <a:off x="279109" y="4488599"/>
          <a:ext cx="2070300" cy="331800"/>
        </p:xfrm>
        <a:graphic>
          <a:graphicData uri="http://schemas.openxmlformats.org/drawingml/2006/table">
            <a:tbl>
              <a:tblPr>
                <a:noFill/>
                <a:tableStyleId>{DAE9959B-F1CB-4490-83DD-53336B36D040}</a:tableStyleId>
              </a:tblPr>
              <a:tblGrid>
                <a:gridCol w="2070300"/>
              </a:tblGrid>
              <a:tr h="331800">
                <a:tc>
                  <a:txBody>
                    <a:bodyPr vert="horz" wrap="square"/>
                    <a:lstStyle/>
                    <a:p>
                      <a:pPr marL="0" lvl="0" indent="0" algn="l" rtl="0">
                        <a:spcBef>
                          <a:spcPct val="0"/>
                        </a:spcBef>
                        <a:spcAft>
                          <a:spcPct val="0"/>
                        </a:spcAft>
                        <a:buNone/>
                      </a:pPr>
                      <a:r>
                        <a:rPr lang="en-GB" sz="1800">
                          <a:latin typeface="Lexend"/>
                          <a:ea typeface="Lexend"/>
                          <a:cs typeface="Lexend"/>
                          <a:sym typeface="Lexend"/>
                        </a:rPr>
                        <a:t> “feels like”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graphicFrame>
        <p:nvGraphicFramePr>
          <p:cNvPr id="2504" name="Google Shape;2504;p125"/>
          <p:cNvGraphicFramePr>
            <a:graphicFrameLocks noGrp="1"/>
          </p:cNvGraphicFramePr>
          <p:nvPr/>
        </p:nvGraphicFramePr>
        <p:xfrm>
          <a:off x="2349409" y="4488612"/>
          <a:ext cx="3017900" cy="331775"/>
        </p:xfrm>
        <a:graphic>
          <a:graphicData uri="http://schemas.openxmlformats.org/drawingml/2006/table">
            <a:tbl>
              <a:tblPr>
                <a:noFill/>
                <a:tableStyleId>{DAE9959B-F1CB-4490-83DD-53336B36D040}</a:tableStyleId>
              </a:tblPr>
              <a:tblGrid>
                <a:gridCol w="754475"/>
                <a:gridCol w="754475"/>
                <a:gridCol w="754475"/>
                <a:gridCol w="754475"/>
              </a:tblGrid>
              <a:tr h="331775">
                <a:tc>
                  <a:txBody>
                    <a:bodyPr vert="horz" wrap="square"/>
                    <a:lstStyle/>
                    <a:p>
                      <a:pPr marL="0" lvl="0" indent="0" algn="ctr" rtl="0">
                        <a:spcBef>
                          <a:spcPct val="0"/>
                        </a:spcBef>
                        <a:spcAft>
                          <a:spcPct val="0"/>
                        </a:spcAft>
                        <a:buNone/>
                      </a:pPr>
                      <a:r>
                        <a:rPr lang="en-GB" sz="1800">
                          <a:latin typeface="Lexend"/>
                          <a:ea typeface="Lexend"/>
                          <a:cs typeface="Lexend"/>
                          <a:sym typeface="Lexend"/>
                        </a:rPr>
                        <a:t>5°C</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9°C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16°C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17°C</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
        <p:nvSpPr>
          <p:cNvPr id="2505" name="Google Shape;2505;p125"/>
          <p:cNvSpPr txBox="1"/>
          <p:nvPr/>
        </p:nvSpPr>
        <p:spPr>
          <a:xfrm>
            <a:off x="324000" y="693625"/>
            <a:ext cx="1743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600">
                <a:latin typeface="Lexend"/>
                <a:ea typeface="Lexend"/>
                <a:cs typeface="Lexend"/>
                <a:sym typeface="Lexend"/>
              </a:rPr>
              <a:t>Weather report on 1st July at  Oakfield Old Town.</a:t>
            </a:r>
            <a:endParaRPr sz="1600">
              <a:latin typeface="Lexend"/>
              <a:ea typeface="Lexend"/>
              <a:cs typeface="Lexend"/>
              <a:sym typeface="Lexend"/>
            </a:endParaRPr>
          </a:p>
        </p:txBody>
      </p:sp>
      <p:sp>
        <p:nvSpPr>
          <p:cNvPr id="2506" name="Google Shape;2506;p125"/>
          <p:cNvSpPr txBox="1"/>
          <p:nvPr/>
        </p:nvSpPr>
        <p:spPr>
          <a:xfrm>
            <a:off x="324000" y="2865463"/>
            <a:ext cx="1743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1600">
                <a:latin typeface="Lexend"/>
                <a:ea typeface="Lexend"/>
                <a:cs typeface="Lexend"/>
                <a:sym typeface="Lexend"/>
              </a:rPr>
              <a:t>Weather report on 10th July at  Oakfield Old Town.</a:t>
            </a:r>
            <a:endParaRPr sz="1600">
              <a:latin typeface="Lexend"/>
              <a:ea typeface="Lexend"/>
              <a:cs typeface="Lexend"/>
              <a:sym typeface="Lexend"/>
            </a:endParaRPr>
          </a:p>
        </p:txBody>
      </p:sp>
      <p:sp>
        <p:nvSpPr>
          <p:cNvPr id="2507" name="Google Shape;2507;p125"/>
          <p:cNvSpPr txBox="1"/>
          <p:nvPr/>
        </p:nvSpPr>
        <p:spPr>
          <a:xfrm>
            <a:off x="5715000" y="3359437"/>
            <a:ext cx="31050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The evaporation of rainfall due to high temperatures might result in higher humidity.</a:t>
            </a:r>
            <a:endParaRPr sz="2000">
              <a:latin typeface="Kalam"/>
              <a:ea typeface="Kalam"/>
              <a:cs typeface="Kalam"/>
              <a:sym typeface="Kalam"/>
            </a:endParaRPr>
          </a:p>
        </p:txBody>
      </p:sp>
      <p:sp>
        <p:nvSpPr>
          <p:cNvPr id="2508" name="Google Shape;2508;p125"/>
          <p:cNvSpPr txBox="1"/>
          <p:nvPr/>
        </p:nvSpPr>
        <p:spPr>
          <a:xfrm>
            <a:off x="5441725" y="606275"/>
            <a:ext cx="33783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b) Complete this sentence:</a:t>
            </a:r>
            <a:endParaRPr sz="1800">
              <a:latin typeface="Lexend"/>
              <a:ea typeface="Lexend"/>
              <a:cs typeface="Lexend"/>
              <a:sym typeface="Lexend"/>
            </a:endParaRPr>
          </a:p>
          <a:p>
            <a:pPr marL="0" lvl="0" indent="0" algn="l" rtl="0">
              <a:spcBef>
                <a:spcPts val="1000"/>
              </a:spcBef>
              <a:spcAft>
                <a:spcPct val="0"/>
              </a:spcAft>
              <a:buNone/>
            </a:pPr>
            <a:r>
              <a:rPr lang="en-GB" sz="1800">
                <a:latin typeface="Lexend"/>
                <a:ea typeface="Lexend"/>
                <a:cs typeface="Lexend"/>
                <a:sym typeface="Lexend"/>
              </a:rPr>
              <a:t>“Higher humidity likely leads to an </a:t>
            </a:r>
            <a:r>
              <a:rPr lang="en-GB" sz="2000">
                <a:latin typeface="Kalam"/>
                <a:ea typeface="Kalam"/>
                <a:cs typeface="Kalam"/>
                <a:sym typeface="Kalam"/>
              </a:rPr>
              <a:t>increase</a:t>
            </a:r>
            <a:r>
              <a:rPr lang="en-GB" sz="1800">
                <a:latin typeface="Lexend"/>
                <a:ea typeface="Lexend"/>
                <a:cs typeface="Lexend"/>
                <a:sym typeface="Lexend"/>
              </a:rPr>
              <a:t> in </a:t>
            </a:r>
            <a:r>
              <a:rPr lang="en-GB" sz="1800">
                <a:solidFill>
                  <a:schemeClr val="dk1"/>
                </a:solidFill>
                <a:latin typeface="Lexend"/>
                <a:ea typeface="Lexend"/>
                <a:cs typeface="Lexend"/>
                <a:sym typeface="Lexend"/>
              </a:rPr>
              <a:t>“feels like” temperature compared to     air temperature.</a:t>
            </a:r>
            <a:r>
              <a:rPr lang="en-GB" sz="1800">
                <a:latin typeface="Lexend"/>
                <a:ea typeface="Lexend"/>
                <a:cs typeface="Lexend"/>
                <a:sym typeface="Lexend"/>
              </a:rPr>
              <a:t>”</a:t>
            </a:r>
            <a:endParaRPr sz="1800">
              <a:latin typeface="Lexend"/>
              <a:ea typeface="Lexend"/>
              <a:cs typeface="Lexend"/>
              <a:sym typeface="Lexend"/>
            </a:endParaRPr>
          </a:p>
          <a:p>
            <a:pPr marL="0" lvl="0" indent="0" algn="l" rtl="0">
              <a:spcBef>
                <a:spcPts val="1000"/>
              </a:spcBef>
              <a:spcAft>
                <a:spcPct val="0"/>
              </a:spcAft>
              <a:buNone/>
            </a:pPr>
            <a:endParaRPr sz="500">
              <a:latin typeface="Lexend"/>
              <a:ea typeface="Lexend"/>
              <a:cs typeface="Lexend"/>
              <a:sym typeface="Lexend"/>
            </a:endParaRPr>
          </a:p>
          <a:p>
            <a:pPr marL="0" lvl="0" indent="0" algn="l" rtl="0">
              <a:spcBef>
                <a:spcPts val="1000"/>
              </a:spcBef>
              <a:spcAft>
                <a:spcPts val="1000"/>
              </a:spcAft>
              <a:buNone/>
            </a:pPr>
            <a:r>
              <a:rPr lang="en-GB" sz="1800">
                <a:latin typeface="Lexend"/>
                <a:ea typeface="Lexend"/>
                <a:cs typeface="Lexend"/>
                <a:sym typeface="Lexend"/>
              </a:rPr>
              <a:t>c) What weather conditions might result in higher humidity?</a:t>
            </a:r>
            <a:endParaRPr sz="1800">
              <a:latin typeface="Lexend"/>
              <a:ea typeface="Lexend"/>
              <a:cs typeface="Lexend"/>
              <a:sym typeface="Lexend"/>
            </a:endParaRPr>
          </a:p>
        </p:txBody>
      </p:sp>
      <p:pic>
        <p:nvPicPr>
          <p:cNvPr id="2509" name="Google Shape;2509;p125"/>
          <p:cNvPicPr preferRelativeResize="0"/>
          <p:nvPr/>
        </p:nvPicPr>
        <p:blipFill>
          <a:blip r:embed="rId3">
            <a:alphaModFix/>
          </a:blip>
          <a:stretch>
            <a:fillRect/>
          </a:stretch>
        </p:blipFill>
        <p:spPr>
          <a:xfrm>
            <a:off x="3908289" y="3266505"/>
            <a:ext cx="548482" cy="556407"/>
          </a:xfrm>
          <a:prstGeom prst="rect">
            <a:avLst/>
          </a:prstGeom>
          <a:noFill/>
          <a:ln>
            <a:noFill/>
          </a:ln>
        </p:spPr>
      </p:pic>
      <p:pic>
        <p:nvPicPr>
          <p:cNvPr id="2510" name="Google Shape;2510;p125"/>
          <p:cNvPicPr preferRelativeResize="0"/>
          <p:nvPr/>
        </p:nvPicPr>
        <p:blipFill>
          <a:blip r:embed="rId3">
            <a:alphaModFix/>
          </a:blip>
          <a:stretch>
            <a:fillRect/>
          </a:stretch>
        </p:blipFill>
        <p:spPr>
          <a:xfrm>
            <a:off x="4662189" y="3266505"/>
            <a:ext cx="548482" cy="556407"/>
          </a:xfrm>
          <a:prstGeom prst="rect">
            <a:avLst/>
          </a:prstGeom>
          <a:noFill/>
          <a:ln>
            <a:noFill/>
          </a:ln>
        </p:spPr>
      </p:pic>
      <p:pic>
        <p:nvPicPr>
          <p:cNvPr id="2511" name="Google Shape;2511;p125"/>
          <p:cNvPicPr preferRelativeResize="0"/>
          <p:nvPr/>
        </p:nvPicPr>
        <p:blipFill>
          <a:blip r:embed="rId4">
            <a:alphaModFix/>
          </a:blip>
          <a:stretch>
            <a:fillRect/>
          </a:stretch>
        </p:blipFill>
        <p:spPr>
          <a:xfrm>
            <a:off x="2374139" y="3333648"/>
            <a:ext cx="654993" cy="441568"/>
          </a:xfrm>
          <a:prstGeom prst="rect">
            <a:avLst/>
          </a:prstGeom>
          <a:noFill/>
          <a:ln>
            <a:noFill/>
          </a:ln>
        </p:spPr>
      </p:pic>
      <p:pic>
        <p:nvPicPr>
          <p:cNvPr id="2512" name="Google Shape;2512;p125"/>
          <p:cNvPicPr preferRelativeResize="0"/>
          <p:nvPr/>
        </p:nvPicPr>
        <p:blipFill>
          <a:blip r:embed="rId4">
            <a:alphaModFix/>
          </a:blip>
          <a:stretch>
            <a:fillRect/>
          </a:stretch>
        </p:blipFill>
        <p:spPr>
          <a:xfrm>
            <a:off x="3101151" y="3333661"/>
            <a:ext cx="654993" cy="441568"/>
          </a:xfrm>
          <a:prstGeom prst="rect">
            <a:avLst/>
          </a:prstGeom>
          <a:noFill/>
          <a:ln>
            <a:noFill/>
          </a:ln>
        </p:spPr>
      </p:pic>
      <p:pic>
        <p:nvPicPr>
          <p:cNvPr id="2513" name="Google Shape;2513;p125"/>
          <p:cNvPicPr preferRelativeResize="0"/>
          <p:nvPr/>
        </p:nvPicPr>
        <p:blipFill>
          <a:blip r:embed="rId5">
            <a:alphaModFix/>
          </a:blip>
          <a:srcRect b="21869"/>
          <a:stretch>
            <a:fillRect/>
          </a:stretch>
        </p:blipFill>
        <p:spPr>
          <a:xfrm>
            <a:off x="2481528" y="1166788"/>
            <a:ext cx="517028" cy="463800"/>
          </a:xfrm>
          <a:prstGeom prst="rect">
            <a:avLst/>
          </a:prstGeom>
          <a:noFill/>
          <a:ln>
            <a:noFill/>
          </a:ln>
        </p:spPr>
      </p:pic>
      <p:pic>
        <p:nvPicPr>
          <p:cNvPr id="2514" name="Google Shape;2514;p125"/>
          <p:cNvPicPr preferRelativeResize="0"/>
          <p:nvPr/>
        </p:nvPicPr>
        <p:blipFill>
          <a:blip r:embed="rId6">
            <a:alphaModFix/>
          </a:blip>
          <a:stretch>
            <a:fillRect/>
          </a:stretch>
        </p:blipFill>
        <p:spPr>
          <a:xfrm>
            <a:off x="3192819" y="1088131"/>
            <a:ext cx="548488" cy="621110"/>
          </a:xfrm>
          <a:prstGeom prst="rect">
            <a:avLst/>
          </a:prstGeom>
          <a:noFill/>
          <a:ln>
            <a:noFill/>
          </a:ln>
        </p:spPr>
      </p:pic>
      <p:pic>
        <p:nvPicPr>
          <p:cNvPr id="2515" name="Google Shape;2515;p125"/>
          <p:cNvPicPr preferRelativeResize="0"/>
          <p:nvPr/>
        </p:nvPicPr>
        <p:blipFill>
          <a:blip r:embed="rId4">
            <a:alphaModFix/>
          </a:blip>
          <a:stretch>
            <a:fillRect/>
          </a:stretch>
        </p:blipFill>
        <p:spPr>
          <a:xfrm>
            <a:off x="3893462" y="1177898"/>
            <a:ext cx="654993" cy="441568"/>
          </a:xfrm>
          <a:prstGeom prst="rect">
            <a:avLst/>
          </a:prstGeom>
          <a:noFill/>
          <a:ln>
            <a:noFill/>
          </a:ln>
        </p:spPr>
      </p:pic>
      <p:pic>
        <p:nvPicPr>
          <p:cNvPr id="2516" name="Google Shape;2516;p125"/>
          <p:cNvPicPr preferRelativeResize="0"/>
          <p:nvPr/>
        </p:nvPicPr>
        <p:blipFill>
          <a:blip r:embed="rId3">
            <a:alphaModFix/>
          </a:blip>
          <a:stretch>
            <a:fillRect/>
          </a:stretch>
        </p:blipFill>
        <p:spPr>
          <a:xfrm>
            <a:off x="4700612" y="1120480"/>
            <a:ext cx="548482" cy="556407"/>
          </a:xfrm>
          <a:prstGeom prst="rect">
            <a:avLst/>
          </a:prstGeom>
          <a:noFill/>
          <a:ln>
            <a:noFill/>
          </a:ln>
        </p:spPr>
      </p:pic>
    </p:spTree>
  </p:cSld>
  <p:clrMapOvr>
    <a:masterClrMapping/>
  </p:clrMapOvr>
  <p:transition/>
  <p:timing/>
</p:sld>
</file>

<file path=ppt/slides/slide5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520" name="Shape 2520"/>
        <p:cNvGrpSpPr/>
        <p:nvPr/>
      </p:nvGrpSpPr>
      <p:grpSpPr>
        <a:xfrm>
          <a:off x="0" y="0"/>
          <a:ext cx="0" cy="0"/>
        </a:xfrm>
      </p:grpSpPr>
      <p:graphicFrame>
        <p:nvGraphicFramePr>
          <p:cNvPr id="2521" name="Google Shape;2521;p126"/>
          <p:cNvGraphicFramePr>
            <a:graphicFrameLocks noGrp="1"/>
          </p:cNvGraphicFramePr>
          <p:nvPr/>
        </p:nvGraphicFramePr>
        <p:xfrm>
          <a:off x="7348488" y="1901796"/>
          <a:ext cx="1462350" cy="2318760"/>
        </p:xfrm>
        <a:graphic>
          <a:graphicData uri="http://schemas.openxmlformats.org/drawingml/2006/table">
            <a:tbl>
              <a:tblPr>
                <a:noFill/>
                <a:tableStyleId>{DAE9959B-F1CB-4490-83DD-53336B36D040}</a:tableStyleId>
              </a:tblPr>
              <a:tblGrid>
                <a:gridCol w="731175"/>
                <a:gridCol w="7311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16:00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5"/>
                    </a:solidFill>
                  </a:tcPr>
                </a:tc>
              </a:tr>
              <a:tr h="581400">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r>
              <a:tr h="221975">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2000">
                          <a:latin typeface="Kalam"/>
                          <a:ea typeface="Kalam"/>
                          <a:cs typeface="Kalam"/>
                          <a:sym typeface="Kalam"/>
                        </a:rPr>
                        <a:t> </a:t>
                      </a:r>
                      <a:endParaRPr sz="2000">
                        <a:latin typeface="Kalam"/>
                        <a:ea typeface="Kalam"/>
                        <a:cs typeface="Kalam"/>
                        <a:sym typeface="Kalam"/>
                      </a:endParaRPr>
                    </a:p>
                  </a:txBody>
                  <a:tcPr marL="0" marR="0" marT="0" marB="0" anchor="ctr"/>
                </a:tc>
              </a:tr>
              <a:tr h="221975">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a:t>
                      </a:r>
                      <a:endParaRPr sz="1800">
                        <a:solidFill>
                          <a:schemeClr val="dk1"/>
                        </a:solidFill>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a:t>
                      </a:r>
                      <a:endParaRPr sz="1800">
                        <a:solidFill>
                          <a:schemeClr val="dk1"/>
                        </a:solidFill>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221975">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221975">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r>
                        <a:rPr lang="en-GB" sz="2000">
                          <a:solidFill>
                            <a:schemeClr val="dk1"/>
                          </a:solidFill>
                          <a:latin typeface="Kalam"/>
                          <a:ea typeface="Kalam"/>
                          <a:cs typeface="Kalam"/>
                          <a:sym typeface="Kalam"/>
                        </a:rPr>
                        <a:t> </a:t>
                      </a:r>
                      <a:endParaRPr sz="1800">
                        <a:solidFill>
                          <a:schemeClr val="dk1"/>
                        </a:solidFill>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r>
              <a:tr h="221975">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solidFill>
                          <a:schemeClr val="dk1"/>
                        </a:solidFill>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2000">
                          <a:solidFill>
                            <a:schemeClr val="dk1"/>
                          </a:solidFill>
                          <a:latin typeface="Kalam"/>
                          <a:ea typeface="Kalam"/>
                          <a:cs typeface="Kalam"/>
                          <a:sym typeface="Kalam"/>
                        </a:rPr>
                        <a:t> </a:t>
                      </a:r>
                      <a:endParaRPr sz="1800">
                        <a:solidFill>
                          <a:schemeClr val="dk1"/>
                        </a:solidFill>
                        <a:latin typeface="Lexend"/>
                        <a:ea typeface="Lexend"/>
                        <a:cs typeface="Lexend"/>
                        <a:sym typeface="Lexend"/>
                      </a:endParaRPr>
                    </a:p>
                  </a:txBody>
                  <a:tcPr marL="0" marR="0" marT="0" marB="0" anchor="ctr"/>
                </a:tc>
              </a:tr>
            </a:tbl>
          </a:graphicData>
        </a:graphic>
      </p:graphicFrame>
      <p:pic>
        <p:nvPicPr>
          <p:cNvPr id="2522" name="Google Shape;2522;p126"/>
          <p:cNvPicPr preferRelativeResize="0"/>
          <p:nvPr/>
        </p:nvPicPr>
        <p:blipFill>
          <a:blip r:embed="rId3">
            <a:alphaModFix/>
          </a:blip>
          <a:srcRect l="348" t="351" r="268" b="9705"/>
          <a:stretch>
            <a:fillRect/>
          </a:stretch>
        </p:blipFill>
        <p:spPr>
          <a:xfrm>
            <a:off x="340120" y="1895925"/>
            <a:ext cx="4586054" cy="2895643"/>
          </a:xfrm>
          <a:prstGeom prst="rect">
            <a:avLst/>
          </a:prstGeom>
          <a:noFill/>
          <a:ln>
            <a:noFill/>
          </a:ln>
        </p:spPr>
      </p:pic>
      <p:sp>
        <p:nvSpPr>
          <p:cNvPr id="2523" name="Google Shape;2523;p126"/>
          <p:cNvSpPr txBox="1"/>
          <p:nvPr/>
        </p:nvSpPr>
        <p:spPr>
          <a:xfrm>
            <a:off x="412224" y="1957325"/>
            <a:ext cx="900900" cy="2079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2524" name="Google Shape;2524;p126"/>
          <p:cNvSpPr/>
          <p:nvPr/>
        </p:nvSpPr>
        <p:spPr>
          <a:xfrm>
            <a:off x="1855664" y="2933637"/>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525" name="Google Shape;2525;p126"/>
          <p:cNvSpPr txBox="1"/>
          <p:nvPr/>
        </p:nvSpPr>
        <p:spPr>
          <a:xfrm>
            <a:off x="475371" y="2964597"/>
            <a:ext cx="837900" cy="3603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2526" name="Google Shape;2526;p126"/>
          <p:cNvCxnSpPr/>
          <p:nvPr/>
        </p:nvCxnSpPr>
        <p:spPr>
          <a:xfrm flipH="1">
            <a:off x="1185095" y="2986565"/>
            <a:ext cx="730200" cy="171300"/>
          </a:xfrm>
          <a:prstGeom prst="straightConnector1">
            <a:avLst/>
          </a:prstGeom>
          <a:noFill/>
          <a:ln w="28575" cap="flat" cmpd="sng">
            <a:solidFill>
              <a:srgbClr val="000000"/>
            </a:solidFill>
            <a:prstDash val="solid"/>
            <a:round/>
            <a:headEnd type="none" w="med" len="med"/>
            <a:tailEnd type="none" w="med" len="med"/>
          </a:ln>
        </p:spPr>
      </p:cxnSp>
      <p:sp>
        <p:nvSpPr>
          <p:cNvPr id="2527" name="Google Shape;2527;p126"/>
          <p:cNvSpPr/>
          <p:nvPr/>
        </p:nvSpPr>
        <p:spPr>
          <a:xfrm rot="-4510961">
            <a:off x="4271732" y="2864446"/>
            <a:ext cx="106750" cy="10675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2528" name="Google Shape;2528;p126"/>
          <p:cNvCxnSpPr/>
          <p:nvPr/>
        </p:nvCxnSpPr>
        <p:spPr>
          <a:xfrm>
            <a:off x="4326295" y="2911676"/>
            <a:ext cx="55500" cy="466800"/>
          </a:xfrm>
          <a:prstGeom prst="straightConnector1">
            <a:avLst/>
          </a:prstGeom>
          <a:noFill/>
          <a:ln w="28575" cap="flat" cmpd="sng">
            <a:solidFill>
              <a:srgbClr val="000000"/>
            </a:solidFill>
            <a:prstDash val="solid"/>
            <a:round/>
            <a:headEnd type="none" w="med" len="med"/>
            <a:tailEnd type="none" w="med" len="med"/>
          </a:ln>
        </p:spPr>
      </p:cxnSp>
      <p:sp>
        <p:nvSpPr>
          <p:cNvPr id="2529" name="Google Shape;2529;p126"/>
          <p:cNvSpPr txBox="1"/>
          <p:nvPr/>
        </p:nvSpPr>
        <p:spPr>
          <a:xfrm>
            <a:off x="3970057" y="3371119"/>
            <a:ext cx="837900" cy="3603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2530" name="Google Shape;2530;p126"/>
          <p:cNvSpPr/>
          <p:nvPr/>
        </p:nvSpPr>
        <p:spPr>
          <a:xfrm>
            <a:off x="3317240" y="4366840"/>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2531" name="Google Shape;2531;p126"/>
          <p:cNvGrpSpPr/>
          <p:nvPr/>
        </p:nvGrpSpPr>
        <p:grpSpPr>
          <a:xfrm flipH="1">
            <a:off x="3358688" y="4311983"/>
            <a:ext cx="982514" cy="360147"/>
            <a:chOff x="2606940" y="3909728"/>
            <a:chExt cx="1082780" cy="396900"/>
          </a:xfrm>
        </p:grpSpPr>
        <p:sp>
          <p:nvSpPr>
            <p:cNvPr id="2532" name="Google Shape;2532;p126"/>
            <p:cNvSpPr txBox="1"/>
            <p:nvPr/>
          </p:nvSpPr>
          <p:spPr>
            <a:xfrm>
              <a:off x="2606940" y="3909728"/>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2533" name="Google Shape;2533;p126"/>
            <p:cNvCxnSpPr/>
            <p:nvPr/>
          </p:nvCxnSpPr>
          <p:spPr>
            <a:xfrm flipH="1">
              <a:off x="3479720" y="4028393"/>
              <a:ext cx="210000" cy="42300"/>
            </a:xfrm>
            <a:prstGeom prst="straightConnector1">
              <a:avLst/>
            </a:prstGeom>
            <a:noFill/>
            <a:ln w="28575" cap="flat" cmpd="sng">
              <a:solidFill>
                <a:srgbClr val="000000"/>
              </a:solidFill>
              <a:prstDash val="solid"/>
              <a:round/>
              <a:headEnd type="none" w="med" len="med"/>
              <a:tailEnd type="none" w="med" len="med"/>
            </a:ln>
          </p:spPr>
        </p:cxnSp>
      </p:grpSp>
      <p:sp>
        <p:nvSpPr>
          <p:cNvPr id="2534" name="Google Shape;2534;p126"/>
          <p:cNvSpPr/>
          <p:nvPr/>
        </p:nvSpPr>
        <p:spPr>
          <a:xfrm>
            <a:off x="3145655" y="2709321"/>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535" name="Google Shape;2535;p126"/>
          <p:cNvSpPr/>
          <p:nvPr/>
        </p:nvSpPr>
        <p:spPr>
          <a:xfrm>
            <a:off x="2527518" y="3792334"/>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536" name="Google Shape;2536;p126"/>
          <p:cNvSpPr txBox="1"/>
          <p:nvPr/>
        </p:nvSpPr>
        <p:spPr>
          <a:xfrm>
            <a:off x="4358678" y="4575863"/>
            <a:ext cx="539700" cy="207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12:00</a:t>
            </a:r>
            <a:endParaRPr sz="1600">
              <a:solidFill>
                <a:srgbClr val="FFFFFF"/>
              </a:solidFill>
              <a:latin typeface="Lexend"/>
              <a:ea typeface="Lexend"/>
              <a:cs typeface="Lexend"/>
              <a:sym typeface="Lexend"/>
            </a:endParaRPr>
          </a:p>
        </p:txBody>
      </p:sp>
      <p:grpSp>
        <p:nvGrpSpPr>
          <p:cNvPr id="2537" name="Google Shape;2537;p126"/>
          <p:cNvGrpSpPr/>
          <p:nvPr/>
        </p:nvGrpSpPr>
        <p:grpSpPr>
          <a:xfrm>
            <a:off x="310164" y="4108108"/>
            <a:ext cx="337825" cy="587179"/>
            <a:chOff x="386375" y="4087685"/>
            <a:chExt cx="372300" cy="647100"/>
          </a:xfrm>
        </p:grpSpPr>
        <p:cxnSp>
          <p:nvCxnSpPr>
            <p:cNvPr id="2538" name="Google Shape;2538;p126"/>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2539" name="Google Shape;2539;p126"/>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grpSp>
      <p:sp>
        <p:nvSpPr>
          <p:cNvPr id="2540" name="Google Shape;2540;p126"/>
          <p:cNvSpPr/>
          <p:nvPr/>
        </p:nvSpPr>
        <p:spPr>
          <a:xfrm>
            <a:off x="1606501" y="4398151"/>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2541" name="Google Shape;2541;p126"/>
          <p:cNvCxnSpPr/>
          <p:nvPr/>
        </p:nvCxnSpPr>
        <p:spPr>
          <a:xfrm rot="10800000" flipH="1">
            <a:off x="1385251" y="4453440"/>
            <a:ext cx="268800" cy="61500"/>
          </a:xfrm>
          <a:prstGeom prst="straightConnector1">
            <a:avLst/>
          </a:prstGeom>
          <a:noFill/>
          <a:ln w="28575" cap="flat" cmpd="sng">
            <a:solidFill>
              <a:srgbClr val="000000"/>
            </a:solidFill>
            <a:prstDash val="solid"/>
            <a:round/>
            <a:headEnd type="none" w="med" len="med"/>
            <a:tailEnd type="none" w="med" len="med"/>
          </a:ln>
        </p:spPr>
      </p:cxnSp>
      <p:sp>
        <p:nvSpPr>
          <p:cNvPr id="2542" name="Google Shape;2542;p126"/>
          <p:cNvSpPr txBox="1"/>
          <p:nvPr/>
        </p:nvSpPr>
        <p:spPr>
          <a:xfrm>
            <a:off x="567393" y="4351637"/>
            <a:ext cx="8379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2543" name="Google Shape;2543;p126"/>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Analysing extra forecast information</a:t>
            </a:r>
            <a:endParaRPr/>
          </a:p>
        </p:txBody>
      </p:sp>
      <p:sp>
        <p:nvSpPr>
          <p:cNvPr id="2544" name="Google Shape;2544;p126"/>
          <p:cNvSpPr txBox="1"/>
          <p:nvPr/>
        </p:nvSpPr>
        <p:spPr>
          <a:xfrm>
            <a:off x="2911796" y="2709479"/>
            <a:ext cx="3378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latin typeface="Lexend"/>
                <a:ea typeface="Lexend"/>
                <a:cs typeface="Lexend"/>
                <a:sym typeface="Lexend"/>
              </a:rPr>
              <a:t>A</a:t>
            </a:r>
            <a:endParaRPr>
              <a:solidFill>
                <a:srgbClr val="000000"/>
              </a:solidFill>
              <a:latin typeface="Lexend"/>
              <a:ea typeface="Lexend"/>
              <a:cs typeface="Lexend"/>
              <a:sym typeface="Lexend"/>
            </a:endParaRPr>
          </a:p>
        </p:txBody>
      </p:sp>
      <p:sp>
        <p:nvSpPr>
          <p:cNvPr id="2545" name="Google Shape;2545;p126"/>
          <p:cNvSpPr txBox="1"/>
          <p:nvPr/>
        </p:nvSpPr>
        <p:spPr>
          <a:xfrm>
            <a:off x="2285196" y="3793611"/>
            <a:ext cx="3378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latin typeface="Lexend"/>
                <a:ea typeface="Lexend"/>
                <a:cs typeface="Lexend"/>
                <a:sym typeface="Lexend"/>
              </a:rPr>
              <a:t>B</a:t>
            </a:r>
            <a:endParaRPr>
              <a:solidFill>
                <a:srgbClr val="000000"/>
              </a:solidFill>
              <a:latin typeface="Lexend"/>
              <a:ea typeface="Lexend"/>
              <a:cs typeface="Lexend"/>
              <a:sym typeface="Lexend"/>
            </a:endParaRPr>
          </a:p>
        </p:txBody>
      </p:sp>
      <p:sp>
        <p:nvSpPr>
          <p:cNvPr id="2546" name="Google Shape;2546;p126"/>
          <p:cNvSpPr/>
          <p:nvPr/>
        </p:nvSpPr>
        <p:spPr>
          <a:xfrm>
            <a:off x="360583" y="1901792"/>
            <a:ext cx="4550100" cy="28839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547" name="Google Shape;2547;p126"/>
          <p:cNvSpPr/>
          <p:nvPr/>
        </p:nvSpPr>
        <p:spPr>
          <a:xfrm>
            <a:off x="2286450" y="1902350"/>
            <a:ext cx="2623250" cy="2134050"/>
          </a:xfrm>
          <a:custGeom>
            <a:rect l="l" t="t" r="r" b="b"/>
            <a:pathLst>
              <a:path w="104930" h="85362" extrusionOk="0">
                <a:moveTo>
                  <a:pt x="0" y="0"/>
                </a:moveTo>
                <a:cubicBezTo>
                  <a:pt x="2315" y="9001"/>
                  <a:pt x="-3601" y="39779"/>
                  <a:pt x="13887" y="54006"/>
                </a:cubicBezTo>
                <a:cubicBezTo>
                  <a:pt x="31375" y="68233"/>
                  <a:pt x="89756" y="80136"/>
                  <a:pt x="104930" y="85362"/>
                </a:cubicBezTo>
              </a:path>
            </a:pathLst>
          </a:custGeom>
          <a:noFill/>
          <a:ln w="38100" cap="flat" cmpd="sng">
            <a:solidFill>
              <a:schemeClr val="accent2"/>
            </a:solidFill>
            <a:prstDash val="solid"/>
            <a:round/>
            <a:headEnd type="none" w="med" len="med"/>
            <a:tailEnd type="none" w="med" len="med"/>
          </a:ln>
        </p:spPr>
        <p:txBody>
          <a:bodyPr/>
          <a:lstStyle/>
          <a:p/>
        </p:txBody>
      </p:sp>
      <p:sp>
        <p:nvSpPr>
          <p:cNvPr id="2548" name="Google Shape;2548;p126"/>
          <p:cNvSpPr txBox="1"/>
          <p:nvPr/>
        </p:nvSpPr>
        <p:spPr>
          <a:xfrm>
            <a:off x="340125" y="672175"/>
            <a:ext cx="84798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700">
                <a:latin typeface="Lexend"/>
                <a:ea typeface="Lexend"/>
                <a:cs typeface="Lexend"/>
                <a:sym typeface="Lexend"/>
              </a:rPr>
              <a:t>3) Using the information given on the weather map and weather report, make a sensible prediction on the missing details of the weather conditions at 4 pm at Oakmoor.</a:t>
            </a:r>
            <a:endParaRPr sz="1700">
              <a:latin typeface="Lexend"/>
              <a:ea typeface="Lexend"/>
              <a:cs typeface="Lexend"/>
              <a:sym typeface="Lexend"/>
            </a:endParaRPr>
          </a:p>
          <a:p>
            <a:pPr marL="0" lvl="0" indent="0" algn="l" rtl="0">
              <a:spcBef>
                <a:spcPts val="1000"/>
              </a:spcBef>
              <a:spcAft>
                <a:spcPts val="1000"/>
              </a:spcAft>
              <a:buNone/>
            </a:pPr>
            <a:r>
              <a:rPr lang="en-GB" sz="1700">
                <a:latin typeface="Lexend"/>
                <a:ea typeface="Lexend"/>
                <a:cs typeface="Lexend"/>
                <a:sym typeface="Lexend"/>
              </a:rPr>
              <a:t>Write a sentence justifying your prediction.</a:t>
            </a:r>
            <a:endParaRPr sz="1700">
              <a:latin typeface="Lexend"/>
              <a:ea typeface="Lexend"/>
              <a:cs typeface="Lexend"/>
              <a:sym typeface="Lexend"/>
            </a:endParaRPr>
          </a:p>
        </p:txBody>
      </p:sp>
      <p:sp>
        <p:nvSpPr>
          <p:cNvPr id="2549" name="Google Shape;2549;p126"/>
          <p:cNvSpPr/>
          <p:nvPr/>
        </p:nvSpPr>
        <p:spPr>
          <a:xfrm rot="4953117">
            <a:off x="2354574" y="2200454"/>
            <a:ext cx="178204" cy="277743"/>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550" name="Google Shape;2550;p126"/>
          <p:cNvSpPr/>
          <p:nvPr/>
        </p:nvSpPr>
        <p:spPr>
          <a:xfrm rot="2318685">
            <a:off x="2694955" y="3046586"/>
            <a:ext cx="178226" cy="277505"/>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551" name="Google Shape;2551;p126"/>
          <p:cNvSpPr/>
          <p:nvPr/>
        </p:nvSpPr>
        <p:spPr>
          <a:xfrm rot="1009156">
            <a:off x="3679401" y="3442726"/>
            <a:ext cx="178328" cy="277694"/>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aphicFrame>
        <p:nvGraphicFramePr>
          <p:cNvPr id="2552" name="Google Shape;2552;p126"/>
          <p:cNvGraphicFramePr>
            <a:graphicFrameLocks noGrp="1"/>
          </p:cNvGraphicFramePr>
          <p:nvPr/>
        </p:nvGraphicFramePr>
        <p:xfrm>
          <a:off x="5100425" y="2757496"/>
          <a:ext cx="2248075" cy="1462965"/>
        </p:xfrm>
        <a:graphic>
          <a:graphicData uri="http://schemas.openxmlformats.org/drawingml/2006/table">
            <a:tbl>
              <a:tblPr>
                <a:noFill/>
                <a:tableStyleId>{DAE9959B-F1CB-4490-83DD-53336B36D040}</a:tableStyleId>
              </a:tblPr>
              <a:tblGrid>
                <a:gridCol w="2248075"/>
              </a:tblGrid>
              <a:tr h="304775">
                <a:tc>
                  <a:txBody>
                    <a:bodyPr vert="horz" wrap="square"/>
                    <a:lstStyle/>
                    <a:p>
                      <a:pPr marL="0" lvl="0" indent="0" algn="l" rtl="0">
                        <a:spcBef>
                          <a:spcPct val="0"/>
                        </a:spcBef>
                        <a:spcAft>
                          <a:spcPct val="0"/>
                        </a:spcAft>
                        <a:buNone/>
                      </a:pPr>
                      <a:r>
                        <a:rPr lang="en-GB" sz="1800">
                          <a:latin typeface="Lexend"/>
                          <a:ea typeface="Lexend"/>
                          <a:cs typeface="Lexend"/>
                          <a:sym typeface="Lexend"/>
                        </a:rPr>
                        <a:t> air temperature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221975">
                <a:tc>
                  <a:txBody>
                    <a:bodyPr vert="horz" wrap="square"/>
                    <a:lstStyle/>
                    <a:p>
                      <a:pPr marL="0" lvl="0" indent="0" algn="l" rtl="0">
                        <a:spcBef>
                          <a:spcPct val="0"/>
                        </a:spcBef>
                        <a:spcAft>
                          <a:spcPct val="0"/>
                        </a:spcAft>
                        <a:buNone/>
                      </a:pPr>
                      <a:r>
                        <a:rPr lang="en-GB" sz="1800">
                          <a:latin typeface="Lexend"/>
                          <a:ea typeface="Lexend"/>
                          <a:cs typeface="Lexend"/>
                          <a:sym typeface="Lexend"/>
                        </a:rPr>
                        <a:t> wind speed (km/h)</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221975">
                <a:tc>
                  <a:txBody>
                    <a:bodyPr vert="horz" wrap="square"/>
                    <a:lstStyle/>
                    <a:p>
                      <a:pPr marL="0" lvl="0" indent="0" algn="l" rtl="0">
                        <a:spcBef>
                          <a:spcPct val="0"/>
                        </a:spcBef>
                        <a:spcAft>
                          <a:spcPct val="0"/>
                        </a:spcAft>
                        <a:buNone/>
                      </a:pPr>
                      <a:r>
                        <a:rPr lang="en-GB" sz="1800">
                          <a:latin typeface="Lexend"/>
                          <a:ea typeface="Lexend"/>
                          <a:cs typeface="Lexend"/>
                          <a:sym typeface="Lexend"/>
                        </a:rPr>
                        <a:t> wind direction</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04775">
                <a:tc>
                  <a:txBody>
                    <a:bodyPr vert="horz" wrap="square"/>
                    <a:lstStyle/>
                    <a:p>
                      <a:pPr marL="0" lvl="0" indent="0" algn="l" rtl="0">
                        <a:spcBef>
                          <a:spcPct val="0"/>
                        </a:spcBef>
                        <a:spcAft>
                          <a:spcPct val="0"/>
                        </a:spcAft>
                        <a:buNone/>
                      </a:pPr>
                      <a:r>
                        <a:rPr lang="en-GB" sz="1800">
                          <a:latin typeface="Lexend"/>
                          <a:ea typeface="Lexend"/>
                          <a:cs typeface="Lexend"/>
                          <a:sym typeface="Lexend"/>
                        </a:rPr>
                        <a:t> % chance of rain</a:t>
                      </a: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r>
              <a:tr h="304775">
                <a:tc>
                  <a:txBody>
                    <a:bodyPr vert="horz" wrap="square"/>
                    <a:lstStyle/>
                    <a:p>
                      <a:pPr marL="0" lvl="0" indent="0" algn="l" rtl="0">
                        <a:spcBef>
                          <a:spcPct val="0"/>
                        </a:spcBef>
                        <a:spcAft>
                          <a:spcPct val="0"/>
                        </a:spcAft>
                        <a:buNone/>
                      </a:pPr>
                      <a:r>
                        <a:rPr lang="en-GB" sz="1800">
                          <a:latin typeface="Lexend"/>
                          <a:ea typeface="Lexend"/>
                          <a:cs typeface="Lexend"/>
                          <a:sym typeface="Lexend"/>
                        </a:rPr>
                        <a:t> “feels like”</a:t>
                      </a:r>
                      <a:endParaRPr sz="1800">
                        <a:latin typeface="Lexend"/>
                        <a:ea typeface="Lexend"/>
                        <a:cs typeface="Lexend"/>
                        <a:sym typeface="Lexend"/>
                      </a:endParaRPr>
                    </a:p>
                  </a:txBody>
                  <a:tcPr marL="0" marR="0" marT="0" marB="0" anchor="ctr"/>
                </a:tc>
              </a:tr>
            </a:tbl>
          </a:graphicData>
        </a:graphic>
      </p:graphicFrame>
      <p:sp>
        <p:nvSpPr>
          <p:cNvPr id="2553" name="Google Shape;2553;p126"/>
          <p:cNvSpPr txBox="1"/>
          <p:nvPr/>
        </p:nvSpPr>
        <p:spPr>
          <a:xfrm>
            <a:off x="6397650" y="4220425"/>
            <a:ext cx="2413200" cy="317400"/>
          </a:xfrm>
          <a:prstGeom prst="rect">
            <a:avLst/>
          </a:prstGeom>
          <a:noFill/>
          <a:ln>
            <a:noFill/>
          </a:ln>
        </p:spPr>
        <p:txBody>
          <a:bodyPr spcFirstLastPara="1" wrap="square" lIns="0" tIns="0" rIns="0" bIns="0" anchor="t" anchorCtr="0">
            <a:noAutofit/>
          </a:bodyPr>
          <a:lstStyle/>
          <a:p>
            <a:pPr marL="0" lvl="0" indent="0" algn="r" rtl="0">
              <a:spcBef>
                <a:spcPct val="0"/>
              </a:spcBef>
              <a:spcAft>
                <a:spcPts val="1000"/>
              </a:spcAft>
              <a:buNone/>
            </a:pPr>
            <a:r>
              <a:rPr lang="en-GB" sz="1700">
                <a:latin typeface="Lexend"/>
                <a:ea typeface="Lexend"/>
                <a:cs typeface="Lexend"/>
                <a:sym typeface="Lexend"/>
              </a:rPr>
              <a:t>weather at “Oakmoor”</a:t>
            </a:r>
            <a:endParaRPr sz="1700">
              <a:latin typeface="Lexend"/>
              <a:ea typeface="Lexend"/>
              <a:cs typeface="Lexend"/>
              <a:sym typeface="Lexend"/>
            </a:endParaRPr>
          </a:p>
        </p:txBody>
      </p:sp>
      <p:pic>
        <p:nvPicPr>
          <p:cNvPr id="2554" name="Google Shape;2554;p126"/>
          <p:cNvPicPr preferRelativeResize="0"/>
          <p:nvPr/>
        </p:nvPicPr>
        <p:blipFill>
          <a:blip r:embed="rId4">
            <a:alphaModFix/>
          </a:blip>
          <a:stretch>
            <a:fillRect/>
          </a:stretch>
        </p:blipFill>
        <p:spPr>
          <a:xfrm>
            <a:off x="7406626" y="2265478"/>
            <a:ext cx="612524" cy="360300"/>
          </a:xfrm>
          <a:prstGeom prst="rect">
            <a:avLst/>
          </a:prstGeom>
          <a:noFill/>
          <a:ln>
            <a:noFill/>
          </a:ln>
        </p:spPr>
      </p:pic>
    </p:spTree>
  </p:cSld>
  <p:clrMapOvr>
    <a:masterClrMapping/>
  </p:clrMapOvr>
  <p:transition/>
  <p:timing/>
</p:sld>
</file>

<file path=ppt/slides/slide5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558" name="Shape 2558"/>
        <p:cNvGrpSpPr/>
        <p:nvPr/>
      </p:nvGrpSpPr>
      <p:grpSpPr>
        <a:xfrm>
          <a:off x="0" y="0"/>
          <a:ext cx="0" cy="0"/>
        </a:xfrm>
      </p:grpSpPr>
      <p:pic>
        <p:nvPicPr>
          <p:cNvPr id="2559" name="Google Shape;2559;p127"/>
          <p:cNvPicPr preferRelativeResize="0"/>
          <p:nvPr/>
        </p:nvPicPr>
        <p:blipFill>
          <a:blip r:embed="rId3">
            <a:alphaModFix/>
          </a:blip>
          <a:srcRect l="348" t="351" r="268" b="9705"/>
          <a:stretch>
            <a:fillRect/>
          </a:stretch>
        </p:blipFill>
        <p:spPr>
          <a:xfrm>
            <a:off x="340120" y="1895925"/>
            <a:ext cx="4586054" cy="2895643"/>
          </a:xfrm>
          <a:prstGeom prst="rect">
            <a:avLst/>
          </a:prstGeom>
          <a:noFill/>
          <a:ln>
            <a:noFill/>
          </a:ln>
        </p:spPr>
      </p:pic>
      <p:sp>
        <p:nvSpPr>
          <p:cNvPr id="2560" name="Google Shape;2560;p127"/>
          <p:cNvSpPr txBox="1"/>
          <p:nvPr/>
        </p:nvSpPr>
        <p:spPr>
          <a:xfrm>
            <a:off x="412224" y="1957325"/>
            <a:ext cx="900900" cy="2079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000000"/>
                </a:solidFill>
                <a:latin typeface="Lexend"/>
                <a:ea typeface="Lexend"/>
                <a:cs typeface="Lexend"/>
                <a:sym typeface="Lexend"/>
              </a:rPr>
              <a:t>Oakfield</a:t>
            </a:r>
            <a:endParaRPr sz="1600">
              <a:solidFill>
                <a:srgbClr val="000000"/>
              </a:solidFill>
              <a:latin typeface="Lexend"/>
              <a:ea typeface="Lexend"/>
              <a:cs typeface="Lexend"/>
              <a:sym typeface="Lexend"/>
            </a:endParaRPr>
          </a:p>
        </p:txBody>
      </p:sp>
      <p:sp>
        <p:nvSpPr>
          <p:cNvPr id="2561" name="Google Shape;2561;p127"/>
          <p:cNvSpPr/>
          <p:nvPr/>
        </p:nvSpPr>
        <p:spPr>
          <a:xfrm>
            <a:off x="1855664" y="2933637"/>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562" name="Google Shape;2562;p127"/>
          <p:cNvSpPr txBox="1"/>
          <p:nvPr/>
        </p:nvSpPr>
        <p:spPr>
          <a:xfrm>
            <a:off x="475371" y="2964597"/>
            <a:ext cx="837900" cy="3603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Academy</a:t>
            </a:r>
            <a:endParaRPr>
              <a:solidFill>
                <a:srgbClr val="000000"/>
              </a:solidFill>
              <a:latin typeface="Lexend"/>
              <a:ea typeface="Lexend"/>
              <a:cs typeface="Lexend"/>
              <a:sym typeface="Lexend"/>
            </a:endParaRPr>
          </a:p>
        </p:txBody>
      </p:sp>
      <p:cxnSp>
        <p:nvCxnSpPr>
          <p:cNvPr id="2563" name="Google Shape;2563;p127"/>
          <p:cNvCxnSpPr/>
          <p:nvPr/>
        </p:nvCxnSpPr>
        <p:spPr>
          <a:xfrm flipH="1">
            <a:off x="1185095" y="2986565"/>
            <a:ext cx="730200" cy="171300"/>
          </a:xfrm>
          <a:prstGeom prst="straightConnector1">
            <a:avLst/>
          </a:prstGeom>
          <a:noFill/>
          <a:ln w="28575" cap="flat" cmpd="sng">
            <a:solidFill>
              <a:srgbClr val="000000"/>
            </a:solidFill>
            <a:prstDash val="solid"/>
            <a:round/>
            <a:headEnd type="none" w="med" len="med"/>
            <a:tailEnd type="none" w="med" len="med"/>
          </a:ln>
        </p:spPr>
      </p:cxnSp>
      <p:sp>
        <p:nvSpPr>
          <p:cNvPr id="2564" name="Google Shape;2564;p127"/>
          <p:cNvSpPr/>
          <p:nvPr/>
        </p:nvSpPr>
        <p:spPr>
          <a:xfrm rot="-4510961">
            <a:off x="4271732" y="2864446"/>
            <a:ext cx="106750" cy="10675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2565" name="Google Shape;2565;p127"/>
          <p:cNvCxnSpPr/>
          <p:nvPr/>
        </p:nvCxnSpPr>
        <p:spPr>
          <a:xfrm>
            <a:off x="4326295" y="2911676"/>
            <a:ext cx="55500" cy="466800"/>
          </a:xfrm>
          <a:prstGeom prst="straightConnector1">
            <a:avLst/>
          </a:prstGeom>
          <a:noFill/>
          <a:ln w="28575" cap="flat" cmpd="sng">
            <a:solidFill>
              <a:srgbClr val="000000"/>
            </a:solidFill>
            <a:prstDash val="solid"/>
            <a:round/>
            <a:headEnd type="none" w="med" len="med"/>
            <a:tailEnd type="none" w="med" len="med"/>
          </a:ln>
        </p:spPr>
      </p:cxnSp>
      <p:sp>
        <p:nvSpPr>
          <p:cNvPr id="2566" name="Google Shape;2566;p127"/>
          <p:cNvSpPr txBox="1"/>
          <p:nvPr/>
        </p:nvSpPr>
        <p:spPr>
          <a:xfrm>
            <a:off x="3970057" y="3371119"/>
            <a:ext cx="837900" cy="3603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Harbour</a:t>
            </a:r>
            <a:endParaRPr>
              <a:solidFill>
                <a:srgbClr val="000000"/>
              </a:solidFill>
              <a:latin typeface="Lexend"/>
              <a:ea typeface="Lexend"/>
              <a:cs typeface="Lexend"/>
              <a:sym typeface="Lexend"/>
            </a:endParaRPr>
          </a:p>
        </p:txBody>
      </p:sp>
      <p:sp>
        <p:nvSpPr>
          <p:cNvPr id="2567" name="Google Shape;2567;p127"/>
          <p:cNvSpPr/>
          <p:nvPr/>
        </p:nvSpPr>
        <p:spPr>
          <a:xfrm>
            <a:off x="3317240" y="4366840"/>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pSp>
        <p:nvGrpSpPr>
          <p:cNvPr id="2568" name="Google Shape;2568;p127"/>
          <p:cNvGrpSpPr/>
          <p:nvPr/>
        </p:nvGrpSpPr>
        <p:grpSpPr>
          <a:xfrm flipH="1">
            <a:off x="3358688" y="4311983"/>
            <a:ext cx="982514" cy="360147"/>
            <a:chOff x="2606940" y="3909728"/>
            <a:chExt cx="1082780" cy="396900"/>
          </a:xfrm>
        </p:grpSpPr>
        <p:sp>
          <p:nvSpPr>
            <p:cNvPr id="2569" name="Google Shape;2569;p127"/>
            <p:cNvSpPr txBox="1"/>
            <p:nvPr/>
          </p:nvSpPr>
          <p:spPr>
            <a:xfrm>
              <a:off x="2606940" y="3909728"/>
              <a:ext cx="923400" cy="3969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Oakfield</a:t>
              </a:r>
              <a:endParaRPr>
                <a:solidFill>
                  <a:srgbClr val="000000"/>
                </a:solidFill>
                <a:latin typeface="Lexend"/>
                <a:ea typeface="Lexend"/>
                <a:cs typeface="Lexend"/>
                <a:sym typeface="Lexend"/>
              </a:endParaRPr>
            </a:p>
            <a:p>
              <a:pPr marL="0" lvl="0" indent="0" algn="ctr" rtl="0">
                <a:spcBef>
                  <a:spcPct val="0"/>
                </a:spcBef>
                <a:spcAft>
                  <a:spcPct val="0"/>
                </a:spcAft>
                <a:buNone/>
              </a:pPr>
              <a:r>
                <a:rPr lang="en-GB">
                  <a:solidFill>
                    <a:srgbClr val="000000"/>
                  </a:solidFill>
                  <a:latin typeface="Lexend"/>
                  <a:ea typeface="Lexend"/>
                  <a:cs typeface="Lexend"/>
                  <a:sym typeface="Lexend"/>
                </a:rPr>
                <a:t>Old Town</a:t>
              </a:r>
              <a:endParaRPr>
                <a:solidFill>
                  <a:srgbClr val="000000"/>
                </a:solidFill>
                <a:latin typeface="Lexend"/>
                <a:ea typeface="Lexend"/>
                <a:cs typeface="Lexend"/>
                <a:sym typeface="Lexend"/>
              </a:endParaRPr>
            </a:p>
          </p:txBody>
        </p:sp>
        <p:cxnSp>
          <p:nvCxnSpPr>
            <p:cNvPr id="2570" name="Google Shape;2570;p127"/>
            <p:cNvCxnSpPr/>
            <p:nvPr/>
          </p:nvCxnSpPr>
          <p:spPr>
            <a:xfrm flipH="1">
              <a:off x="3479720" y="4028393"/>
              <a:ext cx="210000" cy="42300"/>
            </a:xfrm>
            <a:prstGeom prst="straightConnector1">
              <a:avLst/>
            </a:prstGeom>
            <a:noFill/>
            <a:ln w="28575" cap="flat" cmpd="sng">
              <a:solidFill>
                <a:srgbClr val="000000"/>
              </a:solidFill>
              <a:prstDash val="solid"/>
              <a:round/>
              <a:headEnd type="none" w="med" len="med"/>
              <a:tailEnd type="none" w="med" len="med"/>
            </a:ln>
          </p:spPr>
        </p:cxnSp>
      </p:grpSp>
      <p:sp>
        <p:nvSpPr>
          <p:cNvPr id="2571" name="Google Shape;2571;p127"/>
          <p:cNvSpPr/>
          <p:nvPr/>
        </p:nvSpPr>
        <p:spPr>
          <a:xfrm>
            <a:off x="3145655" y="2709321"/>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572" name="Google Shape;2572;p127"/>
          <p:cNvSpPr/>
          <p:nvPr/>
        </p:nvSpPr>
        <p:spPr>
          <a:xfrm>
            <a:off x="2527518" y="3792334"/>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2573" name="Google Shape;2573;p127"/>
          <p:cNvSpPr txBox="1"/>
          <p:nvPr/>
        </p:nvSpPr>
        <p:spPr>
          <a:xfrm>
            <a:off x="4358678" y="4575863"/>
            <a:ext cx="539700" cy="207000"/>
          </a:xfrm>
          <a:prstGeom prst="rect">
            <a:avLst/>
          </a:prstGeom>
          <a:solidFill>
            <a:srgbClr val="000000"/>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600">
                <a:solidFill>
                  <a:srgbClr val="FFFFFF"/>
                </a:solidFill>
                <a:latin typeface="Lexend"/>
                <a:ea typeface="Lexend"/>
                <a:cs typeface="Lexend"/>
                <a:sym typeface="Lexend"/>
              </a:rPr>
              <a:t>12:00</a:t>
            </a:r>
            <a:endParaRPr sz="1600">
              <a:solidFill>
                <a:srgbClr val="FFFFFF"/>
              </a:solidFill>
              <a:latin typeface="Lexend"/>
              <a:ea typeface="Lexend"/>
              <a:cs typeface="Lexend"/>
              <a:sym typeface="Lexend"/>
            </a:endParaRPr>
          </a:p>
        </p:txBody>
      </p:sp>
      <p:grpSp>
        <p:nvGrpSpPr>
          <p:cNvPr id="2574" name="Google Shape;2574;p127"/>
          <p:cNvGrpSpPr/>
          <p:nvPr/>
        </p:nvGrpSpPr>
        <p:grpSpPr>
          <a:xfrm>
            <a:off x="310164" y="4108108"/>
            <a:ext cx="337825" cy="587179"/>
            <a:chOff x="386375" y="4087685"/>
            <a:chExt cx="372300" cy="647100"/>
          </a:xfrm>
        </p:grpSpPr>
        <p:cxnSp>
          <p:nvCxnSpPr>
            <p:cNvPr id="2575" name="Google Shape;2575;p127"/>
            <p:cNvCxnSpPr/>
            <p:nvPr/>
          </p:nvCxnSpPr>
          <p:spPr>
            <a:xfrm rot="10800000" flipH="1">
              <a:off x="572525" y="4364885"/>
              <a:ext cx="0" cy="369900"/>
            </a:xfrm>
            <a:prstGeom prst="straightConnector1">
              <a:avLst/>
            </a:prstGeom>
            <a:noFill/>
            <a:ln w="28575" cap="flat" cmpd="sng">
              <a:solidFill>
                <a:schemeClr val="dk1"/>
              </a:solidFill>
              <a:prstDash val="solid"/>
              <a:round/>
              <a:headEnd type="none" w="med" len="med"/>
              <a:tailEnd type="triangle" w="med" len="med"/>
            </a:ln>
          </p:spPr>
        </p:cxnSp>
        <p:sp>
          <p:nvSpPr>
            <p:cNvPr id="2576" name="Google Shape;2576;p127"/>
            <p:cNvSpPr txBox="1"/>
            <p:nvPr/>
          </p:nvSpPr>
          <p:spPr>
            <a:xfrm>
              <a:off x="386375" y="4087685"/>
              <a:ext cx="3723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ts val="1000"/>
                </a:spcAft>
                <a:buNone/>
              </a:pPr>
              <a:r>
                <a:rPr lang="en-GB" sz="1800">
                  <a:solidFill>
                    <a:schemeClr val="dk1"/>
                  </a:solidFill>
                  <a:latin typeface="Lexend"/>
                  <a:ea typeface="Lexend"/>
                  <a:cs typeface="Lexend"/>
                  <a:sym typeface="Lexend"/>
                </a:rPr>
                <a:t>N</a:t>
              </a:r>
              <a:endParaRPr sz="1800">
                <a:latin typeface="Lexend"/>
                <a:ea typeface="Lexend"/>
                <a:cs typeface="Lexend"/>
                <a:sym typeface="Lexend"/>
              </a:endParaRPr>
            </a:p>
          </p:txBody>
        </p:sp>
      </p:grpSp>
      <p:sp>
        <p:nvSpPr>
          <p:cNvPr id="2577" name="Google Shape;2577;p127"/>
          <p:cNvSpPr/>
          <p:nvPr/>
        </p:nvSpPr>
        <p:spPr>
          <a:xfrm>
            <a:off x="1606501" y="4398151"/>
            <a:ext cx="106800" cy="1068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2578" name="Google Shape;2578;p127"/>
          <p:cNvCxnSpPr/>
          <p:nvPr/>
        </p:nvCxnSpPr>
        <p:spPr>
          <a:xfrm rot="10800000" flipH="1">
            <a:off x="1385251" y="4453440"/>
            <a:ext cx="268800" cy="61500"/>
          </a:xfrm>
          <a:prstGeom prst="straightConnector1">
            <a:avLst/>
          </a:prstGeom>
          <a:noFill/>
          <a:ln w="28575" cap="flat" cmpd="sng">
            <a:solidFill>
              <a:srgbClr val="000000"/>
            </a:solidFill>
            <a:prstDash val="solid"/>
            <a:round/>
            <a:headEnd type="none" w="med" len="med"/>
            <a:tailEnd type="none" w="med" len="med"/>
          </a:ln>
        </p:spPr>
      </p:cxnSp>
      <p:sp>
        <p:nvSpPr>
          <p:cNvPr id="2579" name="Google Shape;2579;p127"/>
          <p:cNvSpPr txBox="1"/>
          <p:nvPr/>
        </p:nvSpPr>
        <p:spPr>
          <a:xfrm>
            <a:off x="567393" y="4351637"/>
            <a:ext cx="8379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Oak</a:t>
            </a:r>
            <a:r>
              <a:rPr lang="en-GB">
                <a:latin typeface="Lexend"/>
                <a:ea typeface="Lexend"/>
                <a:cs typeface="Lexend"/>
                <a:sym typeface="Lexend"/>
              </a:rPr>
              <a:t>moor</a:t>
            </a:r>
            <a:endParaRPr>
              <a:solidFill>
                <a:srgbClr val="000000"/>
              </a:solidFill>
              <a:latin typeface="Lexend"/>
              <a:ea typeface="Lexend"/>
              <a:cs typeface="Lexend"/>
              <a:sym typeface="Lexend"/>
            </a:endParaRPr>
          </a:p>
        </p:txBody>
      </p:sp>
      <p:sp>
        <p:nvSpPr>
          <p:cNvPr id="2580" name="Google Shape;2580;p127"/>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Analysing extra forecast information</a:t>
            </a:r>
            <a:endParaRPr/>
          </a:p>
        </p:txBody>
      </p:sp>
      <p:sp>
        <p:nvSpPr>
          <p:cNvPr id="2581" name="Google Shape;2581;p127"/>
          <p:cNvSpPr txBox="1"/>
          <p:nvPr/>
        </p:nvSpPr>
        <p:spPr>
          <a:xfrm>
            <a:off x="2911796" y="2709479"/>
            <a:ext cx="3378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latin typeface="Lexend"/>
                <a:ea typeface="Lexend"/>
                <a:cs typeface="Lexend"/>
                <a:sym typeface="Lexend"/>
              </a:rPr>
              <a:t>A</a:t>
            </a:r>
            <a:endParaRPr>
              <a:solidFill>
                <a:srgbClr val="000000"/>
              </a:solidFill>
              <a:latin typeface="Lexend"/>
              <a:ea typeface="Lexend"/>
              <a:cs typeface="Lexend"/>
              <a:sym typeface="Lexend"/>
            </a:endParaRPr>
          </a:p>
        </p:txBody>
      </p:sp>
      <p:sp>
        <p:nvSpPr>
          <p:cNvPr id="2582" name="Google Shape;2582;p127"/>
          <p:cNvSpPr txBox="1"/>
          <p:nvPr/>
        </p:nvSpPr>
        <p:spPr>
          <a:xfrm>
            <a:off x="2285196" y="3793611"/>
            <a:ext cx="337800" cy="271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a:latin typeface="Lexend"/>
                <a:ea typeface="Lexend"/>
                <a:cs typeface="Lexend"/>
                <a:sym typeface="Lexend"/>
              </a:rPr>
              <a:t>B</a:t>
            </a:r>
            <a:endParaRPr>
              <a:solidFill>
                <a:srgbClr val="000000"/>
              </a:solidFill>
              <a:latin typeface="Lexend"/>
              <a:ea typeface="Lexend"/>
              <a:cs typeface="Lexend"/>
              <a:sym typeface="Lexend"/>
            </a:endParaRPr>
          </a:p>
        </p:txBody>
      </p:sp>
      <p:sp>
        <p:nvSpPr>
          <p:cNvPr id="2583" name="Google Shape;2583;p127"/>
          <p:cNvSpPr/>
          <p:nvPr/>
        </p:nvSpPr>
        <p:spPr>
          <a:xfrm>
            <a:off x="360583" y="1901792"/>
            <a:ext cx="4550100" cy="28839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graphicFrame>
        <p:nvGraphicFramePr>
          <p:cNvPr id="2584" name="Google Shape;2584;p127"/>
          <p:cNvGraphicFramePr>
            <a:graphicFrameLocks noGrp="1"/>
          </p:cNvGraphicFramePr>
          <p:nvPr/>
        </p:nvGraphicFramePr>
        <p:xfrm>
          <a:off x="5100425" y="2757496"/>
          <a:ext cx="2248075" cy="1462965"/>
        </p:xfrm>
        <a:graphic>
          <a:graphicData uri="http://schemas.openxmlformats.org/drawingml/2006/table">
            <a:tbl>
              <a:tblPr>
                <a:noFill/>
                <a:tableStyleId>{DAE9959B-F1CB-4490-83DD-53336B36D040}</a:tableStyleId>
              </a:tblPr>
              <a:tblGrid>
                <a:gridCol w="2248075"/>
              </a:tblGrid>
              <a:tr h="304775">
                <a:tc>
                  <a:txBody>
                    <a:bodyPr vert="horz" wrap="square"/>
                    <a:lstStyle/>
                    <a:p>
                      <a:pPr marL="0" lvl="0" indent="0" algn="l" rtl="0">
                        <a:spcBef>
                          <a:spcPct val="0"/>
                        </a:spcBef>
                        <a:spcAft>
                          <a:spcPct val="0"/>
                        </a:spcAft>
                        <a:buNone/>
                      </a:pPr>
                      <a:r>
                        <a:rPr lang="en-GB" sz="1800">
                          <a:latin typeface="Lexend"/>
                          <a:ea typeface="Lexend"/>
                          <a:cs typeface="Lexend"/>
                          <a:sym typeface="Lexend"/>
                        </a:rPr>
                        <a:t> air temperature</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221975">
                <a:tc>
                  <a:txBody>
                    <a:bodyPr vert="horz" wrap="square"/>
                    <a:lstStyle/>
                    <a:p>
                      <a:pPr marL="0" lvl="0" indent="0" algn="l" rtl="0">
                        <a:spcBef>
                          <a:spcPct val="0"/>
                        </a:spcBef>
                        <a:spcAft>
                          <a:spcPct val="0"/>
                        </a:spcAft>
                        <a:buNone/>
                      </a:pPr>
                      <a:r>
                        <a:rPr lang="en-GB" sz="1800">
                          <a:latin typeface="Lexend"/>
                          <a:ea typeface="Lexend"/>
                          <a:cs typeface="Lexend"/>
                          <a:sym typeface="Lexend"/>
                        </a:rPr>
                        <a:t> wind speed (km/h)</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221975">
                <a:tc>
                  <a:txBody>
                    <a:bodyPr vert="horz" wrap="square"/>
                    <a:lstStyle/>
                    <a:p>
                      <a:pPr marL="0" lvl="0" indent="0" algn="l" rtl="0">
                        <a:spcBef>
                          <a:spcPct val="0"/>
                        </a:spcBef>
                        <a:spcAft>
                          <a:spcPct val="0"/>
                        </a:spcAft>
                        <a:buNone/>
                      </a:pPr>
                      <a:r>
                        <a:rPr lang="en-GB" sz="1800">
                          <a:latin typeface="Lexend"/>
                          <a:ea typeface="Lexend"/>
                          <a:cs typeface="Lexend"/>
                          <a:sym typeface="Lexend"/>
                        </a:rPr>
                        <a:t> wind direction</a:t>
                      </a:r>
                      <a:endParaRPr sz="1800">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04775">
                <a:tc>
                  <a:txBody>
                    <a:bodyPr vert="horz" wrap="square"/>
                    <a:lstStyle/>
                    <a:p>
                      <a:pPr marL="0" lvl="0" indent="0" algn="l" rtl="0">
                        <a:spcBef>
                          <a:spcPct val="0"/>
                        </a:spcBef>
                        <a:spcAft>
                          <a:spcPct val="0"/>
                        </a:spcAft>
                        <a:buNone/>
                      </a:pPr>
                      <a:r>
                        <a:rPr lang="en-GB" sz="1800">
                          <a:latin typeface="Lexend"/>
                          <a:ea typeface="Lexend"/>
                          <a:cs typeface="Lexend"/>
                          <a:sym typeface="Lexend"/>
                        </a:rPr>
                        <a:t> % chance of rain</a:t>
                      </a: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r>
              <a:tr h="304775">
                <a:tc>
                  <a:txBody>
                    <a:bodyPr vert="horz" wrap="square"/>
                    <a:lstStyle/>
                    <a:p>
                      <a:pPr marL="0" lvl="0" indent="0" algn="l" rtl="0">
                        <a:spcBef>
                          <a:spcPct val="0"/>
                        </a:spcBef>
                        <a:spcAft>
                          <a:spcPct val="0"/>
                        </a:spcAft>
                        <a:buNone/>
                      </a:pPr>
                      <a:r>
                        <a:rPr lang="en-GB" sz="1800">
                          <a:latin typeface="Lexend"/>
                          <a:ea typeface="Lexend"/>
                          <a:cs typeface="Lexend"/>
                          <a:sym typeface="Lexend"/>
                        </a:rPr>
                        <a:t> “feels like”</a:t>
                      </a:r>
                      <a:endParaRPr sz="1800">
                        <a:latin typeface="Lexend"/>
                        <a:ea typeface="Lexend"/>
                        <a:cs typeface="Lexend"/>
                        <a:sym typeface="Lexend"/>
                      </a:endParaRPr>
                    </a:p>
                  </a:txBody>
                  <a:tcPr marL="0" marR="0" marT="0" marB="0" anchor="ctr"/>
                </a:tc>
              </a:tr>
            </a:tbl>
          </a:graphicData>
        </a:graphic>
      </p:graphicFrame>
      <p:sp>
        <p:nvSpPr>
          <p:cNvPr id="2585" name="Google Shape;2585;p127"/>
          <p:cNvSpPr/>
          <p:nvPr/>
        </p:nvSpPr>
        <p:spPr>
          <a:xfrm>
            <a:off x="2286450" y="1902350"/>
            <a:ext cx="2623250" cy="2134050"/>
          </a:xfrm>
          <a:custGeom>
            <a:rect l="l" t="t" r="r" b="b"/>
            <a:pathLst>
              <a:path w="104930" h="85362" extrusionOk="0">
                <a:moveTo>
                  <a:pt x="0" y="0"/>
                </a:moveTo>
                <a:cubicBezTo>
                  <a:pt x="2315" y="9001"/>
                  <a:pt x="-3601" y="39779"/>
                  <a:pt x="13887" y="54006"/>
                </a:cubicBezTo>
                <a:cubicBezTo>
                  <a:pt x="31375" y="68233"/>
                  <a:pt x="89756" y="80136"/>
                  <a:pt x="104930" y="85362"/>
                </a:cubicBezTo>
              </a:path>
            </a:pathLst>
          </a:custGeom>
          <a:noFill/>
          <a:ln w="38100" cap="flat" cmpd="sng">
            <a:solidFill>
              <a:schemeClr val="accent2"/>
            </a:solidFill>
            <a:prstDash val="solid"/>
            <a:round/>
            <a:headEnd type="none" w="med" len="med"/>
            <a:tailEnd type="none" w="med" len="med"/>
          </a:ln>
        </p:spPr>
        <p:txBody>
          <a:bodyPr/>
          <a:lstStyle/>
          <a:p/>
        </p:txBody>
      </p:sp>
      <p:sp>
        <p:nvSpPr>
          <p:cNvPr id="2586" name="Google Shape;2586;p127"/>
          <p:cNvSpPr/>
          <p:nvPr/>
        </p:nvSpPr>
        <p:spPr>
          <a:xfrm rot="4953117">
            <a:off x="2354574" y="2200454"/>
            <a:ext cx="178204" cy="277743"/>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587" name="Google Shape;2587;p127"/>
          <p:cNvSpPr/>
          <p:nvPr/>
        </p:nvSpPr>
        <p:spPr>
          <a:xfrm rot="2318685">
            <a:off x="2694955" y="3046586"/>
            <a:ext cx="178226" cy="277505"/>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588" name="Google Shape;2588;p127"/>
          <p:cNvSpPr txBox="1"/>
          <p:nvPr/>
        </p:nvSpPr>
        <p:spPr>
          <a:xfrm>
            <a:off x="5680725" y="4206725"/>
            <a:ext cx="2823300" cy="3174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2000">
                <a:latin typeface="Kalam"/>
                <a:ea typeface="Kalam"/>
                <a:cs typeface="Kalam"/>
                <a:sym typeface="Kalam"/>
              </a:rPr>
              <a:t>An example of a set of suitable predictions.</a:t>
            </a:r>
            <a:endParaRPr sz="2000">
              <a:latin typeface="Kalam"/>
              <a:ea typeface="Kalam"/>
              <a:cs typeface="Kalam"/>
              <a:sym typeface="Kalam"/>
            </a:endParaRPr>
          </a:p>
        </p:txBody>
      </p:sp>
      <p:sp>
        <p:nvSpPr>
          <p:cNvPr id="2589" name="Google Shape;2589;p127"/>
          <p:cNvSpPr/>
          <p:nvPr/>
        </p:nvSpPr>
        <p:spPr>
          <a:xfrm rot="1009156">
            <a:off x="3679401" y="3442726"/>
            <a:ext cx="178328" cy="277694"/>
          </a:xfrm>
          <a:prstGeom prst="triangle">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590" name="Google Shape;2590;p127"/>
          <p:cNvSpPr txBox="1"/>
          <p:nvPr/>
        </p:nvSpPr>
        <p:spPr>
          <a:xfrm>
            <a:off x="340125" y="644765"/>
            <a:ext cx="8479800" cy="463800"/>
          </a:xfrm>
          <a:prstGeom prst="rect">
            <a:avLst/>
          </a:prstGeom>
          <a:noFill/>
          <a:ln>
            <a:noFill/>
          </a:ln>
        </p:spPr>
        <p:txBody>
          <a:bodyPr spcFirstLastPara="1" wrap="square" lIns="0" tIns="0" rIns="0" bIns="0" anchor="t" anchorCtr="0">
            <a:noAutofit/>
          </a:bodyPr>
          <a:lstStyle/>
          <a:p>
            <a:pPr marL="0" lvl="0" indent="0" algn="l" rtl="0">
              <a:spcBef>
                <a:spcPct val="0"/>
              </a:spcBef>
              <a:spcAft>
                <a:spcPts val="1000"/>
              </a:spcAft>
              <a:buNone/>
            </a:pPr>
            <a:r>
              <a:rPr lang="en-GB" sz="2000">
                <a:latin typeface="Kalam"/>
                <a:ea typeface="Kalam"/>
                <a:cs typeface="Kalam"/>
                <a:sym typeface="Kalam"/>
              </a:rPr>
              <a:t>The wind direction is likely to blow the cold front across Oakmoor. The cold front will reduce the air temperature and increase the chance of rainfall. Due to the stronger winds and greater chance of rain, the “feels like” temperature may also drop further.</a:t>
            </a:r>
            <a:endParaRPr sz="2000">
              <a:latin typeface="Kalam"/>
              <a:ea typeface="Kalam"/>
              <a:cs typeface="Kalam"/>
              <a:sym typeface="Kalam"/>
            </a:endParaRPr>
          </a:p>
        </p:txBody>
      </p:sp>
      <p:graphicFrame>
        <p:nvGraphicFramePr>
          <p:cNvPr id="2591" name="Google Shape;2591;p127"/>
          <p:cNvGraphicFramePr>
            <a:graphicFrameLocks noGrp="1"/>
          </p:cNvGraphicFramePr>
          <p:nvPr/>
        </p:nvGraphicFramePr>
        <p:xfrm>
          <a:off x="7348488" y="1901796"/>
          <a:ext cx="1462350" cy="2318760"/>
        </p:xfrm>
        <a:graphic>
          <a:graphicData uri="http://schemas.openxmlformats.org/drawingml/2006/table">
            <a:tbl>
              <a:tblPr>
                <a:noFill/>
                <a:tableStyleId>{DAE9959B-F1CB-4490-83DD-53336B36D040}</a:tableStyleId>
              </a:tblPr>
              <a:tblGrid>
                <a:gridCol w="731175"/>
                <a:gridCol w="731175"/>
              </a:tblGrid>
              <a:tr h="178500">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12:00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5"/>
                    </a:solidFill>
                  </a:tcPr>
                </a:tc>
                <a:tc>
                  <a:txBody>
                    <a:bodyPr vert="horz" wrap="square"/>
                    <a:lstStyle/>
                    <a:p>
                      <a:pPr marL="0" lvl="0" indent="0" algn="ctr" rtl="0">
                        <a:spcBef>
                          <a:spcPct val="0"/>
                        </a:spcBef>
                        <a:spcAft>
                          <a:spcPct val="0"/>
                        </a:spcAft>
                        <a:buNone/>
                      </a:pPr>
                      <a:r>
                        <a:rPr lang="en-GB" sz="1800">
                          <a:solidFill>
                            <a:schemeClr val="lt1"/>
                          </a:solidFill>
                          <a:latin typeface="Lexend"/>
                          <a:ea typeface="Lexend"/>
                          <a:cs typeface="Lexend"/>
                          <a:sym typeface="Lexend"/>
                        </a:rPr>
                        <a:t>16:00</a:t>
                      </a:r>
                      <a:endParaRPr sz="1800">
                        <a:solidFill>
                          <a:schemeClr val="lt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5"/>
                    </a:solidFill>
                  </a:tcPr>
                </a:tc>
              </a:tr>
              <a:tr h="581400">
                <a:tc>
                  <a:txBody>
                    <a:bodyPr vert="horz" wrap="square"/>
                    <a:lstStyle/>
                    <a:p>
                      <a:pPr marL="0" lvl="0" indent="0" algn="l"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endParaRPr sz="1800">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r>
              <a:tr h="221975">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11°C</a:t>
                      </a:r>
                      <a:endParaRPr sz="1800">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2000">
                          <a:latin typeface="Kalam"/>
                          <a:ea typeface="Kalam"/>
                          <a:cs typeface="Kalam"/>
                          <a:sym typeface="Kalam"/>
                        </a:rPr>
                        <a:t>6°C</a:t>
                      </a:r>
                      <a:endParaRPr sz="2000">
                        <a:latin typeface="Kalam"/>
                        <a:ea typeface="Kalam"/>
                        <a:cs typeface="Kalam"/>
                        <a:sym typeface="Kalam"/>
                      </a:endParaRPr>
                    </a:p>
                  </a:txBody>
                  <a:tcPr marL="0" marR="0" marT="0" marB="0" anchor="ctr"/>
                </a:tc>
              </a:tr>
              <a:tr h="221975">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8</a:t>
                      </a:r>
                      <a:endParaRPr sz="1800">
                        <a:solidFill>
                          <a:schemeClr val="dk1"/>
                        </a:solidFill>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12</a:t>
                      </a:r>
                      <a:endParaRPr sz="1800">
                        <a:solidFill>
                          <a:schemeClr val="dk1"/>
                        </a:solidFill>
                        <a:latin typeface="Lexend"/>
                        <a:ea typeface="Lexend"/>
                        <a:cs typeface="Lexend"/>
                        <a:sym typeface="Lexend"/>
                      </a:endParaRPr>
                    </a:p>
                  </a:txBody>
                  <a:tcPr marL="0" marR="0" marT="0" marB="0" anchor="ctr">
                    <a:lnB w="9525" cap="flat" cmpd="sng">
                      <a:solidFill>
                        <a:srgbClr val="9E9E9E"/>
                      </a:solidFill>
                      <a:prstDash val="solid"/>
                      <a:round/>
                      <a:headEnd type="none" w="sm" len="sm"/>
                      <a:tailEnd type="none" w="sm" len="sm"/>
                    </a:lnB>
                  </a:tcPr>
                </a:tc>
              </a:tr>
              <a:tr h="221975">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txBody>
                  <a:tcPr marL="0" marR="0" marT="0" marB="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221975">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c>
                  <a:txBody>
                    <a:bodyPr vert="horz" wrap="square"/>
                    <a:lstStyle/>
                    <a:p>
                      <a:pPr marL="0" lvl="0" indent="0" algn="ctr" rtl="0">
                        <a:spcBef>
                          <a:spcPct val="0"/>
                        </a:spcBef>
                        <a:spcAft>
                          <a:spcPct val="0"/>
                        </a:spcAft>
                        <a:buNone/>
                      </a:pPr>
                      <a:r>
                        <a:rPr lang="en-GB" sz="2000">
                          <a:solidFill>
                            <a:schemeClr val="dk1"/>
                          </a:solidFill>
                          <a:latin typeface="Kalam"/>
                          <a:ea typeface="Kalam"/>
                          <a:cs typeface="Kalam"/>
                          <a:sym typeface="Kalam"/>
                        </a:rPr>
                        <a:t>80%</a:t>
                      </a:r>
                      <a:endParaRPr sz="1800">
                        <a:solidFill>
                          <a:schemeClr val="dk1"/>
                        </a:solidFill>
                        <a:latin typeface="Lexend"/>
                        <a:ea typeface="Lexend"/>
                        <a:cs typeface="Lexend"/>
                        <a:sym typeface="Lexend"/>
                      </a:endParaRPr>
                    </a:p>
                  </a:txBody>
                  <a:tcPr marL="0" marR="0" marT="0" marB="0" anchor="ctr">
                    <a:lnT w="9525" cap="flat" cmpd="sng">
                      <a:solidFill>
                        <a:srgbClr val="9E9E9E"/>
                      </a:solidFill>
                      <a:prstDash val="solid"/>
                      <a:round/>
                      <a:headEnd type="none" w="sm" len="sm"/>
                      <a:tailEnd type="none" w="sm" len="sm"/>
                    </a:lnT>
                  </a:tcPr>
                </a:tc>
              </a:tr>
              <a:tr h="221975">
                <a:tc>
                  <a:txBody>
                    <a:bodyPr vert="horz" wrap="square"/>
                    <a:lstStyle/>
                    <a:p>
                      <a:pPr marL="0" lvl="0" indent="0" algn="ctr" rtl="0">
                        <a:spcBef>
                          <a:spcPct val="0"/>
                        </a:spcBef>
                        <a:spcAft>
                          <a:spcPct val="0"/>
                        </a:spcAft>
                        <a:buNone/>
                      </a:pPr>
                      <a:r>
                        <a:rPr lang="en-GB" sz="1800">
                          <a:solidFill>
                            <a:schemeClr val="dk1"/>
                          </a:solidFill>
                          <a:latin typeface="Lexend"/>
                          <a:ea typeface="Lexend"/>
                          <a:cs typeface="Lexend"/>
                          <a:sym typeface="Lexend"/>
                        </a:rPr>
                        <a:t>10°C</a:t>
                      </a:r>
                      <a:endParaRPr sz="1800">
                        <a:solidFill>
                          <a:schemeClr val="dk1"/>
                        </a:solidFill>
                        <a:latin typeface="Lexend"/>
                        <a:ea typeface="Lexend"/>
                        <a:cs typeface="Lexend"/>
                        <a:sym typeface="Lexend"/>
                      </a:endParaRPr>
                    </a:p>
                  </a:txBody>
                  <a:tcPr marL="0" marR="0" marT="0" marB="0" anchor="ctr"/>
                </a:tc>
                <a:tc>
                  <a:txBody>
                    <a:bodyPr vert="horz" wrap="square"/>
                    <a:lstStyle/>
                    <a:p>
                      <a:pPr marL="0" lvl="0" indent="0" algn="ctr" rtl="0">
                        <a:spcBef>
                          <a:spcPct val="0"/>
                        </a:spcBef>
                        <a:spcAft>
                          <a:spcPct val="0"/>
                        </a:spcAft>
                        <a:buNone/>
                      </a:pPr>
                      <a:r>
                        <a:rPr lang="en-GB" sz="2000">
                          <a:solidFill>
                            <a:schemeClr val="dk1"/>
                          </a:solidFill>
                          <a:latin typeface="Kalam"/>
                          <a:ea typeface="Kalam"/>
                          <a:cs typeface="Kalam"/>
                          <a:sym typeface="Kalam"/>
                        </a:rPr>
                        <a:t>3°C</a:t>
                      </a:r>
                      <a:endParaRPr sz="1800">
                        <a:solidFill>
                          <a:schemeClr val="dk1"/>
                        </a:solidFill>
                        <a:latin typeface="Lexend"/>
                        <a:ea typeface="Lexend"/>
                        <a:cs typeface="Lexend"/>
                        <a:sym typeface="Lexend"/>
                      </a:endParaRPr>
                    </a:p>
                  </a:txBody>
                  <a:tcPr marL="0" marR="0" marT="0" marB="0" anchor="ctr"/>
                </a:tc>
              </a:tr>
            </a:tbl>
          </a:graphicData>
        </a:graphic>
      </p:graphicFrame>
      <p:pic>
        <p:nvPicPr>
          <p:cNvPr id="2592" name="Google Shape;2592;p127"/>
          <p:cNvPicPr preferRelativeResize="0"/>
          <p:nvPr/>
        </p:nvPicPr>
        <p:blipFill>
          <a:blip r:embed="rId4">
            <a:alphaModFix/>
          </a:blip>
          <a:srcRect b="21869"/>
          <a:stretch>
            <a:fillRect/>
          </a:stretch>
        </p:blipFill>
        <p:spPr>
          <a:xfrm>
            <a:off x="8173765" y="2225327"/>
            <a:ext cx="539700" cy="484149"/>
          </a:xfrm>
          <a:prstGeom prst="rect">
            <a:avLst/>
          </a:prstGeom>
          <a:noFill/>
          <a:ln>
            <a:noFill/>
          </a:ln>
        </p:spPr>
      </p:pic>
      <p:pic>
        <p:nvPicPr>
          <p:cNvPr id="2593" name="Google Shape;2593;p127"/>
          <p:cNvPicPr preferRelativeResize="0"/>
          <p:nvPr/>
        </p:nvPicPr>
        <p:blipFill>
          <a:blip r:embed="rId5">
            <a:alphaModFix/>
          </a:blip>
          <a:stretch>
            <a:fillRect/>
          </a:stretch>
        </p:blipFill>
        <p:spPr>
          <a:xfrm>
            <a:off x="7406626" y="2265478"/>
            <a:ext cx="612524" cy="360300"/>
          </a:xfrm>
          <a:prstGeom prst="rect">
            <a:avLst/>
          </a:prstGeom>
          <a:noFill/>
          <a:ln>
            <a:noFill/>
          </a:ln>
        </p:spPr>
      </p:pic>
    </p:spTree>
  </p:cSld>
  <p:clrMapOvr>
    <a:masterClrMapping/>
  </p:clrMapOvr>
  <p:transition/>
  <p:timing/>
</p:sld>
</file>

<file path=ppt/slides/slide5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597" name="Shape 2597"/>
        <p:cNvGrpSpPr/>
        <p:nvPr/>
      </p:nvGrpSpPr>
      <p:grpSpPr>
        <a:xfrm>
          <a:off x="0" y="0"/>
          <a:ext cx="0" cy="0"/>
        </a:xfrm>
      </p:grpSpPr>
      <p:sp>
        <p:nvSpPr>
          <p:cNvPr id="2598" name="Google Shape;2598;p128"/>
          <p:cNvSpPr txBox="1"/>
          <p:nvPr/>
        </p:nvSpPr>
        <p:spPr>
          <a:xfrm>
            <a:off x="324000" y="779162"/>
            <a:ext cx="8496000" cy="34104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A weather </a:t>
            </a:r>
            <a:r>
              <a:rPr lang="en-GB" sz="1800" b="1">
                <a:latin typeface="Lexend"/>
                <a:ea typeface="Lexend"/>
                <a:cs typeface="Lexend"/>
                <a:sym typeface="Lexend"/>
              </a:rPr>
              <a:t>forecast</a:t>
            </a:r>
            <a:r>
              <a:rPr lang="en-GB" sz="1800">
                <a:latin typeface="Lexend"/>
                <a:ea typeface="Lexend"/>
                <a:cs typeface="Lexend"/>
                <a:sym typeface="Lexend"/>
              </a:rPr>
              <a:t> can be shown on a weather map or on a weather report. There are benefits to both representations.</a:t>
            </a:r>
            <a:endParaRPr sz="1800">
              <a:latin typeface="Lexend"/>
              <a:ea typeface="Lexend"/>
              <a:cs typeface="Lexend"/>
              <a:sym typeface="Lexend"/>
            </a:endParaRPr>
          </a:p>
          <a:p>
            <a:pPr marL="0" lvl="0" indent="0" algn="l" rtl="0">
              <a:spcBef>
                <a:spcPts val="1000"/>
              </a:spcBef>
              <a:spcAft>
                <a:spcPct val="0"/>
              </a:spcAft>
              <a:buNone/>
            </a:pPr>
            <a:r>
              <a:rPr lang="en-GB" sz="1800">
                <a:latin typeface="Lexend"/>
                <a:ea typeface="Lexend"/>
                <a:cs typeface="Lexend"/>
                <a:sym typeface="Lexend"/>
              </a:rPr>
              <a:t>Different weather conditions can be represented by different icons.</a:t>
            </a:r>
            <a:endParaRPr sz="1800">
              <a:latin typeface="Lexend"/>
              <a:ea typeface="Lexend"/>
              <a:cs typeface="Lexend"/>
              <a:sym typeface="Lexend"/>
            </a:endParaRPr>
          </a:p>
          <a:p>
            <a:pPr marL="0" lvl="0" indent="0" algn="l" rtl="0">
              <a:spcBef>
                <a:spcPts val="1000"/>
              </a:spcBef>
              <a:spcAft>
                <a:spcPct val="0"/>
              </a:spcAft>
              <a:buNone/>
            </a:pPr>
            <a:r>
              <a:rPr lang="en-GB" sz="1800">
                <a:latin typeface="Lexend"/>
                <a:ea typeface="Lexend"/>
                <a:cs typeface="Lexend"/>
                <a:sym typeface="Lexend"/>
              </a:rPr>
              <a:t>A basic weather </a:t>
            </a:r>
            <a:r>
              <a:rPr lang="en-GB" sz="1800" b="1">
                <a:latin typeface="Lexend"/>
                <a:ea typeface="Lexend"/>
                <a:cs typeface="Lexend"/>
                <a:sym typeface="Lexend"/>
              </a:rPr>
              <a:t>forecast</a:t>
            </a:r>
            <a:r>
              <a:rPr lang="en-GB" sz="1800">
                <a:latin typeface="Lexend"/>
                <a:ea typeface="Lexend"/>
                <a:cs typeface="Lexend"/>
                <a:sym typeface="Lexend"/>
              </a:rPr>
              <a:t> usually shows the weather conditions and air temperature.</a:t>
            </a:r>
            <a:endParaRPr sz="1800">
              <a:latin typeface="Lexend"/>
              <a:ea typeface="Lexend"/>
              <a:cs typeface="Lexend"/>
              <a:sym typeface="Lexend"/>
            </a:endParaRPr>
          </a:p>
          <a:p>
            <a:pPr marL="0" lvl="0" indent="0" algn="l" rtl="0">
              <a:spcBef>
                <a:spcPts val="1000"/>
              </a:spcBef>
              <a:spcAft>
                <a:spcPct val="0"/>
              </a:spcAft>
              <a:buNone/>
            </a:pPr>
            <a:r>
              <a:rPr lang="en-GB" sz="1800">
                <a:latin typeface="Lexend"/>
                <a:ea typeface="Lexend"/>
                <a:cs typeface="Lexend"/>
                <a:sym typeface="Lexend"/>
              </a:rPr>
              <a:t>However, a more complex weather </a:t>
            </a:r>
            <a:r>
              <a:rPr lang="en-GB" sz="1800" b="1">
                <a:latin typeface="Lexend"/>
                <a:ea typeface="Lexend"/>
                <a:cs typeface="Lexend"/>
                <a:sym typeface="Lexend"/>
              </a:rPr>
              <a:t>forecast</a:t>
            </a:r>
            <a:r>
              <a:rPr lang="en-GB" sz="1800">
                <a:latin typeface="Lexend"/>
                <a:ea typeface="Lexend"/>
                <a:cs typeface="Lexend"/>
                <a:sym typeface="Lexend"/>
              </a:rPr>
              <a:t> may also show: wind speed, wind direction, cold and warm fronts, percentage chance of rainfall, or humidity levels. </a:t>
            </a:r>
            <a:endParaRPr sz="1800">
              <a:latin typeface="Lexend"/>
              <a:ea typeface="Lexend"/>
              <a:cs typeface="Lexend"/>
              <a:sym typeface="Lexend"/>
            </a:endParaRPr>
          </a:p>
          <a:p>
            <a:pPr marL="0" lvl="0" indent="0" algn="l" rtl="0">
              <a:spcBef>
                <a:spcPts val="1000"/>
              </a:spcBef>
              <a:spcAft>
                <a:spcPts val="1000"/>
              </a:spcAft>
              <a:buNone/>
            </a:pPr>
            <a:r>
              <a:rPr lang="en-GB" sz="1800">
                <a:latin typeface="Lexend"/>
                <a:ea typeface="Lexend"/>
                <a:cs typeface="Lexend"/>
                <a:sym typeface="Lexend"/>
              </a:rPr>
              <a:t>These other weather data factors may influence how different the temperature feels in comparison to the air temperature.</a:t>
            </a:r>
            <a:endParaRPr sz="1800">
              <a:latin typeface="Lexend"/>
              <a:ea typeface="Lexend"/>
              <a:cs typeface="Lexend"/>
              <a:sym typeface="Lexend"/>
            </a:endParaRPr>
          </a:p>
        </p:txBody>
      </p:sp>
      <p:sp>
        <p:nvSpPr>
          <p:cNvPr id="2599" name="Google Shape;2599;p128"/>
          <p:cNvSpPr txBox="1"/>
          <p:nvPr>
            <p:ph type="title"/>
          </p:nvPr>
        </p:nvSpPr>
        <p:spPr>
          <a:xfrm>
            <a:off x="1684800" y="43825"/>
            <a:ext cx="57414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Understanding weather data</a:t>
            </a:r>
            <a:endParaRPr/>
          </a:p>
        </p:txBody>
      </p:sp>
    </p:spTree>
  </p:cSld>
  <p:clrMapOvr>
    <a:masterClrMapping/>
  </p:clrMapOvr>
  <p:transition/>
  <p:timing/>
</p:sld>
</file>

<file path=ppt/slides/slide5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603" name="Shape 2603"/>
        <p:cNvGrpSpPr/>
        <p:nvPr/>
      </p:nvGrpSpPr>
      <p:grpSpPr>
        <a:xfrm>
          <a:off x="0" y="0"/>
          <a:ext cx="0" cy="0"/>
        </a:xfrm>
      </p:grpSpPr>
      <p:sp>
        <p:nvSpPr>
          <p:cNvPr id="2604" name="Google Shape;2604;p129"/>
          <p:cNvSpPr txBox="1"/>
          <p:nvPr>
            <p:ph type="subTitle" idx="1"/>
          </p:nvPr>
        </p:nvSpPr>
        <p:spPr>
          <a:xfrm>
            <a:off x="661775" y="1129425"/>
            <a:ext cx="7351200" cy="23580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 Oak National Academy 2024. </a:t>
            </a:r>
            <a:endParaRPr/>
          </a:p>
          <a:p>
            <a:pPr marL="0" lvl="0" indent="0" algn="l" rtl="0">
              <a:spcBef>
                <a:spcPct val="0"/>
              </a:spcBef>
              <a:spcAft>
                <a:spcPct val="0"/>
              </a:spcAft>
              <a:buNone/>
            </a:pPr>
            <a:endParaRPr/>
          </a:p>
          <a:p>
            <a:pPr marL="0" lvl="0" indent="0" algn="l" rtl="0">
              <a:spcBef>
                <a:spcPct val="0"/>
              </a:spcBef>
              <a:spcAft>
                <a:spcPct val="0"/>
              </a:spcAft>
              <a:buNone/>
            </a:pPr>
            <a:r>
              <a:rPr lang="en-GB"/>
              <a:t>Produced in partnership with Mathematics in Education and Industry. </a:t>
            </a:r>
            <a:endParaRPr/>
          </a:p>
          <a:p>
            <a:pPr marL="0" lvl="0" indent="0" algn="l" rtl="0">
              <a:spcBef>
                <a:spcPct val="0"/>
              </a:spcBef>
              <a:spcAft>
                <a:spcPct val="0"/>
              </a:spcAft>
              <a:buNone/>
            </a:pPr>
            <a:endParaRPr/>
          </a:p>
          <a:p>
            <a:pPr marL="0" lvl="0" indent="0" algn="l" rtl="0">
              <a:spcBef>
                <a:spcPct val="0"/>
              </a:spcBef>
              <a:spcAft>
                <a:spcPct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xmlns:ahyp="http://schemas.microsoft.com/office/drawing/2018/hyperlinkcolor" val="tx"/>
                    </a:ext>
                  </a:extLst>
                </a:hlinkClick>
              </a:rPr>
              <a:t>Oak terms and conditions</a:t>
            </a:r>
            <a:r>
              <a:rPr lang="en-GB"/>
              <a:t>.</a:t>
            </a:r>
            <a:endParaRPr/>
          </a:p>
        </p:txBody>
      </p:sp>
      <p:pic>
        <p:nvPicPr>
          <p:cNvPr id="2605" name="Google Shape;2605;p129"/>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transition/>
  <p:timing/>
</p:sld>
</file>

<file path=ppt/tags/tag1.xml><?xml version="1.0" encoding="utf-8"?>
<p:tagLst xmlns:p="http://schemas.openxmlformats.org/presentationml/2006/main">
  <p:tag name="AS_NET" val="6.0.31"/>
  <p:tag name="AS_OS" val="Microsoft Windows NT 10.0.17763.0"/>
  <p:tag name="AS_RELEASE_DATE" val="2026.01.14"/>
  <p:tag name="AS_TITLE" val="Aspose.Slides for .NET6"/>
  <p:tag name="AS_VERSION" val="26.1"/>
</p:tagLst>
</file>

<file path=ppt/theme/theme1.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simple-light-2 override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aragraphs>686</Paragraphs>
  <Slides>57</Slides>
  <Notes>57</Notes>
  <TotalTime>0</TotalTime>
  <HiddenSlides>1</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57</vt:i4>
      </vt:variant>
    </vt:vector>
  </HeadingPairs>
  <TitlesOfParts>
    <vt:vector baseType="lpstr" size="65">
      <vt:lpstr>Arial</vt:lpstr>
      <vt:lpstr>Lexend</vt:lpstr>
      <vt:lpstr>Lexend Medium</vt:lpstr>
      <vt:lpstr>Kalam</vt:lpstr>
      <vt:lpstr>Calibri</vt:lpstr>
      <vt:lpstr>ABeeZee</vt:lpstr>
      <vt:lpstr>Times New Roman</vt:lpstr>
      <vt:lpstr>simple-light-2</vt:lpstr>
      <vt:lpstr>Understanding weather data</vt:lpstr>
      <vt:lpstr>PowerPoint Presentation</vt:lpstr>
      <vt:lpstr>PowerPoint Presentation</vt:lpstr>
      <vt:lpstr>PowerPoint Presentation</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Understanding a basic weather forecast</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Analysing extra forecast information</vt:lpstr>
      <vt:lpstr>Understanding weather data</vt:lpstr>
      <vt:lpstr>PowerPoint Presentation</vt:lpstr>
    </vt:vector>
  </TitlesOfParts>
  <LinksUpToDate>0</LinksUpToDate>
  <SharedDoc>0</SharedDoc>
  <HyperlinksChanged>0</HyperlinksChanged>
  <Application>Aspose.Slides for .NET</Application>
  <AppVersion>26.0100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2026-03-12T20:37:05.780</cp:lastPrinted>
  <dcterms:created xsi:type="dcterms:W3CDTF">2026-03-12T20:37:05Z</dcterms:created>
  <dcterms:modified xsi:type="dcterms:W3CDTF">2026-03-12T20:37:22Z</dcterms:modified>
</cp:coreProperties>
</file>