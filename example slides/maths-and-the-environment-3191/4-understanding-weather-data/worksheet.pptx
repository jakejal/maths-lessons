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6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BA8C33EF-A0A2-4C23-ABA1-1D6B0AA8FEE8}">
  <a:tblStyle styleId="{BA8C33EF-A0A2-4C23-ABA1-1D6B0AA8FEE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/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0" cy="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notesMaster" Target="notesMasters/notesMaster1.xml" /><Relationship Id="rId3" Type="http://schemas.openxmlformats.org/officeDocument/2006/relationships/slide" Target="slides/slide1.xml" /><Relationship Id="rId4" Type="http://schemas.openxmlformats.org/officeDocument/2006/relationships/slide" Target="slides/slide2.xml" /><Relationship Id="rId5" Type="http://schemas.openxmlformats.org/officeDocument/2006/relationships/slide" Target="slides/slide3.xml" /><Relationship Id="rId6" Type="http://schemas.openxmlformats.org/officeDocument/2006/relationships/slide" Target="slides/slide4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8" name="Shape 98"/>
        <p:cNvGrpSpPr/>
        <p:nvPr/>
      </p:nvGrpSpPr>
      <p:grpSpPr>
        <a:xfrm>
          <a:off x="0" y="0"/>
          <a:ext cx="0" cy="0"/>
        </a:xfrm>
      </p:grpSpPr>
      <p:sp>
        <p:nvSpPr>
          <p:cNvPr id="99" name="Google Shape;99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5" name="Shape 125"/>
        <p:cNvGrpSpPr/>
        <p:nvPr/>
      </p:nvGrpSpPr>
      <p:grpSpPr>
        <a:xfrm>
          <a:off x="0" y="0"/>
          <a:ext cx="0" cy="0"/>
        </a:xfrm>
      </p:grpSpPr>
      <p:sp>
        <p:nvSpPr>
          <p:cNvPr id="126" name="Google Shape;126;g30e339fafc7_0_6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0e339fafc7_0_6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sp>
        <p:nvSpPr>
          <p:cNvPr id="145" name="Google Shape;145;g30e339fafc7_0_6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0e339fafc7_0_6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7" name="Shape 177"/>
        <p:cNvGrpSpPr/>
        <p:nvPr/>
      </p:nvGrpSpPr>
      <p:grpSpPr>
        <a:xfrm>
          <a:off x="0" y="0"/>
          <a:ext cx="0" cy="0"/>
        </a:xfrm>
      </p:grpSpPr>
      <p:sp>
        <p:nvSpPr>
          <p:cNvPr id="178" name="Google Shape;178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3.png" /><Relationship Id="rId6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3.png" /><Relationship Id="rId6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3.png" /><Relationship Id="rId6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 userDrawn="1">
          <p15:clr>
            <a:srgbClr val="D9D9D9"/>
          </p15:clr>
        </p15:guide>
        <p15:guide id="2" orient="horz" pos="544" userDrawn="1">
          <p15:clr>
            <a:srgbClr val="D9D9D9"/>
          </p15:clr>
        </p15:guide>
        <p15:guide id="3" orient="horz" pos="1916" userDrawn="1">
          <p15:clr>
            <a:srgbClr val="D9D9D9"/>
          </p15:clr>
        </p15:guide>
        <p15:guide id="4" orient="horz" pos="3368" userDrawn="1">
          <p15:clr>
            <a:srgbClr val="D9D9D9"/>
          </p15:clr>
        </p15:guide>
        <p15:guide id="5" orient="horz" pos="4762" userDrawn="1">
          <p15:clr>
            <a:srgbClr val="D9D9D9"/>
          </p15:clr>
        </p15:guide>
        <p15:guide id="6" orient="horz" pos="6282" userDrawn="1">
          <p15:clr>
            <a:srgbClr val="D9D9D9"/>
          </p15:clr>
        </p15:guide>
        <p15:guide id="7" pos="295" userDrawn="1">
          <p15:clr>
            <a:srgbClr val="FF0000"/>
          </p15:clr>
        </p15:guide>
        <p15:guide id="8" pos="4467" userDrawn="1">
          <p15:clr>
            <a:srgbClr val="FF0000"/>
          </p15:clr>
        </p15:guide>
        <p15:guide id="9" pos="1519" userDrawn="1">
          <p15:clr>
            <a:srgbClr val="D9D9D9"/>
          </p15:clr>
        </p15:guide>
        <p15:guide id="10" pos="1764" userDrawn="1">
          <p15:clr>
            <a:srgbClr val="D9D9D9"/>
          </p15:clr>
        </p15:guide>
        <p15:guide id="11" pos="3243" userDrawn="1">
          <p15:clr>
            <a:srgbClr val="D9D9D9"/>
          </p15:clr>
        </p15:guide>
        <p15:guide id="12" pos="2998" userDrawn="1">
          <p15:clr>
            <a:srgbClr val="D9D9D9"/>
          </p15:clr>
        </p15:guide>
        <p15:guide id="13" pos="3120" userDrawn="1">
          <p15:clr>
            <a:srgbClr val="D9D9D9"/>
          </p15:clr>
        </p15:guide>
        <p15:guide id="14" pos="1642" userDrawn="1">
          <p15:clr>
            <a:srgbClr val="D9D9D9"/>
          </p15:clr>
        </p15:guide>
        <p15:guide id="15" pos="2381" userDrawn="1">
          <p15:clr>
            <a:srgbClr val="D9D9D9"/>
          </p15:clr>
        </p15:guide>
        <p15:guide id="16" pos="2154" userDrawn="1">
          <p15:clr>
            <a:srgbClr val="FF0000"/>
          </p15:clr>
        </p15:guide>
        <p15:guide id="17" pos="2608" userDrawn="1">
          <p15:clr>
            <a:srgbClr val="FF0000"/>
          </p15:clr>
        </p15:guide>
        <p15:guide id="18" orient="horz" pos="227" userDrawn="1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Google Shape;25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 userDrawn="1">
          <p15:clr>
            <a:srgbClr val="D9D9D9"/>
          </p15:clr>
        </p15:guide>
        <p15:guide id="2" orient="horz" pos="544" userDrawn="1">
          <p15:clr>
            <a:srgbClr val="D9D9D9"/>
          </p15:clr>
        </p15:guide>
        <p15:guide id="3" orient="horz" pos="1916" userDrawn="1">
          <p15:clr>
            <a:srgbClr val="D9D9D9"/>
          </p15:clr>
        </p15:guide>
        <p15:guide id="4" orient="horz" pos="3368" userDrawn="1">
          <p15:clr>
            <a:srgbClr val="D9D9D9"/>
          </p15:clr>
        </p15:guide>
        <p15:guide id="5" orient="horz" pos="4762" userDrawn="1">
          <p15:clr>
            <a:srgbClr val="D9D9D9"/>
          </p15:clr>
        </p15:guide>
        <p15:guide id="6" orient="horz" pos="6282" userDrawn="1">
          <p15:clr>
            <a:srgbClr val="D9D9D9"/>
          </p15:clr>
        </p15:guide>
        <p15:guide id="7" pos="295" userDrawn="1">
          <p15:clr>
            <a:srgbClr val="FF0000"/>
          </p15:clr>
        </p15:guide>
        <p15:guide id="8" pos="4467" userDrawn="1">
          <p15:clr>
            <a:srgbClr val="FF0000"/>
          </p15:clr>
        </p15:guide>
        <p15:guide id="9" pos="1519" userDrawn="1">
          <p15:clr>
            <a:srgbClr val="D9D9D9"/>
          </p15:clr>
        </p15:guide>
        <p15:guide id="10" pos="1764" userDrawn="1">
          <p15:clr>
            <a:srgbClr val="D9D9D9"/>
          </p15:clr>
        </p15:guide>
        <p15:guide id="11" pos="3243" userDrawn="1">
          <p15:clr>
            <a:srgbClr val="D9D9D9"/>
          </p15:clr>
        </p15:guide>
        <p15:guide id="12" pos="2998" userDrawn="1">
          <p15:clr>
            <a:srgbClr val="D9D9D9"/>
          </p15:clr>
        </p15:guide>
        <p15:guide id="13" pos="3120" userDrawn="1">
          <p15:clr>
            <a:srgbClr val="D9D9D9"/>
          </p15:clr>
        </p15:guide>
        <p15:guide id="14" pos="1642" userDrawn="1">
          <p15:clr>
            <a:srgbClr val="D9D9D9"/>
          </p15:clr>
        </p15:guide>
        <p15:guide id="15" pos="2381" userDrawn="1">
          <p15:clr>
            <a:srgbClr val="D9D9D9"/>
          </p15:clr>
        </p15:guide>
        <p15:guide id="16" pos="2154" userDrawn="1">
          <p15:clr>
            <a:srgbClr val="FF0000"/>
          </p15:clr>
        </p15:guide>
        <p15:guide id="17" pos="2608" userDrawn="1">
          <p15:clr>
            <a:srgbClr val="FF0000"/>
          </p15:clr>
        </p15:guide>
        <p15:guide id="18" orient="horz" pos="227" userDrawn="1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 userDrawn="1">
          <p15:clr>
            <a:srgbClr val="D9D9D9"/>
          </p15:clr>
        </p15:guide>
        <p15:guide id="2" orient="horz" pos="544" userDrawn="1">
          <p15:clr>
            <a:srgbClr val="D9D9D9"/>
          </p15:clr>
        </p15:guide>
        <p15:guide id="3" orient="horz" pos="1916" userDrawn="1">
          <p15:clr>
            <a:srgbClr val="D9D9D9"/>
          </p15:clr>
        </p15:guide>
        <p15:guide id="4" orient="horz" pos="3368" userDrawn="1">
          <p15:clr>
            <a:srgbClr val="D9D9D9"/>
          </p15:clr>
        </p15:guide>
        <p15:guide id="5" orient="horz" pos="4762" userDrawn="1">
          <p15:clr>
            <a:srgbClr val="D9D9D9"/>
          </p15:clr>
        </p15:guide>
        <p15:guide id="6" orient="horz" pos="6282" userDrawn="1">
          <p15:clr>
            <a:srgbClr val="D9D9D9"/>
          </p15:clr>
        </p15:guide>
        <p15:guide id="7" pos="295" userDrawn="1">
          <p15:clr>
            <a:srgbClr val="FF0000"/>
          </p15:clr>
        </p15:guide>
        <p15:guide id="8" pos="4467" userDrawn="1">
          <p15:clr>
            <a:srgbClr val="FF0000"/>
          </p15:clr>
        </p15:guide>
        <p15:guide id="9" pos="1519" userDrawn="1">
          <p15:clr>
            <a:srgbClr val="D9D9D9"/>
          </p15:clr>
        </p15:guide>
        <p15:guide id="10" pos="1764" userDrawn="1">
          <p15:clr>
            <a:srgbClr val="D9D9D9"/>
          </p15:clr>
        </p15:guide>
        <p15:guide id="11" pos="3243" userDrawn="1">
          <p15:clr>
            <a:srgbClr val="D9D9D9"/>
          </p15:clr>
        </p15:guide>
        <p15:guide id="12" pos="2998" userDrawn="1">
          <p15:clr>
            <a:srgbClr val="D9D9D9"/>
          </p15:clr>
        </p15:guide>
        <p15:guide id="13" pos="3120" userDrawn="1">
          <p15:clr>
            <a:srgbClr val="D9D9D9"/>
          </p15:clr>
        </p15:guide>
        <p15:guide id="14" pos="1642" userDrawn="1">
          <p15:clr>
            <a:srgbClr val="D9D9D9"/>
          </p15:clr>
        </p15:guide>
        <p15:guide id="15" pos="2381" userDrawn="1">
          <p15:clr>
            <a:srgbClr val="D9D9D9"/>
          </p15:clr>
        </p15:guide>
        <p15:guide id="16" pos="2154" userDrawn="1">
          <p15:clr>
            <a:srgbClr val="FF0000"/>
          </p15:clr>
        </p15:guide>
        <p15:guide id="17" pos="2608" userDrawn="1">
          <p15:clr>
            <a:srgbClr val="FF0000"/>
          </p15:clr>
        </p15:guide>
        <p15:guide id="18" orient="horz" pos="227" userDrawn="1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pic>
        <p:nvPicPr>
          <p:cNvPr id="33" name="Google Shape;3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" name="Google Shape;36;p5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" name="Google Shape;37;p5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None/>
              <a:defRPr sz="900"/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8" name="Google Shape;38;p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 userDrawn="1">
          <p15:clr>
            <a:srgbClr val="D9D9D9"/>
          </p15:clr>
        </p15:guide>
        <p15:guide id="2" orient="horz" pos="544" userDrawn="1">
          <p15:clr>
            <a:srgbClr val="D9D9D9"/>
          </p15:clr>
        </p15:guide>
        <p15:guide id="3" orient="horz" pos="1916" userDrawn="1">
          <p15:clr>
            <a:srgbClr val="D9D9D9"/>
          </p15:clr>
        </p15:guide>
        <p15:guide id="4" orient="horz" pos="3368" userDrawn="1">
          <p15:clr>
            <a:srgbClr val="D9D9D9"/>
          </p15:clr>
        </p15:guide>
        <p15:guide id="5" orient="horz" pos="4762" userDrawn="1">
          <p15:clr>
            <a:srgbClr val="D9D9D9"/>
          </p15:clr>
        </p15:guide>
        <p15:guide id="6" orient="horz" pos="6282" userDrawn="1">
          <p15:clr>
            <a:srgbClr val="D9D9D9"/>
          </p15:clr>
        </p15:guide>
        <p15:guide id="7" pos="295" userDrawn="1">
          <p15:clr>
            <a:srgbClr val="FF0000"/>
          </p15:clr>
        </p15:guide>
        <p15:guide id="8" pos="4467" userDrawn="1">
          <p15:clr>
            <a:srgbClr val="FF0000"/>
          </p15:clr>
        </p15:guide>
        <p15:guide id="9" pos="1519" userDrawn="1">
          <p15:clr>
            <a:srgbClr val="D9D9D9"/>
          </p15:clr>
        </p15:guide>
        <p15:guide id="10" pos="1764" userDrawn="1">
          <p15:clr>
            <a:srgbClr val="D9D9D9"/>
          </p15:clr>
        </p15:guide>
        <p15:guide id="11" pos="3243" userDrawn="1">
          <p15:clr>
            <a:srgbClr val="D9D9D9"/>
          </p15:clr>
        </p15:guide>
        <p15:guide id="12" pos="2998" userDrawn="1">
          <p15:clr>
            <a:srgbClr val="D9D9D9"/>
          </p15:clr>
        </p15:guide>
        <p15:guide id="13" pos="3120" userDrawn="1">
          <p15:clr>
            <a:srgbClr val="D9D9D9"/>
          </p15:clr>
        </p15:guide>
        <p15:guide id="14" pos="1642" userDrawn="1">
          <p15:clr>
            <a:srgbClr val="D9D9D9"/>
          </p15:clr>
        </p15:guide>
        <p15:guide id="15" pos="2381" userDrawn="1">
          <p15:clr>
            <a:srgbClr val="D9D9D9"/>
          </p15:clr>
        </p15:guide>
        <p15:guide id="16" pos="2154" userDrawn="1">
          <p15:clr>
            <a:srgbClr val="FF0000"/>
          </p15:clr>
        </p15:guide>
        <p15:guide id="17" pos="2608" userDrawn="1">
          <p15:clr>
            <a:srgbClr val="FF0000"/>
          </p15:clr>
        </p15:guide>
        <p15:guide id="18" orient="horz" pos="227" userDrawn="1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</a:xfrm>
      </p:grpSpPr>
      <p:pic>
        <p:nvPicPr>
          <p:cNvPr id="41" name="Google Shape;41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" name="Google Shape;46;p6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" name="Google Shape;47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None/>
              <a:defRPr sz="900"/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49" name="Google Shape;49;p6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" name="Google Shape;50;p6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 userDrawn="1">
          <p15:clr>
            <a:srgbClr val="D9D9D9"/>
          </p15:clr>
        </p15:guide>
        <p15:guide id="2" orient="horz" pos="544" userDrawn="1">
          <p15:clr>
            <a:srgbClr val="D9D9D9"/>
          </p15:clr>
        </p15:guide>
        <p15:guide id="3" orient="horz" pos="1916" userDrawn="1">
          <p15:clr>
            <a:srgbClr val="D9D9D9"/>
          </p15:clr>
        </p15:guide>
        <p15:guide id="4" orient="horz" pos="3368" userDrawn="1">
          <p15:clr>
            <a:srgbClr val="D9D9D9"/>
          </p15:clr>
        </p15:guide>
        <p15:guide id="5" orient="horz" pos="4762" userDrawn="1">
          <p15:clr>
            <a:srgbClr val="D9D9D9"/>
          </p15:clr>
        </p15:guide>
        <p15:guide id="6" orient="horz" pos="6282" userDrawn="1">
          <p15:clr>
            <a:srgbClr val="D9D9D9"/>
          </p15:clr>
        </p15:guide>
        <p15:guide id="7" pos="295" userDrawn="1">
          <p15:clr>
            <a:srgbClr val="FF0000"/>
          </p15:clr>
        </p15:guide>
        <p15:guide id="8" pos="4467" userDrawn="1">
          <p15:clr>
            <a:srgbClr val="FF0000"/>
          </p15:clr>
        </p15:guide>
        <p15:guide id="9" pos="1519" userDrawn="1">
          <p15:clr>
            <a:srgbClr val="D9D9D9"/>
          </p15:clr>
        </p15:guide>
        <p15:guide id="10" pos="1764" userDrawn="1">
          <p15:clr>
            <a:srgbClr val="D9D9D9"/>
          </p15:clr>
        </p15:guide>
        <p15:guide id="11" pos="3243" userDrawn="1">
          <p15:clr>
            <a:srgbClr val="D9D9D9"/>
          </p15:clr>
        </p15:guide>
        <p15:guide id="12" pos="2998" userDrawn="1">
          <p15:clr>
            <a:srgbClr val="D9D9D9"/>
          </p15:clr>
        </p15:guide>
        <p15:guide id="13" pos="3120" userDrawn="1">
          <p15:clr>
            <a:srgbClr val="D9D9D9"/>
          </p15:clr>
        </p15:guide>
        <p15:guide id="14" pos="1642" userDrawn="1">
          <p15:clr>
            <a:srgbClr val="D9D9D9"/>
          </p15:clr>
        </p15:guide>
        <p15:guide id="15" pos="2381" userDrawn="1">
          <p15:clr>
            <a:srgbClr val="D9D9D9"/>
          </p15:clr>
        </p15:guide>
        <p15:guide id="16" pos="2154" userDrawn="1">
          <p15:clr>
            <a:srgbClr val="FF0000"/>
          </p15:clr>
        </p15:guide>
        <p15:guide id="17" pos="2608" userDrawn="1">
          <p15:clr>
            <a:srgbClr val="FF0000"/>
          </p15:clr>
        </p15:guide>
        <p15:guide id="18" orient="horz" pos="227" userDrawn="1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pic>
        <p:nvPicPr>
          <p:cNvPr id="53" name="Google Shape;53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" name="Google Shape;58;p7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" name="Google Shape;59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" name="Google Shape;60;p7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None/>
              <a:defRPr sz="900"/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7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3" name="Google Shape;63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 userDrawn="1">
          <p15:clr>
            <a:srgbClr val="D9D9D9"/>
          </p15:clr>
        </p15:guide>
        <p15:guide id="2" orient="horz" pos="544" userDrawn="1">
          <p15:clr>
            <a:srgbClr val="D9D9D9"/>
          </p15:clr>
        </p15:guide>
        <p15:guide id="3" orient="horz" pos="1916" userDrawn="1">
          <p15:clr>
            <a:srgbClr val="D9D9D9"/>
          </p15:clr>
        </p15:guide>
        <p15:guide id="4" orient="horz" pos="3368" userDrawn="1">
          <p15:clr>
            <a:srgbClr val="D9D9D9"/>
          </p15:clr>
        </p15:guide>
        <p15:guide id="5" orient="horz" pos="4762" userDrawn="1">
          <p15:clr>
            <a:srgbClr val="D9D9D9"/>
          </p15:clr>
        </p15:guide>
        <p15:guide id="6" orient="horz" pos="6282" userDrawn="1">
          <p15:clr>
            <a:srgbClr val="D9D9D9"/>
          </p15:clr>
        </p15:guide>
        <p15:guide id="7" pos="295" userDrawn="1">
          <p15:clr>
            <a:srgbClr val="FF0000"/>
          </p15:clr>
        </p15:guide>
        <p15:guide id="8" pos="4467" userDrawn="1">
          <p15:clr>
            <a:srgbClr val="FF0000"/>
          </p15:clr>
        </p15:guide>
        <p15:guide id="9" pos="1519" userDrawn="1">
          <p15:clr>
            <a:srgbClr val="D9D9D9"/>
          </p15:clr>
        </p15:guide>
        <p15:guide id="10" pos="1764" userDrawn="1">
          <p15:clr>
            <a:srgbClr val="D9D9D9"/>
          </p15:clr>
        </p15:guide>
        <p15:guide id="11" pos="3243" userDrawn="1">
          <p15:clr>
            <a:srgbClr val="D9D9D9"/>
          </p15:clr>
        </p15:guide>
        <p15:guide id="12" pos="2998" userDrawn="1">
          <p15:clr>
            <a:srgbClr val="D9D9D9"/>
          </p15:clr>
        </p15:guide>
        <p15:guide id="13" pos="3120" userDrawn="1">
          <p15:clr>
            <a:srgbClr val="D9D9D9"/>
          </p15:clr>
        </p15:guide>
        <p15:guide id="14" pos="1642" userDrawn="1">
          <p15:clr>
            <a:srgbClr val="D9D9D9"/>
          </p15:clr>
        </p15:guide>
        <p15:guide id="15" pos="2381" userDrawn="1">
          <p15:clr>
            <a:srgbClr val="D9D9D9"/>
          </p15:clr>
        </p15:guide>
        <p15:guide id="16" pos="2154" userDrawn="1">
          <p15:clr>
            <a:srgbClr val="FF0000"/>
          </p15:clr>
        </p15:guide>
        <p15:guide id="17" pos="2608" userDrawn="1">
          <p15:clr>
            <a:srgbClr val="FF0000"/>
          </p15:clr>
        </p15:guide>
        <p15:guide id="18" orient="horz" pos="227" userDrawn="1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</a:xfrm>
      </p:grpSpPr>
      <p:pic>
        <p:nvPicPr>
          <p:cNvPr id="65" name="Google Shape;65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8" name="Google Shape;68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0" name="Google Shape;70;p8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" name="Google Shape;71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 userDrawn="1">
          <p15:clr>
            <a:srgbClr val="D9D9D9"/>
          </p15:clr>
        </p15:guide>
        <p15:guide id="2" orient="horz" pos="544" userDrawn="1">
          <p15:clr>
            <a:srgbClr val="D9D9D9"/>
          </p15:clr>
        </p15:guide>
        <p15:guide id="3" orient="horz" pos="1916" userDrawn="1">
          <p15:clr>
            <a:srgbClr val="D9D9D9"/>
          </p15:clr>
        </p15:guide>
        <p15:guide id="4" orient="horz" pos="3368" userDrawn="1">
          <p15:clr>
            <a:srgbClr val="D9D9D9"/>
          </p15:clr>
        </p15:guide>
        <p15:guide id="5" orient="horz" pos="4762" userDrawn="1">
          <p15:clr>
            <a:srgbClr val="D9D9D9"/>
          </p15:clr>
        </p15:guide>
        <p15:guide id="6" orient="horz" pos="6282" userDrawn="1">
          <p15:clr>
            <a:srgbClr val="D9D9D9"/>
          </p15:clr>
        </p15:guide>
        <p15:guide id="7" pos="295" userDrawn="1">
          <p15:clr>
            <a:srgbClr val="FF0000"/>
          </p15:clr>
        </p15:guide>
        <p15:guide id="8" pos="4467" userDrawn="1">
          <p15:clr>
            <a:srgbClr val="FF0000"/>
          </p15:clr>
        </p15:guide>
        <p15:guide id="9" pos="1519" userDrawn="1">
          <p15:clr>
            <a:srgbClr val="D9D9D9"/>
          </p15:clr>
        </p15:guide>
        <p15:guide id="10" pos="1764" userDrawn="1">
          <p15:clr>
            <a:srgbClr val="D9D9D9"/>
          </p15:clr>
        </p15:guide>
        <p15:guide id="11" pos="3243" userDrawn="1">
          <p15:clr>
            <a:srgbClr val="D9D9D9"/>
          </p15:clr>
        </p15:guide>
        <p15:guide id="12" pos="2998" userDrawn="1">
          <p15:clr>
            <a:srgbClr val="D9D9D9"/>
          </p15:clr>
        </p15:guide>
        <p15:guide id="13" pos="3120" userDrawn="1">
          <p15:clr>
            <a:srgbClr val="D9D9D9"/>
          </p15:clr>
        </p15:guide>
        <p15:guide id="14" pos="1642" userDrawn="1">
          <p15:clr>
            <a:srgbClr val="D9D9D9"/>
          </p15:clr>
        </p15:guide>
        <p15:guide id="15" pos="2381" userDrawn="1">
          <p15:clr>
            <a:srgbClr val="D9D9D9"/>
          </p15:clr>
        </p15:guide>
        <p15:guide id="16" pos="2154" userDrawn="1">
          <p15:clr>
            <a:srgbClr val="FF0000"/>
          </p15:clr>
        </p15:guide>
        <p15:guide id="17" pos="2608" userDrawn="1">
          <p15:clr>
            <a:srgbClr val="FF0000"/>
          </p15:clr>
        </p15:guide>
        <p15:guide id="18" orient="horz" pos="227" userDrawn="1">
          <p15:clr>
            <a:srgbClr val="FF0000"/>
          </p15:clr>
        </p15:guide>
        <p15:guide id="19" orient="horz" pos="6508" userDrawn="1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</a:xfrm>
      </p:grpSpPr>
      <p:pic>
        <p:nvPicPr>
          <p:cNvPr id="74" name="Google Shape;74;p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9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 userDrawn="1">
          <p15:clr>
            <a:srgbClr val="D9D9D9"/>
          </p15:clr>
        </p15:guide>
        <p15:guide id="2" orient="horz" pos="544" userDrawn="1">
          <p15:clr>
            <a:srgbClr val="D9D9D9"/>
          </p15:clr>
        </p15:guide>
        <p15:guide id="3" orient="horz" pos="1916" userDrawn="1">
          <p15:clr>
            <a:srgbClr val="D9D9D9"/>
          </p15:clr>
        </p15:guide>
        <p15:guide id="4" orient="horz" pos="3368" userDrawn="1">
          <p15:clr>
            <a:srgbClr val="D9D9D9"/>
          </p15:clr>
        </p15:guide>
        <p15:guide id="5" orient="horz" pos="4762" userDrawn="1">
          <p15:clr>
            <a:srgbClr val="D9D9D9"/>
          </p15:clr>
        </p15:guide>
        <p15:guide id="6" orient="horz" pos="6282" userDrawn="1">
          <p15:clr>
            <a:srgbClr val="D9D9D9"/>
          </p15:clr>
        </p15:guide>
        <p15:guide id="7" pos="295" userDrawn="1">
          <p15:clr>
            <a:srgbClr val="FF0000"/>
          </p15:clr>
        </p15:guide>
        <p15:guide id="8" pos="4467" userDrawn="1">
          <p15:clr>
            <a:srgbClr val="FF0000"/>
          </p15:clr>
        </p15:guide>
        <p15:guide id="9" pos="1519" userDrawn="1">
          <p15:clr>
            <a:srgbClr val="D9D9D9"/>
          </p15:clr>
        </p15:guide>
        <p15:guide id="10" pos="1764" userDrawn="1">
          <p15:clr>
            <a:srgbClr val="D9D9D9"/>
          </p15:clr>
        </p15:guide>
        <p15:guide id="11" pos="3243" userDrawn="1">
          <p15:clr>
            <a:srgbClr val="D9D9D9"/>
          </p15:clr>
        </p15:guide>
        <p15:guide id="12" pos="2998" userDrawn="1">
          <p15:clr>
            <a:srgbClr val="D9D9D9"/>
          </p15:clr>
        </p15:guide>
        <p15:guide id="13" pos="3120" userDrawn="1">
          <p15:clr>
            <a:srgbClr val="D9D9D9"/>
          </p15:clr>
        </p15:guide>
        <p15:guide id="14" pos="1642" userDrawn="1">
          <p15:clr>
            <a:srgbClr val="D9D9D9"/>
          </p15:clr>
        </p15:guide>
        <p15:guide id="15" pos="2381" userDrawn="1">
          <p15:clr>
            <a:srgbClr val="D9D9D9"/>
          </p15:clr>
        </p15:guide>
        <p15:guide id="16" pos="2154" userDrawn="1">
          <p15:clr>
            <a:srgbClr val="FF0000"/>
          </p15:clr>
        </p15:guide>
        <p15:guide id="17" pos="2608" userDrawn="1">
          <p15:clr>
            <a:srgbClr val="FF0000"/>
          </p15:clr>
        </p15:guide>
        <p15:guide id="18" orient="horz" pos="227" userDrawn="1">
          <p15:clr>
            <a:srgbClr val="FF0000"/>
          </p15:clr>
        </p15:guide>
        <p15:guide id="19" orient="horz" pos="6508" userDrawn="1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</a:xfrm>
      </p:grpSpPr>
      <p:pic>
        <p:nvPicPr>
          <p:cNvPr id="79" name="Google Shape;79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0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3" name="Google Shape;83;p10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None/>
              <a:defRPr sz="900"/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4" name="Google Shape;84;p10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" name="Google Shape;85;p10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 userDrawn="1">
          <p15:clr>
            <a:srgbClr val="D9D9D9"/>
          </p15:clr>
        </p15:guide>
        <p15:guide id="2" orient="horz" pos="544" userDrawn="1">
          <p15:clr>
            <a:srgbClr val="D9D9D9"/>
          </p15:clr>
        </p15:guide>
        <p15:guide id="3" orient="horz" pos="1916" userDrawn="1">
          <p15:clr>
            <a:srgbClr val="D9D9D9"/>
          </p15:clr>
        </p15:guide>
        <p15:guide id="4" orient="horz" pos="3368" userDrawn="1">
          <p15:clr>
            <a:srgbClr val="D9D9D9"/>
          </p15:clr>
        </p15:guide>
        <p15:guide id="5" orient="horz" pos="4762" userDrawn="1">
          <p15:clr>
            <a:srgbClr val="D9D9D9"/>
          </p15:clr>
        </p15:guide>
        <p15:guide id="6" orient="horz" pos="6282" userDrawn="1">
          <p15:clr>
            <a:srgbClr val="D9D9D9"/>
          </p15:clr>
        </p15:guide>
        <p15:guide id="7" pos="295" userDrawn="1">
          <p15:clr>
            <a:srgbClr val="FF0000"/>
          </p15:clr>
        </p15:guide>
        <p15:guide id="8" pos="4467" userDrawn="1">
          <p15:clr>
            <a:srgbClr val="FF0000"/>
          </p15:clr>
        </p15:guide>
        <p15:guide id="9" pos="1519" userDrawn="1">
          <p15:clr>
            <a:srgbClr val="D9D9D9"/>
          </p15:clr>
        </p15:guide>
        <p15:guide id="10" pos="1764" userDrawn="1">
          <p15:clr>
            <a:srgbClr val="D9D9D9"/>
          </p15:clr>
        </p15:guide>
        <p15:guide id="11" pos="3243" userDrawn="1">
          <p15:clr>
            <a:srgbClr val="D9D9D9"/>
          </p15:clr>
        </p15:guide>
        <p15:guide id="12" pos="2998" userDrawn="1">
          <p15:clr>
            <a:srgbClr val="D9D9D9"/>
          </p15:clr>
        </p15:guide>
        <p15:guide id="13" pos="3120" userDrawn="1">
          <p15:clr>
            <a:srgbClr val="D9D9D9"/>
          </p15:clr>
        </p15:guide>
        <p15:guide id="14" pos="1642" userDrawn="1">
          <p15:clr>
            <a:srgbClr val="D9D9D9"/>
          </p15:clr>
        </p15:guide>
        <p15:guide id="15" pos="2381" userDrawn="1">
          <p15:clr>
            <a:srgbClr val="D9D9D9"/>
          </p15:clr>
        </p15:guide>
        <p15:guide id="16" pos="2154" userDrawn="1">
          <p15:clr>
            <a:srgbClr val="FF0000"/>
          </p15:clr>
        </p15:guide>
        <p15:guide id="17" pos="2608" userDrawn="1">
          <p15:clr>
            <a:srgbClr val="FF0000"/>
          </p15:clr>
        </p15:guide>
        <p15:guide id="18" orient="horz" pos="227" userDrawn="1">
          <p15:clr>
            <a:srgbClr val="FF0000"/>
          </p15:clr>
        </p15:guide>
        <p15:guide id="19" orient="horz" pos="6508" userDrawn="1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</a:xfrm>
      </p:grpSpPr>
      <p:pic>
        <p:nvPicPr>
          <p:cNvPr id="87" name="Google Shape;87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1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9" name="Google Shape;89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" name="Google Shape;90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" name="Google Shape;92;p11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3" name="Google Shape;9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1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None/>
              <a:defRPr sz="900"/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1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1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" name="Google Shape;97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 userDrawn="1">
          <p15:clr>
            <a:srgbClr val="D9D9D9"/>
          </p15:clr>
        </p15:guide>
        <p15:guide id="2" orient="horz" pos="544" userDrawn="1">
          <p15:clr>
            <a:srgbClr val="D9D9D9"/>
          </p15:clr>
        </p15:guide>
        <p15:guide id="3" orient="horz" pos="1916" userDrawn="1">
          <p15:clr>
            <a:srgbClr val="D9D9D9"/>
          </p15:clr>
        </p15:guide>
        <p15:guide id="4" orient="horz" pos="3368" userDrawn="1">
          <p15:clr>
            <a:srgbClr val="D9D9D9"/>
          </p15:clr>
        </p15:guide>
        <p15:guide id="5" orient="horz" pos="4762" userDrawn="1">
          <p15:clr>
            <a:srgbClr val="D9D9D9"/>
          </p15:clr>
        </p15:guide>
        <p15:guide id="6" orient="horz" pos="6282" userDrawn="1">
          <p15:clr>
            <a:srgbClr val="D9D9D9"/>
          </p15:clr>
        </p15:guide>
        <p15:guide id="7" pos="295" userDrawn="1">
          <p15:clr>
            <a:srgbClr val="FF0000"/>
          </p15:clr>
        </p15:guide>
        <p15:guide id="8" pos="4467" userDrawn="1">
          <p15:clr>
            <a:srgbClr val="FF0000"/>
          </p15:clr>
        </p15:guide>
        <p15:guide id="9" pos="1519" userDrawn="1">
          <p15:clr>
            <a:srgbClr val="D9D9D9"/>
          </p15:clr>
        </p15:guide>
        <p15:guide id="10" pos="1764" userDrawn="1">
          <p15:clr>
            <a:srgbClr val="D9D9D9"/>
          </p15:clr>
        </p15:guide>
        <p15:guide id="11" pos="3243" userDrawn="1">
          <p15:clr>
            <a:srgbClr val="D9D9D9"/>
          </p15:clr>
        </p15:guide>
        <p15:guide id="12" pos="2998" userDrawn="1">
          <p15:clr>
            <a:srgbClr val="D9D9D9"/>
          </p15:clr>
        </p15:guide>
        <p15:guide id="13" pos="3120" userDrawn="1">
          <p15:clr>
            <a:srgbClr val="D9D9D9"/>
          </p15:clr>
        </p15:guide>
        <p15:guide id="14" pos="1642" userDrawn="1">
          <p15:clr>
            <a:srgbClr val="D9D9D9"/>
          </p15:clr>
        </p15:guide>
        <p15:guide id="15" pos="2381" userDrawn="1">
          <p15:clr>
            <a:srgbClr val="D9D9D9"/>
          </p15:clr>
        </p15:guide>
        <p15:guide id="16" pos="2154" userDrawn="1">
          <p15:clr>
            <a:srgbClr val="FF0000"/>
          </p15:clr>
        </p15:guide>
        <p15:guide id="17" pos="2608" userDrawn="1">
          <p15:clr>
            <a:srgbClr val="FF0000"/>
          </p15:clr>
        </p15:guide>
        <p15:guide id="18" orient="horz" pos="227" userDrawn="1">
          <p15:clr>
            <a:srgbClr val="FF0000"/>
          </p15:clr>
        </p15:guide>
        <p15:guide id="19" orient="horz" pos="6508" userDrawn="1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4.png" /><Relationship Id="rId4" Type="http://schemas.openxmlformats.org/officeDocument/2006/relationships/image" Target="../media/image5.png" /><Relationship Id="rId5" Type="http://schemas.openxmlformats.org/officeDocument/2006/relationships/image" Target="../media/image6.png" /><Relationship Id="rId6" Type="http://schemas.openxmlformats.org/officeDocument/2006/relationships/image" Target="../media/image7.png" /><Relationship Id="rId7" Type="http://schemas.openxmlformats.org/officeDocument/2006/relationships/image" Target="../media/image8.png" /><Relationship Id="rId8" Type="http://schemas.openxmlformats.org/officeDocument/2006/relationships/image" Target="../media/image9.png" /><Relationship Id="rId9" Type="http://schemas.openxmlformats.org/officeDocument/2006/relationships/image" Target="../media/image10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1.png" /><Relationship Id="rId4" Type="http://schemas.openxmlformats.org/officeDocument/2006/relationships/image" Target="../media/image7.png" /><Relationship Id="rId5" Type="http://schemas.openxmlformats.org/officeDocument/2006/relationships/image" Target="../media/image12.png" /><Relationship Id="rId6" Type="http://schemas.openxmlformats.org/officeDocument/2006/relationships/image" Target="../media/image6.png" /><Relationship Id="rId7" Type="http://schemas.openxmlformats.org/officeDocument/2006/relationships/image" Target="../media/image10.png" /><Relationship Id="rId8" Type="http://schemas.openxmlformats.org/officeDocument/2006/relationships/image" Target="../media/image9.png" /><Relationship Id="rId9" Type="http://schemas.openxmlformats.org/officeDocument/2006/relationships/image" Target="../media/image8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6.png" /><Relationship Id="rId8" Type="http://schemas.openxmlformats.org/officeDocument/2006/relationships/image" Target="../media/image5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13.png" /><Relationship Id="rId4" Type="http://schemas.openxmlformats.org/officeDocument/2006/relationships/image" Target="../media/image12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sp>
        <p:nvSpPr>
          <p:cNvPr id="102" name="Google Shape;102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weather data</a:t>
            </a:r>
            <a:endParaRPr/>
          </a:p>
        </p:txBody>
      </p:sp>
      <p:sp>
        <p:nvSpPr>
          <p:cNvPr id="103" name="Google Shape;103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1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04" name="Google Shape;104;p12"/>
          <p:cNvSpPr txBox="1"/>
          <p:nvPr/>
        </p:nvSpPr>
        <p:spPr>
          <a:xfrm>
            <a:off x="380486" y="1715457"/>
            <a:ext cx="6624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At 8 am, Sofia cycles to Oakfield Academy from her house near the Old Town. 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The dotted line shows Sofia’s route.</a:t>
            </a:r>
            <a:endParaRPr sz="1200"/>
          </a:p>
        </p:txBody>
      </p:sp>
      <p:sp>
        <p:nvSpPr>
          <p:cNvPr id="105" name="Google Shape;105;p12"/>
          <p:cNvSpPr txBox="1"/>
          <p:nvPr/>
        </p:nvSpPr>
        <p:spPr>
          <a:xfrm>
            <a:off x="620250" y="2356929"/>
            <a:ext cx="2688300" cy="21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Sofia has the following items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ts val="1000"/>
              </a:spcBef>
              <a:spcAft>
                <a:spcPct val="0"/>
              </a:spcAft>
              <a:buSzPts val="1200"/>
              <a:buFont typeface="Lexend"/>
              <a:buChar char="●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sunglasses (for constant sunny weather)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ts val="1000"/>
              </a:spcBef>
              <a:spcAft>
                <a:spcPct val="0"/>
              </a:spcAft>
              <a:buSzPts val="1200"/>
              <a:buFont typeface="Lexend"/>
              <a:buChar char="●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raincoat (for any amount of rain)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ts val="1000"/>
              </a:spcBef>
              <a:spcAft>
                <a:spcPct val="0"/>
              </a:spcAft>
              <a:buSzPts val="1200"/>
              <a:buFont typeface="Lexend"/>
              <a:buChar char="●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scarf (if the temperature drops below 10°C)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should she bring for her journey to Oakfield Academy?                                    Justify your answer for each one.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2"/>
          <p:cNvSpPr txBox="1"/>
          <p:nvPr/>
        </p:nvSpPr>
        <p:spPr>
          <a:xfrm>
            <a:off x="476400" y="6475175"/>
            <a:ext cx="48531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This weather report shows weather data for 1st June 2024.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" name="Google Shape;107;p12"/>
          <p:cNvSpPr txBox="1"/>
          <p:nvPr/>
        </p:nvSpPr>
        <p:spPr>
          <a:xfrm>
            <a:off x="476400" y="7990114"/>
            <a:ext cx="5930400" cy="1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Between which two times is sunrise?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Describe the trend in the weather conditions between 8 am and 12 pm.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What is the mean temperature during the night-time hours?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Which of these weather conditions is likely at 1 pm? Justify your choices.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8" name="Google Shape;108;p12"/>
          <p:cNvGraphicFramePr>
            <a:graphicFrameLocks noGrp="1"/>
          </p:cNvGraphicFramePr>
          <p:nvPr/>
        </p:nvGraphicFramePr>
        <p:xfrm>
          <a:off x="708988" y="6779971"/>
          <a:ext cx="6126600" cy="927805"/>
        </p:xfrm>
        <a:graphic>
          <a:graphicData uri="http://schemas.openxmlformats.org/drawingml/2006/table">
            <a:tbl>
              <a:tblPr>
                <a:noFill/>
                <a:tableStyleId>{BA8C33EF-A0A2-4C23-ABA1-1D6B0AA8FEE8}</a:tableStyleId>
              </a:tblPr>
              <a:tblGrid>
                <a:gridCol w="765825"/>
                <a:gridCol w="765825"/>
                <a:gridCol w="765825"/>
                <a:gridCol w="765825"/>
                <a:gridCol w="765825"/>
                <a:gridCol w="765825"/>
                <a:gridCol w="765825"/>
                <a:gridCol w="765825"/>
              </a:tblGrid>
              <a:tr h="1153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00:00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02:00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04:00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06:00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08:00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10:00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12:00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14:00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rgbClr val="808080"/>
                    </a:solidFill>
                  </a:tcPr>
                </a:tc>
              </a:tr>
              <a:tr h="465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2793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9°C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10°C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8°C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10°C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13°C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12°C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11°C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12°C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109" name="Google Shape;109;p12"/>
          <p:cNvSpPr txBox="1"/>
          <p:nvPr/>
        </p:nvSpPr>
        <p:spPr>
          <a:xfrm>
            <a:off x="4655329" y="7732818"/>
            <a:ext cx="2434800" cy="2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weather at “Oakfield Harbour”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2"/>
          <p:cNvSpPr/>
          <p:nvPr/>
        </p:nvSpPr>
        <p:spPr>
          <a:xfrm flipH="1">
            <a:off x="706550" y="9564596"/>
            <a:ext cx="997800" cy="373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sunny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" name="Google Shape;111;p12"/>
          <p:cNvSpPr/>
          <p:nvPr/>
        </p:nvSpPr>
        <p:spPr>
          <a:xfrm flipH="1">
            <a:off x="1904876" y="9564596"/>
            <a:ext cx="997800" cy="373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sunny intervals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" name="Google Shape;112;p12"/>
          <p:cNvSpPr/>
          <p:nvPr/>
        </p:nvSpPr>
        <p:spPr>
          <a:xfrm flipH="1">
            <a:off x="3103200" y="9564596"/>
            <a:ext cx="997800" cy="373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rain showers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" name="Google Shape;113;p12"/>
          <p:cNvSpPr/>
          <p:nvPr/>
        </p:nvSpPr>
        <p:spPr>
          <a:xfrm flipH="1">
            <a:off x="4301525" y="9564596"/>
            <a:ext cx="997800" cy="373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heavy rain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" name="Google Shape;114;p12"/>
          <p:cNvSpPr/>
          <p:nvPr/>
        </p:nvSpPr>
        <p:spPr>
          <a:xfrm flipH="1">
            <a:off x="5499850" y="9564596"/>
            <a:ext cx="997800" cy="373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lightning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" name="Google Shape;115;p12"/>
          <p:cNvSpPr txBox="1"/>
          <p:nvPr/>
        </p:nvSpPr>
        <p:spPr>
          <a:xfrm>
            <a:off x="468001" y="1335050"/>
            <a:ext cx="6194100" cy="2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Understanding a basic weather forecast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6" name="Google Shape;116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4675" y="2269557"/>
            <a:ext cx="3946649" cy="2775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56443" y="7029453"/>
            <a:ext cx="352244" cy="391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92111" y="7057104"/>
            <a:ext cx="352235" cy="357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0375" y="6969860"/>
            <a:ext cx="446237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23403" y="6969860"/>
            <a:ext cx="446237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28518" y="7036331"/>
            <a:ext cx="352236" cy="39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73866" y="7036331"/>
            <a:ext cx="352236" cy="39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99854" y="7033565"/>
            <a:ext cx="352235" cy="4044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215863" y="7056283"/>
            <a:ext cx="446236" cy="300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8" name="Shape 128"/>
        <p:cNvGrpSpPr/>
        <p:nvPr/>
      </p:nvGrpSpPr>
      <p:grpSpPr>
        <a:xfrm>
          <a:off x="0" y="0"/>
          <a:ext cx="0" cy="0"/>
        </a:xfrm>
      </p:grpSpPr>
      <p:sp>
        <p:nvSpPr>
          <p:cNvPr id="129" name="Google Shape;129;p13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weather data</a:t>
            </a:r>
            <a:endParaRPr/>
          </a:p>
        </p:txBody>
      </p:sp>
      <p:sp>
        <p:nvSpPr>
          <p:cNvPr id="130" name="Google Shape;130;p13"/>
          <p:cNvSpPr txBox="1"/>
          <p:nvPr/>
        </p:nvSpPr>
        <p:spPr>
          <a:xfrm>
            <a:off x="476400" y="912575"/>
            <a:ext cx="48531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The weather report is for a location in Oakfield.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1" name="Google Shape;131;p13"/>
          <p:cNvGraphicFramePr>
            <a:graphicFrameLocks noGrp="1"/>
          </p:cNvGraphicFramePr>
          <p:nvPr/>
        </p:nvGraphicFramePr>
        <p:xfrm>
          <a:off x="708988" y="1217371"/>
          <a:ext cx="6126600" cy="927805"/>
        </p:xfrm>
        <a:graphic>
          <a:graphicData uri="http://schemas.openxmlformats.org/drawingml/2006/table">
            <a:tbl>
              <a:tblPr>
                <a:noFill/>
                <a:tableStyleId>{BA8C33EF-A0A2-4C23-ABA1-1D6B0AA8FEE8}</a:tableStyleId>
              </a:tblPr>
              <a:tblGrid>
                <a:gridCol w="765825"/>
                <a:gridCol w="765825"/>
                <a:gridCol w="765825"/>
                <a:gridCol w="765825"/>
                <a:gridCol w="765825"/>
                <a:gridCol w="765825"/>
                <a:gridCol w="765825"/>
                <a:gridCol w="765825"/>
              </a:tblGrid>
              <a:tr h="1153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00:00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03:00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06:00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09:00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12:00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15:00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18:00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21:00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rgbClr val="808080"/>
                    </a:solidFill>
                  </a:tcPr>
                </a:tc>
              </a:tr>
              <a:tr h="465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2793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6°C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13°C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12°C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132" name="Google Shape;132;p13"/>
          <p:cNvSpPr txBox="1"/>
          <p:nvPr/>
        </p:nvSpPr>
        <p:spPr>
          <a:xfrm>
            <a:off x="481775" y="5323200"/>
            <a:ext cx="6610200" cy="23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Which location in Oakfield does this weather report most likely represent?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What is the range of temperatures at this location?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The range of temperatures at location A is the same as the range in the report 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location. What are the maximum and minimum temperatures at location A?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3" name="Google Shape;133;p13"/>
          <p:cNvCxnSpPr/>
          <p:nvPr/>
        </p:nvCxnSpPr>
        <p:spPr>
          <a:xfrm>
            <a:off x="482701" y="9948674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4" name="Google Shape;134;p13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 sz="1200">
                <a:solidFill>
                  <a:srgbClr val="222222"/>
                </a:solidFill>
                <a:latin typeface="Lexend Medium"/>
                <a:ea typeface="Lexend Medium"/>
                <a:cs typeface="Lexend Medium"/>
                <a:sym typeface="Lexend Medium"/>
              </a:rPr>
              <a:t>2</a:t>
            </a:fld>
            <a:endParaRPr sz="1200">
              <a:solidFill>
                <a:srgbClr val="22222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35" name="Google Shape;13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1100" y="2387813"/>
            <a:ext cx="4274725" cy="269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5600" y="1345665"/>
            <a:ext cx="494430" cy="511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35472" y="1456050"/>
            <a:ext cx="494430" cy="290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35348" y="1448100"/>
            <a:ext cx="494430" cy="290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47010" y="1448100"/>
            <a:ext cx="494430" cy="290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93844" y="1372029"/>
            <a:ext cx="452331" cy="458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73803" y="1434799"/>
            <a:ext cx="494431" cy="333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35262" y="1474566"/>
            <a:ext cx="316971" cy="363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246014" y="1382919"/>
            <a:ext cx="371936" cy="4211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7" name="Shape 147"/>
        <p:cNvGrpSpPr/>
        <p:nvPr/>
      </p:nvGrpSpPr>
      <p:grpSpPr>
        <a:xfrm>
          <a:off x="0" y="0"/>
          <a:ext cx="0" cy="0"/>
        </a:xfrm>
      </p:grpSpPr>
      <p:sp>
        <p:nvSpPr>
          <p:cNvPr id="148" name="Google Shape;148;p14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weather data</a:t>
            </a:r>
            <a:endParaRPr/>
          </a:p>
        </p:txBody>
      </p:sp>
      <p:sp>
        <p:nvSpPr>
          <p:cNvPr id="149" name="Google Shape;149;p14"/>
          <p:cNvSpPr txBox="1"/>
          <p:nvPr/>
        </p:nvSpPr>
        <p:spPr>
          <a:xfrm>
            <a:off x="461075" y="8672189"/>
            <a:ext cx="6636300" cy="11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Complete this sentence: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“Higher humidity likely leads to an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___________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in “feels like” temperature compared 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to air temperature.”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What weather conditions might result in higher humidity?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" name="Google Shape;150;p14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 sz="1200">
                <a:solidFill>
                  <a:srgbClr val="222222"/>
                </a:solidFill>
                <a:latin typeface="Lexend Medium"/>
                <a:ea typeface="Lexend Medium"/>
                <a:cs typeface="Lexend Medium"/>
                <a:sym typeface="Lexend Medium"/>
              </a:rPr>
              <a:t>3</a:t>
            </a:fld>
            <a:endParaRPr sz="1200">
              <a:solidFill>
                <a:srgbClr val="22222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51" name="Google Shape;151;p14"/>
          <p:cNvSpPr txBox="1"/>
          <p:nvPr/>
        </p:nvSpPr>
        <p:spPr>
          <a:xfrm>
            <a:off x="468001" y="607068"/>
            <a:ext cx="6194100" cy="2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Analysing extra forecast information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4"/>
          <p:cNvSpPr txBox="1"/>
          <p:nvPr/>
        </p:nvSpPr>
        <p:spPr>
          <a:xfrm>
            <a:off x="476400" y="1022314"/>
            <a:ext cx="6636300" cy="2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This weather report shows the weather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forecast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for Oakfield Harbour.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53" name="Google Shape;153;p14"/>
          <p:cNvGraphicFramePr>
            <a:graphicFrameLocks noGrp="1"/>
          </p:cNvGraphicFramePr>
          <p:nvPr/>
        </p:nvGraphicFramePr>
        <p:xfrm>
          <a:off x="476388" y="1339263"/>
          <a:ext cx="6499900" cy="2062110"/>
        </p:xfrm>
        <a:graphic>
          <a:graphicData uri="http://schemas.openxmlformats.org/drawingml/2006/table">
            <a:tbl>
              <a:tblPr>
                <a:noFill/>
                <a:tableStyleId>{BA8C33EF-A0A2-4C23-ABA1-1D6B0AA8FEE8}</a:tableStyleId>
              </a:tblPr>
              <a:tblGrid>
                <a:gridCol w="1583300"/>
                <a:gridCol w="614575"/>
                <a:gridCol w="614575"/>
                <a:gridCol w="614575"/>
                <a:gridCol w="614575"/>
                <a:gridCol w="614575"/>
                <a:gridCol w="614575"/>
                <a:gridCol w="614575"/>
                <a:gridCol w="614575"/>
              </a:tblGrid>
              <a:tr h="249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22222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00:00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03:00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06:00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09:00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12:00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15:00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18:00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21:00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8080"/>
                    </a:solidFill>
                  </a:tcPr>
                </a:tc>
              </a:tr>
              <a:tr h="5202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22222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28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air temperature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13°C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15°C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15°C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22°C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24°C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18°C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14°C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12°C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28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wind speed (km/h)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28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wind direction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↗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↑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↑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←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←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←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←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←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61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“feels like”</a:t>
                      </a:r>
                      <a:endParaRPr sz="1200"/>
                    </a:p>
                  </a:txBody>
                  <a:tcPr marL="36000" marR="91425" marT="91425" marB="91425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13°C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14°C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14°C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21°C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22°C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14°C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10°C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9°C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54" name="Google Shape;154;p14"/>
          <p:cNvSpPr txBox="1"/>
          <p:nvPr/>
        </p:nvSpPr>
        <p:spPr>
          <a:xfrm>
            <a:off x="476400" y="3536914"/>
            <a:ext cx="6636300" cy="9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Which wind directions results in the most and least difference between air temperature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179999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and the “feels like” temperature?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A cold front will blow over Oakfield Harbour. Using the weather report, write down the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179999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most likely time this will happen, and justify your answer.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55" name="Google Shape;155;p14"/>
          <p:cNvGraphicFramePr>
            <a:graphicFrameLocks noGrp="1"/>
          </p:cNvGraphicFramePr>
          <p:nvPr/>
        </p:nvGraphicFramePr>
        <p:xfrm>
          <a:off x="704988" y="6128239"/>
          <a:ext cx="3027050" cy="1700290"/>
        </p:xfrm>
        <a:graphic>
          <a:graphicData uri="http://schemas.openxmlformats.org/drawingml/2006/table">
            <a:tbl>
              <a:tblPr>
                <a:noFill/>
                <a:tableStyleId>{BA8C33EF-A0A2-4C23-ABA1-1D6B0AA8FEE8}</a:tableStyleId>
              </a:tblPr>
              <a:tblGrid>
                <a:gridCol w="1240350"/>
                <a:gridCol w="446675"/>
                <a:gridCol w="446675"/>
                <a:gridCol w="446675"/>
                <a:gridCol w="446675"/>
              </a:tblGrid>
              <a:tr h="249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22222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08:00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11:00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14:00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17:00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8080"/>
                    </a:solidFill>
                  </a:tcPr>
                </a:tc>
              </a:tr>
              <a:tr h="4327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22222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28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air temperature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6°C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28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humidity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45%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70%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65%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61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“feels like”</a:t>
                      </a:r>
                      <a:endParaRPr sz="1200"/>
                    </a:p>
                  </a:txBody>
                  <a:tcPr marL="36000" marR="91425" marT="91425" marB="91425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5°C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°C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°C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°C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56" name="Google Shape;156;p14"/>
          <p:cNvSpPr txBox="1"/>
          <p:nvPr/>
        </p:nvSpPr>
        <p:spPr>
          <a:xfrm>
            <a:off x="705000" y="6118339"/>
            <a:ext cx="11607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Weather report on 1st July at  Oakfield Old Town.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" name="Google Shape;157;p14"/>
          <p:cNvSpPr txBox="1"/>
          <p:nvPr/>
        </p:nvSpPr>
        <p:spPr>
          <a:xfrm>
            <a:off x="488725" y="5649989"/>
            <a:ext cx="6610500" cy="3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Humidity measures the amount of moisture in the air. It also influences “feels like” 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temperature.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58" name="Google Shape;158;p14"/>
          <p:cNvGraphicFramePr>
            <a:graphicFrameLocks noGrp="1"/>
          </p:cNvGraphicFramePr>
          <p:nvPr/>
        </p:nvGraphicFramePr>
        <p:xfrm>
          <a:off x="4057788" y="6128239"/>
          <a:ext cx="3027050" cy="1700290"/>
        </p:xfrm>
        <a:graphic>
          <a:graphicData uri="http://schemas.openxmlformats.org/drawingml/2006/table">
            <a:tbl>
              <a:tblPr>
                <a:noFill/>
                <a:tableStyleId>{BA8C33EF-A0A2-4C23-ABA1-1D6B0AA8FEE8}</a:tableStyleId>
              </a:tblPr>
              <a:tblGrid>
                <a:gridCol w="1240350"/>
                <a:gridCol w="446675"/>
                <a:gridCol w="446675"/>
                <a:gridCol w="446675"/>
                <a:gridCol w="446675"/>
              </a:tblGrid>
              <a:tr h="249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22222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08:00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11:00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14:00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17:00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8080"/>
                    </a:solidFill>
                  </a:tcPr>
                </a:tc>
              </a:tr>
              <a:tr h="4327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22222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28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air temperature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6°C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28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humidity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20%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15%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61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“feels like”</a:t>
                      </a:r>
                      <a:endParaRPr sz="1200"/>
                    </a:p>
                  </a:txBody>
                  <a:tcPr marL="36000" marR="91425" marT="91425" marB="91425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5°C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°C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°C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°C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59" name="Google Shape;159;p14"/>
          <p:cNvSpPr txBox="1"/>
          <p:nvPr/>
        </p:nvSpPr>
        <p:spPr>
          <a:xfrm>
            <a:off x="4057800" y="6118339"/>
            <a:ext cx="11607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Weather report on 10th July at  Oakfield Old Town.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" name="Google Shape;160;p14"/>
          <p:cNvSpPr txBox="1"/>
          <p:nvPr/>
        </p:nvSpPr>
        <p:spPr>
          <a:xfrm>
            <a:off x="488725" y="7935989"/>
            <a:ext cx="6577800" cy="4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On which day, and at what time, was there the greatest difference between the air 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temperature and the “feels like” temperature?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8542" y="1744030"/>
            <a:ext cx="409379" cy="423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0323" y="1744030"/>
            <a:ext cx="409379" cy="423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6235" y="1744021"/>
            <a:ext cx="409379" cy="423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6635" y="1724022"/>
            <a:ext cx="409379" cy="463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4"/>
          <p:cNvPicPr preferRelativeResize="0"/>
          <p:nvPr/>
        </p:nvPicPr>
        <p:blipFill>
          <a:blip r:embed="rId5">
            <a:alphaModFix/>
          </a:blip>
          <a:srcRect b="21869"/>
          <a:stretch>
            <a:fillRect/>
          </a:stretch>
        </p:blipFill>
        <p:spPr>
          <a:xfrm>
            <a:off x="5306077" y="1823026"/>
            <a:ext cx="350349" cy="314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85249" y="1815376"/>
            <a:ext cx="488872" cy="329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736" y="1772519"/>
            <a:ext cx="409375" cy="415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815617" y="1765457"/>
            <a:ext cx="342114" cy="380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4"/>
          <p:cNvPicPr preferRelativeResize="0"/>
          <p:nvPr/>
        </p:nvPicPr>
        <p:blipFill>
          <a:blip r:embed="rId5">
            <a:alphaModFix/>
          </a:blip>
          <a:srcRect b="21869"/>
          <a:stretch>
            <a:fillRect/>
          </a:stretch>
        </p:blipFill>
        <p:spPr>
          <a:xfrm>
            <a:off x="1982453" y="6549929"/>
            <a:ext cx="347990" cy="312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8824" y="6496989"/>
            <a:ext cx="369164" cy="418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58546" y="6532667"/>
            <a:ext cx="440848" cy="29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64695" y="6518762"/>
            <a:ext cx="369160" cy="374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37707" y="6518764"/>
            <a:ext cx="369160" cy="374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58534" y="6518764"/>
            <a:ext cx="369160" cy="374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66986" y="6526845"/>
            <a:ext cx="440848" cy="29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19197" y="6526854"/>
            <a:ext cx="440848" cy="297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0" name="Shape 180"/>
        <p:cNvGrpSpPr/>
        <p:nvPr/>
      </p:nvGrpSpPr>
      <p:grpSpPr>
        <a:xfrm>
          <a:off x="0" y="0"/>
          <a:ext cx="0" cy="0"/>
        </a:xfrm>
      </p:grpSpPr>
      <p:sp>
        <p:nvSpPr>
          <p:cNvPr id="181" name="Google Shape;18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4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82" name="Google Shape;182;p15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weather data</a:t>
            </a:r>
            <a:endParaRPr/>
          </a:p>
        </p:txBody>
      </p:sp>
      <p:sp>
        <p:nvSpPr>
          <p:cNvPr id="183" name="Google Shape;183;p15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84" name="Google Shape;184;p15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15"/>
          <p:cNvSpPr/>
          <p:nvPr/>
        </p:nvSpPr>
        <p:spPr>
          <a:xfrm>
            <a:off x="3601251" y="1900405"/>
            <a:ext cx="3474600" cy="22023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86" name="Google Shape;186;p15"/>
          <p:cNvSpPr txBox="1"/>
          <p:nvPr/>
        </p:nvSpPr>
        <p:spPr>
          <a:xfrm>
            <a:off x="492525" y="900775"/>
            <a:ext cx="65994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Using the information given on the weather map and weather report, make a sensible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179999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prediction on the missing details of the weather conditions at 4 pm at Oakmoor.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Write a sentence justifying your prediction.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7" name="Google Shape;187;p15"/>
          <p:cNvPicPr preferRelativeResize="0"/>
          <p:nvPr/>
        </p:nvPicPr>
        <p:blipFill>
          <a:blip r:embed="rId3">
            <a:alphaModFix/>
          </a:blip>
          <a:srcRect l="348" t="351" r="268" b="9705"/>
          <a:stretch>
            <a:fillRect/>
          </a:stretch>
        </p:blipFill>
        <p:spPr>
          <a:xfrm>
            <a:off x="3585625" y="1895925"/>
            <a:ext cx="3502162" cy="221128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5"/>
          <p:cNvSpPr txBox="1"/>
          <p:nvPr/>
        </p:nvSpPr>
        <p:spPr>
          <a:xfrm>
            <a:off x="3640687" y="1942814"/>
            <a:ext cx="687900" cy="15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Oakfield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15"/>
          <p:cNvSpPr/>
          <p:nvPr/>
        </p:nvSpPr>
        <p:spPr>
          <a:xfrm>
            <a:off x="4742977" y="2688383"/>
            <a:ext cx="81600" cy="81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90" name="Google Shape;190;p15"/>
          <p:cNvSpPr txBox="1"/>
          <p:nvPr/>
        </p:nvSpPr>
        <p:spPr>
          <a:xfrm>
            <a:off x="3612713" y="2712025"/>
            <a:ext cx="750300" cy="2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Oakfield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Academy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1" name="Google Shape;191;p15"/>
          <p:cNvCxnSpPr/>
          <p:nvPr/>
        </p:nvCxnSpPr>
        <p:spPr>
          <a:xfrm flipH="1">
            <a:off x="4230814" y="2728801"/>
            <a:ext cx="557700" cy="1311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2" name="Google Shape;192;p15"/>
          <p:cNvSpPr/>
          <p:nvPr/>
        </p:nvSpPr>
        <p:spPr>
          <a:xfrm rot="-4517960">
            <a:off x="6587965" y="2635400"/>
            <a:ext cx="81570" cy="8157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193" name="Google Shape;193;p15"/>
          <p:cNvCxnSpPr/>
          <p:nvPr/>
        </p:nvCxnSpPr>
        <p:spPr>
          <a:xfrm>
            <a:off x="6629685" y="2671612"/>
            <a:ext cx="42300" cy="356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4" name="Google Shape;194;p15"/>
          <p:cNvSpPr txBox="1"/>
          <p:nvPr/>
        </p:nvSpPr>
        <p:spPr>
          <a:xfrm>
            <a:off x="6357643" y="3022470"/>
            <a:ext cx="639900" cy="2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Oakfield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Harbour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15"/>
          <p:cNvSpPr/>
          <p:nvPr/>
        </p:nvSpPr>
        <p:spPr>
          <a:xfrm>
            <a:off x="5859116" y="3782860"/>
            <a:ext cx="81600" cy="81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96" name="Google Shape;196;p15"/>
          <p:cNvGrpSpPr/>
          <p:nvPr/>
        </p:nvGrpSpPr>
        <p:grpSpPr>
          <a:xfrm flipH="1">
            <a:off x="5890547" y="3629132"/>
            <a:ext cx="892188" cy="275052"/>
            <a:chOff x="2402291" y="3748030"/>
            <a:chExt cx="1287429" cy="396900"/>
          </a:xfrm>
        </p:grpSpPr>
        <p:sp>
          <p:nvSpPr>
            <p:cNvPr id="197" name="Google Shape;197;p15"/>
            <p:cNvSpPr txBox="1"/>
            <p:nvPr/>
          </p:nvSpPr>
          <p:spPr>
            <a:xfrm>
              <a:off x="2402291" y="3748030"/>
              <a:ext cx="1128000" cy="39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Oakfield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Old Town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98" name="Google Shape;198;p15"/>
            <p:cNvCxnSpPr/>
            <p:nvPr/>
          </p:nvCxnSpPr>
          <p:spPr>
            <a:xfrm flipH="1">
              <a:off x="3479720" y="4028393"/>
              <a:ext cx="210000" cy="42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9" name="Google Shape;199;p15"/>
          <p:cNvSpPr/>
          <p:nvPr/>
        </p:nvSpPr>
        <p:spPr>
          <a:xfrm>
            <a:off x="5728085" y="2517082"/>
            <a:ext cx="81600" cy="81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0" name="Google Shape;200;p15"/>
          <p:cNvSpPr/>
          <p:nvPr/>
        </p:nvSpPr>
        <p:spPr>
          <a:xfrm>
            <a:off x="5256041" y="3344134"/>
            <a:ext cx="81600" cy="81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1" name="Google Shape;201;p15"/>
          <p:cNvSpPr txBox="1"/>
          <p:nvPr/>
        </p:nvSpPr>
        <p:spPr>
          <a:xfrm>
            <a:off x="6654415" y="3942482"/>
            <a:ext cx="412200" cy="15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12:00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2" name="Google Shape;202;p15"/>
          <p:cNvGrpSpPr/>
          <p:nvPr/>
        </p:nvGrpSpPr>
        <p:grpSpPr>
          <a:xfrm>
            <a:off x="3562772" y="3585508"/>
            <a:ext cx="258004" cy="448440"/>
            <a:chOff x="386375" y="4087685"/>
            <a:chExt cx="372300" cy="647100"/>
          </a:xfrm>
        </p:grpSpPr>
        <p:cxnSp>
          <p:nvCxnSpPr>
            <p:cNvPr id="203" name="Google Shape;203;p15"/>
            <p:cNvCxnSpPr/>
            <p:nvPr/>
          </p:nvCxnSpPr>
          <p:spPr>
            <a:xfrm rot="10800000" flipH="1">
              <a:off x="572525" y="4364885"/>
              <a:ext cx="0" cy="3699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04" name="Google Shape;204;p15"/>
            <p:cNvSpPr txBox="1"/>
            <p:nvPr/>
          </p:nvSpPr>
          <p:spPr>
            <a:xfrm>
              <a:off x="386375" y="4087685"/>
              <a:ext cx="37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N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5" name="Google Shape;205;p15"/>
          <p:cNvSpPr/>
          <p:nvPr/>
        </p:nvSpPr>
        <p:spPr>
          <a:xfrm>
            <a:off x="4552702" y="3806771"/>
            <a:ext cx="81600" cy="81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206" name="Google Shape;206;p15"/>
          <p:cNvCxnSpPr/>
          <p:nvPr/>
        </p:nvCxnSpPr>
        <p:spPr>
          <a:xfrm rot="10800000" flipH="1">
            <a:off x="4383744" y="3848858"/>
            <a:ext cx="205200" cy="471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7" name="Google Shape;207;p15"/>
          <p:cNvSpPr txBox="1"/>
          <p:nvPr/>
        </p:nvSpPr>
        <p:spPr>
          <a:xfrm>
            <a:off x="3759188" y="3847450"/>
            <a:ext cx="723000" cy="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Oak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moor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15"/>
          <p:cNvSpPr txBox="1"/>
          <p:nvPr/>
        </p:nvSpPr>
        <p:spPr>
          <a:xfrm>
            <a:off x="5549497" y="2517202"/>
            <a:ext cx="258000" cy="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15"/>
          <p:cNvSpPr txBox="1"/>
          <p:nvPr/>
        </p:nvSpPr>
        <p:spPr>
          <a:xfrm>
            <a:off x="5070991" y="3345109"/>
            <a:ext cx="258000" cy="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15"/>
          <p:cNvSpPr/>
          <p:nvPr/>
        </p:nvSpPr>
        <p:spPr>
          <a:xfrm>
            <a:off x="5071949" y="1900831"/>
            <a:ext cx="2003376" cy="1629774"/>
          </a:xfrm>
          <a:custGeom>
            <a:rect l="l" t="t" r="r" b="b"/>
            <a:pathLst>
              <a:path w="104930" h="85362" extrusionOk="0">
                <a:moveTo>
                  <a:pt x="0" y="0"/>
                </a:moveTo>
                <a:cubicBezTo>
                  <a:pt x="2315" y="9001"/>
                  <a:pt x="-3601" y="39779"/>
                  <a:pt x="13887" y="54006"/>
                </a:cubicBezTo>
                <a:cubicBezTo>
                  <a:pt x="31375" y="68233"/>
                  <a:pt x="89756" y="80136"/>
                  <a:pt x="104930" y="85362"/>
                </a:cubicBezTo>
              </a:path>
            </a:pathLst>
          </a:cu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211" name="Google Shape;211;p15"/>
          <p:cNvSpPr/>
          <p:nvPr/>
        </p:nvSpPr>
        <p:spPr>
          <a:xfrm rot="4951830">
            <a:off x="5123972" y="2128434"/>
            <a:ext cx="136155" cy="212065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15"/>
          <p:cNvSpPr/>
          <p:nvPr/>
        </p:nvSpPr>
        <p:spPr>
          <a:xfrm rot="2318404">
            <a:off x="5383868" y="2774551"/>
            <a:ext cx="135965" cy="211959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15"/>
          <p:cNvSpPr/>
          <p:nvPr/>
        </p:nvSpPr>
        <p:spPr>
          <a:xfrm rot="1007765">
            <a:off x="6135643" y="3077081"/>
            <a:ext cx="136002" cy="21192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4" name="Google Shape;214;p15"/>
          <p:cNvGraphicFramePr>
            <a:graphicFrameLocks noGrp="1"/>
          </p:cNvGraphicFramePr>
          <p:nvPr/>
        </p:nvGraphicFramePr>
        <p:xfrm>
          <a:off x="536579" y="1896676"/>
          <a:ext cx="2812450" cy="2268810"/>
        </p:xfrm>
        <a:graphic>
          <a:graphicData uri="http://schemas.openxmlformats.org/drawingml/2006/table">
            <a:tbl>
              <a:tblPr>
                <a:noFill/>
                <a:tableStyleId>{BA8C33EF-A0A2-4C23-ABA1-1D6B0AA8FEE8}</a:tableStyleId>
              </a:tblPr>
              <a:tblGrid>
                <a:gridCol w="1583300"/>
                <a:gridCol w="614575"/>
                <a:gridCol w="614575"/>
              </a:tblGrid>
              <a:tr h="3527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22222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12:00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16:00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8080"/>
                    </a:solidFill>
                  </a:tcPr>
                </a:tc>
              </a:tr>
              <a:tr h="4889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22222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376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air temperature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11°C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376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wind speed (km/h)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82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wind direction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↙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↙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82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% chance of rain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77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“feels like”</a:t>
                      </a:r>
                      <a:endParaRPr sz="1200"/>
                    </a:p>
                  </a:txBody>
                  <a:tcPr marL="36000" marR="91425" marT="91425" marB="91425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13°C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15" name="Google Shape;215;p15"/>
          <p:cNvSpPr txBox="1"/>
          <p:nvPr/>
        </p:nvSpPr>
        <p:spPr>
          <a:xfrm>
            <a:off x="1616538" y="4197196"/>
            <a:ext cx="1731900" cy="2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weather at “Oakmoor”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6" name="Google Shape;216;p15"/>
          <p:cNvCxnSpPr/>
          <p:nvPr/>
        </p:nvCxnSpPr>
        <p:spPr>
          <a:xfrm>
            <a:off x="482701" y="9948674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17" name="Google Shape;21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76250" y="2315625"/>
            <a:ext cx="557700" cy="32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31"/>
  <p:tag name="AS_OS" val="Microsoft Windows NT 10.0.17763.0"/>
  <p:tag name="AS_RELEASE_DATE" val="2026.01.14"/>
  <p:tag name="AS_TITLE" val="Aspose.Slides for .NET6"/>
  <p:tag name="AS_VERSION" val="26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61</Paragraphs>
  <Slides>4</Slides>
  <Notes>4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baseType="lpstr" size="11">
      <vt:lpstr>Arial</vt:lpstr>
      <vt:lpstr>Lexend</vt:lpstr>
      <vt:lpstr>Kalam</vt:lpstr>
      <vt:lpstr>Lexend Medium</vt:lpstr>
      <vt:lpstr>Lexend Light</vt:lpstr>
      <vt:lpstr>Times New Roman</vt:lpstr>
      <vt:lpstr>simple-light-2</vt:lpstr>
      <vt:lpstr>Understanding weather data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26.0100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2026-03-12T20:35:51.925</cp:lastPrinted>
  <dcterms:created xsi:type="dcterms:W3CDTF">2026-03-12T20:35:51Z</dcterms:created>
  <dcterms:modified xsi:type="dcterms:W3CDTF">2026-03-12T20:36:00Z</dcterms:modified>
</cp:coreProperties>
</file>