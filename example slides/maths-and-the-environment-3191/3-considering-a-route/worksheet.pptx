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A9C208-A1B3-4554-AD90-8A89523B563C}">
  <a:tblStyle styleId="{DBA9C208-A1B3-4554-AD90-8A89523B563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9" name="Google Shape;49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" name="Google Shape;6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" name="Google Shape;9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Considering a route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468001" y="1335050"/>
            <a:ext cx="6194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Planning a direct journey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476400" y="1800600"/>
            <a:ext cx="6516000" cy="26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Jacob (aged 14) and his mother are planning to travel to a theatre in a city centre.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They want to arrive at the theatre by 2:45pm.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They consider travelling by bus.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nearest bus stop is on Oak Road, which is a 5-minute walk from their home.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bus stops directly outside the theatre.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 journey planner app says that a bus will depart from Oak Road at 1:48pm and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arrive at the theatre at 2:36pm.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 single-way ticket on the bus costs £2 per adult and £1.20 per child (under 19).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is the latest time they can leave their home if they travel by bus?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is the total cost of the journey to travel there and back by bus?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2"/>
          <p:cNvSpPr txBox="1"/>
          <p:nvPr/>
        </p:nvSpPr>
        <p:spPr>
          <a:xfrm>
            <a:off x="476400" y="4622333"/>
            <a:ext cx="6359100" cy="20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Jacob and his mother are planning to travel to a theatre in a city centre.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They want to arrive at the theatre by 2:45pm.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They consider travelling by car.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nearest car park to the theatre is a 15-minute walk away.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 journey planner app says that the car park is 9 miles from their home and will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take 35 minutes to drive to.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is the latest time they can leave their home if they travel by car?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What is the total cost of the journey to travel there and back by car?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p12"/>
          <p:cNvSpPr txBox="1"/>
          <p:nvPr/>
        </p:nvSpPr>
        <p:spPr>
          <a:xfrm>
            <a:off x="476400" y="6891166"/>
            <a:ext cx="6516000" cy="15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Use a journey planning website to plan a journey.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journey should be from your home to a destination that you could travel to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directly by public transport (e.g. bus, train, underground).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Plan how you could make the journey by car and by public transport.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Compare the time and cost implications of each.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You may wish to consider the following points: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2"/>
          <p:cNvSpPr txBox="1"/>
          <p:nvPr/>
        </p:nvSpPr>
        <p:spPr>
          <a:xfrm>
            <a:off x="645122" y="8440641"/>
            <a:ext cx="64146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distance between your home and where you would board the transport;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distance between where you would exit the transport and your destination;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time you would spend travelling in the transport;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cost of a ticket on public transport;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cost of parking the car (if unsure, you could use £5.50 as an estimate);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cost of petrol by the car (if unsure, you could use the same as in Q2).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9" name="Google Shape;109;p12"/>
          <p:cNvCxnSpPr/>
          <p:nvPr/>
        </p:nvCxnSpPr>
        <p:spPr>
          <a:xfrm>
            <a:off x="482701" y="9954377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5" name="Google Shape;115;p1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Considering a route</a:t>
            </a:r>
            <a:endParaRPr/>
          </a:p>
        </p:txBody>
      </p:sp>
      <p:sp>
        <p:nvSpPr>
          <p:cNvPr id="116" name="Google Shape;116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17" name="Google Shape;117;p1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476400" y="1267200"/>
            <a:ext cx="8373900" cy="13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Sofia has a university interview in an office in London.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She needs to arrive at the office before 11am.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office is a 15-minute walk from London Kings Cross Station.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Her nearest train station, Oakington, is a 10-minute walk from her home.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train is not direct. She would need to change trains at Elmsville.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Some possible train times are below.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9" name="Google Shape;119;p13"/>
          <p:cNvGraphicFramePr/>
          <p:nvPr/>
        </p:nvGraphicFramePr>
        <p:xfrm>
          <a:off x="3645369" y="2843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{DBA9C208-A1B3-4554-AD90-8A89523B563C}</a:tableStyleId>
              </a:tblPr>
              <a:tblGrid>
                <a:gridCol w="1624675"/>
                <a:gridCol w="600750"/>
                <a:gridCol w="600750"/>
                <a:gridCol w="600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departs Oakington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07:03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07:33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08:03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arrives at Elmsville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07:27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07:57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08:27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0" name="Google Shape;120;p13"/>
          <p:cNvGraphicFramePr/>
          <p:nvPr/>
        </p:nvGraphicFramePr>
        <p:xfrm>
          <a:off x="3645369" y="3834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{DBA9C208-A1B3-4554-AD90-8A89523B563C}</a:tableStyleId>
              </a:tblPr>
              <a:tblGrid>
                <a:gridCol w="1624675"/>
                <a:gridCol w="600750"/>
                <a:gridCol w="600750"/>
                <a:gridCol w="600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departs Elmsville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07:40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08:00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08:40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arrives at London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09:44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10:44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1" name="Google Shape;121;p13"/>
          <p:cNvSpPr txBox="1"/>
          <p:nvPr/>
        </p:nvSpPr>
        <p:spPr>
          <a:xfrm>
            <a:off x="473622" y="2826975"/>
            <a:ext cx="272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is the latest possible time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that Sofia can leave her home to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arrive for her interview?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" name="Google Shape;122;p13"/>
          <p:cNvSpPr txBox="1"/>
          <p:nvPr/>
        </p:nvSpPr>
        <p:spPr>
          <a:xfrm>
            <a:off x="473625" y="4854675"/>
            <a:ext cx="5592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could go wrong if she  leaves at the time in part (a)?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3"/>
          <p:cNvSpPr txBox="1"/>
          <p:nvPr/>
        </p:nvSpPr>
        <p:spPr>
          <a:xfrm>
            <a:off x="473625" y="5456175"/>
            <a:ext cx="5030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Suggest a more cautious time that Sofia could leave her home.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3"/>
          <p:cNvSpPr txBox="1"/>
          <p:nvPr/>
        </p:nvSpPr>
        <p:spPr>
          <a:xfrm>
            <a:off x="468001" y="801650"/>
            <a:ext cx="6194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Planning a journey that includes changeovers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3"/>
          <p:cNvSpPr txBox="1"/>
          <p:nvPr/>
        </p:nvSpPr>
        <p:spPr>
          <a:xfrm>
            <a:off x="477928" y="6753600"/>
            <a:ext cx="6548700" cy="13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a journey planning website to plan a journey.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journey should be from your home to a destination that you could travel to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by public transport. However, the journey should include at least 1 changeover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when using public transport (e.g. a bus and then a train).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Plan how you could make the journey by public transport.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You may wish to consider the following points: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607972" y="8226876"/>
            <a:ext cx="65487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distance between your home and where you would first board transport;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distance between where you would exit the transport and your destination;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time you would spend travelling during each stage of the journey;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amount of time during your changeover;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total amount of time for the entire journey;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cost of a ticket on the public transport for each stage of the journey.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