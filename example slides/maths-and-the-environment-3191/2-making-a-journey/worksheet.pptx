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45F2FF-7952-419A-A8B2-8F5D93442ECF}">
  <a:tblStyle styleId="{C645F2FF-7952-419A-A8B2-8F5D93442E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e379b80f5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e379b80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journey times for different transport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826100"/>
            <a:ext cx="66240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the distances of three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Fill in the blanks in the table by calculating the estimated journey times using each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method of transport.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649375" y="27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{C645F2FF-7952-419A-A8B2-8F5D93442ECF}</a:tableStyleId>
              </a:tblPr>
              <a:tblGrid>
                <a:gridCol w="1156900"/>
                <a:gridCol w="1236375"/>
                <a:gridCol w="1324375"/>
                <a:gridCol w="1324375"/>
                <a:gridCol w="1324375"/>
              </a:tblGrid>
              <a:tr h="2359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 hMerge="1"/>
                <a:tc hMerge="1"/>
              </a:tr>
              <a:tr h="2896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2"/>
          <p:cNvSpPr txBox="1"/>
          <p:nvPr/>
        </p:nvSpPr>
        <p:spPr>
          <a:xfrm>
            <a:off x="628800" y="4874100"/>
            <a:ext cx="6194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method of transport would you choose to use for each length of journey?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" name="Google Shape;108;p12"/>
          <p:cNvCxnSpPr/>
          <p:nvPr/>
        </p:nvCxnSpPr>
        <p:spPr>
          <a:xfrm>
            <a:off x="482701" y="993941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carbon emissions for journeys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76400" y="1292700"/>
            <a:ext cx="642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amount of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baseline="-25000"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emissions per mile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can be estimated by using the formula: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460392" y="2435700"/>
            <a:ext cx="63663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person lives 6 miles from their place of work and travels by car.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average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for a petrol car is 9 kg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their car travels 45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work 223 days per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amount of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produced per year from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car.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your answer in kilograms and accurate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892271" y="1749900"/>
            <a:ext cx="248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per mile (grams)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3335056" y="1665950"/>
            <a:ext cx="248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gallon of fuel (grams)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3163228" y="1934925"/>
            <a:ext cx="3472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fuel efficiency of the vehicle (mpg)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" name="Google Shape;120;p13"/>
          <p:cNvCxnSpPr/>
          <p:nvPr/>
        </p:nvCxnSpPr>
        <p:spPr>
          <a:xfrm>
            <a:off x="3174403" y="1897787"/>
            <a:ext cx="260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3"/>
          <p:cNvSpPr txBox="1"/>
          <p:nvPr/>
        </p:nvSpPr>
        <p:spPr>
          <a:xfrm>
            <a:off x="460392" y="5788500"/>
            <a:ext cx="66636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people live 6 miles from their place of work and travel on the same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average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for a diesel bus is 10 kg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 bus travels 8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work 223 days per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7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amount of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produced per passenger per year from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bus. Give your answer in kilograms and accurate to 3 significant figures.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3"/>
          <p:cNvCxnSpPr/>
          <p:nvPr/>
        </p:nvCxnSpPr>
        <p:spPr>
          <a:xfrm>
            <a:off x="482701" y="993941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30" name="Google Shape;130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</a:t>
            </a:r>
            <a:r>
              <a:rPr lang="en-GB"/>
              <a:t> and Industry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a journey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76400" y="1292700"/>
            <a:ext cx="84960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person lives 6 miles from their place of work and travels by car 225 days per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their car travels 45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At their nearest petrol station, petrol is sold for 148.9 p per litre.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1 gallon ≈ 4.546 litres.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do they spend on petrol per year for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car?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76400" y="4874100"/>
            <a:ext cx="47826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Their car insurance costs £65 per month.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Their annual maintenance costs sum to £820.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Assume that they only use the car for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much do they spend in total on their car each year?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476400" y="7007700"/>
            <a:ext cx="63591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They are considering selling their car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weekly bus pass in their town costs £22 per week.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Assume that they would buy a weekly bus pass every week of the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Would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 cost more or less money per year? Justify you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