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1430B9-2743-405C-96F0-4A0DA12C6336}">
  <a:tblStyle styleId="{0D1430B9-2743-405C-96F0-4A0DA12C63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e39282f59_0_4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e39282f5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journey times for different transport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76400" y="1826100"/>
            <a:ext cx="66240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the distances of three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Fill in the blanks in the table by calculating the estimated journey times using each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method of transport.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9" name="Google Shape;119;p12"/>
          <p:cNvGraphicFramePr/>
          <p:nvPr/>
        </p:nvGraphicFramePr>
        <p:xfrm>
          <a:off x="649375" y="27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{0D1430B9-2743-405C-96F0-4A0DA12C6336}</a:tableStyleId>
              </a:tblPr>
              <a:tblGrid>
                <a:gridCol w="1156900"/>
                <a:gridCol w="1236375"/>
                <a:gridCol w="1324375"/>
                <a:gridCol w="1324375"/>
                <a:gridCol w="1324375"/>
              </a:tblGrid>
              <a:tr h="2359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estimated journey times (to the nearest minute)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</a:tr>
              <a:tr h="2896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km journey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km journey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km journey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3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192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5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2"/>
          <p:cNvSpPr txBox="1"/>
          <p:nvPr/>
        </p:nvSpPr>
        <p:spPr>
          <a:xfrm>
            <a:off x="628800" y="4797900"/>
            <a:ext cx="6194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method of transport would you choose to use for each length of journey?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649375" y="5234400"/>
            <a:ext cx="6306300" cy="22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differ depending on personal preferences.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Examples: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“I would prefer to always use the fastest mode of transport. So I would drive for each.”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“I like to walk. But walking for over an hour could be impractical for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commuting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 So, I would walk for 2 km journeys and cycle for 8 km or 16 km journeys.”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“I would like to spend a little bit of time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commuting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but not too long. An ideal amount of time for me would be between 15 and 30 minutes. So, I would walk for a 2 km journey, cycle for an 8 km journey and drive for a 16 km journey.”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2" name="Google Shape;122;p12"/>
          <p:cNvCxnSpPr/>
          <p:nvPr/>
        </p:nvCxnSpPr>
        <p:spPr>
          <a:xfrm>
            <a:off x="482701" y="9939417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468001" y="8016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carbon emissions for journeys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476400" y="1292700"/>
            <a:ext cx="642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amount of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CO</a:t>
            </a:r>
            <a:r>
              <a:rPr baseline="-25000"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emissions per mile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can be estimated by using the formula: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460392" y="2435700"/>
            <a:ext cx="6366300" cy="14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person lives 6 miles from their place of work and travels by car.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average 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for a petrol car is 9 kg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 average, their car travels 45 miles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work 223 days per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amount of 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produced per year from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car.  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Give your answer in kilograms and accurate to 3 significant figures.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892271" y="1749900"/>
            <a:ext cx="2483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per mile (grams)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3335056" y="1665950"/>
            <a:ext cx="2483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per gallon of fuel (grams)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3163228" y="1934925"/>
            <a:ext cx="34722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fuel efficiency of the vehicle (mpg)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" name="Google Shape;134;p13"/>
          <p:cNvCxnSpPr/>
          <p:nvPr/>
        </p:nvCxnSpPr>
        <p:spPr>
          <a:xfrm>
            <a:off x="3174403" y="1897787"/>
            <a:ext cx="260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3"/>
          <p:cNvSpPr txBox="1"/>
          <p:nvPr/>
        </p:nvSpPr>
        <p:spPr>
          <a:xfrm>
            <a:off x="628800" y="3959700"/>
            <a:ext cx="16740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Emissions per mile: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Emissions per journey: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Emissions per day: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Emissions per year: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2282203" y="4970128"/>
            <a:ext cx="2633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2.4 × 223 = 535.2 kg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year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2492739" y="4622147"/>
            <a:ext cx="2241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1.2 × 2 = 2.4 kg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day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2427850" y="4297975"/>
            <a:ext cx="33975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200 × 6 = 1200 grams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journey (1.2 kg)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2276955" y="3970625"/>
            <a:ext cx="2748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9000 ÷ 45 = 200 grams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mile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3008825" y="5272022"/>
            <a:ext cx="25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535 kg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year (to 3 s.f.)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460392" y="5788500"/>
            <a:ext cx="66636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people live 6 miles from their place of work and travel on the same bus.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average 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for a diesel bus is 10 kg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 average, the bus travels 8 miles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They work 223 days per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amount of CO</a:t>
            </a:r>
            <a:r>
              <a:rPr baseline="-25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emissions produced per passenger per year from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bus. Give your answer in kilograms and accurate to 3 significant figures.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628800" y="7388700"/>
            <a:ext cx="2604900" cy="2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Emissions per mile: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Emissions per journey: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Emissions per day: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Emissions per year: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Annual emissions per person: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2816753" y="8388362"/>
            <a:ext cx="37230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× 223 = 3345 kg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year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2922146" y="8049856"/>
            <a:ext cx="29592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7.5 × 2 = 15 kg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day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2869117" y="7728382"/>
            <a:ext cx="311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1.25 × 6 = 7.5 kg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journey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2703500" y="7393600"/>
            <a:ext cx="34443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10 000 ÷ 8 = 1250 grams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mile (1.25 kg)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2708411" y="8722575"/>
            <a:ext cx="37230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3345 ÷ 40 = 83.6 kg of CO</a:t>
            </a:r>
            <a:r>
              <a:rPr baseline="-25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per person (to 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" name="Google Shape;148;p13"/>
          <p:cNvCxnSpPr/>
          <p:nvPr/>
        </p:nvCxnSpPr>
        <p:spPr>
          <a:xfrm>
            <a:off x="482701" y="9939417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sp>
        <p:nvSpPr>
          <p:cNvPr id="156" name="Google Shape;156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468001" y="8016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cost of a journey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476400" y="1292700"/>
            <a:ext cx="84960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person lives 6 miles from their place of work and travels by car 225 days per year.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 average, their car travels 45 miles per gallon.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At their nearest petrol station, petrol is sold for 148.9 p per litre.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1 gallon ≈ 4.546 litres.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much do they spend on petrol per year for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car?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698500" y="2504717"/>
            <a:ext cx="264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 solution strategy: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1079500" y="2830275"/>
            <a:ext cx="12144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Miles per year: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Gallons per mile: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Gallons per year: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Litres per year: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Cost per year: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2437407" y="2830261"/>
            <a:ext cx="25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2 × 225 = 2700 miles per year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2837928" y="3171430"/>
            <a:ext cx="25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÷ 45 = 0.02 gallons per mile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2477942" y="3516148"/>
            <a:ext cx="25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0.02 × 2700 = 60 gallons per year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2534266" y="3842493"/>
            <a:ext cx="25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 × 4.546 = 272.76 litres per year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2292192" y="4182195"/>
            <a:ext cx="254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272.76 × 1.489 = £406.14 per year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3709765" y="3036354"/>
            <a:ext cx="9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2691233" y="3377476"/>
            <a:ext cx="9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476400" y="4874100"/>
            <a:ext cx="47826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Their car insurance costs £65 per month.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Their annual maintenance costs sum to £820.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Assume that they only use the car for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much do they spend in total on their car each year?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672229" y="5900400"/>
            <a:ext cx="30375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406.14 + 12 × 65 + 820 = £2006.14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672225" y="8034000"/>
            <a:ext cx="64197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Annual cost of buying weekly bus passes: 22 × 52 = £1144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672225" y="8415000"/>
            <a:ext cx="64197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would cost less per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476400" y="7007700"/>
            <a:ext cx="63591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They are considering selling their car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bus.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weekly bus pass in their town costs £22 per week.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Assume that they would buy a weekly bus pass every week of the year.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Would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bus cost more or less money per year? Justify you answer.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