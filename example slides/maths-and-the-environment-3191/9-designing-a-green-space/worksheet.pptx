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e5baf71dd_0_4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e5baf71d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Designing a green space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Planning rooftop agriculture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76400" y="1826100"/>
            <a:ext cx="6624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diagram shows the plan view of a rooftop for an office building.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roof has two congruent skylight windows.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662575" y="6106800"/>
            <a:ext cx="63573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designer wants to use as much roof-space as possible to plant greenery.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They need to include a border around the edge, for drainage. The border is 50 cm wide all around.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Calculate the maximum area that can be used for planting greenery.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5044800" y="5574527"/>
            <a:ext cx="21147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diagram not drawn to scale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2"/>
          <p:cNvSpPr/>
          <p:nvPr/>
        </p:nvSpPr>
        <p:spPr>
          <a:xfrm>
            <a:off x="1544358" y="2656115"/>
            <a:ext cx="4470000" cy="2514900"/>
          </a:xfrm>
          <a:prstGeom prst="rect">
            <a:avLst/>
          </a:prstGeom>
          <a:solidFill>
            <a:srgbClr val="B7B7B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" name="Google Shape;109;p12"/>
          <p:cNvCxnSpPr/>
          <p:nvPr/>
        </p:nvCxnSpPr>
        <p:spPr>
          <a:xfrm>
            <a:off x="1544624" y="5259901"/>
            <a:ext cx="4469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" name="Google Shape;110;p12"/>
          <p:cNvCxnSpPr/>
          <p:nvPr/>
        </p:nvCxnSpPr>
        <p:spPr>
          <a:xfrm>
            <a:off x="1445082" y="2656115"/>
            <a:ext cx="0" cy="252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" name="Google Shape;111;p12"/>
          <p:cNvSpPr txBox="1"/>
          <p:nvPr/>
        </p:nvSpPr>
        <p:spPr>
          <a:xfrm>
            <a:off x="3405265" y="5261742"/>
            <a:ext cx="703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5366181" y="2320749"/>
            <a:ext cx="669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3.5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5341322" y="2656115"/>
            <a:ext cx="669600" cy="669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stair-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well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" name="Google Shape;114;p12"/>
          <p:cNvCxnSpPr/>
          <p:nvPr/>
        </p:nvCxnSpPr>
        <p:spPr>
          <a:xfrm>
            <a:off x="5347272" y="2914034"/>
            <a:ext cx="0" cy="16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2"/>
          <p:cNvCxnSpPr/>
          <p:nvPr/>
        </p:nvCxnSpPr>
        <p:spPr>
          <a:xfrm>
            <a:off x="5676022" y="3242496"/>
            <a:ext cx="0" cy="16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2"/>
          <p:cNvSpPr/>
          <p:nvPr/>
        </p:nvSpPr>
        <p:spPr>
          <a:xfrm>
            <a:off x="1761193" y="2867599"/>
            <a:ext cx="4022596" cy="2110798"/>
          </a:xfrm>
          <a:custGeom>
            <a:rect b="b" l="l" r="r" t="t"/>
            <a:pathLst>
              <a:path extrusionOk="0" h="88857" w="169319">
                <a:moveTo>
                  <a:pt x="129" y="0"/>
                </a:moveTo>
                <a:lnTo>
                  <a:pt x="142455" y="0"/>
                </a:lnTo>
                <a:lnTo>
                  <a:pt x="142455" y="27381"/>
                </a:lnTo>
                <a:lnTo>
                  <a:pt x="169319" y="27381"/>
                </a:lnTo>
                <a:lnTo>
                  <a:pt x="169319" y="88857"/>
                </a:lnTo>
                <a:lnTo>
                  <a:pt x="0" y="88857"/>
                </a:lnTo>
                <a:close/>
              </a:path>
            </a:pathLst>
          </a:cu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7" name="Google Shape;117;p12"/>
          <p:cNvSpPr/>
          <p:nvPr/>
        </p:nvSpPr>
        <p:spPr>
          <a:xfrm>
            <a:off x="2305832" y="3654930"/>
            <a:ext cx="953100" cy="613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skylight window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4152576" y="3654930"/>
            <a:ext cx="953100" cy="613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skylight window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" name="Google Shape;119;p12"/>
          <p:cNvCxnSpPr/>
          <p:nvPr/>
        </p:nvCxnSpPr>
        <p:spPr>
          <a:xfrm rot="10800000">
            <a:off x="5375639" y="2551577"/>
            <a:ext cx="618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" name="Google Shape;120;p12"/>
          <p:cNvSpPr txBox="1"/>
          <p:nvPr/>
        </p:nvSpPr>
        <p:spPr>
          <a:xfrm>
            <a:off x="2382712" y="2625057"/>
            <a:ext cx="2445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drainage border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884475" y="3864006"/>
            <a:ext cx="703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" name="Google Shape;122;p12"/>
          <p:cNvCxnSpPr/>
          <p:nvPr/>
        </p:nvCxnSpPr>
        <p:spPr>
          <a:xfrm>
            <a:off x="2307922" y="4363979"/>
            <a:ext cx="942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" name="Google Shape;123;p12"/>
          <p:cNvSpPr txBox="1"/>
          <p:nvPr/>
        </p:nvSpPr>
        <p:spPr>
          <a:xfrm>
            <a:off x="2586097" y="4357828"/>
            <a:ext cx="420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" name="Google Shape;124;p12"/>
          <p:cNvCxnSpPr/>
          <p:nvPr/>
        </p:nvCxnSpPr>
        <p:spPr>
          <a:xfrm rot="10800000">
            <a:off x="3358345" y="3677013"/>
            <a:ext cx="0" cy="60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5" name="Google Shape;125;p12"/>
          <p:cNvSpPr txBox="1"/>
          <p:nvPr/>
        </p:nvSpPr>
        <p:spPr>
          <a:xfrm>
            <a:off x="3395303" y="3883123"/>
            <a:ext cx="420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" name="Google Shape;126;p12"/>
          <p:cNvCxnSpPr/>
          <p:nvPr/>
        </p:nvCxnSpPr>
        <p:spPr>
          <a:xfrm>
            <a:off x="5652325" y="2582958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2"/>
          <p:cNvSpPr/>
          <p:nvPr/>
        </p:nvSpPr>
        <p:spPr>
          <a:xfrm>
            <a:off x="5335855" y="2661316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5939386" y="2661316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5342850" y="3253172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5942884" y="3252613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" name="Google Shape;131;p12"/>
          <p:cNvCxnSpPr/>
          <p:nvPr/>
        </p:nvCxnSpPr>
        <p:spPr>
          <a:xfrm>
            <a:off x="6001989" y="2914034"/>
            <a:ext cx="0" cy="16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2"/>
          <p:cNvSpPr/>
          <p:nvPr/>
        </p:nvSpPr>
        <p:spPr>
          <a:xfrm>
            <a:off x="2306860" y="3654771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3184367" y="3654771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2306860" y="4192693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3184367" y="4192693"/>
            <a:ext cx="75000" cy="7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" name="Google Shape;136;p12"/>
          <p:cNvCxnSpPr/>
          <p:nvPr/>
        </p:nvCxnSpPr>
        <p:spPr>
          <a:xfrm>
            <a:off x="482701" y="994297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Designing a green space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491525" y="49685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Planning a garden or allotment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476400" y="987900"/>
            <a:ext cx="51027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diagram shows the plan for part of a community garden.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It has a path that is 80 cm wide and four planting boxes.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Each box is labelled with what it is intended to grow.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35550" y="6189750"/>
            <a:ext cx="60240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information below shows how far apart each type of plant should be: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broccoli 80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cabbages: 45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cauliflower: 60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strawberry plants: 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is the maximum number of plants that can be planted in each box?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20950" y="5688475"/>
            <a:ext cx="2247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diagram not drawn to scale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3"/>
          <p:cNvSpPr/>
          <p:nvPr/>
        </p:nvSpPr>
        <p:spPr>
          <a:xfrm rot="5400000">
            <a:off x="1879701" y="2302009"/>
            <a:ext cx="3240000" cy="28047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3"/>
          <p:cNvSpPr/>
          <p:nvPr/>
        </p:nvSpPr>
        <p:spPr>
          <a:xfrm flipH="1">
            <a:off x="2096813" y="2084413"/>
            <a:ext cx="1471800" cy="1214400"/>
          </a:xfrm>
          <a:prstGeom prst="rect">
            <a:avLst/>
          </a:prstGeom>
          <a:solidFill>
            <a:srgbClr val="BF9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cauliflower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3"/>
          <p:cNvSpPr/>
          <p:nvPr/>
        </p:nvSpPr>
        <p:spPr>
          <a:xfrm flipH="1">
            <a:off x="3859851" y="2084413"/>
            <a:ext cx="1042200" cy="1214400"/>
          </a:xfrm>
          <a:prstGeom prst="rect">
            <a:avLst/>
          </a:prstGeom>
          <a:solidFill>
            <a:srgbClr val="BF9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straw-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berry plants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3"/>
          <p:cNvSpPr/>
          <p:nvPr/>
        </p:nvSpPr>
        <p:spPr>
          <a:xfrm flipH="1">
            <a:off x="2096813" y="3594968"/>
            <a:ext cx="1471800" cy="1729200"/>
          </a:xfrm>
          <a:prstGeom prst="rect">
            <a:avLst/>
          </a:prstGeom>
          <a:solidFill>
            <a:srgbClr val="BF9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broccoli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3"/>
          <p:cNvSpPr/>
          <p:nvPr/>
        </p:nvSpPr>
        <p:spPr>
          <a:xfrm flipH="1">
            <a:off x="3859851" y="3594970"/>
            <a:ext cx="1042200" cy="1729200"/>
          </a:xfrm>
          <a:prstGeom prst="rect">
            <a:avLst/>
          </a:prstGeom>
          <a:solidFill>
            <a:srgbClr val="BF9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cabbage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" name="Google Shape;152;p13"/>
          <p:cNvCxnSpPr/>
          <p:nvPr/>
        </p:nvCxnSpPr>
        <p:spPr>
          <a:xfrm>
            <a:off x="1998763" y="2115188"/>
            <a:ext cx="0" cy="116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" name="Google Shape;153;p13"/>
          <p:cNvCxnSpPr/>
          <p:nvPr/>
        </p:nvCxnSpPr>
        <p:spPr>
          <a:xfrm>
            <a:off x="2104276" y="1989566"/>
            <a:ext cx="148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" name="Google Shape;154;p13"/>
          <p:cNvCxnSpPr/>
          <p:nvPr/>
        </p:nvCxnSpPr>
        <p:spPr>
          <a:xfrm>
            <a:off x="2095398" y="5411127"/>
            <a:ext cx="2808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" name="Google Shape;155;p13"/>
          <p:cNvSpPr txBox="1"/>
          <p:nvPr/>
        </p:nvSpPr>
        <p:spPr>
          <a:xfrm>
            <a:off x="1576675" y="2560241"/>
            <a:ext cx="5196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2580398" y="1773080"/>
            <a:ext cx="62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5093971" y="3744737"/>
            <a:ext cx="62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" name="Google Shape;158;p13"/>
          <p:cNvCxnSpPr/>
          <p:nvPr/>
        </p:nvCxnSpPr>
        <p:spPr>
          <a:xfrm>
            <a:off x="5025614" y="2103322"/>
            <a:ext cx="0" cy="322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" name="Google Shape;159;p13"/>
          <p:cNvSpPr txBox="1"/>
          <p:nvPr/>
        </p:nvSpPr>
        <p:spPr>
          <a:xfrm>
            <a:off x="3311092" y="5411127"/>
            <a:ext cx="621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" name="Google Shape;160;p13"/>
          <p:cNvCxnSpPr/>
          <p:nvPr/>
        </p:nvCxnSpPr>
        <p:spPr>
          <a:xfrm>
            <a:off x="482701" y="994297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66" name="Google Shape;166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Designing a green space</a:t>
            </a:r>
            <a:endParaRPr/>
          </a:p>
        </p:txBody>
      </p:sp>
      <p:sp>
        <p:nvSpPr>
          <p:cNvPr id="167" name="Google Shape;167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491525" y="49685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Designing a park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476400" y="1064100"/>
            <a:ext cx="6492900" cy="1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city is planning to build a park in a residential area.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information below to design its layout and construct a scale drawing.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You can either use paper (e.g. A4 or A3) or dynamic software (e.g. GeoGebra or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Desmos) for your drawing. Include a scale and a key.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Information about the park: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584200" y="2536650"/>
            <a:ext cx="5768100" cy="13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space is 500 m by 600 m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Large trees should be planted at least 15 m apart.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Small trees should be at least 5 m apart.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Footpaths should be at least 2 m wide.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path that provides vehicle access should be at least 4 m wide.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476400" y="4714426"/>
            <a:ext cx="64929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Plan a running route along the paths of your park. It should start and finish in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same place. Calculate the length of the route.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