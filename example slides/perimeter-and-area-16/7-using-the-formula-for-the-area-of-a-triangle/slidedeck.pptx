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05" r:id="rId3"/>
    <p:sldMasterId id="2147483906" r:id="rId4"/>
    <p:sldMasterId id="2147483907" r:id="rId5"/>
    <p:sldMasterId id="214748390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250717c8c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0" name="Google Shape;3080;g250717c8c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1e79ed75df9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1e79ed75df9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1" name="Google Shape;3091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g31d3b004102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6" name="Google Shape;3096;g31d3b004102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g31d3b004102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2" name="Google Shape;3102;g31d3b004102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g31d3b004102_0_3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0" name="Google Shape;3110;g31d3b004102_0_3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g31d3b004102_0_4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9" name="Google Shape;3129;g31d3b004102_0_4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31d3b004102_0_4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31d3b004102_0_4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g31d3b004102_0_4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7" name="Google Shape;3187;g31d3b004102_0_4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5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31d3b004102_0_4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31d3b004102_0_4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g31d3b004102_0_4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9" name="Google Shape;3249;g31d3b004102_0_4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g31d3b004102_0_4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1" name="Google Shape;3291;g31d3b004102_0_4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g31d3b004102_0_4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3" name="Google Shape;3333;g31d3b004102_0_4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g31d3b004102_0_4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5" name="Google Shape;3375;g31d3b004102_0_4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g31d3b004102_0_4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7" name="Google Shape;3417;g31d3b004102_0_4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31d3b004102_0_4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1" name="Google Shape;3441;g31d3b004102_0_4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g31d3b004102_0_4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9" name="Google Shape;3449;g31d3b004102_0_4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6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g31d3b004102_0_4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8" name="Google Shape;3468;g31d3b004102_0_4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g31d3b00410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4" name="Google Shape;3494;g31d3b00410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8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g31d3b004102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0" name="Google Shape;3500;g31d3b004102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2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g31d3b004102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4" name="Google Shape;3514;g31d3b004102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g31d3b004102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8" name="Google Shape;3528;g31d3b004102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g31d3b004102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6" name="Google Shape;3546;g31d3b004102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31d3b004102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31d3b004102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31d3b004102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31d3b004102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g31d3b004102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6" name="Google Shape;3566;g31d3b004102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6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25.png"/><Relationship Id="rId10" Type="http://schemas.openxmlformats.org/officeDocument/2006/relationships/image" Target="../media/image3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3.png"/><Relationship Id="rId4" Type="http://schemas.openxmlformats.org/officeDocument/2006/relationships/image" Target="../media/image46.png"/><Relationship Id="rId5" Type="http://schemas.openxmlformats.org/officeDocument/2006/relationships/image" Target="../media/image3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3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4.png"/><Relationship Id="rId4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6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3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1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130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2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2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94.png"/><Relationship Id="rId4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6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5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1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6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3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1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130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82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82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8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82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93.png"/><Relationship Id="rId5" Type="http://schemas.openxmlformats.org/officeDocument/2006/relationships/image" Target="../media/image2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7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98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08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10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05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94.png"/><Relationship Id="rId4" Type="http://schemas.openxmlformats.org/officeDocument/2006/relationships/image" Target="../media/image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03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6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12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05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20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20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16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3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218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9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6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67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3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1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36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81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81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1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1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82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1.png"/><Relationship Id="rId3" Type="http://schemas.openxmlformats.org/officeDocument/2006/relationships/image" Target="../media/image82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7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3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>
            <a:endCxn id="14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type="title"/>
          </p:nvPr>
        </p:nvSpPr>
        <p:spPr>
          <a:xfrm>
            <a:off x="1327200" y="2098136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title"/>
          </p:nvPr>
        </p:nvSpPr>
        <p:spPr>
          <a:xfrm>
            <a:off x="1369099" y="3053058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0"/>
          <p:cNvCxnSpPr>
            <a:endCxn id="16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type="title"/>
          </p:nvPr>
        </p:nvSpPr>
        <p:spPr>
          <a:xfrm>
            <a:off x="1327200" y="17870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title"/>
          </p:nvPr>
        </p:nvSpPr>
        <p:spPr>
          <a:xfrm>
            <a:off x="1346644" y="37582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60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" name="Google Shape;18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title"/>
          </p:nvPr>
        </p:nvSpPr>
        <p:spPr>
          <a:xfrm>
            <a:off x="1340800" y="1462160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2" type="title"/>
          </p:nvPr>
        </p:nvSpPr>
        <p:spPr>
          <a:xfrm>
            <a:off x="1340800" y="2292210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3" type="title"/>
          </p:nvPr>
        </p:nvSpPr>
        <p:spPr>
          <a:xfrm>
            <a:off x="1340800" y="3170285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4" type="title"/>
          </p:nvPr>
        </p:nvSpPr>
        <p:spPr>
          <a:xfrm>
            <a:off x="1340800" y="3971361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" name="Google Shape;20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25" name="Google Shape;22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26" name="Google Shape;22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29" name="Google Shape;22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6" name="Google Shape;23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39" name="Google Shape;23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2" name="Google Shape;24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1" name="Google Shape;251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" name="Google Shape;25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5" name="Google Shape;25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4" name="Google Shape;264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" name="Google Shape;26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7" name="Google Shape;267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" name="Google Shape;26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30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9" name="Google Shape;279;p30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9" name="Google Shape;299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00" name="Google Shape;300;p31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21" name="Google Shape;321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0" name="Google Shape;340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2" name="Google Shape;342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4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1" name="Google Shape;3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4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5" name="Google Shape;375;p35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35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5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6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5" name="Google Shape;3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6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9" name="Google Shape;4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8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8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6" name="Google Shape;426;p38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27" name="Google Shape;42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38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9" name="Google Shape;429;p38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30" name="Google Shape;43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38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33" name="Google Shape;43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8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8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36" name="Google Shape;43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8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38" name="Google Shape;4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8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9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39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39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9" name="Google Shape;449;p39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50" name="Google Shape;4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9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2" name="Google Shape;452;p39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53" name="Google Shape;45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9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56" name="Google Shape;45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9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59" name="Google Shape;45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39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61" name="Google Shape;4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9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0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0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1" name="Google Shape;471;p40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2" name="Google Shape;472;p40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73" name="Google Shape;47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40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5" name="Google Shape;475;p40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76" name="Google Shape;47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0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0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79" name="Google Shape;47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0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82" name="Google Shape;48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0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0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1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1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4" name="Google Shape;494;p41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5" name="Google Shape;495;p41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96" name="Google Shape;4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1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8" name="Google Shape;498;p41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99" name="Google Shape;49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1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1" name="Google Shape;501;p41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02" name="Google Shape;50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41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4" name="Google Shape;504;p41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05" name="Google Shape;50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1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1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14" name="Google Shape;5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1" name="Google Shape;5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35" name="Google Shape;5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2" name="Google Shape;542;p4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4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45" name="Google Shape;54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1" name="Google Shape;55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4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54" name="Google Shape;554;p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55" name="Google Shape;5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63" name="Google Shape;56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64" name="Google Shape;5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9" name="Google Shape;569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4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72" name="Google Shape;57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3" name="Google Shape;5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78" name="Google Shape;578;p5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5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1" name="Google Shape;5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7" name="Google Shape;587;p5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5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1" name="Google Shape;59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96" name="Google Shape;596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98" name="Google Shape;598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0" name="Google Shape;6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5" name="Google Shape;605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6" name="Google Shape;606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07" name="Google Shape;607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9" name="Google Shape;6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5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p54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5" name="Google Shape;615;p5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6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4" name="Google Shape;634;p57"/>
          <p:cNvCxnSpPr>
            <a:endCxn id="635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5" name="Google Shape;63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7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8" name="Google Shape;638;p57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57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7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57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2" name="Google Shape;64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5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5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52" name="Google Shape;6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6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6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0" name="Google Shape;6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62" name="Google Shape;662;p6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6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6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9" name="Google Shape;66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6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4" name="Google Shape;674;p6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p6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76" name="Google Shape;6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78" name="Google Shape;678;p6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79" name="Google Shape;67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6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1" name="Google Shape;681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7" name="Google Shape;6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89" name="Google Shape;689;p6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6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4" name="Google Shape;69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96" name="Google Shape;696;p6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p6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98" name="Google Shape;69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6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0" name="Google Shape;700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5" name="Google Shape;70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6" name="Google Shape;706;p6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07" name="Google Shape;70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4" name="Google Shape;7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6" name="Google Shape;716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17" name="Google Shape;717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6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9" name="Google Shape;719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26" name="Google Shape;72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6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9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9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8" name="Google Shape;738;p69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739" name="Google Shape;739;p6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0" name="Google Shape;74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1" name="Google Shape;74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2" name="Google Shape;74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743" name="Google Shape;743;p6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7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7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7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7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8" name="Google Shape;758;p71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1" name="Google Shape;761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2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72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72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72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6" name="Google Shape;766;p7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3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73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2" name="Google Shape;772;p73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3" name="Google Shape;773;p73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4" name="Google Shape;77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7" name="Google Shape;77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4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9" name="Google Shape;779;p74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0" name="Google Shape;780;p74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74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2" name="Google Shape;782;p74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3" name="Google Shape;783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5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8" name="Google Shape;788;p75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75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0" name="Google Shape;790;p75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1" name="Google Shape;791;p75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2" name="Google Shape;792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7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76"/>
          <p:cNvCxnSpPr>
            <a:endCxn id="7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0" name="Google Shape;8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2" name="Google Shape;802;p7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9" name="Google Shape;79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6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3" name="Google Shape;813;p77"/>
          <p:cNvCxnSpPr>
            <a:endCxn id="8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7" name="Google Shape;817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8" name="Google Shape;818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19" name="Google Shape;81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7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4" name="Google Shape;834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8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8" name="Google Shape;838;p78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9" name="Google Shape;839;p78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78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41" name="Google Shape;841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3" name="Google Shape;843;p78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1" name="Google Shape;8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8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9" name="Google Shape;85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66" name="Google Shape;8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73" name="Google Shape;87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8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80" name="Google Shape;880;p8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1" name="Google Shape;881;p8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82" name="Google Shape;882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8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8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85" name="Google Shape;885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8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2" name="Google Shape;892;p8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3" name="Google Shape;89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4" name="Google Shape;894;p8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95" name="Google Shape;895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8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8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98" name="Google Shape;898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8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6" name="Google Shape;90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07" name="Google Shape;90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08" name="Google Shape;90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11" name="Google Shape;91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5" name="Google Shape;91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8" name="Google Shape;91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9" name="Google Shape;91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0" name="Google Shape;92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21" name="Google Shape;92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24" name="Google Shape;92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8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7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5" name="Google Shape;935;p87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6" name="Google Shape;936;p8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37" name="Google Shape;937;p8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8" name="Google Shape;938;p8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8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43" name="Google Shape;943;p8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44" name="Google Shape;944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8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47" name="Google Shape;947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6" name="Google Shape;956;p8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57" name="Google Shape;9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0" name="Google Shape;960;p8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1" name="Google Shape;961;p8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62" name="Google Shape;962;p8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63" name="Google Shape;963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8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66" name="Google Shape;966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8" name="Google Shape;96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80" name="Google Shape;98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85" name="Google Shape;985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86" name="Google Shape;98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89" name="Google Shape;989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1" name="Google Shape;99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03" name="Google Shape;100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08" name="Google Shape;100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09" name="Google Shape;100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12" name="Google Shape;101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4" name="Google Shape;101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7" name="Google Shape;1027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28" name="Google Shape;1028;p9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29" name="Google Shape;10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9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32" name="Google Shape;103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35" name="Google Shape;103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41" name="Google Shape;104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4" name="Google Shape;1044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6" name="Google Shape;1046;p9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47" name="Google Shape;1047;p9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48" name="Google Shape;104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60" name="Google Shape;106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67" name="Google Shape;106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86" name="Google Shape;108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92" name="Google Shape;109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8" name="Google Shape;109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1" name="Google Shape;1101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4" name="Google Shape;1104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5" name="Google Shape;1105;p9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06" name="Google Shape;110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9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09" name="Google Shape;110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12" name="Google Shape;111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15" name="Google Shape;111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4" name="Google Shape;117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75" name="Google Shape;117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78" name="Google Shape;117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0" name="Google Shape;118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81" name="Google Shape;118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84" name="Google Shape;118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0" name="Google Shape;119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3" name="Google Shape;1193;p9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4" name="Google Shape;1194;p9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5" name="Google Shape;1195;p9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96" name="Google Shape;1196;p9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197" name="Google Shape;119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9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00" name="Google Shape;120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9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03" name="Google Shape;120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3" name="Google Shape;1213;p10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4" name="Google Shape;1214;p10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15" name="Google Shape;1215;p10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3" name="Google Shape;1233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4" name="Google Shape;1234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1" name="Google Shape;1251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2" name="Google Shape;1252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53" name="Google Shape;1253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66" name="Google Shape;126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73" name="Google Shape;127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0" name="Google Shape;128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7" name="Google Shape;128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4" name="Google Shape;1294;p107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6" name="Google Shape;129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2" name="Google Shape;1302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5" name="Google Shape;130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0" name="Google Shape;131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9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13" name="Google Shape;131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8" name="Google Shape;131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10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1" name="Google Shape;132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6" name="Google Shape;1326;p111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8" name="Google Shape;132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4" name="Google Shape;1334;p112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6" name="Google Shape;1336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2" name="Google Shape;1342;p113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4" name="Google Shape;134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5" name="Google Shape;13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0" name="Google Shape;1350;p114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2" name="Google Shape;135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15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6" name="Google Shape;1356;p1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1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8" name="Google Shape;1358;p11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1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6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2" name="Google Shape;1362;p1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1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4" name="Google Shape;1364;p11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6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17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1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1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1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1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1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1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1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9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20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2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2" name="Google Shape;1392;p12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393" name="Google Shape;139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2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9" name="Google Shape;1399;p12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01" name="Google Shape;140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2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03" name="Google Shape;1403;p12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2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8" name="Google Shape;1408;p12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2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0" name="Google Shape;1410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2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2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5" name="Google Shape;1415;p1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2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7" name="Google Shape;1417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419" name="Google Shape;1419;p12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20" name="Google Shape;1420;p1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2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2" name="Google Shape;1422;p1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6" name="Google Shape;1426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2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28" name="Google Shape;1428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0" name="Google Shape;1430;p12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3" name="Google Shape;1433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2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35" name="Google Shape;1435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7" name="Google Shape;1437;p12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8" name="Google Shape;1438;p12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39" name="Google Shape;1439;p1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2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1" name="Google Shape;1441;p1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2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6" name="Google Shape;1446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8" name="Google Shape;1448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3" name="Google Shape;1453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5" name="Google Shape;1455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457" name="Google Shape;1457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58" name="Google Shape;1458;p1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2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0" name="Google Shape;1460;p1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Google Shape;1462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5" name="Google Shape;1465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3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67" name="Google Shape;1467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3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3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3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3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3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8" name="Google Shape;1478;p13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479" name="Google Shape;1479;p1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0" name="Google Shape;1480;p1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1" name="Google Shape;1481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482" name="Google Shape;1482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483" name="Google Shape;1483;p13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85" name="Google Shape;1485;p13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8" name="Google Shape;1488;p13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13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3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1" name="Google Shape;1491;p13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2" name="Google Shape;1492;p13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3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3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5" name="Google Shape;1495;p13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8" name="Google Shape;1498;p13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3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1" name="Google Shape;1501;p13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2" name="Google Shape;1502;p13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3" name="Google Shape;1503;p13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4" name="Google Shape;1504;p13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5" name="Google Shape;1505;p13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6" name="Google Shape;1506;p13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7" name="Google Shape;1507;p13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0" name="Google Shape;1510;p13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13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3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3" name="Google Shape;1513;p13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4" name="Google Shape;1514;p13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5" name="Google Shape;1515;p13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6" name="Google Shape;1516;p13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7" name="Google Shape;1517;p13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8" name="Google Shape;1518;p13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9" name="Google Shape;1519;p13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0" name="Google Shape;1520;p13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1" name="Google Shape;1521;p13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4" name="Google Shape;1524;p13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13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7" name="Google Shape;1527;p13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8" name="Google Shape;1528;p13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9" name="Google Shape;1529;p13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3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2" name="Google Shape;1532;p13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13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13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5" name="Google Shape;1535;p137"/>
          <p:cNvCxnSpPr>
            <a:endCxn id="153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7" name="Google Shape;1537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9" name="Google Shape;1539;p13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36" name="Google Shape;1536;p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3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3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3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13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3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0" name="Google Shape;1550;p138"/>
          <p:cNvCxnSpPr>
            <a:endCxn id="155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1" name="Google Shape;1551;p1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4" name="Google Shape;1554;p13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5" name="Google Shape;1555;p13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56" name="Google Shape;1556;p1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8" name="Google Shape;1558;p13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13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13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5" name="Google Shape;1565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3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0" name="Google Shape;1570;p13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1" name="Google Shape;1571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1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3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5" name="Google Shape;1575;p13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6" name="Google Shape;1576;p13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77" name="Google Shape;1577;p13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8" name="Google Shape;1578;p1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3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0" name="Google Shape;1580;p13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3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3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4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4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7" name="Google Shape;1587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8" name="Google Shape;1588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14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1" name="Google Shape;1591;p1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4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4" name="Google Shape;1594;p14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96" name="Google Shape;1596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1598;p1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1" name="Google Shape;1601;p14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03" name="Google Shape;1603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8" name="Google Shape;1608;p14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10" name="Google Shape;1610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4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3" name="Google Shape;1613;p1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4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16" name="Google Shape;1616;p14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17" name="Google Shape;1617;p14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18" name="Google Shape;1618;p14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19" name="Google Shape;1619;p1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0" name="Google Shape;1620;p14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1" name="Google Shape;1621;p14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22" name="Google Shape;1622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3" name="Google Shape;1623;p14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6" name="Google Shape;1626;p1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4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9" name="Google Shape;1629;p14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0" name="Google Shape;1630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31" name="Google Shape;1631;p14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32" name="Google Shape;1632;p1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3" name="Google Shape;1633;p14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4" name="Google Shape;1634;p14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35" name="Google Shape;1635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6" name="Google Shape;1636;p14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9" name="Google Shape;1639;p1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4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2" name="Google Shape;1642;p14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3" name="Google Shape;1643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44" name="Google Shape;1644;p14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45" name="Google Shape;1645;p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6" name="Google Shape;1646;p14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7" name="Google Shape;1647;p14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48" name="Google Shape;1648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9" name="Google Shape;1649;p14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4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2" name="Google Shape;1652;p1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4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5" name="Google Shape;1655;p14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6" name="Google Shape;1656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57" name="Google Shape;1657;p14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658" name="Google Shape;1658;p1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9" name="Google Shape;1659;p14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0" name="Google Shape;1660;p14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661" name="Google Shape;1661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2" name="Google Shape;1662;p14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4" name="Google Shape;1664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4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4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4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4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2" name="Google Shape;1672;p14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3" name="Google Shape;1673;p14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74" name="Google Shape;1674;p14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5" name="Google Shape;1675;p14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4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7" name="Google Shape;1677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1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80" name="Google Shape;1680;p14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681" name="Google Shape;1681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2" name="Google Shape;1682;p1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3" name="Google Shape;1683;p14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684" name="Google Shape;1684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1687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4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4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4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3" name="Google Shape;1693;p14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694" name="Google Shape;1694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7" name="Google Shape;1697;p14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8" name="Google Shape;1698;p14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699" name="Google Shape;1699;p14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00" name="Google Shape;1700;p1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1" name="Google Shape;1701;p1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2" name="Google Shape;1702;p14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03" name="Google Shape;1703;p1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4" name="Google Shape;1704;p1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05" name="Google Shape;170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4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5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5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5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5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6" name="Google Shape;1716;p15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17" name="Google Shape;1717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0" name="Google Shape;1720;p15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21" name="Google Shape;1721;p15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22" name="Google Shape;1722;p15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23" name="Google Shape;1723;p1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4" name="Google Shape;1724;p1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5" name="Google Shape;1725;p15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26" name="Google Shape;1726;p1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7" name="Google Shape;1727;p1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28" name="Google Shape;1728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5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5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3" name="Google Shape;1733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5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5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5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5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9" name="Google Shape;1739;p15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40" name="Google Shape;1740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3" name="Google Shape;1743;p15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4" name="Google Shape;1744;p15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45" name="Google Shape;1745;p15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46" name="Google Shape;1746;p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15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49" name="Google Shape;1749;p1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0" name="Google Shape;1750;p1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1" name="Google Shape;1751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5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5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Google Shape;1756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59" name="Google Shape;1759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1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2" name="Google Shape;1762;p15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3" name="Google Shape;1763;p15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4" name="Google Shape;1764;p15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65" name="Google Shape;1765;p15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766" name="Google Shape;1766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7" name="Google Shape;1767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8" name="Google Shape;1768;p15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769" name="Google Shape;1769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1" name="Google Shape;1771;p15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772" name="Google Shape;1772;p1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" name="Google Shape;1773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78" name="Google Shape;1778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1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1" name="Google Shape;1781;p15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2" name="Google Shape;1782;p15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3" name="Google Shape;1783;p15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84" name="Google Shape;1784;p15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785" name="Google Shape;1785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6" name="Google Shape;1786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7" name="Google Shape;1787;p15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788" name="Google Shape;1788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0" name="Google Shape;1790;p15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791" name="Google Shape;1791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97" name="Google Shape;1797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0" name="Google Shape;1800;p15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1" name="Google Shape;1801;p15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2" name="Google Shape;1802;p15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03" name="Google Shape;1803;p15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04" name="Google Shape;1804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5" name="Google Shape;1805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6" name="Google Shape;1806;p15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07" name="Google Shape;1807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8" name="Google Shape;1808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9" name="Google Shape;1809;p15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10" name="Google Shape;1810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1" name="Google Shape;1811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3" name="Google Shape;1813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1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16" name="Google Shape;1816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9" name="Google Shape;1819;p15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0" name="Google Shape;1820;p15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1" name="Google Shape;1821;p15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22" name="Google Shape;1822;p15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23" name="Google Shape;1823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4" name="Google Shape;1824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5" name="Google Shape;1825;p15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26" name="Google Shape;1826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7" name="Google Shape;182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8" name="Google Shape;1828;p15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29" name="Google Shape;1829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0" name="Google Shape;183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1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5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35" name="Google Shape;1835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8" name="Google Shape;1838;p15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9" name="Google Shape;1839;p15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0" name="Google Shape;1840;p15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1" name="Google Shape;1841;p15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42" name="Google Shape;1842;p15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43" name="Google Shape;1843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4" name="Google Shape;1844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5" name="Google Shape;1845;p15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46" name="Google Shape;1846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8" name="Google Shape;1848;p15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49" name="Google Shape;1849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0" name="Google Shape;1850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1" name="Google Shape;1851;p15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52" name="Google Shape;1852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Google Shape;1853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15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58" name="Google Shape;1858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5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1" name="Google Shape;1861;p15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2" name="Google Shape;1862;p15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3" name="Google Shape;1863;p15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4" name="Google Shape;1864;p15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5" name="Google Shape;1865;p15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66" name="Google Shape;1866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8" name="Google Shape;1868;p15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69" name="Google Shape;1869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1" name="Google Shape;1871;p15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72" name="Google Shape;1872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3" name="Google Shape;1873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4" name="Google Shape;1874;p15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75" name="Google Shape;1875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6" name="Google Shape;1876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8" name="Google Shape;1878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15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81" name="Google Shape;1881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4" name="Google Shape;1884;p15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5" name="Google Shape;1885;p15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6" name="Google Shape;1886;p15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7" name="Google Shape;1887;p15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8" name="Google Shape;1888;p15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889" name="Google Shape;1889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1" name="Google Shape;1891;p15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892" name="Google Shape;1892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3" name="Google Shape;1893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4" name="Google Shape;1894;p15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895" name="Google Shape;1895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6" name="Google Shape;1896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7" name="Google Shape;1897;p15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898" name="Google Shape;1898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9" name="Google Shape;1899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1" name="Google Shape;1901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5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04" name="Google Shape;190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5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5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9" name="Google Shape;1909;p15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0" name="Google Shape;1910;p15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11" name="Google Shape;1911;p15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12" name="Google Shape;1912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3" name="Google Shape;1913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4" name="Google Shape;1914;p15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15" name="Google Shape;1915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6" name="Google Shape;1916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7" name="Google Shape;1917;p15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18" name="Google Shape;1918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9" name="Google Shape;1919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0" name="Google Shape;1920;p15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21" name="Google Shape;1921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2" name="Google Shape;1922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27" name="Google Shape;1927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0" name="Google Shape;1930;p16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1" name="Google Shape;1931;p16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2" name="Google Shape;1932;p16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33" name="Google Shape;1933;p16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34" name="Google Shape;1934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37" name="Google Shape;1937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40" name="Google Shape;1940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46" name="Google Shape;1946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0" name="Google Shape;1950;p16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1" name="Google Shape;1951;p16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52" name="Google Shape;1952;p16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53" name="Google Shape;1953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4" name="Google Shape;1954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5" name="Google Shape;1955;p16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56" name="Google Shape;1956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7" name="Google Shape;1957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8" name="Google Shape;1958;p16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59" name="Google Shape;1959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2" name="Google Shape;1962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3" name="Google Shape;1963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6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65" name="Google Shape;1965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8" name="Google Shape;1968;p16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69" name="Google Shape;1969;p16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0" name="Google Shape;1970;p16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71" name="Google Shape;1971;p16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72" name="Google Shape;197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3" name="Google Shape;1973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4" name="Google Shape;1974;p16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75" name="Google Shape;1975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6" name="Google Shape;1976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7" name="Google Shape;1977;p16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78" name="Google Shape;1978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9" name="Google Shape;1979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1" name="Google Shape;1981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1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6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84" name="Google Shape;1984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5" name="Google Shape;1985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7" name="Google Shape;1987;p16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8" name="Google Shape;1988;p16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9" name="Google Shape;1989;p16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90" name="Google Shape;1990;p16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991" name="Google Shape;199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2" name="Google Shape;199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3" name="Google Shape;1993;p16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994" name="Google Shape;1994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5" name="Google Shape;1995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6" name="Google Shape;1996;p16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997" name="Google Shape;1997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8" name="Google Shape;1998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03" name="Google Shape;2003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6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8" name="Google Shape;2008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10" name="Google Shape;201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4" name="Google Shape;2014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5" name="Google Shape;2015;p1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17" name="Google Shape;2017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Google Shape;2021;p1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24" name="Google Shape;2024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31" name="Google Shape;2031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4" name="Google Shape;2034;p1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6" name="Google Shape;2036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39" name="Google Shape;2039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0" name="Google Shape;204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2" name="Google Shape;2042;p1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4" name="Google Shape;2044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1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47" name="Google Shape;2047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8" name="Google Shape;2048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17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0" name="Google Shape;2050;p17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Google Shape;2052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5" name="Google Shape;2055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6" name="Google Shape;2056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1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8" name="Google Shape;2058;p17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Google Shape;2060;p1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63" name="Google Shape;2063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6" name="Google Shape;2066;p17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Google Shape;2068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9" name="Google Shape;2069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1" name="Google Shape;2071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2" name="Google Shape;2072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4" name="Google Shape;2074;p17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9" name="Google Shape;2079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0" name="Google Shape;2080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1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2" name="Google Shape;2082;p17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Google Shape;2084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1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7" name="Google Shape;2087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8" name="Google Shape;208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17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7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3" name="Google Shape;2093;p1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17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5" name="Google Shape;2095;p17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7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17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9" name="Google Shape;2099;p1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0" name="Google Shape;2100;p17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01" name="Google Shape;2101;p17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7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4" name="Google Shape;2104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17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7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17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7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7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7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7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7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7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1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18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18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3" name="Google Shape;2123;p1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4" name="Google Shape;2124;p1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18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6" name="Google Shape;2126;p18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7" name="Google Shape;2127;p18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18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0" name="Google Shape;2130;p1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8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18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3" name="Google Shape;2133;p18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4" name="Google Shape;2134;p18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9" name="Google Shape;2139;p18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8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41" name="Google Shape;2141;p1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42" name="Google Shape;2142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3" name="Google Shape;2143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5" name="Google Shape;2145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6" name="Google Shape;2146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1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8" name="Google Shape;2148;p18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8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50" name="Google Shape;2150;p1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51" name="Google Shape;2151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5" name="Google Shape;2155;p1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1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7" name="Google Shape;2157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8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8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60" name="Google Shape;2160;p1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61" name="Google Shape;2161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3" name="Google Shape;2163;p1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1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6" name="Google Shape;2166;p18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8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68" name="Google Shape;2168;p1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9" name="Google Shape;2169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0" name="Google Shape;2170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1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8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5" name="Google Shape;2175;p188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6" name="Google Shape;2176;p18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2" name="Google Shape;2182;p1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190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4" name="Google Shape;2184;p1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187" name="Google Shape;2187;p1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88" name="Google Shape;2188;p1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9" name="Google Shape;2189;p1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90" name="Google Shape;2190;p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1" name="Google Shape;2191;p1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19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1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6" name="Google Shape;2196;p19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7" name="Google Shape;2197;p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1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" name="Google Shape;2201;p19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1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3" name="Google Shape;2203;p19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4" name="Google Shape;2204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5" name="Google Shape;2205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1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9" name="Google Shape;2209;p19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19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1" name="Google Shape;2211;p19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2" name="Google Shape;2212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3" name="Google Shape;2213;p19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14" name="Google Shape;2214;p1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5" name="Google Shape;2215;p19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16" name="Google Shape;2216;p1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19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9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19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19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2" name="Google Shape;2222;p19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3" name="Google Shape;2223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4" name="Google Shape;2224;p19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25" name="Google Shape;2225;p1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9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9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9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29" name="Google Shape;2229;p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9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9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3" name="Google Shape;2233;p195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4" name="Google Shape;2234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5" name="Google Shape;2235;p19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36" name="Google Shape;2236;p1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19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8" name="Google Shape;2238;p19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9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40" name="Google Shape;2240;p1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" name="Google Shape;2242;p19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1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96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5" name="Google Shape;2245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6" name="Google Shape;2246;p19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47" name="Google Shape;2247;p1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8" name="Google Shape;2248;p19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49" name="Google Shape;2249;p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9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9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" name="Google Shape;2253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9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6" name="Google Shape;2256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1" name="Google Shape;2261;p19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2" name="Google Shape;2262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3" name="Google Shape;2263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4" name="Google Shape;2264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5" name="Google Shape;2265;p19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66" name="Google Shape;2266;p1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7" name="Google Shape;2267;p19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8" name="Google Shape;2268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70" name="Google Shape;2270;p1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9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3" name="Google Shape;2273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5" name="Google Shape;2275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6" name="Google Shape;2276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0" name="Google Shape;2280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2" name="Google Shape;2282;p20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3" name="Google Shape;2283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4" name="Google Shape;2284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85" name="Google Shape;2285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6" name="Google Shape;2286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7" name="Google Shape;2287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89" name="Google Shape;2289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1" name="Google Shape;2291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3" name="Google Shape;2293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4" name="Google Shape;2294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5" name="Google Shape;2295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96" name="Google Shape;2296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7" name="Google Shape;2297;p201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98" name="Google Shape;2298;p2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9" name="Google Shape;2299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2" name="Google Shape;2302;p2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4" name="Google Shape;2304;p20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5" name="Google Shape;2305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6" name="Google Shape;2306;p20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7" name="Google Shape;2307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0" name="Google Shape;2310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1" name="Google Shape;2311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2" name="Google Shape;2312;p20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3" name="Google Shape;2313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20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5" name="Google Shape;2315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9" name="Google Shape;2319;p20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0" name="Google Shape;2320;p204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1" name="Google Shape;2321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2" name="Google Shape;2322;p20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3" name="Google Shape;2323;p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4" name="Google Shape;2324;p20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5" name="Google Shape;2325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7" name="Google Shape;2327;p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0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1" name="Google Shape;2331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2" name="Google Shape;2332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3" name="Google Shape;2333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34" name="Google Shape;2334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5" name="Google Shape;2335;p205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6" name="Google Shape;2336;p2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7" name="Google Shape;2337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0" name="Google Shape;2340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2" name="Google Shape;2342;p206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3" name="Google Shape;2343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4" name="Google Shape;2344;p20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45" name="Google Shape;2345;p2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6" name="Google Shape;2346;p20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47" name="Google Shape;2347;p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0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3" name="Google Shape;2353;p207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4" name="Google Shape;2354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5" name="Google Shape;2355;p20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56" name="Google Shape;2356;p2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7" name="Google Shape;2357;p20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58" name="Google Shape;2358;p2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20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20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0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0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4" name="Google Shape;2364;p208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5" name="Google Shape;2365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6" name="Google Shape;2366;p20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67" name="Google Shape;2367;p2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8" name="Google Shape;2368;p20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69" name="Google Shape;2369;p2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20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20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2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4" name="Google Shape;2374;p2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5" name="Google Shape;2375;p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6" name="Google Shape;2376;p20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7" name="Google Shape;2377;p20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78" name="Google Shape;2378;p2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9" name="Google Shape;2379;p20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0" name="Google Shape;2380;p20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1" name="Google Shape;2381;p20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2" name="Google Shape;2382;p20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4" name="Google Shape;2384;p2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5" name="Google Shape;2385;p2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6" name="Google Shape;2386;p2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7" name="Google Shape;2387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8" name="Google Shape;2388;p2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89" name="Google Shape;2389;p2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0" name="Google Shape;2390;p2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1" name="Google Shape;2391;p2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2" name="Google Shape;2392;p2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93" name="Google Shape;2393;p2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211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212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12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12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2" name="Google Shape;2402;p212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3" name="Google Shape;2403;p212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212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5" name="Google Shape;2405;p212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6" name="Google Shape;2406;p212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7" name="Google Shape;2407;p212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212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12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212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1" name="Google Shape;2411;p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2" name="Google Shape;2412;p2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4" name="Google Shape;2414;p21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15" name="Google Shape;2415;p21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16" name="Google Shape;2416;p21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7" name="Google Shape;2417;p2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2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9" name="Google Shape;2419;p2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0" name="Google Shape;2420;p2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1" name="Google Shape;2421;p2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2" name="Google Shape;2422;p2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3" name="Google Shape;2423;p2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24" name="Google Shape;2424;p213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" name="Google Shape;2426;p21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27" name="Google Shape;2427;p21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8" name="Google Shape;2428;p21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9" name="Google Shape;2429;p2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2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1" name="Google Shape;2431;p2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2" name="Google Shape;2432;p2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3" name="Google Shape;2433;p2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4" name="Google Shape;2434;p2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5" name="Google Shape;2435;p2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6" name="Google Shape;2436;p2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7" name="Google Shape;2437;p2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8" name="Google Shape;2438;p214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0" name="Google Shape;2440;p21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41" name="Google Shape;2441;p21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2" name="Google Shape;2442;p21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3" name="Google Shape;2443;p2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2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5" name="Google Shape;2445;p2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6" name="Google Shape;2446;p2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7" name="Google Shape;2447;p2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8" name="Google Shape;2448;p2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9" name="Google Shape;2449;p2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0" name="Google Shape;2450;p2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1" name="Google Shape;2451;p2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2" name="Google Shape;2452;p2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3" name="Google Shape;2453;p2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4" name="Google Shape;2454;p215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6" name="Google Shape;2456;p21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57" name="Google Shape;2457;p21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58" name="Google Shape;2458;p21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9" name="Google Shape;2459;p2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2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1" name="Google Shape;2461;p2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2" name="Google Shape;2462;p2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3" name="Google Shape;2463;p2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4" name="Google Shape;2464;p21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6" name="Google Shape;2466;p2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7" name="Google Shape;2467;p2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8" name="Google Shape;2468;p2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9" name="Google Shape;2469;p217"/>
          <p:cNvCxnSpPr>
            <a:endCxn id="2470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71" name="Google Shape;2471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17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470" name="Google Shape;2470;p2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21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74" name="Google Shape;2474;p21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75" name="Google Shape;2475;p217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6" name="Google Shape;2476;p2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7" name="Google Shape;2477;p217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78" name="Google Shape;2478;p217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0" name="Google Shape;2480;p2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1" name="Google Shape;2481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2" name="Google Shape;2482;p2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4" name="Google Shape;2484;p2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5" name="Google Shape;2485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6" name="Google Shape;2486;p218"/>
          <p:cNvCxnSpPr>
            <a:endCxn id="248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87" name="Google Shape;2487;p2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8" name="Google Shape;2488;p2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9" name="Google Shape;2489;p2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0" name="Google Shape;2490;p21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91" name="Google Shape;2491;p21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92" name="Google Shape;2492;p218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3" name="Google Shape;2493;p2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4" name="Google Shape;2494;p21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95" name="Google Shape;2495;p218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6" name="Google Shape;2496;p218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97" name="Google Shape;2497;p218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9" name="Google Shape;2499;p2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1" name="Google Shape;2501;p2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2" name="Google Shape;2502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2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2504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5" name="Google Shape;2505;p2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7" name="Google Shape;2507;p2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08" name="Google Shape;2508;p2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9" name="Google Shape;2509;p2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0" name="Google Shape;2510;p2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1" name="Google Shape;2511;p2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2" name="Google Shape;2512;p21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13" name="Google Shape;2513;p21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4" name="Google Shape;2514;p219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5" name="Google Shape;2515;p2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6" name="Google Shape;2516;p21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17" name="Google Shape;2517;p219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8" name="Google Shape;2518;p219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9" name="Google Shape;2519;p219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20" name="Google Shape;2520;p219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2" name="Google Shape;2522;p220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523" name="Google Shape;2523;p2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220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5" name="Google Shape;2525;p22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526" name="Google Shape;2526;p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7" name="Google Shape;2527;p2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8" name="Google Shape;2528;p22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9" name="Google Shape;2529;p22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1" name="Google Shape;2531;p221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532" name="Google Shape;2532;p221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3" name="Google Shape;2533;p221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4" name="Google Shape;2534;p2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5" name="Google Shape;2535;p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2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7" name="Google Shape;2537;p22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8" name="Google Shape;2538;p22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0" name="Google Shape;2540;p2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41" name="Google Shape;2541;p2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3" name="Google Shape;2543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4" name="Google Shape;2544;p22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5" name="Google Shape;2545;p22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6" name="Google Shape;2546;p22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8" name="Google Shape;2548;p2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49" name="Google Shape;2549;p2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2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1" name="Google Shape;2551;p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22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3" name="Google Shape;2553;p22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4" name="Google Shape;2554;p22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2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7" name="Google Shape;2557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8" name="Google Shape;2558;p2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24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60" name="Google Shape;2560;p2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61" name="Google Shape;2561;p2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62" name="Google Shape;2562;p2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3" name="Google Shape;2563;p2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4" name="Google Shape;2564;p2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5" name="Google Shape;2565;p2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6" name="Google Shape;2566;p2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7" name="Google Shape;2567;p22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8" name="Google Shape;2568;p22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9" name="Google Shape;2569;p22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2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2" name="Google Shape;2572;p2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73" name="Google Shape;2573;p2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2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75" name="Google Shape;2575;p2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6" name="Google Shape;2576;p2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7" name="Google Shape;2577;p2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8" name="Google Shape;2578;p2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9" name="Google Shape;2579;p2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0" name="Google Shape;2580;p2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81" name="Google Shape;2581;p22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2" name="Google Shape;2582;p22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3" name="Google Shape;2583;p22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4" name="Google Shape;2584;p22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2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7" name="Google Shape;2587;p2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8" name="Google Shape;2588;p2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2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90" name="Google Shape;2590;p2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91" name="Google Shape;2591;p2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2" name="Google Shape;2592;p2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3" name="Google Shape;2593;p2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94" name="Google Shape;2594;p2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5" name="Google Shape;2595;p2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6" name="Google Shape;2596;p22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7" name="Google Shape;2597;p22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8" name="Google Shape;2598;p22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9" name="Google Shape;2599;p22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2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2" name="Google Shape;2602;p2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2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2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05" name="Google Shape;2605;p2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06" name="Google Shape;2606;p2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7" name="Google Shape;2607;p2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08" name="Google Shape;2608;p2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9" name="Google Shape;2609;p2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0" name="Google Shape;2610;p2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1" name="Google Shape;2611;p22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2" name="Google Shape;2612;p22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3" name="Google Shape;2613;p22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4" name="Google Shape;2614;p22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6" name="Google Shape;2616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7" name="Google Shape;2617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8" name="Google Shape;2618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2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2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1" name="Google Shape;2621;p22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2" name="Google Shape;2622;p22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3" name="Google Shape;2623;p22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4" name="Google Shape;2624;p2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25" name="Google Shape;2625;p22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6" name="Google Shape;2626;p22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7" name="Google Shape;2627;p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8" name="Google Shape;2628;p2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9" name="Google Shape;2629;p22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0" name="Google Shape;2630;p22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4" name="Google Shape;2634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5" name="Google Shape;2635;p2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6" name="Google Shape;2636;p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7" name="Google Shape;2637;p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8" name="Google Shape;2638;p22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9" name="Google Shape;2639;p22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0" name="Google Shape;2640;p22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1" name="Google Shape;2641;p22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2" name="Google Shape;2642;p2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43" name="Google Shape;2643;p22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4" name="Google Shape;2644;p22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5" name="Google Shape;2645;p22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6" name="Google Shape;2646;p22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49" name="Google Shape;2649;p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0" name="Google Shape;2650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1" name="Google Shape;2651;p2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2" name="Google Shape;2652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3" name="Google Shape;2653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3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5" name="Google Shape;2655;p23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6" name="Google Shape;2656;p23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7" name="Google Shape;2657;p23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8" name="Google Shape;2658;p2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59" name="Google Shape;2659;p23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0" name="Google Shape;2660;p23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1" name="Google Shape;2661;p23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2" name="Google Shape;2662;p23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4" name="Google Shape;2664;p2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65" name="Google Shape;2665;p2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6" name="Google Shape;2666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8" name="Google Shape;2668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9" name="Google Shape;2669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0" name="Google Shape;2670;p23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1" name="Google Shape;2671;p23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2" name="Google Shape;2672;p23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3" name="Google Shape;2673;p23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4" name="Google Shape;2674;p2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75" name="Google Shape;2675;p23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6" name="Google Shape;2676;p23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23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8" name="Google Shape;2678;p23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0" name="Google Shape;2680;p2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81" name="Google Shape;2681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232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83" name="Google Shape;2683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2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5" name="Google Shape;2685;p2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6" name="Google Shape;2686;p23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7" name="Google Shape;2687;p23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88" name="Google Shape;2688;p2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89" name="Google Shape;2689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0" name="Google Shape;2690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1" name="Google Shape;2691;p2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92" name="Google Shape;2692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3" name="Google Shape;2693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4" name="Google Shape;2694;p2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95" name="Google Shape;2695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6" name="Google Shape;2696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97" name="Google Shape;2697;p232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8" name="Google Shape;2698;p23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0" name="Google Shape;2700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1" name="Google Shape;2701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2" name="Google Shape;2702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3" name="Google Shape;2703;p2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4" name="Google Shape;2704;p2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5" name="Google Shape;2705;p23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6" name="Google Shape;2706;p23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07" name="Google Shape;2707;p2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08" name="Google Shape;2708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9" name="Google Shape;2709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0" name="Google Shape;2710;p2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11" name="Google Shape;2711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2" name="Google Shape;2712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3" name="Google Shape;2713;p2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14" name="Google Shape;2714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5" name="Google Shape;2715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6" name="Google Shape;2716;p23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7" name="Google Shape;2717;p23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8" name="Google Shape;2718;p23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0" name="Google Shape;2720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1" name="Google Shape;2721;p2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2" name="Google Shape;2722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2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4" name="Google Shape;2724;p2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5" name="Google Shape;2725;p23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6" name="Google Shape;2726;p23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27" name="Google Shape;2727;p2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28" name="Google Shape;2728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9" name="Google Shape;2729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0" name="Google Shape;2730;p2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31" name="Google Shape;2731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2" name="Google Shape;2732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3" name="Google Shape;2733;p2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34" name="Google Shape;2734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5" name="Google Shape;2735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6" name="Google Shape;2736;p23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7" name="Google Shape;2737;p23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8" name="Google Shape;2738;p23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0" name="Google Shape;2740;p2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1" name="Google Shape;2741;p2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2" name="Google Shape;2742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3" name="Google Shape;2743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4" name="Google Shape;2744;p2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5" name="Google Shape;2745;p23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6" name="Google Shape;2746;p23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47" name="Google Shape;2747;p2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48" name="Google Shape;2748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9" name="Google Shape;2749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0" name="Google Shape;2750;p2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51" name="Google Shape;2751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2" name="Google Shape;2752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3" name="Google Shape;2753;p2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54" name="Google Shape;2754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56" name="Google Shape;2756;p23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7" name="Google Shape;2757;p23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8" name="Google Shape;2758;p23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0" name="Google Shape;2760;p2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1" name="Google Shape;2761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2" name="Google Shape;2762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3" name="Google Shape;2763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4" name="Google Shape;2764;p2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5" name="Google Shape;2765;p23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6" name="Google Shape;2766;p23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7" name="Google Shape;2767;p23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68" name="Google Shape;2768;p2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69" name="Google Shape;2769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0" name="Google Shape;2770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1" name="Google Shape;2771;p2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72" name="Google Shape;2772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3" name="Google Shape;2773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4" name="Google Shape;2774;p2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75" name="Google Shape;2775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7" name="Google Shape;2777;p2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78" name="Google Shape;2778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9" name="Google Shape;2779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0" name="Google Shape;2780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1" name="Google Shape;2781;p23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2" name="Google Shape;2782;p23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783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4" name="Google Shape;2784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5" name="Google Shape;2785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6" name="Google Shape;2786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7" name="Google Shape;2787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8" name="Google Shape;2788;p2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9" name="Google Shape;2789;p23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0" name="Google Shape;2790;p23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1" name="Google Shape;2791;p23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92" name="Google Shape;2792;p2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93" name="Google Shape;2793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4" name="Google Shape;2794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5" name="Google Shape;2795;p2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96" name="Google Shape;2796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8" name="Google Shape;2798;p2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99" name="Google Shape;2799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0" name="Google Shape;2800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1" name="Google Shape;2801;p2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02" name="Google Shape;2802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3" name="Google Shape;2803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4" name="Google Shape;2804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5" name="Google Shape;2805;p23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3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8" name="Google Shape;2808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2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2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11" name="Google Shape;2811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3" name="Google Shape;2813;p2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4" name="Google Shape;2814;p23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5" name="Google Shape;2815;p23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6" name="Google Shape;2816;p23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17" name="Google Shape;2817;p2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18" name="Google Shape;2818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9" name="Google Shape;2819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0" name="Google Shape;2820;p2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21" name="Google Shape;2821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2" name="Google Shape;2822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3" name="Google Shape;2823;p2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24" name="Google Shape;2824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5" name="Google Shape;2825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6" name="Google Shape;2826;p2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27" name="Google Shape;2827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8" name="Google Shape;2828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9" name="Google Shape;2829;p23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0" name="Google Shape;2830;p23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2" name="Google Shape;2832;p2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2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2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35" name="Google Shape;2835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6" name="Google Shape;2836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7" name="Google Shape;2837;p2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8" name="Google Shape;2838;p23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9" name="Google Shape;2839;p23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40" name="Google Shape;2840;p23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41" name="Google Shape;2841;p2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42" name="Google Shape;2842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3" name="Google Shape;2843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4" name="Google Shape;2844;p2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45" name="Google Shape;2845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6" name="Google Shape;2846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7" name="Google Shape;2847;p2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48" name="Google Shape;2848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9" name="Google Shape;2849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0" name="Google Shape;2850;p2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51" name="Google Shape;2851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2" name="Google Shape;2852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53" name="Google Shape;2853;p23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4" name="Google Shape;2854;p23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855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6" name="Google Shape;2856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57" name="Google Shape;2857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8" name="Google Shape;2858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9" name="Google Shape;2859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0" name="Google Shape;2860;p24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1" name="Google Shape;2861;p24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2" name="Google Shape;2862;p24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63" name="Google Shape;2863;p2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64" name="Google Shape;2864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5" name="Google Shape;2865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6" name="Google Shape;2866;p2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67" name="Google Shape;2867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8" name="Google Shape;2868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9" name="Google Shape;2869;p2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70" name="Google Shape;2870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1" name="Google Shape;2871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2" name="Google Shape;2872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3" name="Google Shape;2873;p24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4" name="Google Shape;2874;p24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6" name="Google Shape;2876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7" name="Google Shape;2877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8" name="Google Shape;2878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9" name="Google Shape;2879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0" name="Google Shape;2880;p24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81" name="Google Shape;2881;p24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82" name="Google Shape;2882;p24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83" name="Google Shape;2883;p2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84" name="Google Shape;2884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5" name="Google Shape;2885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6" name="Google Shape;2886;p2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87" name="Google Shape;2887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8" name="Google Shape;2888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9" name="Google Shape;2889;p2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90" name="Google Shape;2890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1" name="Google Shape;2891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92" name="Google Shape;2892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3" name="Google Shape;2893;p24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4" name="Google Shape;2894;p24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6" name="Google Shape;2896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8" name="Google Shape;2898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9" name="Google Shape;2899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0" name="Google Shape;2900;p24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01" name="Google Shape;2901;p24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02" name="Google Shape;2902;p24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03" name="Google Shape;2903;p2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04" name="Google Shape;2904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5" name="Google Shape;2905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6" name="Google Shape;2906;p2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07" name="Google Shape;2907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8" name="Google Shape;2908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9" name="Google Shape;2909;p2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10" name="Google Shape;2910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1" name="Google Shape;2911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12" name="Google Shape;2912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3" name="Google Shape;2913;p24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4" name="Google Shape;2914;p24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6" name="Google Shape;2916;p2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7" name="Google Shape;2917;p2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8" name="Google Shape;2918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9" name="Google Shape;2919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0" name="Google Shape;2920;p24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1" name="Google Shape;2921;p24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2" name="Google Shape;2922;p24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23" name="Google Shape;2923;p2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24" name="Google Shape;2924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5" name="Google Shape;2925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6" name="Google Shape;2926;p2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27" name="Google Shape;2927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8" name="Google Shape;2928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9" name="Google Shape;2929;p2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30" name="Google Shape;2930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1" name="Google Shape;2931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32" name="Google Shape;2932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3" name="Google Shape;2933;p24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4" name="Google Shape;2934;p24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6" name="Google Shape;2936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7" name="Google Shape;2937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8" name="Google Shape;2938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9" name="Google Shape;2939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0" name="Google Shape;2940;p2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1" name="Google Shape;2941;p24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42" name="Google Shape;2942;p24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4" name="Google Shape;2944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5" name="Google Shape;2945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6" name="Google Shape;2946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8" name="Google Shape;2948;p2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9" name="Google Shape;2949;p24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0" name="Google Shape;2950;p24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2" name="Google Shape;2952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3" name="Google Shape;2953;p2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4" name="Google Shape;2954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6" name="Google Shape;2956;p2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7" name="Google Shape;2957;p24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8" name="Google Shape;2958;p24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0" name="Google Shape;2960;p2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1" name="Google Shape;2961;p2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2" name="Google Shape;2962;p24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963" name="Google Shape;2963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4" name="Google Shape;2964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5" name="Google Shape;2965;p2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6" name="Google Shape;2966;p24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8" name="Google Shape;2968;p2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9" name="Google Shape;2969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0" name="Google Shape;2970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1" name="Google Shape;2971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2" name="Google Shape;2972;p2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3" name="Google Shape;2973;p24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4" name="Google Shape;2974;p24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5" name="Google Shape;2975;p24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7" name="Google Shape;2977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78" name="Google Shape;2978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0" name="Google Shape;2980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1" name="Google Shape;2981;p2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2" name="Google Shape;2982;p24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3" name="Google Shape;2983;p24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4" name="Google Shape;2984;p24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6" name="Google Shape;2986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2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9" name="Google Shape;2989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0" name="Google Shape;2990;p2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1" name="Google Shape;2991;p25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2" name="Google Shape;2992;p25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93" name="Google Shape;2993;p25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5" name="Google Shape;2995;p2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96" name="Google Shape;2996;p2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8" name="Google Shape;2998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9" name="Google Shape;2999;p2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0" name="Google Shape;3000;p25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1" name="Google Shape;3001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02" name="Google Shape;3002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4" name="Google Shape;3004;p2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2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8" name="Google Shape;3008;p2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9" name="Google Shape;3009;p25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0" name="Google Shape;3010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11" name="Google Shape;3011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3" name="Google Shape;3013;p2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4" name="Google Shape;3014;p2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2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6" name="Google Shape;3016;p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7" name="Google Shape;3017;p2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8" name="Google Shape;3018;p25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9" name="Google Shape;3019;p25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0" name="Google Shape;3020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2" name="Google Shape;3022;p2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23" name="Google Shape;3023;p2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2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5" name="Google Shape;3025;p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6" name="Google Shape;3026;p2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7" name="Google Shape;3027;p25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8" name="Google Shape;3028;p25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9" name="Google Shape;3029;p25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1" name="Google Shape;3031;p2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32" name="Google Shape;3032;p2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2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4" name="Google Shape;3034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5" name="Google Shape;3035;p2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6" name="Google Shape;3036;p25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7" name="Google Shape;3037;p2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8" name="Google Shape;3038;p25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0" name="Google Shape;3040;p256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3041" name="Google Shape;3041;p256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42" name="Google Shape;3042;p25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3" name="Google Shape;3043;p2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4" name="Google Shape;3044;p256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5" name="Google Shape;3045;p2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46" name="Google Shape;3046;p2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8" name="Google Shape;3048;p257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3049" name="Google Shape;3049;p257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0" name="Google Shape;3050;p25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1" name="Google Shape;3051;p2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52" name="Google Shape;3052;p2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3" name="Google Shape;3053;p2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4" name="Google Shape;3054;p2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25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7" name="Google Shape;3057;p25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25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9" name="Google Shape;3059;p25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0" name="Google Shape;3060;p25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1" name="Google Shape;3061;p25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2" name="Google Shape;3062;p25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3" name="Google Shape;3063;p25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4" name="Google Shape;3064;p25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6" name="Google Shape;3066;p2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7" name="Google Shape;3067;p259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068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Google Shape;3069;p260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70" name="Google Shape;3070;p26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2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3" name="Google Shape;3073;p26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26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261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6" name="Google Shape;3076;p261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7" name="Google Shape;3077;p261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58" Type="http://schemas.openxmlformats.org/officeDocument/2006/relationships/theme" Target="../theme/theme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7.xml"/><Relationship Id="rId4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98.xml"/><Relationship Id="rId46" Type="http://schemas.openxmlformats.org/officeDocument/2006/relationships/slideLayout" Target="../slideLayouts/slideLayout101.xml"/><Relationship Id="rId45" Type="http://schemas.openxmlformats.org/officeDocument/2006/relationships/slideLayout" Target="../slideLayouts/slideLayout100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103.xml"/><Relationship Id="rId47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3.xml"/><Relationship Id="rId62" Type="http://schemas.openxmlformats.org/officeDocument/2006/relationships/slideLayout" Target="../slideLayouts/slideLayout117.xml"/><Relationship Id="rId61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75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5.xml"/><Relationship Id="rId53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3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7.xml"/><Relationship Id="rId42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58.xml"/><Relationship Id="rId44" Type="http://schemas.openxmlformats.org/officeDocument/2006/relationships/slideLayout" Target="../slideLayouts/slideLayout161.xml"/><Relationship Id="rId43" Type="http://schemas.openxmlformats.org/officeDocument/2006/relationships/slideLayout" Target="../slideLayouts/slideLayout160.xml"/><Relationship Id="rId46" Type="http://schemas.openxmlformats.org/officeDocument/2006/relationships/slideLayout" Target="../slideLayouts/slideLayout163.xml"/><Relationship Id="rId45" Type="http://schemas.openxmlformats.org/officeDocument/2006/relationships/slideLayout" Target="../slideLayouts/slideLayout162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65.xml"/><Relationship Id="rId47" Type="http://schemas.openxmlformats.org/officeDocument/2006/relationships/slideLayout" Target="../slideLayouts/slideLayout164.xml"/><Relationship Id="rId49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33" Type="http://schemas.openxmlformats.org/officeDocument/2006/relationships/slideLayout" Target="../slideLayouts/slideLayout150.xml"/><Relationship Id="rId32" Type="http://schemas.openxmlformats.org/officeDocument/2006/relationships/slideLayout" Target="../slideLayouts/slideLayout149.xml"/><Relationship Id="rId35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54.xml"/><Relationship Id="rId36" Type="http://schemas.openxmlformats.org/officeDocument/2006/relationships/slideLayout" Target="../slideLayouts/slideLayout153.xml"/><Relationship Id="rId39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55.xml"/><Relationship Id="rId62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37.xml"/><Relationship Id="rId64" Type="http://schemas.openxmlformats.org/officeDocument/2006/relationships/slideLayout" Target="../slideLayouts/slideLayout181.xml"/><Relationship Id="rId63" Type="http://schemas.openxmlformats.org/officeDocument/2006/relationships/slideLayout" Target="../slideLayouts/slideLayout180.xml"/><Relationship Id="rId22" Type="http://schemas.openxmlformats.org/officeDocument/2006/relationships/slideLayout" Target="../slideLayouts/slideLayout139.xml"/><Relationship Id="rId66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38.xml"/><Relationship Id="rId65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41.xml"/><Relationship Id="rId68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40.xml"/><Relationship Id="rId67" Type="http://schemas.openxmlformats.org/officeDocument/2006/relationships/slideLayout" Target="../slideLayouts/slideLayout184.xml"/><Relationship Id="rId60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69" Type="http://schemas.openxmlformats.org/officeDocument/2006/relationships/theme" Target="../theme/theme1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46.xml"/><Relationship Id="rId51" Type="http://schemas.openxmlformats.org/officeDocument/2006/relationships/slideLayout" Target="../slideLayouts/slideLayout168.xml"/><Relationship Id="rId50" Type="http://schemas.openxmlformats.org/officeDocument/2006/relationships/slideLayout" Target="../slideLayouts/slideLayout167.xml"/><Relationship Id="rId53" Type="http://schemas.openxmlformats.org/officeDocument/2006/relationships/slideLayout" Target="../slideLayouts/slideLayout170.xml"/><Relationship Id="rId52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75.xml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26.xml"/><Relationship Id="rId41" Type="http://schemas.openxmlformats.org/officeDocument/2006/relationships/slideLayout" Target="../slideLayouts/slideLayout225.xml"/><Relationship Id="rId44" Type="http://schemas.openxmlformats.org/officeDocument/2006/relationships/slideLayout" Target="../slideLayouts/slideLayout228.xml"/><Relationship Id="rId43" Type="http://schemas.openxmlformats.org/officeDocument/2006/relationships/slideLayout" Target="../slideLayouts/slideLayout227.xml"/><Relationship Id="rId46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29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8.xml"/><Relationship Id="rId9" Type="http://schemas.openxmlformats.org/officeDocument/2006/relationships/slideLayout" Target="../slideLayouts/slideLayout193.xml"/><Relationship Id="rId48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1.xml"/><Relationship Id="rId49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1.xml"/><Relationship Id="rId8" Type="http://schemas.openxmlformats.org/officeDocument/2006/relationships/slideLayout" Target="../slideLayouts/slideLayout192.xml"/><Relationship Id="rId73" Type="http://schemas.openxmlformats.org/officeDocument/2006/relationships/slideLayout" Target="../slideLayouts/slideLayout257.xml"/><Relationship Id="rId72" Type="http://schemas.openxmlformats.org/officeDocument/2006/relationships/slideLayout" Target="../slideLayouts/slideLayout256.xml"/><Relationship Id="rId31" Type="http://schemas.openxmlformats.org/officeDocument/2006/relationships/slideLayout" Target="../slideLayouts/slideLayout215.xml"/><Relationship Id="rId30" Type="http://schemas.openxmlformats.org/officeDocument/2006/relationships/slideLayout" Target="../slideLayouts/slideLayout214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217.xml"/><Relationship Id="rId32" Type="http://schemas.openxmlformats.org/officeDocument/2006/relationships/slideLayout" Target="../slideLayouts/slideLayout216.xml"/><Relationship Id="rId35" Type="http://schemas.openxmlformats.org/officeDocument/2006/relationships/slideLayout" Target="../slideLayouts/slideLayout219.xml"/><Relationship Id="rId34" Type="http://schemas.openxmlformats.org/officeDocument/2006/relationships/slideLayout" Target="../slideLayouts/slideLayout218.xml"/><Relationship Id="rId71" Type="http://schemas.openxmlformats.org/officeDocument/2006/relationships/slideLayout" Target="../slideLayouts/slideLayout255.xml"/><Relationship Id="rId70" Type="http://schemas.openxmlformats.org/officeDocument/2006/relationships/slideLayout" Target="../slideLayouts/slideLayout254.xml"/><Relationship Id="rId37" Type="http://schemas.openxmlformats.org/officeDocument/2006/relationships/slideLayout" Target="../slideLayouts/slideLayout221.xml"/><Relationship Id="rId36" Type="http://schemas.openxmlformats.org/officeDocument/2006/relationships/slideLayout" Target="../slideLayouts/slideLayout220.xml"/><Relationship Id="rId39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2.xml"/><Relationship Id="rId62" Type="http://schemas.openxmlformats.org/officeDocument/2006/relationships/slideLayout" Target="../slideLayouts/slideLayout246.xml"/><Relationship Id="rId61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04.xml"/><Relationship Id="rId64" Type="http://schemas.openxmlformats.org/officeDocument/2006/relationships/slideLayout" Target="../slideLayouts/slideLayout248.xml"/><Relationship Id="rId63" Type="http://schemas.openxmlformats.org/officeDocument/2006/relationships/slideLayout" Target="../slideLayouts/slideLayout247.xml"/><Relationship Id="rId22" Type="http://schemas.openxmlformats.org/officeDocument/2006/relationships/slideLayout" Target="../slideLayouts/slideLayout206.xml"/><Relationship Id="rId66" Type="http://schemas.openxmlformats.org/officeDocument/2006/relationships/slideLayout" Target="../slideLayouts/slideLayout250.xml"/><Relationship Id="rId21" Type="http://schemas.openxmlformats.org/officeDocument/2006/relationships/slideLayout" Target="../slideLayouts/slideLayout205.xml"/><Relationship Id="rId65" Type="http://schemas.openxmlformats.org/officeDocument/2006/relationships/slideLayout" Target="../slideLayouts/slideLayout249.xml"/><Relationship Id="rId24" Type="http://schemas.openxmlformats.org/officeDocument/2006/relationships/slideLayout" Target="../slideLayouts/slideLayout208.xml"/><Relationship Id="rId68" Type="http://schemas.openxmlformats.org/officeDocument/2006/relationships/slideLayout" Target="../slideLayouts/slideLayout252.xml"/><Relationship Id="rId23" Type="http://schemas.openxmlformats.org/officeDocument/2006/relationships/slideLayout" Target="../slideLayouts/slideLayout207.xml"/><Relationship Id="rId67" Type="http://schemas.openxmlformats.org/officeDocument/2006/relationships/slideLayout" Target="../slideLayouts/slideLayout251.xml"/><Relationship Id="rId60" Type="http://schemas.openxmlformats.org/officeDocument/2006/relationships/slideLayout" Target="../slideLayouts/slideLayout244.xml"/><Relationship Id="rId26" Type="http://schemas.openxmlformats.org/officeDocument/2006/relationships/slideLayout" Target="../slideLayouts/slideLayout210.xml"/><Relationship Id="rId25" Type="http://schemas.openxmlformats.org/officeDocument/2006/relationships/slideLayout" Target="../slideLayouts/slideLayout209.xml"/><Relationship Id="rId69" Type="http://schemas.openxmlformats.org/officeDocument/2006/relationships/slideLayout" Target="../slideLayouts/slideLayout253.xml"/><Relationship Id="rId28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1.xml"/><Relationship Id="rId29" Type="http://schemas.openxmlformats.org/officeDocument/2006/relationships/slideLayout" Target="../slideLayouts/slideLayout213.xml"/><Relationship Id="rId51" Type="http://schemas.openxmlformats.org/officeDocument/2006/relationships/slideLayout" Target="../slideLayouts/slideLayout235.xml"/><Relationship Id="rId50" Type="http://schemas.openxmlformats.org/officeDocument/2006/relationships/slideLayout" Target="../slideLayouts/slideLayout234.xml"/><Relationship Id="rId53" Type="http://schemas.openxmlformats.org/officeDocument/2006/relationships/slideLayout" Target="../slideLayouts/slideLayout237.xml"/><Relationship Id="rId52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195.xml"/><Relationship Id="rId55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194.xml"/><Relationship Id="rId54" Type="http://schemas.openxmlformats.org/officeDocument/2006/relationships/slideLayout" Target="../slideLayouts/slideLayout238.xml"/><Relationship Id="rId13" Type="http://schemas.openxmlformats.org/officeDocument/2006/relationships/slideLayout" Target="../slideLayouts/slideLayout197.xml"/><Relationship Id="rId5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196.xml"/><Relationship Id="rId56" Type="http://schemas.openxmlformats.org/officeDocument/2006/relationships/slideLayout" Target="../slideLayouts/slideLayout240.xml"/><Relationship Id="rId15" Type="http://schemas.openxmlformats.org/officeDocument/2006/relationships/slideLayout" Target="../slideLayouts/slideLayout199.xml"/><Relationship Id="rId5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198.xml"/><Relationship Id="rId58" Type="http://schemas.openxmlformats.org/officeDocument/2006/relationships/slideLayout" Target="../slideLayouts/slideLayout242.xml"/><Relationship Id="rId17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646" name="Google Shape;64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  <p:sldLayoutId id="2147483744" r:id="rId42"/>
    <p:sldLayoutId id="2147483745" r:id="rId43"/>
    <p:sldLayoutId id="2147483746" r:id="rId44"/>
    <p:sldLayoutId id="2147483747" r:id="rId45"/>
    <p:sldLayoutId id="2147483748" r:id="rId46"/>
    <p:sldLayoutId id="2147483749" r:id="rId47"/>
    <p:sldLayoutId id="2147483750" r:id="rId48"/>
    <p:sldLayoutId id="2147483751" r:id="rId49"/>
    <p:sldLayoutId id="2147483752" r:id="rId50"/>
    <p:sldLayoutId id="2147483753" r:id="rId51"/>
    <p:sldLayoutId id="2147483754" r:id="rId52"/>
    <p:sldLayoutId id="2147483755" r:id="rId53"/>
    <p:sldLayoutId id="2147483756" r:id="rId54"/>
    <p:sldLayoutId id="2147483757" r:id="rId55"/>
    <p:sldLayoutId id="2147483758" r:id="rId56"/>
    <p:sldLayoutId id="2147483759" r:id="rId57"/>
    <p:sldLayoutId id="2147483760" r:id="rId58"/>
    <p:sldLayoutId id="2147483761" r:id="rId59"/>
    <p:sldLayoutId id="2147483762" r:id="rId60"/>
    <p:sldLayoutId id="2147483763" r:id="rId61"/>
    <p:sldLayoutId id="2147483764" r:id="rId62"/>
    <p:sldLayoutId id="2147483765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386" name="Google Shape;1386;p12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387" name="Google Shape;1387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  <p:sldLayoutId id="2147483824" r:id="rId60"/>
    <p:sldLayoutId id="2147483825" r:id="rId61"/>
    <p:sldLayoutId id="2147483826" r:id="rId62"/>
    <p:sldLayoutId id="2147483827" r:id="rId63"/>
    <p:sldLayoutId id="2147483828" r:id="rId64"/>
    <p:sldLayoutId id="2147483829" r:id="rId65"/>
    <p:sldLayoutId id="2147483830" r:id="rId66"/>
    <p:sldLayoutId id="2147483831" r:id="rId67"/>
    <p:sldLayoutId id="2147483832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189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79" name="Google Shape;2179;p189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180" name="Google Shape;2180;p18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  <p:sldLayoutId id="2147483890" r:id="rId59"/>
    <p:sldLayoutId id="2147483891" r:id="rId60"/>
    <p:sldLayoutId id="2147483892" r:id="rId61"/>
    <p:sldLayoutId id="2147483893" r:id="rId62"/>
    <p:sldLayoutId id="2147483894" r:id="rId63"/>
    <p:sldLayoutId id="2147483895" r:id="rId64"/>
    <p:sldLayoutId id="2147483896" r:id="rId65"/>
    <p:sldLayoutId id="2147483897" r:id="rId66"/>
    <p:sldLayoutId id="2147483898" r:id="rId67"/>
    <p:sldLayoutId id="2147483899" r:id="rId68"/>
    <p:sldLayoutId id="2147483900" r:id="rId69"/>
    <p:sldLayoutId id="2147483901" r:id="rId70"/>
    <p:sldLayoutId id="2147483902" r:id="rId71"/>
    <p:sldLayoutId id="2147483903" r:id="rId72"/>
    <p:sldLayoutId id="214748390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9.png"/><Relationship Id="rId4" Type="http://schemas.openxmlformats.org/officeDocument/2006/relationships/image" Target="../media/image26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2.png"/><Relationship Id="rId4" Type="http://schemas.openxmlformats.org/officeDocument/2006/relationships/image" Target="../media/image260.png"/><Relationship Id="rId9" Type="http://schemas.openxmlformats.org/officeDocument/2006/relationships/image" Target="../media/image266.png"/><Relationship Id="rId5" Type="http://schemas.openxmlformats.org/officeDocument/2006/relationships/image" Target="../media/image264.png"/><Relationship Id="rId6" Type="http://schemas.openxmlformats.org/officeDocument/2006/relationships/image" Target="../media/image261.png"/><Relationship Id="rId7" Type="http://schemas.openxmlformats.org/officeDocument/2006/relationships/image" Target="../media/image265.png"/><Relationship Id="rId8" Type="http://schemas.openxmlformats.org/officeDocument/2006/relationships/image" Target="../media/image26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Relationship Id="rId5" Type="http://schemas.openxmlformats.org/officeDocument/2006/relationships/image" Target="../media/image2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3.png"/><Relationship Id="rId4" Type="http://schemas.openxmlformats.org/officeDocument/2006/relationships/image" Target="../media/image27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3.png"/><Relationship Id="rId4" Type="http://schemas.openxmlformats.org/officeDocument/2006/relationships/image" Target="../media/image2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3.png"/><Relationship Id="rId4" Type="http://schemas.openxmlformats.org/officeDocument/2006/relationships/image" Target="../media/image27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2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3083" name="Google Shape;3083;p2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263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2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formula for the area of a triangle to calculate missing side lengths.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26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chemeClr val="dk1"/>
                </a:solidFill>
              </a:rPr>
              <a:t>base</a:t>
            </a:r>
            <a:r>
              <a:rPr lang="en-GB">
                <a:solidFill>
                  <a:schemeClr val="dk1"/>
                </a:solidFill>
              </a:rPr>
              <a:t> is the side which is perpendicular to the height.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99" name="Google Shape;3099;p265"/>
          <p:cNvSpPr txBox="1"/>
          <p:nvPr>
            <p:ph idx="2" type="subTitle"/>
          </p:nvPr>
        </p:nvSpPr>
        <p:spPr>
          <a:xfrm>
            <a:off x="324000" y="2238725"/>
            <a:ext cx="8496000" cy="9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perpendicular height is the perpendicular distance from the base to the opposite vertex.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3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2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105" name="Google Shape;3105;p2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106" name="Google Shape;3106;p2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pic>
        <p:nvPicPr>
          <p:cNvPr id="3107" name="Google Shape;3107;p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06412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26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113" name="Google Shape;3113;p267"/>
          <p:cNvSpPr txBox="1"/>
          <p:nvPr>
            <p:ph idx="1" type="body"/>
          </p:nvPr>
        </p:nvSpPr>
        <p:spPr>
          <a:xfrm>
            <a:off x="324000" y="810000"/>
            <a:ext cx="8237700" cy="16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calculate the area of a triangle, the base and height are used.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base and height of the triangle must be perpendicular to each other.</a:t>
            </a:r>
            <a:endParaRPr/>
          </a:p>
        </p:txBody>
      </p:sp>
      <p:grpSp>
        <p:nvGrpSpPr>
          <p:cNvPr id="3114" name="Google Shape;3114;p267"/>
          <p:cNvGrpSpPr/>
          <p:nvPr/>
        </p:nvGrpSpPr>
        <p:grpSpPr>
          <a:xfrm>
            <a:off x="900625" y="2493825"/>
            <a:ext cx="6731926" cy="2089500"/>
            <a:chOff x="900625" y="2493825"/>
            <a:chExt cx="6731926" cy="2089500"/>
          </a:xfrm>
        </p:grpSpPr>
        <p:pic>
          <p:nvPicPr>
            <p:cNvPr descr="&lt;math xmlns=&quot;http://www.w3.org/1998/Math/MathML&quot; data-is-equatio=&quot;1&quot; data-equatio-url=&quot;https://equatio-api.texthelp.com/desmos/get/20-06-2023/c8bfdfa1-cfc1-4ed1-a9f0-3fb32fa17538&quot; data-equatio-type=&quot;image&quot;&gt;&lt;mglyph src=&quot;https://equatio-api.texthelp.com/desmos/get/20-06-2023/c8bfdfa1-cfc1-4ed1-a9f0-3fb32fa17538&quot; alt=&quot;Equatio Image&quot;/&gt;&lt;/math&gt;" id="3115" name="Google Shape;3115;p267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0625" y="2571750"/>
              <a:ext cx="6731926" cy="15804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16" name="Google Shape;3116;p267"/>
            <p:cNvCxnSpPr/>
            <p:nvPr/>
          </p:nvCxnSpPr>
          <p:spPr>
            <a:xfrm>
              <a:off x="922800" y="4220700"/>
              <a:ext cx="2231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17" name="Google Shape;3117;p267"/>
            <p:cNvCxnSpPr/>
            <p:nvPr/>
          </p:nvCxnSpPr>
          <p:spPr>
            <a:xfrm flipH="1" rot="10800000">
              <a:off x="4689650" y="2493825"/>
              <a:ext cx="2881500" cy="157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18" name="Google Shape;3118;p267"/>
            <p:cNvCxnSpPr/>
            <p:nvPr/>
          </p:nvCxnSpPr>
          <p:spPr>
            <a:xfrm>
              <a:off x="3154175" y="4129925"/>
              <a:ext cx="711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119" name="Google Shape;3119;p267"/>
            <p:cNvCxnSpPr/>
            <p:nvPr/>
          </p:nvCxnSpPr>
          <p:spPr>
            <a:xfrm>
              <a:off x="3799350" y="2571750"/>
              <a:ext cx="0" cy="1527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20" name="Google Shape;3120;p267"/>
            <p:cNvSpPr txBox="1"/>
            <p:nvPr/>
          </p:nvSpPr>
          <p:spPr>
            <a:xfrm>
              <a:off x="1641375" y="4152225"/>
              <a:ext cx="65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1" name="Google Shape;3121;p267"/>
            <p:cNvSpPr txBox="1"/>
            <p:nvPr/>
          </p:nvSpPr>
          <p:spPr>
            <a:xfrm>
              <a:off x="5689350" y="2884550"/>
              <a:ext cx="65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2" name="Google Shape;3122;p267"/>
            <p:cNvSpPr txBox="1"/>
            <p:nvPr/>
          </p:nvSpPr>
          <p:spPr>
            <a:xfrm>
              <a:off x="3764900" y="3146438"/>
              <a:ext cx="86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3" name="Google Shape;3123;p267"/>
            <p:cNvSpPr txBox="1"/>
            <p:nvPr/>
          </p:nvSpPr>
          <p:spPr>
            <a:xfrm>
              <a:off x="6077675" y="3564438"/>
              <a:ext cx="86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height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24" name="Google Shape;3124;p267"/>
            <p:cNvCxnSpPr/>
            <p:nvPr/>
          </p:nvCxnSpPr>
          <p:spPr>
            <a:xfrm>
              <a:off x="6554375" y="3218475"/>
              <a:ext cx="526200" cy="911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125" name="Google Shape;3125;p267"/>
            <p:cNvSpPr/>
            <p:nvPr/>
          </p:nvSpPr>
          <p:spPr>
            <a:xfrm>
              <a:off x="3590900" y="3955925"/>
              <a:ext cx="174000" cy="174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67"/>
            <p:cNvSpPr/>
            <p:nvPr/>
          </p:nvSpPr>
          <p:spPr>
            <a:xfrm rot="-1800874">
              <a:off x="6586216" y="3153039"/>
              <a:ext cx="173923" cy="17392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26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132" name="Google Shape;3132;p268"/>
          <p:cNvSpPr txBox="1"/>
          <p:nvPr>
            <p:ph idx="1" type="subTitle"/>
          </p:nvPr>
        </p:nvSpPr>
        <p:spPr>
          <a:xfrm>
            <a:off x="1034425" y="1685375"/>
            <a:ext cx="2789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mm and 12 mm</a:t>
            </a:r>
            <a:endParaRPr/>
          </a:p>
        </p:txBody>
      </p:sp>
      <p:sp>
        <p:nvSpPr>
          <p:cNvPr id="3133" name="Google Shape;3133;p268"/>
          <p:cNvSpPr txBox="1"/>
          <p:nvPr>
            <p:ph idx="2" type="subTitle"/>
          </p:nvPr>
        </p:nvSpPr>
        <p:spPr>
          <a:xfrm>
            <a:off x="1034425" y="2489443"/>
            <a:ext cx="2789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 mm and 15 mm</a:t>
            </a:r>
            <a:endParaRPr/>
          </a:p>
        </p:txBody>
      </p:sp>
      <p:sp>
        <p:nvSpPr>
          <p:cNvPr id="3134" name="Google Shape;3134;p268"/>
          <p:cNvSpPr txBox="1"/>
          <p:nvPr>
            <p:ph idx="3" type="subTitle"/>
          </p:nvPr>
        </p:nvSpPr>
        <p:spPr>
          <a:xfrm>
            <a:off x="1034425" y="3309758"/>
            <a:ext cx="2773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mm and 15 mm</a:t>
            </a:r>
            <a:endParaRPr/>
          </a:p>
        </p:txBody>
      </p:sp>
      <p:sp>
        <p:nvSpPr>
          <p:cNvPr id="3135" name="Google Shape;3135;p268"/>
          <p:cNvSpPr txBox="1"/>
          <p:nvPr>
            <p:ph idx="4" type="subTitle"/>
          </p:nvPr>
        </p:nvSpPr>
        <p:spPr>
          <a:xfrm>
            <a:off x="1034425" y="4113826"/>
            <a:ext cx="2789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mm and 16 mm</a:t>
            </a:r>
            <a:endParaRPr/>
          </a:p>
        </p:txBody>
      </p:sp>
      <p:sp>
        <p:nvSpPr>
          <p:cNvPr id="3136" name="Google Shape;3136;p268"/>
          <p:cNvSpPr txBox="1"/>
          <p:nvPr>
            <p:ph idx="5"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base and height of this triangle measure:</a:t>
            </a:r>
            <a:endParaRPr/>
          </a:p>
        </p:txBody>
      </p:sp>
      <p:pic>
        <p:nvPicPr>
          <p:cNvPr id="3137" name="Google Shape;3137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083" y="24573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0-06-2023/c854ce31-7654-407f-b2e8-6c54670a3991&quot; data-equatio-type=&quot;image&quot;&gt;&lt;mglyph src=&quot;https://equatio-api.texthelp.com/desmos/get/20-06-2023/c854ce31-7654-407f-b2e8-6c54670a3991&quot; alt=&quot;Equatio Image&quot;/&gt;&lt;/math&gt;" id="3138" name="Google Shape;3138;p268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0825" y="1802475"/>
            <a:ext cx="28575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9" name="Google Shape;3139;p268"/>
          <p:cNvSpPr/>
          <p:nvPr/>
        </p:nvSpPr>
        <p:spPr>
          <a:xfrm rot="1918536">
            <a:off x="6414071" y="3384744"/>
            <a:ext cx="122366" cy="12236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268"/>
          <p:cNvSpPr/>
          <p:nvPr/>
        </p:nvSpPr>
        <p:spPr>
          <a:xfrm rot="176787">
            <a:off x="7386710" y="2594896"/>
            <a:ext cx="122562" cy="12256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1" name="Google Shape;3141;p268"/>
          <p:cNvCxnSpPr/>
          <p:nvPr/>
        </p:nvCxnSpPr>
        <p:spPr>
          <a:xfrm rot="10800000">
            <a:off x="4880150" y="2637425"/>
            <a:ext cx="2632200" cy="8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142" name="Google Shape;3142;p268"/>
          <p:cNvCxnSpPr/>
          <p:nvPr/>
        </p:nvCxnSpPr>
        <p:spPr>
          <a:xfrm flipH="1" rot="10800000">
            <a:off x="6513900" y="1873400"/>
            <a:ext cx="1066500" cy="16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143" name="Google Shape;3143;p268"/>
          <p:cNvSpPr txBox="1"/>
          <p:nvPr/>
        </p:nvSpPr>
        <p:spPr>
          <a:xfrm>
            <a:off x="5902625" y="2864838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4" name="Google Shape;3144;p268"/>
          <p:cNvSpPr txBox="1"/>
          <p:nvPr/>
        </p:nvSpPr>
        <p:spPr>
          <a:xfrm>
            <a:off x="5902625" y="2321863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5" name="Google Shape;3145;p268"/>
          <p:cNvSpPr txBox="1"/>
          <p:nvPr/>
        </p:nvSpPr>
        <p:spPr>
          <a:xfrm>
            <a:off x="7580400" y="2468838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6" name="Google Shape;3146;p268"/>
          <p:cNvSpPr txBox="1"/>
          <p:nvPr/>
        </p:nvSpPr>
        <p:spPr>
          <a:xfrm>
            <a:off x="5591100" y="1685375"/>
            <a:ext cx="9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 mm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47" name="Google Shape;3147;p268"/>
          <p:cNvCxnSpPr/>
          <p:nvPr/>
        </p:nvCxnSpPr>
        <p:spPr>
          <a:xfrm flipH="1">
            <a:off x="4728875" y="1722075"/>
            <a:ext cx="2881800" cy="83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48" name="Google Shape;3148;p268"/>
          <p:cNvCxnSpPr/>
          <p:nvPr/>
        </p:nvCxnSpPr>
        <p:spPr>
          <a:xfrm flipH="1">
            <a:off x="7512350" y="1796250"/>
            <a:ext cx="181500" cy="23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26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154" name="Google Shape;3154;p269"/>
          <p:cNvSpPr txBox="1"/>
          <p:nvPr>
            <p:ph idx="1" type="subTitle"/>
          </p:nvPr>
        </p:nvSpPr>
        <p:spPr>
          <a:xfrm>
            <a:off x="219350" y="2744600"/>
            <a:ext cx="4352700" cy="22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Area =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       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         =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        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         =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cb6ef4e0-cdf1-442e-af20-e1482367f376&quot; data-equatio-type=&quot;image&quot;&gt;&lt;mglyph src=&quot;https://equatio-api.texthelp.com/desmos/get/20-06-2023/cb6ef4e0-cdf1-442e-af20-e1482367f376&quot; alt=&quot;Equatio Image&quot;/&gt;&lt;/math&gt;" id="3155" name="Google Shape;3155;p26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432" y="809285"/>
            <a:ext cx="2207418" cy="14552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6" name="Google Shape;3156;p269"/>
          <p:cNvCxnSpPr>
            <a:endCxn id="3157" idx="1"/>
          </p:cNvCxnSpPr>
          <p:nvPr/>
        </p:nvCxnSpPr>
        <p:spPr>
          <a:xfrm rot="10800000">
            <a:off x="1955363" y="1347431"/>
            <a:ext cx="1312500" cy="88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8" name="Google Shape;3158;p269"/>
          <p:cNvCxnSpPr/>
          <p:nvPr/>
        </p:nvCxnSpPr>
        <p:spPr>
          <a:xfrm rot="10800000">
            <a:off x="1149255" y="2331399"/>
            <a:ext cx="219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9" name="Google Shape;3159;p269"/>
          <p:cNvCxnSpPr/>
          <p:nvPr/>
        </p:nvCxnSpPr>
        <p:spPr>
          <a:xfrm flipH="1">
            <a:off x="1083876" y="809288"/>
            <a:ext cx="1092000" cy="144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0" name="Google Shape;3160;p269"/>
          <p:cNvSpPr txBox="1"/>
          <p:nvPr/>
        </p:nvSpPr>
        <p:spPr>
          <a:xfrm>
            <a:off x="1185916" y="1069120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1" name="Google Shape;3161;p269"/>
          <p:cNvSpPr txBox="1"/>
          <p:nvPr/>
        </p:nvSpPr>
        <p:spPr>
          <a:xfrm>
            <a:off x="1932139" y="1583588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2" name="Google Shape;3162;p269"/>
          <p:cNvSpPr txBox="1"/>
          <p:nvPr/>
        </p:nvSpPr>
        <p:spPr>
          <a:xfrm>
            <a:off x="1801117" y="2255687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3" name="Google Shape;3163;p269"/>
          <p:cNvSpPr txBox="1"/>
          <p:nvPr/>
        </p:nvSpPr>
        <p:spPr>
          <a:xfrm>
            <a:off x="2768727" y="1069120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64" name="Google Shape;3164;p269"/>
          <p:cNvCxnSpPr/>
          <p:nvPr/>
        </p:nvCxnSpPr>
        <p:spPr>
          <a:xfrm rot="10800000">
            <a:off x="2314113" y="791179"/>
            <a:ext cx="1128300" cy="147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7" name="Google Shape;3157;p269"/>
          <p:cNvSpPr/>
          <p:nvPr/>
        </p:nvSpPr>
        <p:spPr>
          <a:xfrm rot="-3031652">
            <a:off x="1928888" y="1218656"/>
            <a:ext cx="145350" cy="1453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bh}{2}&quot;&gt;&lt;mfrac&gt;&lt;mrow&gt;&lt;mi&gt;b&lt;/mi&gt;&lt;mi&gt;h&lt;/mi&gt;&lt;/mrow&gt;&lt;mn&gt;2&lt;/mn&gt;&lt;/mfrac&gt;&lt;/math&gt;" id="3165" name="Google Shape;3165;p269" title="b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425" y="2566488"/>
            <a:ext cx="3524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5}{2}&quot;&gt;&lt;mfrac&gt;&lt;mrow&gt;&lt;mn&gt;6&lt;/mn&gt;&lt;mo&gt;×&lt;/mo&gt;&lt;mn&gt;5&lt;/mn&gt;&lt;/mrow&gt;&lt;mn&gt;2&lt;/mn&gt;&lt;/mfrac&gt;&lt;/math&gt;" id="3166" name="Google Shape;3166;p269" title="the fraction with numerator 6 times 5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2425" y="3493213"/>
            <a:ext cx="676275" cy="63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7" name="Google Shape;3167;p269"/>
          <p:cNvGrpSpPr/>
          <p:nvPr/>
        </p:nvGrpSpPr>
        <p:grpSpPr>
          <a:xfrm>
            <a:off x="1172425" y="4431175"/>
            <a:ext cx="777125" cy="492600"/>
            <a:chOff x="1172425" y="4436850"/>
            <a:chExt cx="777125" cy="492600"/>
          </a:xfrm>
        </p:grpSpPr>
        <p:pic>
          <p:nvPicPr>
            <p:cNvPr descr="&lt;math xmlns=&quot;http://www.w3.org/1998/Math/MathML&quot; display=&quot;block&quot; data-is-equatio=&quot;1&quot; data-latex=&quot;15&quot;&gt;&lt;mn&gt;15&lt;/mn&gt;&lt;/math&gt;" id="3168" name="Google Shape;3168;p269" title="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72425" y="4587900"/>
              <a:ext cx="219075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9" name="Google Shape;3169;p269"/>
            <p:cNvSpPr txBox="1"/>
            <p:nvPr/>
          </p:nvSpPr>
          <p:spPr>
            <a:xfrm>
              <a:off x="1420050" y="4436850"/>
              <a:ext cx="529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aseline="30000"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30000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0" name="Google Shape;3170;p269"/>
          <p:cNvGrpSpPr/>
          <p:nvPr/>
        </p:nvGrpSpPr>
        <p:grpSpPr>
          <a:xfrm>
            <a:off x="5506614" y="706108"/>
            <a:ext cx="2777763" cy="1739042"/>
            <a:chOff x="5506614" y="706108"/>
            <a:chExt cx="2777763" cy="1739042"/>
          </a:xfrm>
        </p:grpSpPr>
        <p:pic>
          <p:nvPicPr>
            <p:cNvPr descr="&lt;math xmlns=&quot;http://www.w3.org/1998/Math/MathML&quot; data-is-equatio=&quot;1&quot; data-equatio-url=&quot;https://equatio-api.texthelp.com/desmos/get/20-06-2023/8b375e50-1324-4ddd-89e4-f7438554bc2c&quot; data-equatio-type=&quot;image&quot;&gt;&lt;mglyph src=&quot;https://equatio-api.texthelp.com/desmos/get/20-06-2023/8b375e50-1324-4ddd-89e4-f7438554bc2c&quot; alt=&quot;Equatio Image&quot;/&gt;&lt;/math&gt;" id="3171" name="Google Shape;3171;p269" title="Equatio Image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859245" y="706108"/>
              <a:ext cx="1911700" cy="1661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72" name="Google Shape;3172;p269"/>
            <p:cNvCxnSpPr/>
            <p:nvPr/>
          </p:nvCxnSpPr>
          <p:spPr>
            <a:xfrm rot="10800000">
              <a:off x="5771250" y="718650"/>
              <a:ext cx="993900" cy="1720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73" name="Google Shape;3173;p269"/>
            <p:cNvCxnSpPr/>
            <p:nvPr/>
          </p:nvCxnSpPr>
          <p:spPr>
            <a:xfrm flipH="1" rot="10800000">
              <a:off x="6875650" y="718650"/>
              <a:ext cx="990900" cy="1726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74" name="Google Shape;3174;p269"/>
            <p:cNvCxnSpPr/>
            <p:nvPr/>
          </p:nvCxnSpPr>
          <p:spPr>
            <a:xfrm rot="10800000">
              <a:off x="5902850" y="732150"/>
              <a:ext cx="1411500" cy="695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75" name="Google Shape;3175;p269"/>
            <p:cNvSpPr/>
            <p:nvPr/>
          </p:nvSpPr>
          <p:spPr>
            <a:xfrm rot="-3589732">
              <a:off x="7224704" y="1227439"/>
              <a:ext cx="145050" cy="14505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69"/>
            <p:cNvSpPr txBox="1"/>
            <p:nvPr/>
          </p:nvSpPr>
          <p:spPr>
            <a:xfrm>
              <a:off x="6571202" y="791170"/>
              <a:ext cx="888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7" name="Google Shape;3177;p269"/>
            <p:cNvSpPr txBox="1"/>
            <p:nvPr/>
          </p:nvSpPr>
          <p:spPr>
            <a:xfrm>
              <a:off x="7396377" y="1299045"/>
              <a:ext cx="888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8" name="Google Shape;3178;p269"/>
            <p:cNvSpPr txBox="1"/>
            <p:nvPr/>
          </p:nvSpPr>
          <p:spPr>
            <a:xfrm>
              <a:off x="5506614" y="1200820"/>
              <a:ext cx="888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km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79" name="Google Shape;3179;p269"/>
          <p:cNvSpPr txBox="1"/>
          <p:nvPr>
            <p:ph idx="2" type="subTitle"/>
          </p:nvPr>
        </p:nvSpPr>
        <p:spPr>
          <a:xfrm>
            <a:off x="4824000" y="2700000"/>
            <a:ext cx="3982200" cy="24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Area =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       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         =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        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         =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bh}{2}&quot;&gt;&lt;mfrac&gt;&lt;mrow&gt;&lt;mi&gt;b&lt;/mi&gt;&lt;mi&gt;h&lt;/mi&gt;&lt;/mrow&gt;&lt;mn&gt;2&lt;/mn&gt;&lt;/mfrac&gt;&lt;/math&gt;" id="3180" name="Google Shape;3180;p269" title="b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0" y="2566488"/>
            <a:ext cx="35242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3}{2}&quot;&gt;&lt;mfrac&gt;&lt;mrow&gt;&lt;mn&gt;6&lt;/mn&gt;&lt;mo&gt;×&lt;/mo&gt;&lt;mn&gt;3&lt;/mn&gt;&lt;/mrow&gt;&lt;mn&gt;2&lt;/mn&gt;&lt;/mfrac&gt;&lt;/math&gt;" id="3181" name="Google Shape;3181;p269" title="the fraction with numerator 6 times 3 and denominator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74402" y="3453825"/>
            <a:ext cx="704850" cy="65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2" name="Google Shape;3182;p269"/>
          <p:cNvGrpSpPr/>
          <p:nvPr/>
        </p:nvGrpSpPr>
        <p:grpSpPr>
          <a:xfrm>
            <a:off x="5774402" y="4362375"/>
            <a:ext cx="851548" cy="492600"/>
            <a:chOff x="5774402" y="4362375"/>
            <a:chExt cx="851548" cy="492600"/>
          </a:xfrm>
        </p:grpSpPr>
        <p:pic>
          <p:nvPicPr>
            <p:cNvPr descr="&lt;math xmlns=&quot;http://www.w3.org/1998/Math/MathML&quot; display=&quot;block&quot; data-is-equatio=&quot;1&quot; data-latex=&quot;9&quot;&gt;&lt;mn&gt;9&lt;/mn&gt;&lt;/math&gt;" id="3183" name="Google Shape;3183;p269" title="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74402" y="4503900"/>
              <a:ext cx="1333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4" name="Google Shape;3184;p269"/>
            <p:cNvSpPr txBox="1"/>
            <p:nvPr/>
          </p:nvSpPr>
          <p:spPr>
            <a:xfrm>
              <a:off x="5949750" y="4362375"/>
              <a:ext cx="676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km</a:t>
              </a:r>
              <a:r>
                <a:rPr baseline="30000"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30000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27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190" name="Google Shape;3190;p270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Calculate the area of each triangle.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3191" name="Google Shape;3191;p27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8" y="1463153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92" name="Google Shape;3192;p270"/>
          <p:cNvSpPr txBox="1"/>
          <p:nvPr/>
        </p:nvSpPr>
        <p:spPr>
          <a:xfrm>
            <a:off x="484793" y="116452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3" name="Google Shape;3193;p270"/>
          <p:cNvSpPr txBox="1"/>
          <p:nvPr/>
        </p:nvSpPr>
        <p:spPr>
          <a:xfrm>
            <a:off x="533548" y="2948667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4" name="Google Shape;3194;p270"/>
          <p:cNvCxnSpPr/>
          <p:nvPr/>
        </p:nvCxnSpPr>
        <p:spPr>
          <a:xfrm flipH="1" rot="10800000">
            <a:off x="492165" y="1703709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5" name="Google Shape;3195;p270"/>
          <p:cNvCxnSpPr/>
          <p:nvPr/>
        </p:nvCxnSpPr>
        <p:spPr>
          <a:xfrm>
            <a:off x="470025" y="2035789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6" name="Google Shape;3196;p270"/>
          <p:cNvCxnSpPr/>
          <p:nvPr/>
        </p:nvCxnSpPr>
        <p:spPr>
          <a:xfrm flipH="1" rot="10800000">
            <a:off x="3019430" y="1518843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7" name="Google Shape;3197;p270"/>
          <p:cNvCxnSpPr>
            <a:endCxn id="3198" idx="3"/>
          </p:cNvCxnSpPr>
          <p:nvPr/>
        </p:nvCxnSpPr>
        <p:spPr>
          <a:xfrm flipH="1">
            <a:off x="4248375" y="1638575"/>
            <a:ext cx="511500" cy="70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9" name="Google Shape;3199;p270"/>
          <p:cNvCxnSpPr/>
          <p:nvPr/>
        </p:nvCxnSpPr>
        <p:spPr>
          <a:xfrm rot="10800000">
            <a:off x="2977379" y="1766204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0" name="Google Shape;3200;p270"/>
          <p:cNvSpPr/>
          <p:nvPr/>
        </p:nvSpPr>
        <p:spPr>
          <a:xfrm>
            <a:off x="6974966" y="258218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1" name="Google Shape;3201;p270"/>
          <p:cNvCxnSpPr/>
          <p:nvPr/>
        </p:nvCxnSpPr>
        <p:spPr>
          <a:xfrm>
            <a:off x="7245750" y="1463153"/>
            <a:ext cx="0" cy="127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2" name="Google Shape;3202;p270"/>
          <p:cNvCxnSpPr/>
          <p:nvPr/>
        </p:nvCxnSpPr>
        <p:spPr>
          <a:xfrm>
            <a:off x="5714243" y="2848004"/>
            <a:ext cx="143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3" name="Google Shape;3203;p270"/>
          <p:cNvCxnSpPr>
            <a:stCxn id="3192" idx="3"/>
          </p:cNvCxnSpPr>
          <p:nvPr/>
        </p:nvCxnSpPr>
        <p:spPr>
          <a:xfrm flipH="1">
            <a:off x="5591693" y="1380075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4" name="Google Shape;3204;p270"/>
          <p:cNvCxnSpPr/>
          <p:nvPr/>
        </p:nvCxnSpPr>
        <p:spPr>
          <a:xfrm>
            <a:off x="2571750" y="4204450"/>
            <a:ext cx="145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5" name="Google Shape;3205;p270"/>
          <p:cNvCxnSpPr/>
          <p:nvPr/>
        </p:nvCxnSpPr>
        <p:spPr>
          <a:xfrm flipH="1">
            <a:off x="1718563" y="1766200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6" name="Google Shape;3206;p270"/>
          <p:cNvCxnSpPr/>
          <p:nvPr/>
        </p:nvCxnSpPr>
        <p:spPr>
          <a:xfrm>
            <a:off x="1376238" y="2469125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07" name="Google Shape;3207;p270"/>
          <p:cNvSpPr/>
          <p:nvPr/>
        </p:nvSpPr>
        <p:spPr>
          <a:xfrm rot="2126447">
            <a:off x="1578696" y="2498332"/>
            <a:ext cx="144345" cy="1331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8" name="Google Shape;3208;p270"/>
          <p:cNvCxnSpPr/>
          <p:nvPr/>
        </p:nvCxnSpPr>
        <p:spPr>
          <a:xfrm rot="10800000">
            <a:off x="2069013" y="4109325"/>
            <a:ext cx="54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09" name="Google Shape;3209;p270"/>
          <p:cNvSpPr/>
          <p:nvPr/>
        </p:nvSpPr>
        <p:spPr>
          <a:xfrm>
            <a:off x="2157666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0" name="Google Shape;3210;p270"/>
          <p:cNvCxnSpPr/>
          <p:nvPr/>
        </p:nvCxnSpPr>
        <p:spPr>
          <a:xfrm>
            <a:off x="2124691" y="3331806"/>
            <a:ext cx="0" cy="73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11" name="Google Shape;3211;p270"/>
          <p:cNvSpPr txBox="1"/>
          <p:nvPr/>
        </p:nvSpPr>
        <p:spPr>
          <a:xfrm>
            <a:off x="850713" y="146315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2" name="Google Shape;3212;p270"/>
          <p:cNvSpPr txBox="1"/>
          <p:nvPr/>
        </p:nvSpPr>
        <p:spPr>
          <a:xfrm>
            <a:off x="515713" y="23493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3" name="Google Shape;3213;p270"/>
          <p:cNvSpPr txBox="1"/>
          <p:nvPr/>
        </p:nvSpPr>
        <p:spPr>
          <a:xfrm>
            <a:off x="7190463" y="18258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4" name="Google Shape;3214;p270"/>
          <p:cNvSpPr txBox="1"/>
          <p:nvPr/>
        </p:nvSpPr>
        <p:spPr>
          <a:xfrm>
            <a:off x="3503325" y="1234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8" name="Google Shape;3198;p270"/>
          <p:cNvSpPr txBox="1"/>
          <p:nvPr/>
        </p:nvSpPr>
        <p:spPr>
          <a:xfrm>
            <a:off x="3268875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5" name="Google Shape;3215;p270"/>
          <p:cNvSpPr txBox="1"/>
          <p:nvPr/>
        </p:nvSpPr>
        <p:spPr>
          <a:xfrm>
            <a:off x="3922825" y="17433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6" name="Google Shape;3216;p270"/>
          <p:cNvSpPr txBox="1"/>
          <p:nvPr/>
        </p:nvSpPr>
        <p:spPr>
          <a:xfrm>
            <a:off x="6101975" y="278046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7" name="Google Shape;3217;p270"/>
          <p:cNvSpPr txBox="1"/>
          <p:nvPr/>
        </p:nvSpPr>
        <p:spPr>
          <a:xfrm>
            <a:off x="5831100" y="16787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8" name="Google Shape;3218;p270"/>
          <p:cNvSpPr txBox="1"/>
          <p:nvPr/>
        </p:nvSpPr>
        <p:spPr>
          <a:xfrm>
            <a:off x="2811900" y="4118038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9" name="Google Shape;3219;p270"/>
          <p:cNvSpPr txBox="1"/>
          <p:nvPr/>
        </p:nvSpPr>
        <p:spPr>
          <a:xfrm>
            <a:off x="1385625" y="35290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0" name="Google Shape;3220;p270"/>
          <p:cNvSpPr txBox="1"/>
          <p:nvPr/>
        </p:nvSpPr>
        <p:spPr>
          <a:xfrm>
            <a:off x="1873050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1" name="Google Shape;3221;p270"/>
          <p:cNvSpPr/>
          <p:nvPr/>
        </p:nvSpPr>
        <p:spPr>
          <a:xfrm rot="1795328">
            <a:off x="4270751" y="2279355"/>
            <a:ext cx="144340" cy="13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22" name="Google Shape;3222;p270"/>
          <p:cNvCxnSpPr/>
          <p:nvPr/>
        </p:nvCxnSpPr>
        <p:spPr>
          <a:xfrm flipH="1">
            <a:off x="3070950" y="3700650"/>
            <a:ext cx="1200" cy="40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3" name="Google Shape;3223;p270"/>
          <p:cNvSpPr/>
          <p:nvPr/>
        </p:nvSpPr>
        <p:spPr>
          <a:xfrm>
            <a:off x="3070941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p270"/>
          <p:cNvSpPr txBox="1"/>
          <p:nvPr/>
        </p:nvSpPr>
        <p:spPr>
          <a:xfrm>
            <a:off x="2397450" y="36529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8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p27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230" name="Google Shape;3230;p271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lang="en-GB" sz="2000"/>
              <a:t>) </a:t>
            </a:r>
            <a:r>
              <a:rPr lang="en-GB" sz="2000"/>
              <a:t>Write an expression for the area of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									b)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302b233e-47c9-4160-bbe5-d678c24d39a3&quot; data-equatio-type=&quot;image&quot;&gt;&lt;mglyph src=&quot;https://equatio-api.texthelp.com/desmos/get/20-06-2023/302b233e-47c9-4160-bbe5-d678c24d39a3&quot; alt=&quot;Equatio Image&quot;/&gt;&lt;/math&gt;" id="3231" name="Google Shape;3231;p27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975" y="1370500"/>
            <a:ext cx="7540349" cy="1826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2" name="Google Shape;3232;p271"/>
          <p:cNvCxnSpPr/>
          <p:nvPr/>
        </p:nvCxnSpPr>
        <p:spPr>
          <a:xfrm flipH="1" rot="10800000">
            <a:off x="756400" y="1263050"/>
            <a:ext cx="2208600" cy="189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3" name="Google Shape;3233;p271"/>
          <p:cNvCxnSpPr/>
          <p:nvPr/>
        </p:nvCxnSpPr>
        <p:spPr>
          <a:xfrm>
            <a:off x="884975" y="3240000"/>
            <a:ext cx="204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4" name="Google Shape;3234;p271"/>
          <p:cNvCxnSpPr/>
          <p:nvPr/>
        </p:nvCxnSpPr>
        <p:spPr>
          <a:xfrm rot="10800000">
            <a:off x="3048175" y="1410188"/>
            <a:ext cx="0" cy="174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35" name="Google Shape;3235;p271"/>
          <p:cNvSpPr/>
          <p:nvPr/>
        </p:nvSpPr>
        <p:spPr>
          <a:xfrm>
            <a:off x="2821050" y="3025100"/>
            <a:ext cx="132300" cy="132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6" name="Google Shape;3236;p271"/>
          <p:cNvCxnSpPr/>
          <p:nvPr/>
        </p:nvCxnSpPr>
        <p:spPr>
          <a:xfrm rot="10800000">
            <a:off x="5547275" y="1823900"/>
            <a:ext cx="3105900" cy="128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7" name="Google Shape;3237;p271"/>
          <p:cNvCxnSpPr/>
          <p:nvPr/>
        </p:nvCxnSpPr>
        <p:spPr>
          <a:xfrm rot="10800000">
            <a:off x="5402025" y="1945975"/>
            <a:ext cx="0" cy="123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8" name="Google Shape;3238;p271"/>
          <p:cNvCxnSpPr/>
          <p:nvPr/>
        </p:nvCxnSpPr>
        <p:spPr>
          <a:xfrm rot="10800000">
            <a:off x="5279700" y="3176875"/>
            <a:ext cx="135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39" name="Google Shape;3239;p271"/>
          <p:cNvSpPr/>
          <p:nvPr/>
        </p:nvSpPr>
        <p:spPr>
          <a:xfrm>
            <a:off x="5408500" y="3025100"/>
            <a:ext cx="132300" cy="132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40" name="Google Shape;3240;p271"/>
          <p:cNvCxnSpPr/>
          <p:nvPr/>
        </p:nvCxnSpPr>
        <p:spPr>
          <a:xfrm rot="10800000">
            <a:off x="6633625" y="3293475"/>
            <a:ext cx="177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1" name="Google Shape;3241;p271"/>
          <p:cNvSpPr txBox="1"/>
          <p:nvPr/>
        </p:nvSpPr>
        <p:spPr>
          <a:xfrm>
            <a:off x="4572000" y="2204750"/>
            <a:ext cx="116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units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2" name="Google Shape;3242;p271"/>
          <p:cNvSpPr txBox="1"/>
          <p:nvPr/>
        </p:nvSpPr>
        <p:spPr>
          <a:xfrm>
            <a:off x="1579950" y="197315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3" name="Google Shape;3243;p271"/>
          <p:cNvSpPr txBox="1"/>
          <p:nvPr/>
        </p:nvSpPr>
        <p:spPr>
          <a:xfrm>
            <a:off x="2971975" y="212990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4" name="Google Shape;3244;p271"/>
          <p:cNvSpPr txBox="1"/>
          <p:nvPr/>
        </p:nvSpPr>
        <p:spPr>
          <a:xfrm>
            <a:off x="1728875" y="3197075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5" name="Google Shape;3245;p271"/>
          <p:cNvSpPr txBox="1"/>
          <p:nvPr/>
        </p:nvSpPr>
        <p:spPr>
          <a:xfrm>
            <a:off x="6963300" y="212855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6" name="Google Shape;3246;p271"/>
          <p:cNvSpPr txBox="1"/>
          <p:nvPr/>
        </p:nvSpPr>
        <p:spPr>
          <a:xfrm>
            <a:off x="7211250" y="324000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p27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252" name="Google Shape;3252;p272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Calculate the area of each triangle.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3253" name="Google Shape;3253;p27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8" y="1463153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54" name="Google Shape;3254;p272"/>
          <p:cNvSpPr txBox="1"/>
          <p:nvPr/>
        </p:nvSpPr>
        <p:spPr>
          <a:xfrm>
            <a:off x="484793" y="116452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5" name="Google Shape;3255;p272"/>
          <p:cNvSpPr txBox="1"/>
          <p:nvPr/>
        </p:nvSpPr>
        <p:spPr>
          <a:xfrm>
            <a:off x="533548" y="2948667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6" name="Google Shape;3256;p272"/>
          <p:cNvCxnSpPr/>
          <p:nvPr/>
        </p:nvCxnSpPr>
        <p:spPr>
          <a:xfrm flipH="1" rot="10800000">
            <a:off x="492165" y="1703709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57" name="Google Shape;3257;p272"/>
          <p:cNvCxnSpPr/>
          <p:nvPr/>
        </p:nvCxnSpPr>
        <p:spPr>
          <a:xfrm>
            <a:off x="470025" y="2035789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58" name="Google Shape;3258;p272"/>
          <p:cNvCxnSpPr/>
          <p:nvPr/>
        </p:nvCxnSpPr>
        <p:spPr>
          <a:xfrm flipH="1" rot="10800000">
            <a:off x="3019430" y="1518843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59" name="Google Shape;3259;p272"/>
          <p:cNvCxnSpPr>
            <a:endCxn id="3260" idx="3"/>
          </p:cNvCxnSpPr>
          <p:nvPr/>
        </p:nvCxnSpPr>
        <p:spPr>
          <a:xfrm flipH="1">
            <a:off x="4248375" y="1638575"/>
            <a:ext cx="511500" cy="70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1" name="Google Shape;3261;p272"/>
          <p:cNvCxnSpPr/>
          <p:nvPr/>
        </p:nvCxnSpPr>
        <p:spPr>
          <a:xfrm rot="10800000">
            <a:off x="2977379" y="1766204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62" name="Google Shape;3262;p272"/>
          <p:cNvSpPr/>
          <p:nvPr/>
        </p:nvSpPr>
        <p:spPr>
          <a:xfrm>
            <a:off x="6974966" y="258218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3" name="Google Shape;3263;p272"/>
          <p:cNvCxnSpPr/>
          <p:nvPr/>
        </p:nvCxnSpPr>
        <p:spPr>
          <a:xfrm>
            <a:off x="7245750" y="1463153"/>
            <a:ext cx="0" cy="127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4" name="Google Shape;3264;p272"/>
          <p:cNvCxnSpPr/>
          <p:nvPr/>
        </p:nvCxnSpPr>
        <p:spPr>
          <a:xfrm>
            <a:off x="5714243" y="2848004"/>
            <a:ext cx="143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5" name="Google Shape;3265;p272"/>
          <p:cNvCxnSpPr>
            <a:stCxn id="3254" idx="3"/>
          </p:cNvCxnSpPr>
          <p:nvPr/>
        </p:nvCxnSpPr>
        <p:spPr>
          <a:xfrm flipH="1">
            <a:off x="5591693" y="1380075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6" name="Google Shape;3266;p272"/>
          <p:cNvCxnSpPr/>
          <p:nvPr/>
        </p:nvCxnSpPr>
        <p:spPr>
          <a:xfrm>
            <a:off x="2571750" y="4204450"/>
            <a:ext cx="145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7" name="Google Shape;3267;p272"/>
          <p:cNvCxnSpPr/>
          <p:nvPr/>
        </p:nvCxnSpPr>
        <p:spPr>
          <a:xfrm flipH="1">
            <a:off x="1718563" y="1766200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68" name="Google Shape;3268;p272"/>
          <p:cNvCxnSpPr/>
          <p:nvPr/>
        </p:nvCxnSpPr>
        <p:spPr>
          <a:xfrm>
            <a:off x="1376238" y="2469125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69" name="Google Shape;3269;p272"/>
          <p:cNvSpPr/>
          <p:nvPr/>
        </p:nvSpPr>
        <p:spPr>
          <a:xfrm rot="2126447">
            <a:off x="1578696" y="2498332"/>
            <a:ext cx="144345" cy="1331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0" name="Google Shape;3270;p272"/>
          <p:cNvCxnSpPr/>
          <p:nvPr/>
        </p:nvCxnSpPr>
        <p:spPr>
          <a:xfrm rot="10800000">
            <a:off x="2069013" y="4109325"/>
            <a:ext cx="54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71" name="Google Shape;3271;p272"/>
          <p:cNvSpPr/>
          <p:nvPr/>
        </p:nvSpPr>
        <p:spPr>
          <a:xfrm>
            <a:off x="2157666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2" name="Google Shape;3272;p272"/>
          <p:cNvCxnSpPr/>
          <p:nvPr/>
        </p:nvCxnSpPr>
        <p:spPr>
          <a:xfrm>
            <a:off x="2124691" y="3331806"/>
            <a:ext cx="0" cy="73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73" name="Google Shape;3273;p272"/>
          <p:cNvSpPr txBox="1"/>
          <p:nvPr/>
        </p:nvSpPr>
        <p:spPr>
          <a:xfrm>
            <a:off x="850713" y="146315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4" name="Google Shape;3274;p272"/>
          <p:cNvSpPr txBox="1"/>
          <p:nvPr/>
        </p:nvSpPr>
        <p:spPr>
          <a:xfrm>
            <a:off x="515713" y="23493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5" name="Google Shape;3275;p272"/>
          <p:cNvSpPr txBox="1"/>
          <p:nvPr/>
        </p:nvSpPr>
        <p:spPr>
          <a:xfrm>
            <a:off x="7190463" y="18258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6" name="Google Shape;3276;p272"/>
          <p:cNvSpPr txBox="1"/>
          <p:nvPr/>
        </p:nvSpPr>
        <p:spPr>
          <a:xfrm>
            <a:off x="3503325" y="1234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0" name="Google Shape;3260;p272"/>
          <p:cNvSpPr txBox="1"/>
          <p:nvPr/>
        </p:nvSpPr>
        <p:spPr>
          <a:xfrm>
            <a:off x="3268875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7" name="Google Shape;3277;p272"/>
          <p:cNvSpPr txBox="1"/>
          <p:nvPr/>
        </p:nvSpPr>
        <p:spPr>
          <a:xfrm>
            <a:off x="3922825" y="17433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8" name="Google Shape;3278;p272"/>
          <p:cNvSpPr txBox="1"/>
          <p:nvPr/>
        </p:nvSpPr>
        <p:spPr>
          <a:xfrm>
            <a:off x="6101975" y="278046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9" name="Google Shape;3279;p272"/>
          <p:cNvSpPr txBox="1"/>
          <p:nvPr/>
        </p:nvSpPr>
        <p:spPr>
          <a:xfrm>
            <a:off x="5831100" y="16787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0" name="Google Shape;3280;p272"/>
          <p:cNvSpPr txBox="1"/>
          <p:nvPr/>
        </p:nvSpPr>
        <p:spPr>
          <a:xfrm>
            <a:off x="2811900" y="4118038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1" name="Google Shape;3281;p272"/>
          <p:cNvSpPr txBox="1"/>
          <p:nvPr/>
        </p:nvSpPr>
        <p:spPr>
          <a:xfrm>
            <a:off x="1385625" y="35290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2" name="Google Shape;3282;p272"/>
          <p:cNvSpPr txBox="1"/>
          <p:nvPr/>
        </p:nvSpPr>
        <p:spPr>
          <a:xfrm>
            <a:off x="1873050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3" name="Google Shape;3283;p272"/>
          <p:cNvSpPr/>
          <p:nvPr/>
        </p:nvSpPr>
        <p:spPr>
          <a:xfrm rot="1795328">
            <a:off x="4270751" y="2279355"/>
            <a:ext cx="144340" cy="13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4" name="Google Shape;3284;p272"/>
          <p:cNvCxnSpPr/>
          <p:nvPr/>
        </p:nvCxnSpPr>
        <p:spPr>
          <a:xfrm flipH="1">
            <a:off x="3070950" y="3700650"/>
            <a:ext cx="1200" cy="40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85" name="Google Shape;3285;p272"/>
          <p:cNvSpPr/>
          <p:nvPr/>
        </p:nvSpPr>
        <p:spPr>
          <a:xfrm>
            <a:off x="3070941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p272"/>
          <p:cNvSpPr txBox="1"/>
          <p:nvPr/>
        </p:nvSpPr>
        <p:spPr>
          <a:xfrm>
            <a:off x="2397450" y="36529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7" name="Google Shape;3287;p272"/>
          <p:cNvSpPr/>
          <p:nvPr/>
        </p:nvSpPr>
        <p:spPr>
          <a:xfrm>
            <a:off x="4909025" y="3313025"/>
            <a:ext cx="2337300" cy="1007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272"/>
          <p:cNvSpPr txBox="1"/>
          <p:nvPr/>
        </p:nvSpPr>
        <p:spPr>
          <a:xfrm>
            <a:off x="4984650" y="3316375"/>
            <a:ext cx="226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½ × 2.5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5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27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294" name="Google Shape;3294;p273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Calculate the area of each triangle.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3295" name="Google Shape;3295;p27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8" y="1463153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96" name="Google Shape;3296;p273"/>
          <p:cNvSpPr txBox="1"/>
          <p:nvPr/>
        </p:nvSpPr>
        <p:spPr>
          <a:xfrm>
            <a:off x="484793" y="116452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7" name="Google Shape;3297;p273"/>
          <p:cNvSpPr txBox="1"/>
          <p:nvPr/>
        </p:nvSpPr>
        <p:spPr>
          <a:xfrm>
            <a:off x="533548" y="2948667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8" name="Google Shape;3298;p273"/>
          <p:cNvCxnSpPr/>
          <p:nvPr/>
        </p:nvCxnSpPr>
        <p:spPr>
          <a:xfrm flipH="1" rot="10800000">
            <a:off x="492165" y="1703709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99" name="Google Shape;3299;p273"/>
          <p:cNvCxnSpPr/>
          <p:nvPr/>
        </p:nvCxnSpPr>
        <p:spPr>
          <a:xfrm>
            <a:off x="470025" y="2035789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0" name="Google Shape;3300;p273"/>
          <p:cNvCxnSpPr/>
          <p:nvPr/>
        </p:nvCxnSpPr>
        <p:spPr>
          <a:xfrm flipH="1" rot="10800000">
            <a:off x="3019430" y="1518843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1" name="Google Shape;3301;p273"/>
          <p:cNvCxnSpPr>
            <a:endCxn id="3302" idx="3"/>
          </p:cNvCxnSpPr>
          <p:nvPr/>
        </p:nvCxnSpPr>
        <p:spPr>
          <a:xfrm flipH="1">
            <a:off x="4248375" y="1638575"/>
            <a:ext cx="511500" cy="70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3" name="Google Shape;3303;p273"/>
          <p:cNvCxnSpPr/>
          <p:nvPr/>
        </p:nvCxnSpPr>
        <p:spPr>
          <a:xfrm rot="10800000">
            <a:off x="2977379" y="1766204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04" name="Google Shape;3304;p273"/>
          <p:cNvSpPr/>
          <p:nvPr/>
        </p:nvSpPr>
        <p:spPr>
          <a:xfrm>
            <a:off x="6974966" y="258218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5" name="Google Shape;3305;p273"/>
          <p:cNvCxnSpPr/>
          <p:nvPr/>
        </p:nvCxnSpPr>
        <p:spPr>
          <a:xfrm>
            <a:off x="7245750" y="1463153"/>
            <a:ext cx="0" cy="127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6" name="Google Shape;3306;p273"/>
          <p:cNvCxnSpPr/>
          <p:nvPr/>
        </p:nvCxnSpPr>
        <p:spPr>
          <a:xfrm>
            <a:off x="5714243" y="2848004"/>
            <a:ext cx="143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7" name="Google Shape;3307;p273"/>
          <p:cNvCxnSpPr>
            <a:stCxn id="3296" idx="3"/>
          </p:cNvCxnSpPr>
          <p:nvPr/>
        </p:nvCxnSpPr>
        <p:spPr>
          <a:xfrm flipH="1">
            <a:off x="5591693" y="1380075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8" name="Google Shape;3308;p273"/>
          <p:cNvCxnSpPr/>
          <p:nvPr/>
        </p:nvCxnSpPr>
        <p:spPr>
          <a:xfrm>
            <a:off x="2571750" y="4204450"/>
            <a:ext cx="145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9" name="Google Shape;3309;p273"/>
          <p:cNvCxnSpPr/>
          <p:nvPr/>
        </p:nvCxnSpPr>
        <p:spPr>
          <a:xfrm flipH="1">
            <a:off x="1718563" y="1766200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0" name="Google Shape;3310;p273"/>
          <p:cNvCxnSpPr/>
          <p:nvPr/>
        </p:nvCxnSpPr>
        <p:spPr>
          <a:xfrm>
            <a:off x="1376238" y="2469125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11" name="Google Shape;3311;p273"/>
          <p:cNvSpPr/>
          <p:nvPr/>
        </p:nvSpPr>
        <p:spPr>
          <a:xfrm rot="2126447">
            <a:off x="1578696" y="2498332"/>
            <a:ext cx="144345" cy="1331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2" name="Google Shape;3312;p273"/>
          <p:cNvCxnSpPr/>
          <p:nvPr/>
        </p:nvCxnSpPr>
        <p:spPr>
          <a:xfrm rot="10800000">
            <a:off x="2069013" y="4109325"/>
            <a:ext cx="54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13" name="Google Shape;3313;p273"/>
          <p:cNvSpPr/>
          <p:nvPr/>
        </p:nvSpPr>
        <p:spPr>
          <a:xfrm>
            <a:off x="2157666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4" name="Google Shape;3314;p273"/>
          <p:cNvCxnSpPr/>
          <p:nvPr/>
        </p:nvCxnSpPr>
        <p:spPr>
          <a:xfrm>
            <a:off x="2124691" y="3331806"/>
            <a:ext cx="0" cy="73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5" name="Google Shape;3315;p273"/>
          <p:cNvSpPr txBox="1"/>
          <p:nvPr/>
        </p:nvSpPr>
        <p:spPr>
          <a:xfrm>
            <a:off x="850713" y="146315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6" name="Google Shape;3316;p273"/>
          <p:cNvSpPr txBox="1"/>
          <p:nvPr/>
        </p:nvSpPr>
        <p:spPr>
          <a:xfrm>
            <a:off x="515713" y="23493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7" name="Google Shape;3317;p273"/>
          <p:cNvSpPr txBox="1"/>
          <p:nvPr/>
        </p:nvSpPr>
        <p:spPr>
          <a:xfrm>
            <a:off x="7190463" y="18258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8" name="Google Shape;3318;p273"/>
          <p:cNvSpPr txBox="1"/>
          <p:nvPr/>
        </p:nvSpPr>
        <p:spPr>
          <a:xfrm>
            <a:off x="3503325" y="1234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2" name="Google Shape;3302;p273"/>
          <p:cNvSpPr txBox="1"/>
          <p:nvPr/>
        </p:nvSpPr>
        <p:spPr>
          <a:xfrm>
            <a:off x="3268875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9" name="Google Shape;3319;p273"/>
          <p:cNvSpPr txBox="1"/>
          <p:nvPr/>
        </p:nvSpPr>
        <p:spPr>
          <a:xfrm>
            <a:off x="3922825" y="17433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0" name="Google Shape;3320;p273"/>
          <p:cNvSpPr txBox="1"/>
          <p:nvPr/>
        </p:nvSpPr>
        <p:spPr>
          <a:xfrm>
            <a:off x="6101975" y="278046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1" name="Google Shape;3321;p273"/>
          <p:cNvSpPr txBox="1"/>
          <p:nvPr/>
        </p:nvSpPr>
        <p:spPr>
          <a:xfrm>
            <a:off x="5831100" y="16787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2" name="Google Shape;3322;p273"/>
          <p:cNvSpPr txBox="1"/>
          <p:nvPr/>
        </p:nvSpPr>
        <p:spPr>
          <a:xfrm>
            <a:off x="2811900" y="4118038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3" name="Google Shape;3323;p273"/>
          <p:cNvSpPr txBox="1"/>
          <p:nvPr/>
        </p:nvSpPr>
        <p:spPr>
          <a:xfrm>
            <a:off x="1385625" y="35290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4" name="Google Shape;3324;p273"/>
          <p:cNvSpPr txBox="1"/>
          <p:nvPr/>
        </p:nvSpPr>
        <p:spPr>
          <a:xfrm>
            <a:off x="1873050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5" name="Google Shape;3325;p273"/>
          <p:cNvSpPr/>
          <p:nvPr/>
        </p:nvSpPr>
        <p:spPr>
          <a:xfrm rot="1795328">
            <a:off x="4270751" y="2279355"/>
            <a:ext cx="144340" cy="13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6" name="Google Shape;3326;p273"/>
          <p:cNvCxnSpPr/>
          <p:nvPr/>
        </p:nvCxnSpPr>
        <p:spPr>
          <a:xfrm flipH="1">
            <a:off x="3070950" y="3700650"/>
            <a:ext cx="1200" cy="40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27" name="Google Shape;3327;p273"/>
          <p:cNvSpPr/>
          <p:nvPr/>
        </p:nvSpPr>
        <p:spPr>
          <a:xfrm>
            <a:off x="3070941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273"/>
          <p:cNvSpPr txBox="1"/>
          <p:nvPr/>
        </p:nvSpPr>
        <p:spPr>
          <a:xfrm>
            <a:off x="2397450" y="36529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9" name="Google Shape;3329;p273"/>
          <p:cNvSpPr/>
          <p:nvPr/>
        </p:nvSpPr>
        <p:spPr>
          <a:xfrm>
            <a:off x="4909025" y="3313025"/>
            <a:ext cx="2337300" cy="1007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273"/>
          <p:cNvSpPr txBox="1"/>
          <p:nvPr/>
        </p:nvSpPr>
        <p:spPr>
          <a:xfrm>
            <a:off x="4984650" y="3316375"/>
            <a:ext cx="226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½ × 2 × 5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5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27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336" name="Google Shape;3336;p274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Calculate the area of each triangle.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3337" name="Google Shape;3337;p27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8" y="1463153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38" name="Google Shape;3338;p274"/>
          <p:cNvSpPr txBox="1"/>
          <p:nvPr/>
        </p:nvSpPr>
        <p:spPr>
          <a:xfrm>
            <a:off x="484793" y="116452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9" name="Google Shape;3339;p274"/>
          <p:cNvSpPr txBox="1"/>
          <p:nvPr/>
        </p:nvSpPr>
        <p:spPr>
          <a:xfrm>
            <a:off x="533548" y="2948667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0" name="Google Shape;3340;p274"/>
          <p:cNvCxnSpPr/>
          <p:nvPr/>
        </p:nvCxnSpPr>
        <p:spPr>
          <a:xfrm flipH="1" rot="10800000">
            <a:off x="492165" y="1703709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1" name="Google Shape;3341;p274"/>
          <p:cNvCxnSpPr/>
          <p:nvPr/>
        </p:nvCxnSpPr>
        <p:spPr>
          <a:xfrm>
            <a:off x="470025" y="2035789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2" name="Google Shape;3342;p274"/>
          <p:cNvCxnSpPr/>
          <p:nvPr/>
        </p:nvCxnSpPr>
        <p:spPr>
          <a:xfrm flipH="1" rot="10800000">
            <a:off x="3019430" y="1518843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3" name="Google Shape;3343;p274"/>
          <p:cNvCxnSpPr>
            <a:endCxn id="3344" idx="3"/>
          </p:cNvCxnSpPr>
          <p:nvPr/>
        </p:nvCxnSpPr>
        <p:spPr>
          <a:xfrm flipH="1">
            <a:off x="4248375" y="1638575"/>
            <a:ext cx="511500" cy="70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5" name="Google Shape;3345;p274"/>
          <p:cNvCxnSpPr/>
          <p:nvPr/>
        </p:nvCxnSpPr>
        <p:spPr>
          <a:xfrm rot="10800000">
            <a:off x="2977379" y="1766204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6" name="Google Shape;3346;p274"/>
          <p:cNvSpPr/>
          <p:nvPr/>
        </p:nvSpPr>
        <p:spPr>
          <a:xfrm>
            <a:off x="6974966" y="258218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7" name="Google Shape;3347;p274"/>
          <p:cNvCxnSpPr/>
          <p:nvPr/>
        </p:nvCxnSpPr>
        <p:spPr>
          <a:xfrm>
            <a:off x="7245750" y="1463153"/>
            <a:ext cx="0" cy="127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8" name="Google Shape;3348;p274"/>
          <p:cNvCxnSpPr/>
          <p:nvPr/>
        </p:nvCxnSpPr>
        <p:spPr>
          <a:xfrm>
            <a:off x="5714243" y="2848004"/>
            <a:ext cx="143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9" name="Google Shape;3349;p274"/>
          <p:cNvCxnSpPr>
            <a:stCxn id="3338" idx="3"/>
          </p:cNvCxnSpPr>
          <p:nvPr/>
        </p:nvCxnSpPr>
        <p:spPr>
          <a:xfrm flipH="1">
            <a:off x="5591693" y="1380075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0" name="Google Shape;3350;p274"/>
          <p:cNvCxnSpPr/>
          <p:nvPr/>
        </p:nvCxnSpPr>
        <p:spPr>
          <a:xfrm>
            <a:off x="2571750" y="4204450"/>
            <a:ext cx="145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1" name="Google Shape;3351;p274"/>
          <p:cNvCxnSpPr/>
          <p:nvPr/>
        </p:nvCxnSpPr>
        <p:spPr>
          <a:xfrm flipH="1">
            <a:off x="1718563" y="1766200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2" name="Google Shape;3352;p274"/>
          <p:cNvCxnSpPr/>
          <p:nvPr/>
        </p:nvCxnSpPr>
        <p:spPr>
          <a:xfrm>
            <a:off x="1376238" y="2469125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53" name="Google Shape;3353;p274"/>
          <p:cNvSpPr/>
          <p:nvPr/>
        </p:nvSpPr>
        <p:spPr>
          <a:xfrm rot="2126447">
            <a:off x="1578696" y="2498332"/>
            <a:ext cx="144345" cy="1331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4" name="Google Shape;3354;p274"/>
          <p:cNvCxnSpPr/>
          <p:nvPr/>
        </p:nvCxnSpPr>
        <p:spPr>
          <a:xfrm rot="10800000">
            <a:off x="2069013" y="4109325"/>
            <a:ext cx="54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55" name="Google Shape;3355;p274"/>
          <p:cNvSpPr/>
          <p:nvPr/>
        </p:nvSpPr>
        <p:spPr>
          <a:xfrm>
            <a:off x="2157666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6" name="Google Shape;3356;p274"/>
          <p:cNvCxnSpPr/>
          <p:nvPr/>
        </p:nvCxnSpPr>
        <p:spPr>
          <a:xfrm>
            <a:off x="2124691" y="3331806"/>
            <a:ext cx="0" cy="73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57" name="Google Shape;3357;p274"/>
          <p:cNvSpPr txBox="1"/>
          <p:nvPr/>
        </p:nvSpPr>
        <p:spPr>
          <a:xfrm>
            <a:off x="850713" y="146315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8" name="Google Shape;3358;p274"/>
          <p:cNvSpPr txBox="1"/>
          <p:nvPr/>
        </p:nvSpPr>
        <p:spPr>
          <a:xfrm>
            <a:off x="515713" y="23493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9" name="Google Shape;3359;p274"/>
          <p:cNvSpPr txBox="1"/>
          <p:nvPr/>
        </p:nvSpPr>
        <p:spPr>
          <a:xfrm>
            <a:off x="7190463" y="18258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0" name="Google Shape;3360;p274"/>
          <p:cNvSpPr txBox="1"/>
          <p:nvPr/>
        </p:nvSpPr>
        <p:spPr>
          <a:xfrm>
            <a:off x="3503325" y="1234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4" name="Google Shape;3344;p274"/>
          <p:cNvSpPr txBox="1"/>
          <p:nvPr/>
        </p:nvSpPr>
        <p:spPr>
          <a:xfrm>
            <a:off x="3268875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1" name="Google Shape;3361;p274"/>
          <p:cNvSpPr txBox="1"/>
          <p:nvPr/>
        </p:nvSpPr>
        <p:spPr>
          <a:xfrm>
            <a:off x="3922825" y="17433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2" name="Google Shape;3362;p274"/>
          <p:cNvSpPr txBox="1"/>
          <p:nvPr/>
        </p:nvSpPr>
        <p:spPr>
          <a:xfrm>
            <a:off x="6101975" y="278046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3" name="Google Shape;3363;p274"/>
          <p:cNvSpPr txBox="1"/>
          <p:nvPr/>
        </p:nvSpPr>
        <p:spPr>
          <a:xfrm>
            <a:off x="5831100" y="16787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4" name="Google Shape;3364;p274"/>
          <p:cNvSpPr txBox="1"/>
          <p:nvPr/>
        </p:nvSpPr>
        <p:spPr>
          <a:xfrm>
            <a:off x="2811900" y="4118038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5" name="Google Shape;3365;p274"/>
          <p:cNvSpPr txBox="1"/>
          <p:nvPr/>
        </p:nvSpPr>
        <p:spPr>
          <a:xfrm>
            <a:off x="1385625" y="35290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6" name="Google Shape;3366;p274"/>
          <p:cNvSpPr txBox="1"/>
          <p:nvPr/>
        </p:nvSpPr>
        <p:spPr>
          <a:xfrm>
            <a:off x="1873050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7" name="Google Shape;3367;p274"/>
          <p:cNvSpPr/>
          <p:nvPr/>
        </p:nvSpPr>
        <p:spPr>
          <a:xfrm rot="1795328">
            <a:off x="4270751" y="2279355"/>
            <a:ext cx="144340" cy="13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8" name="Google Shape;3368;p274"/>
          <p:cNvCxnSpPr/>
          <p:nvPr/>
        </p:nvCxnSpPr>
        <p:spPr>
          <a:xfrm flipH="1">
            <a:off x="3070950" y="3700650"/>
            <a:ext cx="1200" cy="40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69" name="Google Shape;3369;p274"/>
          <p:cNvSpPr/>
          <p:nvPr/>
        </p:nvSpPr>
        <p:spPr>
          <a:xfrm>
            <a:off x="3070941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0" name="Google Shape;3370;p274"/>
          <p:cNvSpPr txBox="1"/>
          <p:nvPr/>
        </p:nvSpPr>
        <p:spPr>
          <a:xfrm>
            <a:off x="2397450" y="36529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1" name="Google Shape;3371;p274"/>
          <p:cNvSpPr/>
          <p:nvPr/>
        </p:nvSpPr>
        <p:spPr>
          <a:xfrm>
            <a:off x="4909025" y="3313025"/>
            <a:ext cx="2337300" cy="1007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p274"/>
          <p:cNvSpPr txBox="1"/>
          <p:nvPr/>
        </p:nvSpPr>
        <p:spPr>
          <a:xfrm>
            <a:off x="4984650" y="3316375"/>
            <a:ext cx="226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½ × 3 × 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6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27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378" name="Google Shape;3378;p275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Calculate the area of each triangle.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3379" name="Google Shape;3379;p27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08" y="1463153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275"/>
          <p:cNvSpPr txBox="1"/>
          <p:nvPr/>
        </p:nvSpPr>
        <p:spPr>
          <a:xfrm>
            <a:off x="484793" y="116452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1" name="Google Shape;3381;p275"/>
          <p:cNvSpPr txBox="1"/>
          <p:nvPr/>
        </p:nvSpPr>
        <p:spPr>
          <a:xfrm>
            <a:off x="533548" y="2948667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2" name="Google Shape;3382;p275"/>
          <p:cNvCxnSpPr/>
          <p:nvPr/>
        </p:nvCxnSpPr>
        <p:spPr>
          <a:xfrm flipH="1" rot="10800000">
            <a:off x="492165" y="1703709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3" name="Google Shape;3383;p275"/>
          <p:cNvCxnSpPr/>
          <p:nvPr/>
        </p:nvCxnSpPr>
        <p:spPr>
          <a:xfrm>
            <a:off x="470025" y="2035789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4" name="Google Shape;3384;p275"/>
          <p:cNvCxnSpPr/>
          <p:nvPr/>
        </p:nvCxnSpPr>
        <p:spPr>
          <a:xfrm flipH="1" rot="10800000">
            <a:off x="3019430" y="1518843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5" name="Google Shape;3385;p275"/>
          <p:cNvCxnSpPr>
            <a:endCxn id="3386" idx="3"/>
          </p:cNvCxnSpPr>
          <p:nvPr/>
        </p:nvCxnSpPr>
        <p:spPr>
          <a:xfrm flipH="1">
            <a:off x="4248375" y="1638575"/>
            <a:ext cx="511500" cy="70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7" name="Google Shape;3387;p275"/>
          <p:cNvCxnSpPr/>
          <p:nvPr/>
        </p:nvCxnSpPr>
        <p:spPr>
          <a:xfrm rot="10800000">
            <a:off x="2977379" y="1766204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88" name="Google Shape;3388;p275"/>
          <p:cNvSpPr/>
          <p:nvPr/>
        </p:nvSpPr>
        <p:spPr>
          <a:xfrm>
            <a:off x="6974966" y="258218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89" name="Google Shape;3389;p275"/>
          <p:cNvCxnSpPr/>
          <p:nvPr/>
        </p:nvCxnSpPr>
        <p:spPr>
          <a:xfrm>
            <a:off x="7245750" y="1463153"/>
            <a:ext cx="0" cy="127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0" name="Google Shape;3390;p275"/>
          <p:cNvCxnSpPr/>
          <p:nvPr/>
        </p:nvCxnSpPr>
        <p:spPr>
          <a:xfrm>
            <a:off x="5714243" y="2848004"/>
            <a:ext cx="143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1" name="Google Shape;3391;p275"/>
          <p:cNvCxnSpPr>
            <a:stCxn id="3380" idx="3"/>
          </p:cNvCxnSpPr>
          <p:nvPr/>
        </p:nvCxnSpPr>
        <p:spPr>
          <a:xfrm flipH="1">
            <a:off x="5591693" y="1380075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2" name="Google Shape;3392;p275"/>
          <p:cNvCxnSpPr/>
          <p:nvPr/>
        </p:nvCxnSpPr>
        <p:spPr>
          <a:xfrm>
            <a:off x="2571750" y="4204450"/>
            <a:ext cx="145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3" name="Google Shape;3393;p275"/>
          <p:cNvCxnSpPr/>
          <p:nvPr/>
        </p:nvCxnSpPr>
        <p:spPr>
          <a:xfrm flipH="1">
            <a:off x="1718563" y="1766200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4" name="Google Shape;3394;p275"/>
          <p:cNvCxnSpPr/>
          <p:nvPr/>
        </p:nvCxnSpPr>
        <p:spPr>
          <a:xfrm>
            <a:off x="1376238" y="2469125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95" name="Google Shape;3395;p275"/>
          <p:cNvSpPr/>
          <p:nvPr/>
        </p:nvSpPr>
        <p:spPr>
          <a:xfrm rot="2126447">
            <a:off x="1578696" y="2498332"/>
            <a:ext cx="144345" cy="13318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6" name="Google Shape;3396;p275"/>
          <p:cNvCxnSpPr/>
          <p:nvPr/>
        </p:nvCxnSpPr>
        <p:spPr>
          <a:xfrm rot="10800000">
            <a:off x="2069013" y="4109325"/>
            <a:ext cx="54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97" name="Google Shape;3397;p275"/>
          <p:cNvSpPr/>
          <p:nvPr/>
        </p:nvSpPr>
        <p:spPr>
          <a:xfrm>
            <a:off x="2157666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8" name="Google Shape;3398;p275"/>
          <p:cNvCxnSpPr/>
          <p:nvPr/>
        </p:nvCxnSpPr>
        <p:spPr>
          <a:xfrm>
            <a:off x="2124691" y="3331806"/>
            <a:ext cx="0" cy="73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99" name="Google Shape;3399;p275"/>
          <p:cNvSpPr txBox="1"/>
          <p:nvPr/>
        </p:nvSpPr>
        <p:spPr>
          <a:xfrm>
            <a:off x="850713" y="146315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0" name="Google Shape;3400;p275"/>
          <p:cNvSpPr txBox="1"/>
          <p:nvPr/>
        </p:nvSpPr>
        <p:spPr>
          <a:xfrm>
            <a:off x="515713" y="23493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1" name="Google Shape;3401;p275"/>
          <p:cNvSpPr txBox="1"/>
          <p:nvPr/>
        </p:nvSpPr>
        <p:spPr>
          <a:xfrm>
            <a:off x="7190463" y="182587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2" name="Google Shape;3402;p275"/>
          <p:cNvSpPr txBox="1"/>
          <p:nvPr/>
        </p:nvSpPr>
        <p:spPr>
          <a:xfrm>
            <a:off x="3503325" y="1234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6" name="Google Shape;3386;p275"/>
          <p:cNvSpPr txBox="1"/>
          <p:nvPr/>
        </p:nvSpPr>
        <p:spPr>
          <a:xfrm>
            <a:off x="3268875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3" name="Google Shape;3403;p275"/>
          <p:cNvSpPr txBox="1"/>
          <p:nvPr/>
        </p:nvSpPr>
        <p:spPr>
          <a:xfrm>
            <a:off x="3922825" y="17433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4" name="Google Shape;3404;p275"/>
          <p:cNvSpPr txBox="1"/>
          <p:nvPr/>
        </p:nvSpPr>
        <p:spPr>
          <a:xfrm>
            <a:off x="6101975" y="278046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5" name="Google Shape;3405;p275"/>
          <p:cNvSpPr txBox="1"/>
          <p:nvPr/>
        </p:nvSpPr>
        <p:spPr>
          <a:xfrm>
            <a:off x="5831100" y="1678713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6" name="Google Shape;3406;p275"/>
          <p:cNvSpPr txBox="1"/>
          <p:nvPr/>
        </p:nvSpPr>
        <p:spPr>
          <a:xfrm>
            <a:off x="2811900" y="4118038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7" name="Google Shape;3407;p275"/>
          <p:cNvSpPr txBox="1"/>
          <p:nvPr/>
        </p:nvSpPr>
        <p:spPr>
          <a:xfrm>
            <a:off x="1385625" y="35290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8" name="Google Shape;3408;p275"/>
          <p:cNvSpPr txBox="1"/>
          <p:nvPr/>
        </p:nvSpPr>
        <p:spPr>
          <a:xfrm>
            <a:off x="1873050" y="2130425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9" name="Google Shape;3409;p275"/>
          <p:cNvSpPr/>
          <p:nvPr/>
        </p:nvSpPr>
        <p:spPr>
          <a:xfrm rot="1795328">
            <a:off x="4270751" y="2279355"/>
            <a:ext cx="144340" cy="1331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0" name="Google Shape;3410;p275"/>
          <p:cNvCxnSpPr/>
          <p:nvPr/>
        </p:nvCxnSpPr>
        <p:spPr>
          <a:xfrm flipH="1">
            <a:off x="3070950" y="3700650"/>
            <a:ext cx="1200" cy="40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11" name="Google Shape;3411;p275"/>
          <p:cNvSpPr/>
          <p:nvPr/>
        </p:nvSpPr>
        <p:spPr>
          <a:xfrm>
            <a:off x="3070941" y="3976431"/>
            <a:ext cx="144300" cy="13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275"/>
          <p:cNvSpPr txBox="1"/>
          <p:nvPr/>
        </p:nvSpPr>
        <p:spPr>
          <a:xfrm>
            <a:off x="2397450" y="365290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3" name="Google Shape;3413;p275"/>
          <p:cNvSpPr/>
          <p:nvPr/>
        </p:nvSpPr>
        <p:spPr>
          <a:xfrm>
            <a:off x="4909025" y="3313025"/>
            <a:ext cx="2337300" cy="1007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275"/>
          <p:cNvSpPr txBox="1"/>
          <p:nvPr/>
        </p:nvSpPr>
        <p:spPr>
          <a:xfrm>
            <a:off x="4984650" y="3316375"/>
            <a:ext cx="233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½ × 3.5 × 4.2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7.35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27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420" name="Google Shape;3420;p276"/>
          <p:cNvSpPr txBox="1"/>
          <p:nvPr>
            <p:ph idx="1" type="body"/>
          </p:nvPr>
        </p:nvSpPr>
        <p:spPr>
          <a:xfrm>
            <a:off x="324000" y="810000"/>
            <a:ext cx="8237700" cy="32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Write an expression for the area of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									b)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Area = 								Area = 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302b233e-47c9-4160-bbe5-d678c24d39a3&quot; data-equatio-type=&quot;image&quot;&gt;&lt;mglyph src=&quot;https://equatio-api.texthelp.com/desmos/get/20-06-2023/302b233e-47c9-4160-bbe5-d678c24d39a3&quot; alt=&quot;Equatio Image&quot;/&gt;&lt;/math&gt;" id="3421" name="Google Shape;3421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975" y="1370500"/>
            <a:ext cx="7540349" cy="18265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2" name="Google Shape;3422;p276"/>
          <p:cNvCxnSpPr/>
          <p:nvPr/>
        </p:nvCxnSpPr>
        <p:spPr>
          <a:xfrm flipH="1" rot="10800000">
            <a:off x="756400" y="1263050"/>
            <a:ext cx="2208600" cy="189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3" name="Google Shape;3423;p276"/>
          <p:cNvCxnSpPr/>
          <p:nvPr/>
        </p:nvCxnSpPr>
        <p:spPr>
          <a:xfrm>
            <a:off x="884975" y="3240000"/>
            <a:ext cx="204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4" name="Google Shape;3424;p276"/>
          <p:cNvCxnSpPr/>
          <p:nvPr/>
        </p:nvCxnSpPr>
        <p:spPr>
          <a:xfrm rot="10800000">
            <a:off x="3048175" y="1410188"/>
            <a:ext cx="0" cy="174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5" name="Google Shape;3425;p276"/>
          <p:cNvSpPr/>
          <p:nvPr/>
        </p:nvSpPr>
        <p:spPr>
          <a:xfrm>
            <a:off x="2821050" y="3025100"/>
            <a:ext cx="132300" cy="132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6" name="Google Shape;3426;p276"/>
          <p:cNvCxnSpPr/>
          <p:nvPr/>
        </p:nvCxnSpPr>
        <p:spPr>
          <a:xfrm rot="10800000">
            <a:off x="5547275" y="1823900"/>
            <a:ext cx="3105900" cy="128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7" name="Google Shape;3427;p276"/>
          <p:cNvCxnSpPr/>
          <p:nvPr/>
        </p:nvCxnSpPr>
        <p:spPr>
          <a:xfrm rot="10800000">
            <a:off x="5402025" y="1945975"/>
            <a:ext cx="0" cy="123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8" name="Google Shape;3428;p276"/>
          <p:cNvCxnSpPr/>
          <p:nvPr/>
        </p:nvCxnSpPr>
        <p:spPr>
          <a:xfrm rot="10800000">
            <a:off x="5279700" y="3176875"/>
            <a:ext cx="135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29" name="Google Shape;3429;p276"/>
          <p:cNvSpPr/>
          <p:nvPr/>
        </p:nvSpPr>
        <p:spPr>
          <a:xfrm>
            <a:off x="5408500" y="3025100"/>
            <a:ext cx="132300" cy="132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0" name="Google Shape;3430;p276"/>
          <p:cNvCxnSpPr/>
          <p:nvPr/>
        </p:nvCxnSpPr>
        <p:spPr>
          <a:xfrm rot="10800000">
            <a:off x="6633625" y="3293475"/>
            <a:ext cx="177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31" name="Google Shape;3431;p276"/>
          <p:cNvSpPr txBox="1"/>
          <p:nvPr/>
        </p:nvSpPr>
        <p:spPr>
          <a:xfrm>
            <a:off x="4572000" y="2204750"/>
            <a:ext cx="116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units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2" name="Google Shape;3432;p276"/>
          <p:cNvSpPr txBox="1"/>
          <p:nvPr/>
        </p:nvSpPr>
        <p:spPr>
          <a:xfrm>
            <a:off x="1579950" y="197315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3" name="Google Shape;3433;p276"/>
          <p:cNvSpPr txBox="1"/>
          <p:nvPr/>
        </p:nvSpPr>
        <p:spPr>
          <a:xfrm>
            <a:off x="2971975" y="212990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4" name="Google Shape;3434;p276"/>
          <p:cNvSpPr txBox="1"/>
          <p:nvPr/>
        </p:nvSpPr>
        <p:spPr>
          <a:xfrm>
            <a:off x="1728875" y="3197075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5" name="Google Shape;3435;p276"/>
          <p:cNvSpPr txBox="1"/>
          <p:nvPr/>
        </p:nvSpPr>
        <p:spPr>
          <a:xfrm>
            <a:off x="6963300" y="212855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6" name="Google Shape;3436;p276"/>
          <p:cNvSpPr txBox="1"/>
          <p:nvPr/>
        </p:nvSpPr>
        <p:spPr>
          <a:xfrm>
            <a:off x="7211250" y="3240000"/>
            <a:ext cx="49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bd}{2}&quot;&gt;&lt;mfrac&gt;&lt;mrow&gt;&lt;mi&gt;b&lt;/mi&gt;&lt;mi&gt;d&lt;/mi&gt;&lt;/mrow&gt;&lt;mn&gt;2&lt;/mn&gt;&lt;/mfrac&gt;&lt;/math&gt;" id="3437" name="Google Shape;3437;p276" title="b d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216" y="3509717"/>
            <a:ext cx="361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da}{2}&quot;&gt;&lt;mfrac&gt;&lt;mrow&gt;&lt;mn&gt;15&lt;/mn&gt;&lt;mi&gt;d&lt;/mi&gt;&lt;mi&gt;a&lt;/mi&gt;&lt;/mrow&gt;&lt;mn&gt;2&lt;/mn&gt;&lt;/mfrac&gt;&lt;/math&gt;" id="3438" name="Google Shape;3438;p276" title="15 d a ove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0566" y="3514480"/>
            <a:ext cx="6858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2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area of a triangle</a:t>
            </a:r>
            <a:endParaRPr/>
          </a:p>
        </p:txBody>
      </p:sp>
      <p:sp>
        <p:nvSpPr>
          <p:cNvPr id="3444" name="Google Shape;3444;p2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445" name="Google Shape;3445;p2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pic>
        <p:nvPicPr>
          <p:cNvPr id="3446" name="Google Shape;3446;p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99361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27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452" name="Google Shape;3452;p278"/>
          <p:cNvSpPr txBox="1"/>
          <p:nvPr>
            <p:ph idx="1" type="subTitle"/>
          </p:nvPr>
        </p:nvSpPr>
        <p:spPr>
          <a:xfrm>
            <a:off x="4824000" y="810000"/>
            <a:ext cx="39822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base of the triangle.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Area = 24 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3453" name="Google Shape;3453;p278"/>
          <p:cNvSpPr txBox="1"/>
          <p:nvPr>
            <p:ph idx="2" type="subTitle"/>
          </p:nvPr>
        </p:nvSpPr>
        <p:spPr>
          <a:xfrm>
            <a:off x="324000" y="810000"/>
            <a:ext cx="39822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Calculate the height of the triangle.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Area = 33.25 m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cb6ef4e0-cdf1-442e-af20-e1482367f376&quot; data-equatio-type=&quot;image&quot;&gt;&lt;mglyph src=&quot;https://equatio-api.texthelp.com/desmos/get/20-06-2023/cb6ef4e0-cdf1-442e-af20-e1482367f376&quot; alt=&quot;Equatio Image&quot;/&gt;&lt;/math&gt;" id="3454" name="Google Shape;3454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632" y="1174310"/>
            <a:ext cx="2207418" cy="14552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5" name="Google Shape;3455;p278"/>
          <p:cNvCxnSpPr/>
          <p:nvPr/>
        </p:nvCxnSpPr>
        <p:spPr>
          <a:xfrm rot="10800000">
            <a:off x="2116456" y="2696424"/>
            <a:ext cx="219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56" name="Google Shape;3456;p278"/>
          <p:cNvSpPr txBox="1"/>
          <p:nvPr/>
        </p:nvSpPr>
        <p:spPr>
          <a:xfrm>
            <a:off x="2768317" y="2620712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cb6ef4e0-cdf1-442e-af20-e1482367f376&quot; data-equatio-type=&quot;image&quot;&gt;&lt;mglyph src=&quot;https://equatio-api.texthelp.com/desmos/get/20-06-2023/cb6ef4e0-cdf1-442e-af20-e1482367f376&quot; alt=&quot;Equatio Image&quot;/&gt;&lt;/math&gt;" id="3457" name="Google Shape;3457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566" y="1174301"/>
            <a:ext cx="1935775" cy="127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8" name="Google Shape;3458;p278"/>
          <p:cNvCxnSpPr/>
          <p:nvPr/>
        </p:nvCxnSpPr>
        <p:spPr>
          <a:xfrm>
            <a:off x="7848096" y="1174265"/>
            <a:ext cx="0" cy="12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459" name="Google Shape;3459;p278"/>
          <p:cNvSpPr txBox="1"/>
          <p:nvPr/>
        </p:nvSpPr>
        <p:spPr>
          <a:xfrm>
            <a:off x="7567969" y="1753975"/>
            <a:ext cx="10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0" name="Google Shape;3460;p278"/>
          <p:cNvCxnSpPr>
            <a:endCxn id="3456" idx="0"/>
          </p:cNvCxnSpPr>
          <p:nvPr/>
        </p:nvCxnSpPr>
        <p:spPr>
          <a:xfrm>
            <a:off x="3212317" y="1267712"/>
            <a:ext cx="0" cy="135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461" name="Google Shape;3461;p278"/>
          <p:cNvSpPr txBox="1"/>
          <p:nvPr/>
        </p:nvSpPr>
        <p:spPr>
          <a:xfrm>
            <a:off x="3122951" y="2033850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2" name="Google Shape;3462;p278"/>
          <p:cNvCxnSpPr/>
          <p:nvPr/>
        </p:nvCxnSpPr>
        <p:spPr>
          <a:xfrm rot="10800000">
            <a:off x="6892292" y="2538700"/>
            <a:ext cx="189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63" name="Google Shape;3463;p278"/>
          <p:cNvSpPr txBox="1"/>
          <p:nvPr/>
        </p:nvSpPr>
        <p:spPr>
          <a:xfrm>
            <a:off x="7379043" y="2465575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4" name="Google Shape;3464;p278"/>
          <p:cNvSpPr txBox="1"/>
          <p:nvPr/>
        </p:nvSpPr>
        <p:spPr>
          <a:xfrm>
            <a:off x="337825" y="2953800"/>
            <a:ext cx="40329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= ½ × base × height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33.25 = ½ × 7 × height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33.25 = 3.5 × height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9.5 m = height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5" name="Google Shape;3465;p278"/>
          <p:cNvSpPr txBox="1"/>
          <p:nvPr/>
        </p:nvSpPr>
        <p:spPr>
          <a:xfrm>
            <a:off x="4824000" y="2953800"/>
            <a:ext cx="40329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= ½ × base × height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24 = ½ × base × 8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24 = 4 × base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m = base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9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Google Shape;3470;p27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471" name="Google Shape;3471;p279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Calculate the missing side length for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                                     b)                                        c)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3472" name="Google Shape;3472;p2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50" y="1620000"/>
            <a:ext cx="7759699" cy="2499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3" name="Google Shape;3473;p279"/>
          <p:cNvCxnSpPr/>
          <p:nvPr/>
        </p:nvCxnSpPr>
        <p:spPr>
          <a:xfrm>
            <a:off x="5839375" y="1709450"/>
            <a:ext cx="0" cy="163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74" name="Google Shape;3474;p279"/>
          <p:cNvCxnSpPr/>
          <p:nvPr/>
        </p:nvCxnSpPr>
        <p:spPr>
          <a:xfrm>
            <a:off x="3858750" y="1620000"/>
            <a:ext cx="187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75" name="Google Shape;3475;p279"/>
          <p:cNvCxnSpPr/>
          <p:nvPr/>
        </p:nvCxnSpPr>
        <p:spPr>
          <a:xfrm flipH="1">
            <a:off x="718675" y="1769975"/>
            <a:ext cx="2352300" cy="128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76" name="Google Shape;3476;p279"/>
          <p:cNvCxnSpPr/>
          <p:nvPr/>
        </p:nvCxnSpPr>
        <p:spPr>
          <a:xfrm>
            <a:off x="1439400" y="1754850"/>
            <a:ext cx="300300" cy="62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477" name="Google Shape;3477;p279"/>
          <p:cNvSpPr/>
          <p:nvPr/>
        </p:nvSpPr>
        <p:spPr>
          <a:xfrm rot="-1749903">
            <a:off x="1709331" y="2214375"/>
            <a:ext cx="136048" cy="13604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8" name="Google Shape;3478;p279"/>
          <p:cNvSpPr/>
          <p:nvPr/>
        </p:nvSpPr>
        <p:spPr>
          <a:xfrm>
            <a:off x="5597556" y="1709450"/>
            <a:ext cx="135900" cy="13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279"/>
          <p:cNvSpPr txBox="1"/>
          <p:nvPr/>
        </p:nvSpPr>
        <p:spPr>
          <a:xfrm>
            <a:off x="1532200" y="17548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0" name="Google Shape;3480;p279"/>
          <p:cNvSpPr txBox="1"/>
          <p:nvPr/>
        </p:nvSpPr>
        <p:spPr>
          <a:xfrm>
            <a:off x="5774400" y="21100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1" name="Google Shape;3481;p279"/>
          <p:cNvCxnSpPr/>
          <p:nvPr/>
        </p:nvCxnSpPr>
        <p:spPr>
          <a:xfrm flipH="1" rot="10800000">
            <a:off x="7249650" y="3131550"/>
            <a:ext cx="987600" cy="15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482" name="Google Shape;3482;p279"/>
          <p:cNvSpPr/>
          <p:nvPr/>
        </p:nvSpPr>
        <p:spPr>
          <a:xfrm rot="-633914">
            <a:off x="8090155" y="2984461"/>
            <a:ext cx="135802" cy="13580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3" name="Google Shape;3483;p279"/>
          <p:cNvCxnSpPr/>
          <p:nvPr/>
        </p:nvCxnSpPr>
        <p:spPr>
          <a:xfrm>
            <a:off x="7125375" y="3343250"/>
            <a:ext cx="1300800" cy="8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4" name="Google Shape;3484;p279"/>
          <p:cNvCxnSpPr/>
          <p:nvPr/>
        </p:nvCxnSpPr>
        <p:spPr>
          <a:xfrm flipH="1">
            <a:off x="7125375" y="1620000"/>
            <a:ext cx="781200" cy="16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5" name="Google Shape;3485;p279"/>
          <p:cNvCxnSpPr/>
          <p:nvPr/>
        </p:nvCxnSpPr>
        <p:spPr>
          <a:xfrm>
            <a:off x="8078850" y="1620000"/>
            <a:ext cx="453300" cy="24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86" name="Google Shape;3486;p279"/>
          <p:cNvSpPr txBox="1"/>
          <p:nvPr/>
        </p:nvSpPr>
        <p:spPr>
          <a:xfrm>
            <a:off x="8213683" y="23749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7" name="Google Shape;3487;p279"/>
          <p:cNvSpPr txBox="1"/>
          <p:nvPr/>
        </p:nvSpPr>
        <p:spPr>
          <a:xfrm>
            <a:off x="6892875" y="21100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8" name="Google Shape;3488;p279"/>
          <p:cNvSpPr txBox="1"/>
          <p:nvPr/>
        </p:nvSpPr>
        <p:spPr>
          <a:xfrm>
            <a:off x="7065150" y="35329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9" name="Google Shape;3489;p279"/>
          <p:cNvSpPr txBox="1"/>
          <p:nvPr/>
        </p:nvSpPr>
        <p:spPr>
          <a:xfrm>
            <a:off x="1783575" y="2317575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0" name="Google Shape;3490;p279"/>
          <p:cNvSpPr txBox="1"/>
          <p:nvPr/>
        </p:nvSpPr>
        <p:spPr>
          <a:xfrm>
            <a:off x="4681200" y="132545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1" name="Google Shape;3491;p279"/>
          <p:cNvSpPr txBox="1"/>
          <p:nvPr/>
        </p:nvSpPr>
        <p:spPr>
          <a:xfrm>
            <a:off x="7562400" y="293220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28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497" name="Google Shape;3497;p280"/>
          <p:cNvSpPr txBox="1"/>
          <p:nvPr>
            <p:ph idx="1" type="body"/>
          </p:nvPr>
        </p:nvSpPr>
        <p:spPr>
          <a:xfrm>
            <a:off x="324000" y="810000"/>
            <a:ext cx="8496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2)</a:t>
            </a:r>
            <a:r>
              <a:rPr lang="en-GB" sz="2000">
                <a:solidFill>
                  <a:srgbClr val="000000"/>
                </a:solidFill>
              </a:rPr>
              <a:t> A triangle has an area of 120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  It has a height of 12 cm. What is the length of its base?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3) Another triangle also has an area of 120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 What could the lengths of its base and height be? Try to come up with a unique pair of lengths.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p28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503" name="Google Shape;3503;p281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missing side length for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a)                              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3504" name="Google Shape;3504;p281" title="Equatio Image"/>
          <p:cNvPicPr preferRelativeResize="0"/>
          <p:nvPr/>
        </p:nvPicPr>
        <p:blipFill rotWithShape="1">
          <a:blip r:embed="rId3">
            <a:alphaModFix/>
          </a:blip>
          <a:srcRect b="0" l="0" r="68002" t="0"/>
          <a:stretch/>
        </p:blipFill>
        <p:spPr>
          <a:xfrm>
            <a:off x="692150" y="1620000"/>
            <a:ext cx="2482949" cy="249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5" name="Google Shape;3505;p281"/>
          <p:cNvCxnSpPr/>
          <p:nvPr/>
        </p:nvCxnSpPr>
        <p:spPr>
          <a:xfrm flipH="1">
            <a:off x="718675" y="1769975"/>
            <a:ext cx="2352300" cy="128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6" name="Google Shape;3506;p281"/>
          <p:cNvCxnSpPr/>
          <p:nvPr/>
        </p:nvCxnSpPr>
        <p:spPr>
          <a:xfrm>
            <a:off x="1439400" y="1754850"/>
            <a:ext cx="300300" cy="62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507" name="Google Shape;3507;p281"/>
          <p:cNvSpPr/>
          <p:nvPr/>
        </p:nvSpPr>
        <p:spPr>
          <a:xfrm rot="-1749903">
            <a:off x="1709331" y="2214375"/>
            <a:ext cx="136048" cy="13604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8" name="Google Shape;3508;p281"/>
          <p:cNvSpPr txBox="1"/>
          <p:nvPr/>
        </p:nvSpPr>
        <p:spPr>
          <a:xfrm>
            <a:off x="1532200" y="17548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9" name="Google Shape;3509;p281"/>
          <p:cNvSpPr txBox="1"/>
          <p:nvPr/>
        </p:nvSpPr>
        <p:spPr>
          <a:xfrm>
            <a:off x="1783575" y="2317575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8=\frac{1}{2}\times2\times a\\&amp;#13;&amp;#10;8=a\end{array}&quot;&gt;&lt;mtable columnalign=&quot;left&quot; columnspacing=&quot;1em&quot; rowspacing=&quot;4pt&quot;&gt;&lt;mtr&gt;&lt;mtd&gt;&lt;mn&gt;8&lt;/mn&gt;&lt;mo&gt;=&lt;/mo&gt;&lt;mfrac&gt;&lt;mn&gt;1&lt;/mn&gt;&lt;mn&gt;2&lt;/mn&gt;&lt;/mfrac&gt;&lt;mo&gt;×&lt;/mo&gt;&lt;mn&gt;2&lt;/mn&gt;&lt;mo&gt;×&lt;/mo&gt;&lt;mi&gt;a&lt;/mi&gt;&lt;/mtd&gt;&lt;/mtr&gt;&lt;mtr&gt;&lt;mtd&gt;&lt;mn&gt;8&lt;/mn&gt;&lt;mo&gt;=&lt;/mo&gt;&lt;mi&gt;a&lt;/mi&gt;&lt;/mtd&gt;&lt;/mtr&gt;&lt;/mtable&gt;&lt;/math&gt;" id="3510" name="Google Shape;3510;p281" title="2 lines Line 1: 8 equals one half times 2 times a Line 2: 8 equals 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621893"/>
            <a:ext cx="1874700" cy="870677"/>
          </a:xfrm>
          <a:prstGeom prst="rect">
            <a:avLst/>
          </a:prstGeom>
          <a:noFill/>
          <a:ln>
            <a:noFill/>
          </a:ln>
        </p:spPr>
      </p:pic>
      <p:sp>
        <p:nvSpPr>
          <p:cNvPr id="3511" name="Google Shape;3511;p281"/>
          <p:cNvSpPr txBox="1"/>
          <p:nvPr/>
        </p:nvSpPr>
        <p:spPr>
          <a:xfrm>
            <a:off x="3369600" y="2768133"/>
            <a:ext cx="425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missing length measures 8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5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p28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517" name="Google Shape;3517;p282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missing side length for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3518" name="Google Shape;3518;p282" title="Equatio Image"/>
          <p:cNvPicPr preferRelativeResize="0"/>
          <p:nvPr/>
        </p:nvPicPr>
        <p:blipFill rotWithShape="1">
          <a:blip r:embed="rId3">
            <a:alphaModFix/>
          </a:blip>
          <a:srcRect b="0" l="39192" r="31844" t="0"/>
          <a:stretch/>
        </p:blipFill>
        <p:spPr>
          <a:xfrm>
            <a:off x="456575" y="1620000"/>
            <a:ext cx="2247476" cy="249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9" name="Google Shape;3519;p282"/>
          <p:cNvCxnSpPr/>
          <p:nvPr/>
        </p:nvCxnSpPr>
        <p:spPr>
          <a:xfrm>
            <a:off x="2562775" y="1709450"/>
            <a:ext cx="0" cy="163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20" name="Google Shape;3520;p282"/>
          <p:cNvCxnSpPr/>
          <p:nvPr/>
        </p:nvCxnSpPr>
        <p:spPr>
          <a:xfrm>
            <a:off x="582150" y="1620000"/>
            <a:ext cx="187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21" name="Google Shape;3521;p282"/>
          <p:cNvSpPr/>
          <p:nvPr/>
        </p:nvSpPr>
        <p:spPr>
          <a:xfrm>
            <a:off x="2320956" y="1709450"/>
            <a:ext cx="135900" cy="13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282"/>
          <p:cNvSpPr txBox="1"/>
          <p:nvPr/>
        </p:nvSpPr>
        <p:spPr>
          <a:xfrm>
            <a:off x="2497800" y="21100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3" name="Google Shape;3523;p282"/>
          <p:cNvSpPr txBox="1"/>
          <p:nvPr/>
        </p:nvSpPr>
        <p:spPr>
          <a:xfrm>
            <a:off x="1404600" y="132545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.125=\frac{1}{2}\times4.5\times b\\&amp;#13;&amp;#10;10.125=2.25\ \times b\\&amp;#13;&amp;#10;\ \ \ \ \ 4.5\ =\ b\end{array}&quot;&gt;&lt;mtable columnalign=&quot;left&quot; columnspacing=&quot;1em&quot; rowspacing=&quot;4pt&quot;&gt;&lt;mtr&gt;&lt;mtd&gt;&lt;mn&gt;10.125&lt;/mn&gt;&lt;mo&gt;=&lt;/mo&gt;&lt;mfrac&gt;&lt;mn&gt;1&lt;/mn&gt;&lt;mn&gt;2&lt;/mn&gt;&lt;/mfrac&gt;&lt;mo&gt;×&lt;/mo&gt;&lt;mn&gt;4.5&lt;/mn&gt;&lt;mo&gt;×&lt;/mo&gt;&lt;mi&gt;b&lt;/mi&gt;&lt;/mtd&gt;&lt;/mtr&gt;&lt;mtr&gt;&lt;mtd&gt;&lt;mn&gt;10.125&lt;/mn&gt;&lt;mo&gt;=&lt;/mo&gt;&lt;mn&gt;2.25&lt;/mn&gt;&lt;mtext&gt;&lt;/mtext&gt;&lt;mo&gt;×&lt;/mo&gt;&lt;mi&gt;b&lt;/mi&gt;&lt;/mtd&gt;&lt;/mtr&gt;&lt;mtr&gt;&lt;mtd&gt;&lt;mtext&gt;&lt;/mtext&gt;&lt;mtext&gt;&lt;/mtext&gt;&lt;mtext&gt;&lt;/mtext&gt;&lt;mtext&gt;&lt;/mtext&gt;&lt;mtext&gt;&lt;/mtext&gt;&lt;mn&gt;4.5&lt;/mn&gt;&lt;mtext&gt;&lt;/mtext&gt;&lt;mo&gt;=&lt;/mo&gt;&lt;mtext&gt;&lt;/mtext&gt;&lt;mi&gt;b&lt;/mi&gt;&lt;/mtd&gt;&lt;/mtr&gt;&lt;/mtable&gt;&lt;/math&gt;" id="3524" name="Google Shape;3524;p282" title="3 lines Line 1: 10.125 equals one half times 4.5 times b Line 2: 10.125 equals 2.25 times b Line 3: 4.5 equals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6800" y="1614658"/>
            <a:ext cx="2529717" cy="11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5" name="Google Shape;3525;p282"/>
          <p:cNvSpPr txBox="1"/>
          <p:nvPr/>
        </p:nvSpPr>
        <p:spPr>
          <a:xfrm>
            <a:off x="3826800" y="2990987"/>
            <a:ext cx="425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missing length measures 4.5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28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531" name="Google Shape;3531;p283"/>
          <p:cNvSpPr txBox="1"/>
          <p:nvPr>
            <p:ph idx="1" type="body"/>
          </p:nvPr>
        </p:nvSpPr>
        <p:spPr>
          <a:xfrm>
            <a:off x="324000" y="810000"/>
            <a:ext cx="8237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missing side length for each triangle.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3532" name="Google Shape;3532;p283" title="Equatio Image"/>
          <p:cNvPicPr preferRelativeResize="0"/>
          <p:nvPr/>
        </p:nvPicPr>
        <p:blipFill rotWithShape="1">
          <a:blip r:embed="rId3">
            <a:alphaModFix/>
          </a:blip>
          <a:srcRect b="0" l="79909" r="0" t="0"/>
          <a:stretch/>
        </p:blipFill>
        <p:spPr>
          <a:xfrm>
            <a:off x="339674" y="1620000"/>
            <a:ext cx="1558976" cy="249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3" name="Google Shape;3533;p283"/>
          <p:cNvCxnSpPr/>
          <p:nvPr/>
        </p:nvCxnSpPr>
        <p:spPr>
          <a:xfrm flipH="1" rot="10800000">
            <a:off x="696450" y="3131550"/>
            <a:ext cx="987600" cy="15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534" name="Google Shape;3534;p283"/>
          <p:cNvSpPr/>
          <p:nvPr/>
        </p:nvSpPr>
        <p:spPr>
          <a:xfrm rot="-633914">
            <a:off x="1536955" y="2984461"/>
            <a:ext cx="135802" cy="13580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5" name="Google Shape;3535;p283"/>
          <p:cNvCxnSpPr/>
          <p:nvPr/>
        </p:nvCxnSpPr>
        <p:spPr>
          <a:xfrm>
            <a:off x="572175" y="3343250"/>
            <a:ext cx="1300800" cy="8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6" name="Google Shape;3536;p283"/>
          <p:cNvCxnSpPr/>
          <p:nvPr/>
        </p:nvCxnSpPr>
        <p:spPr>
          <a:xfrm flipH="1">
            <a:off x="572175" y="1620000"/>
            <a:ext cx="781200" cy="16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7" name="Google Shape;3537;p283"/>
          <p:cNvCxnSpPr/>
          <p:nvPr/>
        </p:nvCxnSpPr>
        <p:spPr>
          <a:xfrm>
            <a:off x="1525650" y="1620000"/>
            <a:ext cx="453300" cy="24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38" name="Google Shape;3538;p283"/>
          <p:cNvSpPr txBox="1"/>
          <p:nvPr/>
        </p:nvSpPr>
        <p:spPr>
          <a:xfrm>
            <a:off x="1660483" y="23749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9" name="Google Shape;3539;p283"/>
          <p:cNvSpPr txBox="1"/>
          <p:nvPr/>
        </p:nvSpPr>
        <p:spPr>
          <a:xfrm>
            <a:off x="339675" y="21100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0" name="Google Shape;3540;p283"/>
          <p:cNvSpPr txBox="1"/>
          <p:nvPr/>
        </p:nvSpPr>
        <p:spPr>
          <a:xfrm>
            <a:off x="511950" y="35329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1" name="Google Shape;3541;p283"/>
          <p:cNvSpPr txBox="1"/>
          <p:nvPr/>
        </p:nvSpPr>
        <p:spPr>
          <a:xfrm>
            <a:off x="1009200" y="2932200"/>
            <a:ext cx="3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.5=\frac{1}{2}\times7\times c\\&amp;#13;&amp;#10;10.5=3.5\ \times c\\&amp;#13;&amp;#10;\ \ \ \ \ 3=\ c\end{array}&quot;&gt;&lt;mtable columnalign=&quot;left&quot; columnspacing=&quot;1em&quot; rowspacing=&quot;4pt&quot;&gt;&lt;mtr&gt;&lt;mtd&gt;&lt;mn&gt;10.5&lt;/mn&gt;&lt;mo&gt;=&lt;/mo&gt;&lt;mfrac&gt;&lt;mn&gt;1&lt;/mn&gt;&lt;mn&gt;2&lt;/mn&gt;&lt;/mfrac&gt;&lt;mo&gt;×&lt;/mo&gt;&lt;mn&gt;7&lt;/mn&gt;&lt;mo&gt;×&lt;/mo&gt;&lt;mi&gt;c&lt;/mi&gt;&lt;/mtd&gt;&lt;/mtr&gt;&lt;mtr&gt;&lt;mtd&gt;&lt;mn&gt;10.5&lt;/mn&gt;&lt;mo&gt;=&lt;/mo&gt;&lt;mn&gt;3.5&lt;/mn&gt;&lt;mtext&gt;&lt;/mtext&gt;&lt;mo&gt;×&lt;/mo&gt;&lt;mi&gt;c&lt;/mi&gt;&lt;/mtd&gt;&lt;/mtr&gt;&lt;mtr&gt;&lt;mtd&gt;&lt;mtext&gt;&lt;/mtext&gt;&lt;mtext&gt;&lt;/mtext&gt;&lt;mtext&gt;&lt;/mtext&gt;&lt;mtext&gt;&lt;/mtext&gt;&lt;mtext&gt;&lt;/mtext&gt;&lt;mn&gt;3&lt;/mn&gt;&lt;mo&gt;=&lt;/mo&gt;&lt;mtext&gt;&lt;/mtext&gt;&lt;mi&gt;c&lt;/mi&gt;&lt;/mtd&gt;&lt;/mtr&gt;&lt;/mtable&gt;&lt;/math&gt;" id="3542" name="Google Shape;3542;p283" title="3 lines Line 1: 10.5 equals one half times 7 times c Line 2: 10.5 equals 3.5 times c Line 3: 3 equals c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200" y="1615284"/>
            <a:ext cx="2137225" cy="12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3" name="Google Shape;3543;p283"/>
          <p:cNvSpPr txBox="1"/>
          <p:nvPr/>
        </p:nvSpPr>
        <p:spPr>
          <a:xfrm>
            <a:off x="2887200" y="3010434"/>
            <a:ext cx="425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missing length measures 3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p28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549" name="Google Shape;3549;p284"/>
          <p:cNvSpPr txBox="1"/>
          <p:nvPr>
            <p:ph idx="1" type="body"/>
          </p:nvPr>
        </p:nvSpPr>
        <p:spPr>
          <a:xfrm>
            <a:off x="324000" y="8100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2) A triangle has an area of 120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  It has a height of 12 cm. What is the length of its base?</a:t>
            </a:r>
            <a:endParaRPr sz="2000"/>
          </a:p>
        </p:txBody>
      </p:sp>
      <p:sp>
        <p:nvSpPr>
          <p:cNvPr id="3550" name="Google Shape;3550;p284"/>
          <p:cNvSpPr txBox="1"/>
          <p:nvPr/>
        </p:nvSpPr>
        <p:spPr>
          <a:xfrm>
            <a:off x="1898525" y="3676100"/>
            <a:ext cx="425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of the base is 20 cm.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20=\frac{1}{2}\times12\times c\\&amp;#13;&amp;#10;120=6\times c\\&amp;#13;&amp;#10;\ \ 20=\ c\end{array}&quot;&gt;&lt;mtable columnalign=&quot;left&quot; columnspacing=&quot;1em&quot; rowspacing=&quot;4pt&quot;&gt;&lt;mtr&gt;&lt;mtd&gt;&lt;mn&gt;120&lt;/mn&gt;&lt;mo&gt;=&lt;/mo&gt;&lt;mfrac&gt;&lt;mn&gt;1&lt;/mn&gt;&lt;mn&gt;2&lt;/mn&gt;&lt;/mfrac&gt;&lt;mo&gt;×&lt;/mo&gt;&lt;mn&gt;12&lt;/mn&gt;&lt;mo&gt;×&lt;/mo&gt;&lt;mi&gt;c&lt;/mi&gt;&lt;/mtd&gt;&lt;/mtr&gt;&lt;mtr&gt;&lt;mtd&gt;&lt;mn&gt;120&lt;/mn&gt;&lt;mo&gt;=&lt;/mo&gt;&lt;mn&gt;6&lt;/mn&gt;&lt;mo&gt;×&lt;/mo&gt;&lt;mi&gt;c&lt;/mi&gt;&lt;/mtd&gt;&lt;/mtr&gt;&lt;mtr&gt;&lt;mtd&gt;&lt;mtext&gt;&lt;/mtext&gt;&lt;mtext&gt;&lt;/mtext&gt;&lt;mn&gt;20&lt;/mn&gt;&lt;mo&gt;=&lt;/mo&gt;&lt;mtext&gt;&lt;/mtext&gt;&lt;mi&gt;c&lt;/mi&gt;&lt;/mtd&gt;&lt;/mtr&gt;&lt;/mtable&gt;&lt;/math&gt;" id="3551" name="Google Shape;3551;p284" title="3 lines Line 1: 120 equals one half times 12 times c Line 2: 120 equals 6 times c Line 3: 20 equals 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1" y="1900538"/>
            <a:ext cx="2670250" cy="15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28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 side length</a:t>
            </a:r>
            <a:endParaRPr/>
          </a:p>
        </p:txBody>
      </p:sp>
      <p:sp>
        <p:nvSpPr>
          <p:cNvPr id="3557" name="Google Shape;3557;p285"/>
          <p:cNvSpPr txBox="1"/>
          <p:nvPr>
            <p:ph idx="1" type="body"/>
          </p:nvPr>
        </p:nvSpPr>
        <p:spPr>
          <a:xfrm>
            <a:off x="324000" y="810000"/>
            <a:ext cx="82377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3</a:t>
            </a:r>
            <a:r>
              <a:rPr lang="en-GB" sz="2000">
                <a:solidFill>
                  <a:srgbClr val="000000"/>
                </a:solidFill>
              </a:rPr>
              <a:t>) Another triangle also has an area of 120 cm</a:t>
            </a:r>
            <a:r>
              <a:rPr baseline="30000" lang="en-GB" sz="2000">
                <a:solidFill>
                  <a:srgbClr val="000000"/>
                </a:solidFill>
              </a:rPr>
              <a:t>2</a:t>
            </a:r>
            <a:r>
              <a:rPr lang="en-GB" sz="2000">
                <a:solidFill>
                  <a:srgbClr val="000000"/>
                </a:solidFill>
              </a:rPr>
              <a:t>. What could the lengths of its base and height be? Try to come up with a unique pair of lengths.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pair of numbers that have a product of 240 will work.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286"/>
          <p:cNvSpPr txBox="1"/>
          <p:nvPr>
            <p:ph type="title"/>
          </p:nvPr>
        </p:nvSpPr>
        <p:spPr>
          <a:xfrm>
            <a:off x="1684800" y="119125"/>
            <a:ext cx="713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3563" name="Google Shape;3563;p286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any triangle can be found by multiplying the base by the perpendicular height and dividing by 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formula for finding the area of a triangle can also be used to find a missing side length.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287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569" name="Google Shape;3569;p2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June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