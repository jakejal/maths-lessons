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4a89f37add_0_12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4a89f37ad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5a3e0367f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55a3e036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4" name="Google Shape;11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468000" y="1473600"/>
            <a:ext cx="662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Calculating the area of a triangle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area of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30" name="Google Shape;130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35" y="2470782"/>
            <a:ext cx="5705404" cy="228327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490189" y="2184125"/>
            <a:ext cx="66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530076" y="3748359"/>
            <a:ext cx="570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d)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" name="Google Shape;133;p14"/>
          <p:cNvCxnSpPr/>
          <p:nvPr/>
        </p:nvCxnSpPr>
        <p:spPr>
          <a:xfrm flipH="1" rot="10800000">
            <a:off x="494489" y="2677617"/>
            <a:ext cx="1568400" cy="20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475450" y="2963262"/>
            <a:ext cx="787200" cy="46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 flipH="1" rot="10800000">
            <a:off x="2692651" y="2568879"/>
            <a:ext cx="1454700" cy="8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>
            <a:endCxn id="137" idx="3"/>
          </p:cNvCxnSpPr>
          <p:nvPr/>
        </p:nvCxnSpPr>
        <p:spPr>
          <a:xfrm flipH="1">
            <a:off x="3724706" y="2613251"/>
            <a:ext cx="439800" cy="60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 rot="10800000">
            <a:off x="2631832" y="2731486"/>
            <a:ext cx="1691400" cy="9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" name="Google Shape;139;p14"/>
          <p:cNvSpPr/>
          <p:nvPr/>
        </p:nvSpPr>
        <p:spPr>
          <a:xfrm>
            <a:off x="6069338" y="3433172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14"/>
          <p:cNvCxnSpPr/>
          <p:nvPr/>
        </p:nvCxnSpPr>
        <p:spPr>
          <a:xfrm>
            <a:off x="6302198" y="2470782"/>
            <a:ext cx="0" cy="109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1" name="Google Shape;141;p14"/>
          <p:cNvCxnSpPr/>
          <p:nvPr/>
        </p:nvCxnSpPr>
        <p:spPr>
          <a:xfrm>
            <a:off x="4985187" y="3661786"/>
            <a:ext cx="123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/>
          <p:nvPr/>
        </p:nvCxnSpPr>
        <p:spPr>
          <a:xfrm flipH="1">
            <a:off x="4879689" y="2399675"/>
            <a:ext cx="1313700" cy="113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" name="Google Shape;143;p14"/>
          <p:cNvCxnSpPr/>
          <p:nvPr/>
        </p:nvCxnSpPr>
        <p:spPr>
          <a:xfrm>
            <a:off x="2282817" y="4828361"/>
            <a:ext cx="1255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" name="Google Shape;144;p14"/>
          <p:cNvCxnSpPr/>
          <p:nvPr/>
        </p:nvCxnSpPr>
        <p:spPr>
          <a:xfrm flipH="1">
            <a:off x="1549028" y="2731409"/>
            <a:ext cx="549600" cy="74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5" name="Google Shape;145;p14"/>
          <p:cNvCxnSpPr/>
          <p:nvPr/>
        </p:nvCxnSpPr>
        <p:spPr>
          <a:xfrm>
            <a:off x="1254742" y="3335941"/>
            <a:ext cx="472200" cy="28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6" name="Google Shape;146;p14"/>
          <p:cNvSpPr/>
          <p:nvPr/>
        </p:nvSpPr>
        <p:spPr>
          <a:xfrm rot="2127431">
            <a:off x="1428837" y="3361061"/>
            <a:ext cx="124118" cy="11445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4"/>
          <p:cNvCxnSpPr/>
          <p:nvPr/>
        </p:nvCxnSpPr>
        <p:spPr>
          <a:xfrm rot="10800000">
            <a:off x="1850658" y="4746552"/>
            <a:ext cx="47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8" name="Google Shape;148;p14"/>
          <p:cNvSpPr/>
          <p:nvPr/>
        </p:nvSpPr>
        <p:spPr>
          <a:xfrm>
            <a:off x="1926727" y="4632259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14"/>
          <p:cNvCxnSpPr/>
          <p:nvPr/>
        </p:nvCxnSpPr>
        <p:spPr>
          <a:xfrm>
            <a:off x="1898371" y="4077867"/>
            <a:ext cx="0" cy="63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" name="Google Shape;150;p14"/>
          <p:cNvSpPr txBox="1"/>
          <p:nvPr/>
        </p:nvSpPr>
        <p:spPr>
          <a:xfrm>
            <a:off x="802820" y="2470779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514739" y="3232953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254653" y="2782731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3085448" y="2240696"/>
            <a:ext cx="9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2882306" y="3044651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3444666" y="2711725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5318615" y="3603699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5085677" y="2656168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2489333" y="4754044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1262815" y="4247458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1681974" y="3044651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/>
          <p:nvPr/>
        </p:nvSpPr>
        <p:spPr>
          <a:xfrm rot="1802222">
            <a:off x="3743813" y="3172826"/>
            <a:ext cx="124061" cy="11449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14"/>
          <p:cNvCxnSpPr/>
          <p:nvPr/>
        </p:nvCxnSpPr>
        <p:spPr>
          <a:xfrm flipH="1">
            <a:off x="2712233" y="4395081"/>
            <a:ext cx="900" cy="348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" name="Google Shape;162;p14"/>
          <p:cNvSpPr/>
          <p:nvPr/>
        </p:nvSpPr>
        <p:spPr>
          <a:xfrm>
            <a:off x="2712093" y="4632259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2132929" y="4354015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53575" y="5043825"/>
            <a:ext cx="1454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½ × 2.5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4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= 5 cm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2129975" y="5043825"/>
            <a:ext cx="169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b)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½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2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5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= 5 cm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3805900" y="5043825"/>
            <a:ext cx="1454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c)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½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3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4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= 6 cm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406100" y="5043825"/>
            <a:ext cx="169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d)</a:t>
            </a:r>
            <a:br>
              <a:rPr lang="en-GB" sz="1100">
                <a:latin typeface="Kalam"/>
                <a:ea typeface="Kalam"/>
                <a:cs typeface="Kalam"/>
                <a:sym typeface="Kalam"/>
              </a:rPr>
            </a:br>
            <a:r>
              <a:rPr lang="en-GB" sz="1100">
                <a:latin typeface="Kalam"/>
                <a:ea typeface="Kalam"/>
                <a:cs typeface="Kalam"/>
                <a:sym typeface="Kalam"/>
              </a:rPr>
              <a:t>Area = ½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3.5 </a:t>
            </a:r>
            <a:r>
              <a:rPr lang="en-GB" sz="11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4.2</a:t>
            </a:r>
            <a:endParaRPr sz="1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Kalam"/>
                <a:ea typeface="Kalam"/>
                <a:cs typeface="Kalam"/>
                <a:sym typeface="Kalam"/>
              </a:rPr>
              <a:t>      = 7.35 cm</a:t>
            </a:r>
            <a:r>
              <a:rPr baseline="30000" lang="en-GB" sz="11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468000" y="6636100"/>
            <a:ext cx="66240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expression for the area of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                                      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									Area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302b233e-47c9-4160-bbe5-d678c24d39a3&quot; data-equatio-type=&quot;image&quot;&gt;&lt;mglyph src=&quot;https://equatio-api.texthelp.com/desmos/get/20-06-2023/302b233e-47c9-4160-bbe5-d678c24d39a3&quot; alt=&quot;Equatio Image&quot;/&gt;&lt;/math&gt;" id="169" name="Google Shape;169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174" y="7047651"/>
            <a:ext cx="6343928" cy="15367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4"/>
          <p:cNvCxnSpPr/>
          <p:nvPr/>
        </p:nvCxnSpPr>
        <p:spPr>
          <a:xfrm flipH="1" rot="10800000">
            <a:off x="468000" y="6957181"/>
            <a:ext cx="1858200" cy="159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14"/>
          <p:cNvCxnSpPr/>
          <p:nvPr/>
        </p:nvCxnSpPr>
        <p:spPr>
          <a:xfrm>
            <a:off x="576174" y="8620515"/>
            <a:ext cx="1724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14"/>
          <p:cNvCxnSpPr/>
          <p:nvPr/>
        </p:nvCxnSpPr>
        <p:spPr>
          <a:xfrm rot="10800000">
            <a:off x="2396141" y="7081010"/>
            <a:ext cx="0" cy="147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" name="Google Shape;173;p14"/>
          <p:cNvSpPr/>
          <p:nvPr/>
        </p:nvSpPr>
        <p:spPr>
          <a:xfrm>
            <a:off x="2205054" y="8439713"/>
            <a:ext cx="111300" cy="11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4"/>
          <p:cNvCxnSpPr/>
          <p:nvPr/>
        </p:nvCxnSpPr>
        <p:spPr>
          <a:xfrm rot="10800000">
            <a:off x="4498800" y="7429232"/>
            <a:ext cx="2613000" cy="10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" name="Google Shape;175;p14"/>
          <p:cNvCxnSpPr/>
          <p:nvPr/>
        </p:nvCxnSpPr>
        <p:spPr>
          <a:xfrm rot="10800000">
            <a:off x="4376507" y="7531806"/>
            <a:ext cx="0" cy="103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" name="Google Shape;176;p14"/>
          <p:cNvCxnSpPr/>
          <p:nvPr/>
        </p:nvCxnSpPr>
        <p:spPr>
          <a:xfrm rot="10800000">
            <a:off x="4273569" y="8567406"/>
            <a:ext cx="1139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7" name="Google Shape;177;p14"/>
          <p:cNvSpPr/>
          <p:nvPr/>
        </p:nvSpPr>
        <p:spPr>
          <a:xfrm>
            <a:off x="4381955" y="8439713"/>
            <a:ext cx="111300" cy="11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14"/>
          <p:cNvCxnSpPr/>
          <p:nvPr/>
        </p:nvCxnSpPr>
        <p:spPr>
          <a:xfrm rot="10800000">
            <a:off x="5412656" y="8665505"/>
            <a:ext cx="1495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" name="Google Shape;179;p14"/>
          <p:cNvSpPr txBox="1"/>
          <p:nvPr/>
        </p:nvSpPr>
        <p:spPr>
          <a:xfrm>
            <a:off x="4072114" y="7749529"/>
            <a:ext cx="30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3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w&quot;&gt;&lt;mi&gt;w&lt;/mi&gt;&lt;/math&gt;" id="180" name="Google Shape;180;p14" title="w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876" y="7637343"/>
            <a:ext cx="160274" cy="112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b&quot;&gt;&lt;mi&gt;b&lt;/mi&gt;&lt;/math&gt;" id="181" name="Google Shape;181;p14" title="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2643" y="7655800"/>
            <a:ext cx="128219" cy="200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&quot;&gt;&lt;mi&gt;d&lt;/mi&gt;&lt;/math&gt;" id="182" name="Google Shape;182;p14" title="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6979" y="8656634"/>
            <a:ext cx="120205" cy="168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da&quot;&gt;&lt;mn&gt;5&lt;/mn&gt;&lt;mi&gt;d&lt;/mi&gt;&lt;mi&gt;a&lt;/mi&gt;&lt;/math&gt;" id="183" name="Google Shape;183;p14" title="5 d 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2981" y="8697333"/>
            <a:ext cx="328561" cy="168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bc&quot;&gt;&lt;mn&gt;8&lt;/mn&gt;&lt;mi&gt;b&lt;/mi&gt;&lt;mi&gt;c&lt;/mi&gt;&lt;/math&gt;" id="184" name="Google Shape;184;p14" title="8 b c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52996" y="7735905"/>
            <a:ext cx="304520" cy="16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bd}{2}&quot;&gt;&lt;mfrac&gt;&lt;mrow&gt;&lt;mi&gt;b&lt;/mi&gt;&lt;mi&gt;d&lt;/mi&gt;&lt;/mrow&gt;&lt;mn&gt;2&lt;/mn&gt;&lt;/mfrac&gt;&lt;/math&gt;" id="185" name="Google Shape;185;p14" title="b d over 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3050" y="9162752"/>
            <a:ext cx="237428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da}{2}&quot;&gt;&lt;mfrac&gt;&lt;mrow&gt;&lt;mn&gt;15&lt;/mn&gt;&lt;mi&gt;d&lt;/mi&gt;&lt;mi&gt;a&lt;/mi&gt;&lt;/mrow&gt;&lt;mn&gt;2&lt;/mn&gt;&lt;/mfrac&gt;&lt;/math&gt;" id="186" name="Google Shape;186;p14" title="15 d a over 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69163" y="9155322"/>
            <a:ext cx="472200" cy="44596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9" name="Google Shape;189;p14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/>
        </p:nvSpPr>
        <p:spPr>
          <a:xfrm>
            <a:off x="468000" y="104580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Calculating a slide length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Calculate the missing side length for each triangle.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b)  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Area = 8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Area = 10.125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                                Area = 10.5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0def96ae-b065-4ec0-9116-85a858d7b4c3&quot; data-equatio-type=&quot;image&quot;&gt;&lt;mglyph src=&quot;https://equatio-api.texthelp.com/desmos/get/20-06-2023/0def96ae-b065-4ec0-9116-85a858d7b4c3&quot; alt=&quot;Equatio Image&quot;/&gt;&lt;/math&gt;" id="195" name="Google Shape;195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72368"/>
            <a:ext cx="6000915" cy="193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15"/>
          <p:cNvCxnSpPr/>
          <p:nvPr/>
        </p:nvCxnSpPr>
        <p:spPr>
          <a:xfrm>
            <a:off x="4448575" y="1941544"/>
            <a:ext cx="0" cy="12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" name="Google Shape;197;p15"/>
          <p:cNvCxnSpPr/>
          <p:nvPr/>
        </p:nvCxnSpPr>
        <p:spPr>
          <a:xfrm>
            <a:off x="2916871" y="1872368"/>
            <a:ext cx="144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" name="Google Shape;198;p15"/>
          <p:cNvCxnSpPr/>
          <p:nvPr/>
        </p:nvCxnSpPr>
        <p:spPr>
          <a:xfrm flipH="1">
            <a:off x="488450" y="1988350"/>
            <a:ext cx="1819200" cy="99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9" name="Google Shape;199;p15"/>
          <p:cNvCxnSpPr/>
          <p:nvPr/>
        </p:nvCxnSpPr>
        <p:spPr>
          <a:xfrm>
            <a:off x="1045881" y="1976653"/>
            <a:ext cx="232200" cy="479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00" name="Google Shape;200;p15"/>
          <p:cNvSpPr/>
          <p:nvPr/>
        </p:nvSpPr>
        <p:spPr>
          <a:xfrm rot="-1751849">
            <a:off x="1254633" y="2331999"/>
            <a:ext cx="105161" cy="10516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4261566" y="1941544"/>
            <a:ext cx="105000" cy="10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1117648" y="1976653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4398327" y="2251345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15"/>
          <p:cNvCxnSpPr/>
          <p:nvPr/>
        </p:nvCxnSpPr>
        <p:spPr>
          <a:xfrm flipH="1" rot="10800000">
            <a:off x="5539203" y="3041374"/>
            <a:ext cx="763800" cy="12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05" name="Google Shape;205;p15"/>
          <p:cNvSpPr/>
          <p:nvPr/>
        </p:nvSpPr>
        <p:spPr>
          <a:xfrm rot="-632351">
            <a:off x="6189179" y="2927598"/>
            <a:ext cx="104971" cy="10497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b&quot;&gt;&lt;mi&gt;b&lt;/mi&gt;&lt;/math&gt;" id="206" name="Google Shape;206;p15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5483" y="1653125"/>
            <a:ext cx="117858" cy="184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&quot;&gt;&lt;mi&gt;a&lt;/mi&gt;&lt;/math&gt;" id="207" name="Google Shape;207;p15" title="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8806" y="2532011"/>
            <a:ext cx="103125" cy="10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&quot;&gt;&lt;mi&gt;c&lt;/mi&gt;&lt;/math&gt;" id="208" name="Google Shape;208;p15" title="c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83" y="2928504"/>
            <a:ext cx="88393" cy="10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15"/>
          <p:cNvCxnSpPr/>
          <p:nvPr/>
        </p:nvCxnSpPr>
        <p:spPr>
          <a:xfrm>
            <a:off x="5443095" y="3205033"/>
            <a:ext cx="1005900" cy="64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15"/>
          <p:cNvCxnSpPr/>
          <p:nvPr/>
        </p:nvCxnSpPr>
        <p:spPr>
          <a:xfrm flipH="1">
            <a:off x="5443032" y="1872368"/>
            <a:ext cx="604200" cy="125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" name="Google Shape;211;p15"/>
          <p:cNvCxnSpPr/>
          <p:nvPr/>
        </p:nvCxnSpPr>
        <p:spPr>
          <a:xfrm>
            <a:off x="6180460" y="1872368"/>
            <a:ext cx="350700" cy="191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2" name="Google Shape;212;p15"/>
          <p:cNvSpPr txBox="1"/>
          <p:nvPr/>
        </p:nvSpPr>
        <p:spPr>
          <a:xfrm>
            <a:off x="6308061" y="2456204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5263293" y="2251345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5396521" y="3351736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468000" y="4176425"/>
            <a:ext cx="6624000" cy="28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triangle has an area of 120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It has a height of 12 cm. What is the length of its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Another triangle also has an area of 120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What could the lengths of its base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 be? Try to come up with a unique pair of lengths.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8=\frac{1}{2}\times2\times a\\&amp;#13;&amp;#10;8=a\end{array}&quot;&gt;&lt;mtable columnalign=&quot;left&quot; columnspacing=&quot;1em&quot; rowspacing=&quot;4pt&quot;&gt;&lt;mtr&gt;&lt;mtd&gt;&lt;mn&gt;8&lt;/mn&gt;&lt;mo&gt;=&lt;/mo&gt;&lt;mfrac&gt;&lt;mn&gt;1&lt;/mn&gt;&lt;mn&gt;2&lt;/mn&gt;&lt;/mfrac&gt;&lt;mo&gt;×&lt;/mo&gt;&lt;mn&gt;2&lt;/mn&gt;&lt;mo&gt;×&lt;/mo&gt;&lt;mi&gt;a&lt;/mi&gt;&lt;/mtd&gt;&lt;/mtr&gt;&lt;mtr&gt;&lt;mtd&gt;&lt;mn&gt;8&lt;/mn&gt;&lt;mo&gt;=&lt;/mo&gt;&lt;mi&gt;a&lt;/mi&gt;&lt;/mtd&gt;&lt;/mtr&gt;&lt;/mtable&gt;&lt;/math&gt;" id="216" name="Google Shape;216;p15" title="2 lines Line 1: 8 equals one half times 2 times a Line 2: 8 equals a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7977" y="6326290"/>
            <a:ext cx="1398474" cy="6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5"/>
          <p:cNvSpPr txBox="1"/>
          <p:nvPr/>
        </p:nvSpPr>
        <p:spPr>
          <a:xfrm>
            <a:off x="468000" y="5854800"/>
            <a:ext cx="294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missing length measures 8 cm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.125=\frac{1}{2}\times4.5\times b\\&amp;#13;&amp;#10;10.125=2.25\ \times a\\&amp;#13;&amp;#10;\ \ \ \ \ 4.5\ =\ a\end{array}&quot;&gt;&lt;mtable columnalign=&quot;left&quot; columnspacing=&quot;1em&quot; rowspacing=&quot;4pt&quot;&gt;&lt;mtr&gt;&lt;mtd&gt;&lt;mn&gt;10.125&lt;/mn&gt;&lt;mo&gt;=&lt;/mo&gt;&lt;mfrac&gt;&lt;mn&gt;1&lt;/mn&gt;&lt;mn&gt;2&lt;/mn&gt;&lt;/mfrac&gt;&lt;mo&gt;×&lt;/mo&gt;&lt;mn&gt;4.5&lt;/mn&gt;&lt;mo&gt;×&lt;/mo&gt;&lt;mi&gt;b&lt;/mi&gt;&lt;/mtd&gt;&lt;/mtr&gt;&lt;mtr&gt;&lt;mtd&gt;&lt;mn&gt;10.125&lt;/mn&gt;&lt;mo&gt;=&lt;/mo&gt;&lt;mn&gt;2.25&lt;/mn&gt;&lt;mtext&gt;&lt;/mtext&gt;&lt;mo&gt;×&lt;/mo&gt;&lt;mi&gt;a&lt;/mi&gt;&lt;/mtd&gt;&lt;/mtr&gt;&lt;mtr&gt;&lt;mtd&gt;&lt;mtext&gt;&lt;/mtext&gt;&lt;mtext&gt;&lt;/mtext&gt;&lt;mtext&gt;&lt;/mtext&gt;&lt;mtext&gt;&lt;/mtext&gt;&lt;mtext&gt;&lt;/mtext&gt;&lt;mn&gt;4.5&lt;/mn&gt;&lt;mtext&gt;&lt;/mtext&gt;&lt;mo&gt;=&lt;/mo&gt;&lt;mtext&gt;&lt;/mtext&gt;&lt;mi&gt;a&lt;/mi&gt;&lt;/mtd&gt;&lt;/mtr&gt;&lt;/mtable&gt;&lt;/math&gt;" id="218" name="Google Shape;218;p15" title="3 lines Line 1: 10.125 equals one half times 4.5 times b Line 2: 10.125 equals 2.25 times a Line 3: 4.5 equals 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8975" y="6276837"/>
            <a:ext cx="1819200" cy="85184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5"/>
          <p:cNvSpPr txBox="1"/>
          <p:nvPr/>
        </p:nvSpPr>
        <p:spPr>
          <a:xfrm>
            <a:off x="3420000" y="5854800"/>
            <a:ext cx="425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missing length measures 4.5 cm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.5=\frac{1}{2}\times7\times c\\&amp;#13;&amp;#10;10.5=3.5\ \times c\\&amp;#13;&amp;#10;\ \ \ \ \ 3=\ c\end{array}&quot;&gt;&lt;mtable columnalign=&quot;left&quot; columnspacing=&quot;1em&quot; rowspacing=&quot;4pt&quot;&gt;&lt;mtr&gt;&lt;mtd&gt;&lt;mn&gt;10.5&lt;/mn&gt;&lt;mo&gt;=&lt;/mo&gt;&lt;mfrac&gt;&lt;mn&gt;1&lt;/mn&gt;&lt;mn&gt;2&lt;/mn&gt;&lt;/mfrac&gt;&lt;mo&gt;×&lt;/mo&gt;&lt;mn&gt;7&lt;/mn&gt;&lt;mo&gt;×&lt;/mo&gt;&lt;mi&gt;c&lt;/mi&gt;&lt;/mtd&gt;&lt;/mtr&gt;&lt;mtr&gt;&lt;mtd&gt;&lt;mn&gt;10.5&lt;/mn&gt;&lt;mo&gt;=&lt;/mo&gt;&lt;mn&gt;3.5&lt;/mn&gt;&lt;mtext&gt;&lt;/mtext&gt;&lt;mo&gt;×&lt;/mo&gt;&lt;mi&gt;c&lt;/mi&gt;&lt;/mtd&gt;&lt;/mtr&gt;&lt;mtr&gt;&lt;mtd&gt;&lt;mtext&gt;&lt;/mtext&gt;&lt;mtext&gt;&lt;/mtext&gt;&lt;mtext&gt;&lt;/mtext&gt;&lt;mtext&gt;&lt;/mtext&gt;&lt;mtext&gt;&lt;/mtext&gt;&lt;mn&gt;3&lt;/mn&gt;&lt;mo&gt;=&lt;/mo&gt;&lt;mtext&gt;&lt;/mtext&gt;&lt;mi&gt;c&lt;/mi&gt;&lt;/mtd&gt;&lt;/mtr&gt;&lt;/mtable&gt;&lt;/math&gt;" id="220" name="Google Shape;220;p15" title="3 lines Line 1: 10.5 equals one half times 7 times c Line 2: 10.5 equals 3.5 times c Line 3: 3 equals c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6000" y="7748538"/>
            <a:ext cx="1668737" cy="9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5"/>
          <p:cNvSpPr txBox="1"/>
          <p:nvPr/>
        </p:nvSpPr>
        <p:spPr>
          <a:xfrm>
            <a:off x="477150" y="7410275"/>
            <a:ext cx="294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missing length measures 3 cm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3411000" y="7410275"/>
            <a:ext cx="237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100">
                <a:latin typeface="Kalam"/>
                <a:ea typeface="Kalam"/>
                <a:cs typeface="Kalam"/>
                <a:sym typeface="Kalam"/>
              </a:rPr>
              <a:t>The length of the base is 20 cm </a:t>
            </a:r>
            <a:endParaRPr sz="1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472925" y="9223675"/>
            <a:ext cx="662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Any pair of numbers that have a product of 240 will work.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3912525" y="1011435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227" name="Google Shape;227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120=\frac{1}{2}\times12\times c\\&amp;#13;&amp;#10;120=6\times c\\&amp;#13;&amp;#10;\ \ 20=\ c\end{array}&quot;&gt;&lt;mtable columnalign=&quot;left&quot; columnspacing=&quot;1em&quot; rowspacing=&quot;4pt&quot;&gt;&lt;mtr&gt;&lt;mtd&gt;&lt;mn&gt;120&lt;/mn&gt;&lt;mo&gt;=&lt;/mo&gt;&lt;mfrac&gt;&lt;mn&gt;1&lt;/mn&gt;&lt;mn&gt;2&lt;/mn&gt;&lt;/mfrac&gt;&lt;mo&gt;×&lt;/mo&gt;&lt;mn&gt;12&lt;/mn&gt;&lt;mo&gt;×&lt;/mo&gt;&lt;mi&gt;c&lt;/mi&gt;&lt;/mtd&gt;&lt;/mtr&gt;&lt;mtr&gt;&lt;mtd&gt;&lt;mn&gt;120&lt;/mn&gt;&lt;mo&gt;=&lt;/mo&gt;&lt;mn&gt;6&lt;/mn&gt;&lt;mo&gt;×&lt;/mo&gt;&lt;mi&gt;c&lt;/mi&gt;&lt;/mtd&gt;&lt;/mtr&gt;&lt;mtr&gt;&lt;mtd&gt;&lt;mtext&gt;&lt;/mtext&gt;&lt;mtext&gt;&lt;/mtext&gt;&lt;mn&gt;20&lt;/mn&gt;&lt;mo&gt;=&lt;/mo&gt;&lt;mtext&gt;&lt;/mtext&gt;&lt;mi&gt;c&lt;/mi&gt;&lt;/mtd&gt;&lt;/mtr&gt;&lt;/mtable&gt;&lt;/math&gt;" id="228" name="Google Shape;228;p15" title="3 lines Line 1: 120 equals one half times 12 times c Line 2: 120 equals 6 times c Line 3: 20 equals c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17039" y="7773788"/>
            <a:ext cx="1668726" cy="9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