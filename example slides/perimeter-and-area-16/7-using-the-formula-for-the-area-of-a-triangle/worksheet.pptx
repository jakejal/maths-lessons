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a89f37add_0_2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4a89f37ad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558191df9c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558191df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" name="Google Shape;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" name="Google Shape;4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" name="Google Shape;5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2" name="Google Shape;62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3" name="Google Shape;83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4" name="Google Shape;84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5" name="Google Shape;85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" name="Google Shape;93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" name="Google Shape;9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7" name="Google Shape;9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3" name="Google Shape;10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12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106" name="Google Shape;106;p12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7" name="Google Shape;107;p1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3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3" name="Google Shape;11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formula for the area of a triangle</a:t>
            </a:r>
            <a:endParaRPr/>
          </a:p>
        </p:txBody>
      </p:sp>
      <p:sp>
        <p:nvSpPr>
          <p:cNvPr id="121" name="Google Shape;121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468000" y="1473600"/>
            <a:ext cx="66240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Calculating the area of a triangle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area of each triangle.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9-06-2023/d1638523-1045-42f0-a5aa-69859a261478&quot; data-equatio-type=&quot;image&quot;&gt;&lt;mglyph src=&quot;https://equatio-api.texthelp.com/desmos/get/19-06-2023/d1638523-1045-42f0-a5aa-69859a261478&quot; alt=&quot;Equatio Image&quot;/&gt;&lt;/math&gt;" id="123" name="Google Shape;123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735" y="2470782"/>
            <a:ext cx="5705404" cy="228327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 txBox="1"/>
          <p:nvPr/>
        </p:nvSpPr>
        <p:spPr>
          <a:xfrm>
            <a:off x="490189" y="2184125"/>
            <a:ext cx="662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                                      b)                                              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530076" y="3748359"/>
            <a:ext cx="570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d) 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                                           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" name="Google Shape;126;p14"/>
          <p:cNvCxnSpPr/>
          <p:nvPr/>
        </p:nvCxnSpPr>
        <p:spPr>
          <a:xfrm flipH="1" rot="10800000">
            <a:off x="494489" y="2677617"/>
            <a:ext cx="1568400" cy="203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7" name="Google Shape;127;p14"/>
          <p:cNvCxnSpPr/>
          <p:nvPr/>
        </p:nvCxnSpPr>
        <p:spPr>
          <a:xfrm>
            <a:off x="475450" y="2963262"/>
            <a:ext cx="787200" cy="469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8" name="Google Shape;128;p14"/>
          <p:cNvCxnSpPr/>
          <p:nvPr/>
        </p:nvCxnSpPr>
        <p:spPr>
          <a:xfrm flipH="1" rot="10800000">
            <a:off x="2692651" y="2568879"/>
            <a:ext cx="1454700" cy="8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9" name="Google Shape;129;p14"/>
          <p:cNvCxnSpPr>
            <a:endCxn id="130" idx="3"/>
          </p:cNvCxnSpPr>
          <p:nvPr/>
        </p:nvCxnSpPr>
        <p:spPr>
          <a:xfrm flipH="1">
            <a:off x="3724706" y="2613251"/>
            <a:ext cx="439800" cy="608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1" name="Google Shape;131;p14"/>
          <p:cNvCxnSpPr/>
          <p:nvPr/>
        </p:nvCxnSpPr>
        <p:spPr>
          <a:xfrm rot="10800000">
            <a:off x="2631832" y="2731486"/>
            <a:ext cx="1691400" cy="93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2" name="Google Shape;132;p14"/>
          <p:cNvSpPr/>
          <p:nvPr/>
        </p:nvSpPr>
        <p:spPr>
          <a:xfrm>
            <a:off x="6069338" y="3433172"/>
            <a:ext cx="124200" cy="1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3" name="Google Shape;133;p14"/>
          <p:cNvCxnSpPr/>
          <p:nvPr/>
        </p:nvCxnSpPr>
        <p:spPr>
          <a:xfrm>
            <a:off x="6302198" y="2470782"/>
            <a:ext cx="0" cy="109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4" name="Google Shape;134;p14"/>
          <p:cNvCxnSpPr/>
          <p:nvPr/>
        </p:nvCxnSpPr>
        <p:spPr>
          <a:xfrm>
            <a:off x="4985187" y="3661786"/>
            <a:ext cx="1230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5" name="Google Shape;135;p14"/>
          <p:cNvCxnSpPr/>
          <p:nvPr/>
        </p:nvCxnSpPr>
        <p:spPr>
          <a:xfrm flipH="1">
            <a:off x="4879689" y="2399675"/>
            <a:ext cx="1313700" cy="1137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" name="Google Shape;136;p14"/>
          <p:cNvCxnSpPr/>
          <p:nvPr/>
        </p:nvCxnSpPr>
        <p:spPr>
          <a:xfrm>
            <a:off x="2282817" y="4828361"/>
            <a:ext cx="1255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7" name="Google Shape;137;p14"/>
          <p:cNvCxnSpPr/>
          <p:nvPr/>
        </p:nvCxnSpPr>
        <p:spPr>
          <a:xfrm flipH="1">
            <a:off x="1549028" y="2731409"/>
            <a:ext cx="549600" cy="741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8" name="Google Shape;138;p14"/>
          <p:cNvCxnSpPr/>
          <p:nvPr/>
        </p:nvCxnSpPr>
        <p:spPr>
          <a:xfrm>
            <a:off x="1254742" y="3335941"/>
            <a:ext cx="472200" cy="287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9" name="Google Shape;139;p14"/>
          <p:cNvSpPr/>
          <p:nvPr/>
        </p:nvSpPr>
        <p:spPr>
          <a:xfrm rot="2127431">
            <a:off x="1428837" y="3361061"/>
            <a:ext cx="124118" cy="114458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" name="Google Shape;140;p14"/>
          <p:cNvCxnSpPr/>
          <p:nvPr/>
        </p:nvCxnSpPr>
        <p:spPr>
          <a:xfrm rot="10800000">
            <a:off x="1850658" y="4746552"/>
            <a:ext cx="472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1" name="Google Shape;141;p14"/>
          <p:cNvSpPr/>
          <p:nvPr/>
        </p:nvSpPr>
        <p:spPr>
          <a:xfrm>
            <a:off x="1926727" y="4632259"/>
            <a:ext cx="124200" cy="1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2" name="Google Shape;142;p14"/>
          <p:cNvCxnSpPr/>
          <p:nvPr/>
        </p:nvCxnSpPr>
        <p:spPr>
          <a:xfrm>
            <a:off x="1898371" y="4077867"/>
            <a:ext cx="0" cy="63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" name="Google Shape;143;p14"/>
          <p:cNvSpPr txBox="1"/>
          <p:nvPr/>
        </p:nvSpPr>
        <p:spPr>
          <a:xfrm>
            <a:off x="802820" y="2470779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514739" y="3232953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2.5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6254653" y="2782731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3085448" y="2240696"/>
            <a:ext cx="97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2882306" y="3044651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3444666" y="2711725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5318615" y="3603699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5085677" y="2656168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2489333" y="4754044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4.2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1262815" y="4247458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3.5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1681974" y="3044651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4"/>
          <p:cNvSpPr/>
          <p:nvPr/>
        </p:nvSpPr>
        <p:spPr>
          <a:xfrm rot="1802222">
            <a:off x="3743813" y="3172826"/>
            <a:ext cx="124061" cy="11449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" name="Google Shape;154;p14"/>
          <p:cNvCxnSpPr/>
          <p:nvPr/>
        </p:nvCxnSpPr>
        <p:spPr>
          <a:xfrm flipH="1">
            <a:off x="2712233" y="4395081"/>
            <a:ext cx="900" cy="348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5" name="Google Shape;155;p14"/>
          <p:cNvSpPr/>
          <p:nvPr/>
        </p:nvSpPr>
        <p:spPr>
          <a:xfrm>
            <a:off x="2712093" y="4632259"/>
            <a:ext cx="124200" cy="114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4"/>
          <p:cNvSpPr txBox="1"/>
          <p:nvPr/>
        </p:nvSpPr>
        <p:spPr>
          <a:xfrm>
            <a:off x="2132929" y="4354015"/>
            <a:ext cx="842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1.2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468000" y="6636100"/>
            <a:ext cx="6624000" cy="29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 expression for the area of each triangle.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                                       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0-06-2023/302b233e-47c9-4160-bbe5-d678c24d39a3&quot; data-equatio-type=&quot;image&quot;&gt;&lt;mglyph src=&quot;https://equatio-api.texthelp.com/desmos/get/20-06-2023/302b233e-47c9-4160-bbe5-d678c24d39a3&quot; alt=&quot;Equatio Image&quot;/&gt;&lt;/math&gt;" id="158" name="Google Shape;158;p14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174" y="7047651"/>
            <a:ext cx="6343928" cy="15367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14"/>
          <p:cNvCxnSpPr/>
          <p:nvPr/>
        </p:nvCxnSpPr>
        <p:spPr>
          <a:xfrm flipH="1" rot="10800000">
            <a:off x="468000" y="6957181"/>
            <a:ext cx="1858200" cy="1597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0" name="Google Shape;160;p14"/>
          <p:cNvCxnSpPr/>
          <p:nvPr/>
        </p:nvCxnSpPr>
        <p:spPr>
          <a:xfrm>
            <a:off x="576174" y="8620515"/>
            <a:ext cx="1724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1" name="Google Shape;161;p14"/>
          <p:cNvCxnSpPr/>
          <p:nvPr/>
        </p:nvCxnSpPr>
        <p:spPr>
          <a:xfrm rot="10800000">
            <a:off x="2396141" y="7081010"/>
            <a:ext cx="0" cy="1470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2" name="Google Shape;162;p14"/>
          <p:cNvSpPr/>
          <p:nvPr/>
        </p:nvSpPr>
        <p:spPr>
          <a:xfrm>
            <a:off x="2205054" y="8439713"/>
            <a:ext cx="111300" cy="111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3" name="Google Shape;163;p14"/>
          <p:cNvCxnSpPr/>
          <p:nvPr/>
        </p:nvCxnSpPr>
        <p:spPr>
          <a:xfrm rot="10800000">
            <a:off x="4498800" y="7429232"/>
            <a:ext cx="2613000" cy="10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4" name="Google Shape;164;p14"/>
          <p:cNvCxnSpPr/>
          <p:nvPr/>
        </p:nvCxnSpPr>
        <p:spPr>
          <a:xfrm rot="10800000">
            <a:off x="4376507" y="7531806"/>
            <a:ext cx="0" cy="103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5" name="Google Shape;165;p14"/>
          <p:cNvCxnSpPr/>
          <p:nvPr/>
        </p:nvCxnSpPr>
        <p:spPr>
          <a:xfrm rot="10800000">
            <a:off x="4273569" y="8567406"/>
            <a:ext cx="1139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6" name="Google Shape;166;p14"/>
          <p:cNvSpPr/>
          <p:nvPr/>
        </p:nvSpPr>
        <p:spPr>
          <a:xfrm>
            <a:off x="4381955" y="8439713"/>
            <a:ext cx="111300" cy="111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7" name="Google Shape;167;p14"/>
          <p:cNvCxnSpPr/>
          <p:nvPr/>
        </p:nvCxnSpPr>
        <p:spPr>
          <a:xfrm rot="10800000">
            <a:off x="5412656" y="8665505"/>
            <a:ext cx="1495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8" name="Google Shape;168;p14"/>
          <p:cNvSpPr txBox="1"/>
          <p:nvPr/>
        </p:nvSpPr>
        <p:spPr>
          <a:xfrm>
            <a:off x="4072114" y="7749529"/>
            <a:ext cx="30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3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w&quot;&gt;&lt;mi&gt;w&lt;/mi&gt;&lt;/math&gt;" id="169" name="Google Shape;169;p14" title="w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9876" y="7637343"/>
            <a:ext cx="160274" cy="1121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b&quot;&gt;&lt;mi&gt;b&lt;/mi&gt;&lt;/math&gt;" id="170" name="Google Shape;170;p14" title="b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22643" y="7655800"/>
            <a:ext cx="128219" cy="2003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d&quot;&gt;&lt;mi&gt;d&lt;/mi&gt;&lt;/math&gt;" id="171" name="Google Shape;171;p14" title="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36979" y="8656634"/>
            <a:ext cx="120205" cy="168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da&quot;&gt;&lt;mn&gt;5&lt;/mn&gt;&lt;mi&gt;d&lt;/mi&gt;&lt;mi&gt;a&lt;/mi&gt;&lt;/math&gt;" id="172" name="Google Shape;172;p14" title="5 d a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42981" y="8697333"/>
            <a:ext cx="328561" cy="168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bc&quot;&gt;&lt;mn&gt;8&lt;/mn&gt;&lt;mi&gt;b&lt;/mi&gt;&lt;mi&gt;c&lt;/mi&gt;&lt;/math&gt;" id="173" name="Google Shape;173;p14" title="8 b c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52996" y="7735905"/>
            <a:ext cx="304520" cy="1602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14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"/>
          <p:cNvSpPr txBox="1"/>
          <p:nvPr/>
        </p:nvSpPr>
        <p:spPr>
          <a:xfrm>
            <a:off x="468000" y="969600"/>
            <a:ext cx="6624000" cy="40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Calculating a slide length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missing side length for each triangle.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 b)                                                      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Area = 8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Area = 10.125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                                  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                                                        Area = 10.5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0-06-2023/0def96ae-b065-4ec0-9116-85a858d7b4c3&quot; data-equatio-type=&quot;image&quot;&gt;&lt;mglyph src=&quot;https://equatio-api.texthelp.com/desmos/get/20-06-2023/0def96ae-b065-4ec0-9116-85a858d7b4c3&quot; alt=&quot;Equatio Image&quot;/&gt;&lt;/math&gt;" id="180" name="Google Shape;180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796168"/>
            <a:ext cx="6000915" cy="19328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1" name="Google Shape;181;p15"/>
          <p:cNvCxnSpPr/>
          <p:nvPr/>
        </p:nvCxnSpPr>
        <p:spPr>
          <a:xfrm>
            <a:off x="4448575" y="1865344"/>
            <a:ext cx="0" cy="126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" name="Google Shape;182;p15"/>
          <p:cNvCxnSpPr/>
          <p:nvPr/>
        </p:nvCxnSpPr>
        <p:spPr>
          <a:xfrm>
            <a:off x="2916871" y="1796168"/>
            <a:ext cx="1449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3" name="Google Shape;183;p15"/>
          <p:cNvCxnSpPr/>
          <p:nvPr/>
        </p:nvCxnSpPr>
        <p:spPr>
          <a:xfrm flipH="1">
            <a:off x="488450" y="1912150"/>
            <a:ext cx="1819200" cy="99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4" name="Google Shape;184;p15"/>
          <p:cNvCxnSpPr/>
          <p:nvPr/>
        </p:nvCxnSpPr>
        <p:spPr>
          <a:xfrm>
            <a:off x="1045881" y="1900453"/>
            <a:ext cx="232200" cy="479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85" name="Google Shape;185;p15"/>
          <p:cNvSpPr/>
          <p:nvPr/>
        </p:nvSpPr>
        <p:spPr>
          <a:xfrm rot="-1751849">
            <a:off x="1254633" y="2255799"/>
            <a:ext cx="105161" cy="105161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5"/>
          <p:cNvSpPr/>
          <p:nvPr/>
        </p:nvSpPr>
        <p:spPr>
          <a:xfrm>
            <a:off x="4261566" y="1865344"/>
            <a:ext cx="105000" cy="1050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1117648" y="1900453"/>
            <a:ext cx="78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4398327" y="2175145"/>
            <a:ext cx="78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4.5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" name="Google Shape;189;p15"/>
          <p:cNvCxnSpPr/>
          <p:nvPr/>
        </p:nvCxnSpPr>
        <p:spPr>
          <a:xfrm flipH="1" rot="10800000">
            <a:off x="5539203" y="2965174"/>
            <a:ext cx="763800" cy="12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90" name="Google Shape;190;p15"/>
          <p:cNvSpPr/>
          <p:nvPr/>
        </p:nvSpPr>
        <p:spPr>
          <a:xfrm rot="-632351">
            <a:off x="6189179" y="2851398"/>
            <a:ext cx="104971" cy="104971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b&quot;&gt;&lt;mi&gt;b&lt;/mi&gt;&lt;/math&gt;" id="191" name="Google Shape;191;p15" title="b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5483" y="1576925"/>
            <a:ext cx="117858" cy="1841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a&quot;&gt;&lt;mi&gt;a&lt;/mi&gt;&lt;/math&gt;" id="192" name="Google Shape;192;p15" title="a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78806" y="2455811"/>
            <a:ext cx="103125" cy="10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c&quot;&gt;&lt;mi&gt;c&lt;/mi&gt;&lt;/math&gt;" id="193" name="Google Shape;193;p15" title="c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6883" y="2852304"/>
            <a:ext cx="88393" cy="103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15"/>
          <p:cNvCxnSpPr/>
          <p:nvPr/>
        </p:nvCxnSpPr>
        <p:spPr>
          <a:xfrm>
            <a:off x="5443095" y="3128833"/>
            <a:ext cx="1005900" cy="649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5" name="Google Shape;195;p15"/>
          <p:cNvCxnSpPr/>
          <p:nvPr/>
        </p:nvCxnSpPr>
        <p:spPr>
          <a:xfrm flipH="1">
            <a:off x="5443032" y="1796168"/>
            <a:ext cx="604200" cy="1250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6" name="Google Shape;196;p15"/>
          <p:cNvCxnSpPr/>
          <p:nvPr/>
        </p:nvCxnSpPr>
        <p:spPr>
          <a:xfrm>
            <a:off x="6180460" y="1796168"/>
            <a:ext cx="350700" cy="1911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7" name="Google Shape;197;p15"/>
          <p:cNvSpPr txBox="1"/>
          <p:nvPr/>
        </p:nvSpPr>
        <p:spPr>
          <a:xfrm>
            <a:off x="6308061" y="2380004"/>
            <a:ext cx="78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15"/>
          <p:cNvSpPr txBox="1"/>
          <p:nvPr/>
        </p:nvSpPr>
        <p:spPr>
          <a:xfrm>
            <a:off x="5263293" y="2175145"/>
            <a:ext cx="78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5396521" y="3275536"/>
            <a:ext cx="78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468000" y="4100225"/>
            <a:ext cx="6624000" cy="28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triangle has an area of 120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 It has a height of 12 cm. What is the length of its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base?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Another triangle also has an area of 120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What could the lengths of its base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height be? Try to come up with a unique pair of lengths.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3893388" y="1014345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2" name="Google Shape;202;p15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formula for the area of a triangle</a:t>
            </a:r>
            <a:endParaRPr/>
          </a:p>
        </p:txBody>
      </p:sp>
      <p:sp>
        <p:nvSpPr>
          <p:cNvPr id="203" name="Google Shape;203;p1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 </a:t>
            </a:r>
            <a:endParaRPr/>
          </a:p>
        </p:txBody>
      </p:sp>
      <p:sp>
        <p:nvSpPr>
          <p:cNvPr id="204" name="Google Shape;204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