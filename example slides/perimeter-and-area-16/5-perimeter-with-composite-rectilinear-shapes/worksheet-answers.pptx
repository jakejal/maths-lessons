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a89f37add_0_1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a89f37a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59ff326c0_0_6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559ff326c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/>
        </p:nvSpPr>
        <p:spPr>
          <a:xfrm>
            <a:off x="550325" y="1626000"/>
            <a:ext cx="81555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Strange staircases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perimeter of each rectangle is 26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long is the red line each time?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b) 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a34f439b-8001-4a67-ad82-646e9a9a4ae8&quot; data-equatio-type=&quot;image&quot;&gt;&lt;mglyph src=&quot;https://equatio-api.texthelp.com/desmos/get/15-06-2023/eu-a34f439b-8001-4a67-ad82-646e9a9a4ae8&quot; alt=&quot;Equatio Image&quot;/&gt;&lt;/math&gt;" id="130" name="Google Shape;130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3016197"/>
            <a:ext cx="6623999" cy="122845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4"/>
          <p:cNvSpPr txBox="1"/>
          <p:nvPr/>
        </p:nvSpPr>
        <p:spPr>
          <a:xfrm>
            <a:off x="468000" y="4384625"/>
            <a:ext cx="66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Justify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your answer.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468000" y="4812000"/>
            <a:ext cx="6624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red line is 13 cm long.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Let’s consider what would happen if all the vertical lines moved to the right and all the horizontal lines moved down. 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red line is one length and one width of the rectangle. It is half the perimeter.</a:t>
            </a:r>
            <a:endParaRPr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3" name="Google Shape;133;p14"/>
          <p:cNvCxnSpPr/>
          <p:nvPr/>
        </p:nvCxnSpPr>
        <p:spPr>
          <a:xfrm>
            <a:off x="474750" y="6108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4"/>
          <p:cNvSpPr txBox="1"/>
          <p:nvPr/>
        </p:nvSpPr>
        <p:spPr>
          <a:xfrm>
            <a:off x="468000" y="9080900"/>
            <a:ext cx="662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Try to rearrange these sides to create a rectangle.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how easy this is to do.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474750" y="6222850"/>
            <a:ext cx="616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More composite rectilinear shapes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0831fefe-56b8-4f08-a61f-0e4a330b0f88&quot; data-equatio-type=&quot;image&quot;&gt;&lt;mglyph src=&quot;https://equatio-api.texthelp.com/desmos/get/16-06-2023/0831fefe-56b8-4f08-a61f-0e4a330b0f88&quot; alt=&quot;Equatio Image&quot;/&gt;&lt;/math&gt;" id="136" name="Google Shape;136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69312" y="7258022"/>
            <a:ext cx="2328737" cy="11872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14"/>
          <p:cNvCxnSpPr/>
          <p:nvPr/>
        </p:nvCxnSpPr>
        <p:spPr>
          <a:xfrm flipH="1">
            <a:off x="676971" y="7278073"/>
            <a:ext cx="5700" cy="114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" name="Google Shape;138;p14"/>
          <p:cNvCxnSpPr/>
          <p:nvPr/>
        </p:nvCxnSpPr>
        <p:spPr>
          <a:xfrm>
            <a:off x="1295431" y="7581533"/>
            <a:ext cx="192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4"/>
          <p:cNvCxnSpPr/>
          <p:nvPr/>
        </p:nvCxnSpPr>
        <p:spPr>
          <a:xfrm>
            <a:off x="1837404" y="7581533"/>
            <a:ext cx="192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4"/>
          <p:cNvCxnSpPr/>
          <p:nvPr/>
        </p:nvCxnSpPr>
        <p:spPr>
          <a:xfrm flipH="1">
            <a:off x="794272" y="8544456"/>
            <a:ext cx="2286900" cy="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1" name="Google Shape;141;p14"/>
          <p:cNvCxnSpPr/>
          <p:nvPr/>
        </p:nvCxnSpPr>
        <p:spPr>
          <a:xfrm flipH="1">
            <a:off x="2047790" y="7299155"/>
            <a:ext cx="2400" cy="564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" name="Google Shape;142;p14"/>
          <p:cNvCxnSpPr/>
          <p:nvPr/>
        </p:nvCxnSpPr>
        <p:spPr>
          <a:xfrm rot="10800000">
            <a:off x="769191" y="7158804"/>
            <a:ext cx="602100" cy="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" name="Google Shape;143;p14"/>
          <p:cNvCxnSpPr/>
          <p:nvPr/>
        </p:nvCxnSpPr>
        <p:spPr>
          <a:xfrm rot="10800000">
            <a:off x="1926741" y="7167329"/>
            <a:ext cx="1166100" cy="5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" name="Google Shape;144;p14"/>
          <p:cNvSpPr txBox="1"/>
          <p:nvPr/>
        </p:nvSpPr>
        <p:spPr>
          <a:xfrm>
            <a:off x="1488002" y="8503584"/>
            <a:ext cx="73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735790" y="6877689"/>
            <a:ext cx="73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2192458" y="6877689"/>
            <a:ext cx="73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466375" y="7532831"/>
            <a:ext cx="23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2002143" y="7405876"/>
            <a:ext cx="73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aa15ba56-f8fb-4823-983e-fc8ea8dd1547&quot; data-equatio-type=&quot;image&quot;&gt;&lt;mglyph src=&quot;https://equatio-api.texthelp.com/desmos/get/16-06-2023/aa15ba56-f8fb-4823-983e-fc8ea8dd1547&quot; alt=&quot;Equatio Image&quot;/&gt;&lt;/math&gt;" id="149" name="Google Shape;149;p14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6715" y="6706852"/>
            <a:ext cx="2328736" cy="1743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4"/>
          <p:cNvCxnSpPr/>
          <p:nvPr/>
        </p:nvCxnSpPr>
        <p:spPr>
          <a:xfrm flipH="1">
            <a:off x="6396288" y="6710789"/>
            <a:ext cx="2400" cy="564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" name="Google Shape;151;p14"/>
          <p:cNvSpPr txBox="1"/>
          <p:nvPr/>
        </p:nvSpPr>
        <p:spPr>
          <a:xfrm>
            <a:off x="6350642" y="6817510"/>
            <a:ext cx="73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" name="Google Shape;152;p14"/>
          <p:cNvCxnSpPr/>
          <p:nvPr/>
        </p:nvCxnSpPr>
        <p:spPr>
          <a:xfrm flipH="1">
            <a:off x="3911955" y="6710789"/>
            <a:ext cx="2400" cy="564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" name="Google Shape;153;p14"/>
          <p:cNvSpPr txBox="1"/>
          <p:nvPr/>
        </p:nvSpPr>
        <p:spPr>
          <a:xfrm>
            <a:off x="3690306" y="6817510"/>
            <a:ext cx="28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" name="Google Shape;154;p14"/>
          <p:cNvCxnSpPr/>
          <p:nvPr/>
        </p:nvCxnSpPr>
        <p:spPr>
          <a:xfrm flipH="1">
            <a:off x="3910276" y="7299155"/>
            <a:ext cx="5700" cy="114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" name="Google Shape;155;p14"/>
          <p:cNvSpPr txBox="1"/>
          <p:nvPr/>
        </p:nvSpPr>
        <p:spPr>
          <a:xfrm>
            <a:off x="3690306" y="7531558"/>
            <a:ext cx="23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" name="Google Shape;156;p14"/>
          <p:cNvCxnSpPr/>
          <p:nvPr/>
        </p:nvCxnSpPr>
        <p:spPr>
          <a:xfrm flipH="1">
            <a:off x="4017576" y="8544456"/>
            <a:ext cx="2286900" cy="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" name="Google Shape;157;p14"/>
          <p:cNvSpPr txBox="1"/>
          <p:nvPr/>
        </p:nvSpPr>
        <p:spPr>
          <a:xfrm>
            <a:off x="4711307" y="8503584"/>
            <a:ext cx="73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" name="Google Shape;158;p14"/>
          <p:cNvCxnSpPr/>
          <p:nvPr/>
        </p:nvCxnSpPr>
        <p:spPr>
          <a:xfrm rot="10800000">
            <a:off x="1755935" y="7947255"/>
            <a:ext cx="239400" cy="2103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4"/>
          <p:cNvCxnSpPr/>
          <p:nvPr/>
        </p:nvCxnSpPr>
        <p:spPr>
          <a:xfrm rot="10800000">
            <a:off x="4961446" y="6775113"/>
            <a:ext cx="239400" cy="2103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with composite rectilinear shapes</a:t>
            </a:r>
            <a:endParaRPr/>
          </a:p>
        </p:txBody>
      </p:sp>
      <p:sp>
        <p:nvSpPr>
          <p:cNvPr id="161" name="Google Shape;161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2" name="Google Shape;162;p14"/>
          <p:cNvCxnSpPr/>
          <p:nvPr/>
        </p:nvCxnSpPr>
        <p:spPr>
          <a:xfrm>
            <a:off x="4990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/>
        </p:nvSpPr>
        <p:spPr>
          <a:xfrm>
            <a:off x="500725" y="893400"/>
            <a:ext cx="65151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Perimeter calculations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perimeter.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6-06-2023/3131db48-ffdc-4e6f-8502-6bfc01807783&quot; data-equatio-type=&quot;image&quot;&gt;&lt;mglyph src=&quot;https://equatio-api.texthelp.com/desmos/get/16-06-2023/3131db48-ffdc-4e6f-8502-6bfc01807783&quot; alt=&quot;Equatio Image&quot;/&gt;&lt;/math&gt;" id="168" name="Google Shape;168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555497">
            <a:off x="1177906" y="2115449"/>
            <a:ext cx="906541" cy="17557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15"/>
          <p:cNvCxnSpPr/>
          <p:nvPr/>
        </p:nvCxnSpPr>
        <p:spPr>
          <a:xfrm>
            <a:off x="640955" y="3394563"/>
            <a:ext cx="182100" cy="18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" name="Google Shape;170;p15"/>
          <p:cNvCxnSpPr/>
          <p:nvPr/>
        </p:nvCxnSpPr>
        <p:spPr>
          <a:xfrm>
            <a:off x="1747592" y="2611738"/>
            <a:ext cx="454800" cy="406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" name="Google Shape;171;p15"/>
          <p:cNvCxnSpPr/>
          <p:nvPr/>
        </p:nvCxnSpPr>
        <p:spPr>
          <a:xfrm flipH="1">
            <a:off x="640896" y="2009374"/>
            <a:ext cx="1203000" cy="128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2" name="Google Shape;172;p15"/>
          <p:cNvSpPr txBox="1"/>
          <p:nvPr/>
        </p:nvSpPr>
        <p:spPr>
          <a:xfrm>
            <a:off x="1470646" y="2732360"/>
            <a:ext cx="68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3.2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391800" y="3465125"/>
            <a:ext cx="68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0.6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610573" y="2278508"/>
            <a:ext cx="77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11.1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15"/>
          <p:cNvGrpSpPr/>
          <p:nvPr/>
        </p:nvGrpSpPr>
        <p:grpSpPr>
          <a:xfrm>
            <a:off x="4114636" y="1838615"/>
            <a:ext cx="2901138" cy="2748269"/>
            <a:chOff x="629500" y="1270688"/>
            <a:chExt cx="3611975" cy="3421650"/>
          </a:xfrm>
        </p:grpSpPr>
        <p:pic>
          <p:nvPicPr>
            <p:cNvPr descr="&lt;math xmlns=&quot;http://www.w3.org/1998/Math/MathML&quot; data-is-equatio=&quot;1&quot; data-equatio-url=&quot;https://equatio-api.texthelp.com/desmos/get/16-06-2023/b527d65c-e257-42be-be13-cbb8ad7122ce&quot; data-equatio-type=&quot;image&quot;&gt;&lt;mglyph src=&quot;https://equatio-api.texthelp.com/desmos/get/16-06-2023/b527d65c-e257-42be-be13-cbb8ad7122ce&quot; alt=&quot;Equatio Image&quot;/&gt;&lt;/math&gt;" id="176" name="Google Shape;176;p15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10919" y="1763288"/>
              <a:ext cx="2830556" cy="2373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7" name="Google Shape;177;p15"/>
            <p:cNvCxnSpPr/>
            <p:nvPr/>
          </p:nvCxnSpPr>
          <p:spPr>
            <a:xfrm>
              <a:off x="1277350" y="1784988"/>
              <a:ext cx="300" cy="2351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8" name="Google Shape;178;p15"/>
            <p:cNvCxnSpPr/>
            <p:nvPr/>
          </p:nvCxnSpPr>
          <p:spPr>
            <a:xfrm flipH="1">
              <a:off x="3251925" y="2382813"/>
              <a:ext cx="7200" cy="1242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9" name="Google Shape;179;p15"/>
            <p:cNvSpPr txBox="1"/>
            <p:nvPr/>
          </p:nvSpPr>
          <p:spPr>
            <a:xfrm>
              <a:off x="629500" y="2609613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15"/>
            <p:cNvSpPr txBox="1"/>
            <p:nvPr/>
          </p:nvSpPr>
          <p:spPr>
            <a:xfrm>
              <a:off x="3058675" y="2707338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1" name="Google Shape;181;p15"/>
            <p:cNvCxnSpPr/>
            <p:nvPr/>
          </p:nvCxnSpPr>
          <p:spPr>
            <a:xfrm>
              <a:off x="1436200" y="1663963"/>
              <a:ext cx="21558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2" name="Google Shape;182;p15"/>
            <p:cNvSpPr txBox="1"/>
            <p:nvPr/>
          </p:nvSpPr>
          <p:spPr>
            <a:xfrm>
              <a:off x="2090500" y="1270688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3" name="Google Shape;183;p15"/>
            <p:cNvCxnSpPr/>
            <p:nvPr/>
          </p:nvCxnSpPr>
          <p:spPr>
            <a:xfrm>
              <a:off x="3161900" y="3722488"/>
              <a:ext cx="1005000" cy="6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4" name="Google Shape;184;p15"/>
            <p:cNvCxnSpPr/>
            <p:nvPr/>
          </p:nvCxnSpPr>
          <p:spPr>
            <a:xfrm flipH="1" rot="10800000">
              <a:off x="3175900" y="2248563"/>
              <a:ext cx="390900" cy="5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5" name="Google Shape;185;p15"/>
            <p:cNvSpPr txBox="1"/>
            <p:nvPr/>
          </p:nvSpPr>
          <p:spPr>
            <a:xfrm>
              <a:off x="2947750" y="1815338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15"/>
            <p:cNvSpPr txBox="1"/>
            <p:nvPr/>
          </p:nvSpPr>
          <p:spPr>
            <a:xfrm>
              <a:off x="3319700" y="3653313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7" name="Google Shape;187;p15"/>
            <p:cNvCxnSpPr/>
            <p:nvPr/>
          </p:nvCxnSpPr>
          <p:spPr>
            <a:xfrm>
              <a:off x="1639150" y="4271963"/>
              <a:ext cx="2583600" cy="6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8" name="Google Shape;188;p15"/>
            <p:cNvCxnSpPr/>
            <p:nvPr/>
          </p:nvCxnSpPr>
          <p:spPr>
            <a:xfrm>
              <a:off x="1639150" y="3725788"/>
              <a:ext cx="468000" cy="7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9" name="Google Shape;189;p15"/>
            <p:cNvSpPr txBox="1"/>
            <p:nvPr/>
          </p:nvSpPr>
          <p:spPr>
            <a:xfrm>
              <a:off x="1449550" y="3653313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15"/>
            <p:cNvSpPr txBox="1"/>
            <p:nvPr/>
          </p:nvSpPr>
          <p:spPr>
            <a:xfrm>
              <a:off x="2402600" y="4251638"/>
              <a:ext cx="8472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1" name="Google Shape;191;p15"/>
          <p:cNvSpPr txBox="1"/>
          <p:nvPr/>
        </p:nvSpPr>
        <p:spPr>
          <a:xfrm>
            <a:off x="398700" y="4800175"/>
            <a:ext cx="294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Perimeter = 2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(11.1 + 0.6 + 3.2)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     = 29.8 m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4063800" y="4800175"/>
            <a:ext cx="318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Perimeter = 23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2 + 17 + 2 + 5 + 19 + 2 + 3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     = 94 units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Industry. 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4" name="Google Shape;194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with composite rectilinear shapes</a:t>
            </a:r>
            <a:endParaRPr/>
          </a:p>
        </p:txBody>
      </p:sp>
      <p:sp>
        <p:nvSpPr>
          <p:cNvPr id="195" name="Google Shape;195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