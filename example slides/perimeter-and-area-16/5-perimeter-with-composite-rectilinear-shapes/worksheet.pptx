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5a4c22c4e_0_2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5a4c22c4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8000" y="16260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 Strange staircases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each rectangle is 26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long is the red line each time?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b)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3016197"/>
            <a:ext cx="6623999" cy="1228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468000" y="4384625"/>
            <a:ext cx="66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your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" name="Google Shape;123;p14"/>
          <p:cNvCxnSpPr/>
          <p:nvPr/>
        </p:nvCxnSpPr>
        <p:spPr>
          <a:xfrm>
            <a:off x="474750" y="58794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ata-is-equatio=&quot;1&quot; data-equatio-url=&quot;https://equatio-api.texthelp.com/desmos/get/16-06-2023/0831fefe-56b8-4f08-a61f-0e4a330b0f88&quot; data-equatio-type=&quot;image&quot;&gt;&lt;mglyph src=&quot;https://equatio-api.texthelp.com/desmos/get/16-06-2023/0831fefe-56b8-4f08-a61f-0e4a330b0f88&quot; alt=&quot;Equatio Image&quot;/&gt;&lt;/math&gt;" id="124" name="Google Shape;124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244538" y="7237512"/>
            <a:ext cx="3018375" cy="153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4"/>
          <p:cNvCxnSpPr/>
          <p:nvPr/>
        </p:nvCxnSpPr>
        <p:spPr>
          <a:xfrm flipH="1">
            <a:off x="2124738" y="7263500"/>
            <a:ext cx="7500" cy="149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" name="Google Shape;126;p14"/>
          <p:cNvCxnSpPr/>
          <p:nvPr/>
        </p:nvCxnSpPr>
        <p:spPr>
          <a:xfrm>
            <a:off x="2926463" y="7656825"/>
            <a:ext cx="249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628938" y="7656825"/>
            <a:ext cx="249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4"/>
          <p:cNvCxnSpPr/>
          <p:nvPr/>
        </p:nvCxnSpPr>
        <p:spPr>
          <a:xfrm flipH="1">
            <a:off x="2277038" y="8904900"/>
            <a:ext cx="2964000" cy="1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" name="Google Shape;129;p14"/>
          <p:cNvCxnSpPr/>
          <p:nvPr/>
        </p:nvCxnSpPr>
        <p:spPr>
          <a:xfrm flipH="1">
            <a:off x="3901438" y="7290825"/>
            <a:ext cx="3300" cy="73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 rot="10800000">
            <a:off x="2244488" y="7109000"/>
            <a:ext cx="780300" cy="1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 rot="10800000">
            <a:off x="3744763" y="7119850"/>
            <a:ext cx="1511400" cy="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" name="Google Shape;132;p14"/>
          <p:cNvSpPr txBox="1"/>
          <p:nvPr/>
        </p:nvSpPr>
        <p:spPr>
          <a:xfrm>
            <a:off x="3176063" y="8851925"/>
            <a:ext cx="95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2201088" y="6820750"/>
            <a:ext cx="95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089138" y="6820750"/>
            <a:ext cx="95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1851888" y="7746100"/>
            <a:ext cx="3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3842463" y="7429150"/>
            <a:ext cx="95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468000" y="9269250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Try to rearrange these sides to create a rectangle.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how easy this is to do.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474750" y="5994238"/>
            <a:ext cx="61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More composite rectilinear shapes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with composite rectilinear shapes</a:t>
            </a:r>
            <a:endParaRPr/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1" name="Google Shape;141;p14"/>
          <p:cNvCxnSpPr/>
          <p:nvPr/>
        </p:nvCxnSpPr>
        <p:spPr>
          <a:xfrm>
            <a:off x="4990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500725" y="817200"/>
            <a:ext cx="79848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Perimeter calculations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3131db48-ffdc-4e6f-8502-6bfc01807783&quot; data-equatio-type=&quot;image&quot;&gt;&lt;mglyph src=&quot;https://equatio-api.texthelp.com/desmos/get/16-06-2023/3131db48-ffdc-4e6f-8502-6bfc01807783&quot; alt=&quot;Equatio Image&quot;/&gt;&lt;/math&gt;" id="147" name="Google Shape;147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5497">
            <a:off x="1177906" y="2039249"/>
            <a:ext cx="906541" cy="17557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5"/>
          <p:cNvCxnSpPr/>
          <p:nvPr/>
        </p:nvCxnSpPr>
        <p:spPr>
          <a:xfrm>
            <a:off x="640955" y="3318363"/>
            <a:ext cx="182100" cy="18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" name="Google Shape;149;p15"/>
          <p:cNvCxnSpPr/>
          <p:nvPr/>
        </p:nvCxnSpPr>
        <p:spPr>
          <a:xfrm>
            <a:off x="1747592" y="2535538"/>
            <a:ext cx="454800" cy="406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" name="Google Shape;150;p15"/>
          <p:cNvCxnSpPr/>
          <p:nvPr/>
        </p:nvCxnSpPr>
        <p:spPr>
          <a:xfrm flipH="1">
            <a:off x="640896" y="1933174"/>
            <a:ext cx="1203000" cy="128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" name="Google Shape;151;p15"/>
          <p:cNvSpPr txBox="1"/>
          <p:nvPr/>
        </p:nvSpPr>
        <p:spPr>
          <a:xfrm>
            <a:off x="1470646" y="2656160"/>
            <a:ext cx="6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391800" y="3388925"/>
            <a:ext cx="6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0.6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610573" y="2202308"/>
            <a:ext cx="77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11.1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" name="Google Shape;154;p15"/>
          <p:cNvGrpSpPr/>
          <p:nvPr/>
        </p:nvGrpSpPr>
        <p:grpSpPr>
          <a:xfrm>
            <a:off x="4114636" y="1762415"/>
            <a:ext cx="2901138" cy="2748269"/>
            <a:chOff x="629500" y="1270688"/>
            <a:chExt cx="3611975" cy="3421650"/>
          </a:xfrm>
        </p:grpSpPr>
        <p:pic>
          <p:nvPicPr>
            <p:cNvPr descr="&lt;math xmlns=&quot;http://www.w3.org/1998/Math/MathML&quot; data-is-equatio=&quot;1&quot; data-equatio-url=&quot;https://equatio-api.texthelp.com/desmos/get/16-06-2023/b527d65c-e257-42be-be13-cbb8ad7122ce&quot; data-equatio-type=&quot;image&quot;&gt;&lt;mglyph src=&quot;https://equatio-api.texthelp.com/desmos/get/16-06-2023/b527d65c-e257-42be-be13-cbb8ad7122ce&quot; alt=&quot;Equatio Image&quot;/&gt;&lt;/math&gt;" id="155" name="Google Shape;155;p15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10919" y="1763288"/>
              <a:ext cx="2830556" cy="2373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6" name="Google Shape;156;p15"/>
            <p:cNvCxnSpPr/>
            <p:nvPr/>
          </p:nvCxnSpPr>
          <p:spPr>
            <a:xfrm>
              <a:off x="1277350" y="1784988"/>
              <a:ext cx="300" cy="2351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7" name="Google Shape;157;p15"/>
            <p:cNvCxnSpPr/>
            <p:nvPr/>
          </p:nvCxnSpPr>
          <p:spPr>
            <a:xfrm flipH="1">
              <a:off x="3251925" y="2382813"/>
              <a:ext cx="7200" cy="1242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" name="Google Shape;158;p15"/>
            <p:cNvSpPr txBox="1"/>
            <p:nvPr/>
          </p:nvSpPr>
          <p:spPr>
            <a:xfrm>
              <a:off x="629500" y="2609613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3058675" y="270733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" name="Google Shape;160;p15"/>
            <p:cNvCxnSpPr/>
            <p:nvPr/>
          </p:nvCxnSpPr>
          <p:spPr>
            <a:xfrm>
              <a:off x="1436200" y="1663963"/>
              <a:ext cx="2155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1" name="Google Shape;161;p15"/>
            <p:cNvSpPr txBox="1"/>
            <p:nvPr/>
          </p:nvSpPr>
          <p:spPr>
            <a:xfrm>
              <a:off x="2090500" y="127068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2" name="Google Shape;162;p15"/>
            <p:cNvCxnSpPr/>
            <p:nvPr/>
          </p:nvCxnSpPr>
          <p:spPr>
            <a:xfrm>
              <a:off x="3161900" y="3722488"/>
              <a:ext cx="1005000" cy="6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3" name="Google Shape;163;p15"/>
            <p:cNvCxnSpPr/>
            <p:nvPr/>
          </p:nvCxnSpPr>
          <p:spPr>
            <a:xfrm flipH="1" rot="10800000">
              <a:off x="3175900" y="2248563"/>
              <a:ext cx="390900" cy="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4" name="Google Shape;164;p15"/>
            <p:cNvSpPr txBox="1"/>
            <p:nvPr/>
          </p:nvSpPr>
          <p:spPr>
            <a:xfrm>
              <a:off x="2947750" y="181533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" name="Google Shape;165;p15"/>
            <p:cNvSpPr txBox="1"/>
            <p:nvPr/>
          </p:nvSpPr>
          <p:spPr>
            <a:xfrm>
              <a:off x="3319700" y="3653313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6" name="Google Shape;166;p15"/>
            <p:cNvCxnSpPr/>
            <p:nvPr/>
          </p:nvCxnSpPr>
          <p:spPr>
            <a:xfrm>
              <a:off x="1639150" y="4271963"/>
              <a:ext cx="2583600" cy="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1639150" y="3725788"/>
              <a:ext cx="468000" cy="7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8" name="Google Shape;168;p15"/>
            <p:cNvSpPr txBox="1"/>
            <p:nvPr/>
          </p:nvSpPr>
          <p:spPr>
            <a:xfrm>
              <a:off x="1449550" y="3653313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2402600" y="425163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" name="Google Shape;170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 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Perimeter with composite rectilinear shapes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