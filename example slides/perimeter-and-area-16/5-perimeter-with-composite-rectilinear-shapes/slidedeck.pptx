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845" r:id="rId3"/>
    <p:sldMasterId id="2147483846" r:id="rId4"/>
    <p:sldMasterId id="214748384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g250739d951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5" name="Google Shape;2375;g250739d95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9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g27e6013c267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1" name="Google Shape;2381;g27e6013c267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4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g1e31228a0c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6" name="Google Shape;2386;g1e31228a0c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250739d9510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250739d9510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6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g31d24e099d2_0_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8" name="Google Shape;2398;g31d24e099d2_0_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g31d24e099d2_0_1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7" name="Google Shape;2407;g31d24e099d2_0_1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g31d24e099d2_0_1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3" name="Google Shape;2413;g31d24e099d2_0_1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8" name="Shape 2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9" name="Google Shape;2419;g31d24e099d2_0_1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0" name="Google Shape;2420;g31d24e099d2_0_1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6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Google Shape;2427;g31d24e099d2_0_1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8" name="Google Shape;2428;g31d24e099d2_0_1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5" name="Shape 2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6" name="Google Shape;2436;g31d24e099d2_0_1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7" name="Google Shape;2437;g31d24e099d2_0_1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5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g31d24e099d2_0_1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7" name="Google Shape;2447;g31d24e099d2_0_1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2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g31d24e099d2_0_1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4" name="Google Shape;2454;g31d24e099d2_0_1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Google Shape;2459;g31d24e099d2_0_1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0" name="Google Shape;2460;g31d24e099d2_0_1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7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g31d24e099d2_0_1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9" name="Google Shape;2469;g31d24e099d2_0_1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6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g31d24e099d2_0_1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8" name="Google Shape;2488;g31d24e099d2_0_1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5" name="Shape 2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Google Shape;2496;g31d24e099d2_0_1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7" name="Google Shape;2497;g31d24e099d2_0_1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2" name="Google Shape;2502;g31d24e099d2_0_1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3" name="Google Shape;2503;g31d24e099d2_0_1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0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g31d24e099d2_0_1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2" name="Google Shape;2522;g31d24e099d2_0_1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9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Google Shape;2540;g31d24e099d2_0_2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1" name="Google Shape;2541;g31d24e099d2_0_2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5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g31d24e099d2_0_2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7" name="Google Shape;2547;g31d24e099d2_0_2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5" name="Shape 2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6" name="Google Shape;2576;g31d24e099d2_0_20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7" name="Google Shape;2577;g31d24e099d2_0_2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6" name="Shape 2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g31d24e099d2_0_2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8" name="Google Shape;2608;g31d24e099d2_0_2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4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Google Shape;2615;g31d24e099d2_0_1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6" name="Google Shape;2616;g31d24e099d2_0_1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3" name="Shape 2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4" name="Google Shape;2624;g31d24e099d2_0_2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5" name="Google Shape;2625;g31d24e099d2_0_2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8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9" name="Google Shape;2649;g31d24e099d2_0_3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0" name="Google Shape;2650;g31d24e099d2_0_3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7" name="Shape 2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8" name="Google Shape;2678;g31d24e099d2_0_3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9" name="Google Shape;2679;g31d24e099d2_0_3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g31d24e099d2_0_3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3" name="Google Shape;2693;g31d24e099d2_0_3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4" name="Shape 2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5" name="Google Shape;2715;g31d24e099d2_0_3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6" name="Google Shape;2716;g31d24e099d2_0_3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0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31d24e099d2_0_4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31d24e099d2_0_4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76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26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76.png"/><Relationship Id="rId4" Type="http://schemas.openxmlformats.org/officeDocument/2006/relationships/image" Target="../media/image23.png"/><Relationship Id="rId10" Type="http://schemas.openxmlformats.org/officeDocument/2006/relationships/image" Target="../media/image30.png"/><Relationship Id="rId9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76.png"/><Relationship Id="rId4" Type="http://schemas.openxmlformats.org/officeDocument/2006/relationships/image" Target="../media/image34.png"/><Relationship Id="rId11" Type="http://schemas.openxmlformats.org/officeDocument/2006/relationships/image" Target="../media/image38.png"/><Relationship Id="rId10" Type="http://schemas.openxmlformats.org/officeDocument/2006/relationships/image" Target="../media/image37.png"/><Relationship Id="rId12" Type="http://schemas.openxmlformats.org/officeDocument/2006/relationships/image" Target="../media/image39.png"/><Relationship Id="rId9" Type="http://schemas.openxmlformats.org/officeDocument/2006/relationships/image" Target="../media/image36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9.png"/><Relationship Id="rId4" Type="http://schemas.openxmlformats.org/officeDocument/2006/relationships/image" Target="../media/image52.png"/><Relationship Id="rId5" Type="http://schemas.openxmlformats.org/officeDocument/2006/relationships/image" Target="../media/image4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Relationship Id="rId4" Type="http://schemas.openxmlformats.org/officeDocument/2006/relationships/image" Target="../media/image51.png"/><Relationship Id="rId5" Type="http://schemas.openxmlformats.org/officeDocument/2006/relationships/image" Target="../media/image4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4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58.png"/><Relationship Id="rId4" Type="http://schemas.openxmlformats.org/officeDocument/2006/relationships/image" Target="../media/image60.png"/><Relationship Id="rId5" Type="http://schemas.openxmlformats.org/officeDocument/2006/relationships/image" Target="../media/image4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4.png"/><Relationship Id="rId4" Type="http://schemas.openxmlformats.org/officeDocument/2006/relationships/image" Target="../media/image66.png"/><Relationship Id="rId5" Type="http://schemas.openxmlformats.org/officeDocument/2006/relationships/image" Target="../media/image4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52.png"/><Relationship Id="rId4" Type="http://schemas.openxmlformats.org/officeDocument/2006/relationships/image" Target="../media/image4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Relationship Id="rId4" Type="http://schemas.openxmlformats.org/officeDocument/2006/relationships/image" Target="../media/image4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3.png"/><Relationship Id="rId4" Type="http://schemas.openxmlformats.org/officeDocument/2006/relationships/image" Target="../media/image4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60.png"/><Relationship Id="rId4" Type="http://schemas.openxmlformats.org/officeDocument/2006/relationships/image" Target="../media/image4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6.png"/><Relationship Id="rId4" Type="http://schemas.openxmlformats.org/officeDocument/2006/relationships/image" Target="../media/image4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52.png"/><Relationship Id="rId4" Type="http://schemas.openxmlformats.org/officeDocument/2006/relationships/image" Target="../media/image4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Relationship Id="rId4" Type="http://schemas.openxmlformats.org/officeDocument/2006/relationships/image" Target="../media/image4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3.png"/><Relationship Id="rId4" Type="http://schemas.openxmlformats.org/officeDocument/2006/relationships/image" Target="../media/image4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60.png"/><Relationship Id="rId4" Type="http://schemas.openxmlformats.org/officeDocument/2006/relationships/image" Target="../media/image45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6.png"/><Relationship Id="rId4" Type="http://schemas.openxmlformats.org/officeDocument/2006/relationships/image" Target="../media/image45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8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8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8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8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8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9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9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96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9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96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6.png"/><Relationship Id="rId4" Type="http://schemas.openxmlformats.org/officeDocument/2006/relationships/image" Target="../media/image7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05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07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09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15.png"/><Relationship Id="rId5" Type="http://schemas.openxmlformats.org/officeDocument/2006/relationships/image" Target="../media/image119.png"/><Relationship Id="rId6" Type="http://schemas.openxmlformats.org/officeDocument/2006/relationships/image" Target="../media/image113.png"/><Relationship Id="rId7" Type="http://schemas.openxmlformats.org/officeDocument/2006/relationships/image" Target="../media/image118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17.png"/><Relationship Id="rId4" Type="http://schemas.openxmlformats.org/officeDocument/2006/relationships/image" Target="../media/image76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14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76.png"/><Relationship Id="rId4" Type="http://schemas.openxmlformats.org/officeDocument/2006/relationships/image" Target="../media/image19.png"/><Relationship Id="rId9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26.png"/><Relationship Id="rId8" Type="http://schemas.openxmlformats.org/officeDocument/2006/relationships/image" Target="../media/image25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76.png"/><Relationship Id="rId4" Type="http://schemas.openxmlformats.org/officeDocument/2006/relationships/image" Target="../media/image23.png"/><Relationship Id="rId11" Type="http://schemas.openxmlformats.org/officeDocument/2006/relationships/image" Target="../media/image14.png"/><Relationship Id="rId10" Type="http://schemas.openxmlformats.org/officeDocument/2006/relationships/image" Target="../media/image30.png"/><Relationship Id="rId9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Relationship Id="rId8" Type="http://schemas.openxmlformats.org/officeDocument/2006/relationships/image" Target="../media/image26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131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131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131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13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131.png"/><Relationship Id="rId4" Type="http://schemas.openxmlformats.org/officeDocument/2006/relationships/image" Target="../media/image45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131.png"/><Relationship Id="rId4" Type="http://schemas.openxmlformats.org/officeDocument/2006/relationships/image" Target="../media/image45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131.png"/><Relationship Id="rId4" Type="http://schemas.openxmlformats.org/officeDocument/2006/relationships/image" Target="../media/image45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131.png"/><Relationship Id="rId4" Type="http://schemas.openxmlformats.org/officeDocument/2006/relationships/image" Target="../media/image45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9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Relationship Id="rId5" Type="http://schemas.openxmlformats.org/officeDocument/2006/relationships/image" Target="../media/image138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88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88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88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88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96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96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96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96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image" Target="../media/image145.png"/><Relationship Id="rId5" Type="http://schemas.openxmlformats.org/officeDocument/2006/relationships/image" Target="../media/image7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49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52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55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51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53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06.png"/><Relationship Id="rId4" Type="http://schemas.openxmlformats.org/officeDocument/2006/relationships/image" Target="../media/image7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59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05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67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09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65.png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65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68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07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71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3.png"/><Relationship Id="rId3" Type="http://schemas.openxmlformats.org/officeDocument/2006/relationships/image" Target="../media/image174.png"/><Relationship Id="rId4" Type="http://schemas.openxmlformats.org/officeDocument/2006/relationships/image" Target="../media/image176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image" Target="../media/image17.png"/><Relationship Id="rId4" Type="http://schemas.openxmlformats.org/officeDocument/2006/relationships/image" Target="../media/image76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14.png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76.png"/><Relationship Id="rId4" Type="http://schemas.openxmlformats.org/officeDocument/2006/relationships/image" Target="../media/image19.png"/><Relationship Id="rId9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26.png"/><Relationship Id="rId8" Type="http://schemas.openxmlformats.org/officeDocument/2006/relationships/image" Target="../media/image25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76.png"/><Relationship Id="rId4" Type="http://schemas.openxmlformats.org/officeDocument/2006/relationships/image" Target="../media/image23.png"/><Relationship Id="rId11" Type="http://schemas.openxmlformats.org/officeDocument/2006/relationships/image" Target="../media/image14.png"/><Relationship Id="rId10" Type="http://schemas.openxmlformats.org/officeDocument/2006/relationships/image" Target="../media/image30.png"/><Relationship Id="rId9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Relationship Id="rId8" Type="http://schemas.openxmlformats.org/officeDocument/2006/relationships/image" Target="../media/image26.png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131.png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131.png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131.png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131.png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131.png"/><Relationship Id="rId4" Type="http://schemas.openxmlformats.org/officeDocument/2006/relationships/image" Target="../media/image45.png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131.png"/><Relationship Id="rId4" Type="http://schemas.openxmlformats.org/officeDocument/2006/relationships/image" Target="../media/image45.png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131.png"/><Relationship Id="rId4" Type="http://schemas.openxmlformats.org/officeDocument/2006/relationships/image" Target="../media/image45.png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131.png"/><Relationship Id="rId4" Type="http://schemas.openxmlformats.org/officeDocument/2006/relationships/image" Target="../media/image45.png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9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88.png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88.png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88.png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88.png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96.png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96.png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96.png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96.png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" name="Google Shape;45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" name="Google Shape;70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324000" y="281457"/>
            <a:ext cx="2828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Lesson phase codes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1480224" y="1895406"/>
            <a:ext cx="3106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Check for understanding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1473205" y="1217091"/>
            <a:ext cx="1363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latin typeface="Lexend"/>
                <a:ea typeface="Lexend"/>
                <a:cs typeface="Lexend"/>
                <a:sym typeface="Lexend"/>
              </a:rPr>
              <a:t>Explanation</a:t>
            </a:r>
            <a:endParaRPr i="0" sz="1800" u="none" cap="none" strike="noStrike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5919121" y="12170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Practice task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" name="Google Shape;9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9713" y="1926054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727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872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2"/>
          <p:cNvSpPr/>
          <p:nvPr/>
        </p:nvSpPr>
        <p:spPr>
          <a:xfrm>
            <a:off x="5919121" y="20333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" name="Google Shape;9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8872" y="1895429"/>
            <a:ext cx="594518" cy="5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" name="Google Shape;108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1" name="Google Shape;121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0" name="Google Shape;130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" name="Google Shape;131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2" name="Google Shape;132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87082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8295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44972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148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19"/>
          <p:cNvCxnSpPr>
            <a:endCxn id="151" idx="2"/>
          </p:cNvCxnSpPr>
          <p:nvPr/>
        </p:nvCxnSpPr>
        <p:spPr>
          <a:xfrm>
            <a:off x="647802" y="1795098"/>
            <a:ext cx="0" cy="2641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8648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4539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>
            <p:ph type="title"/>
          </p:nvPr>
        </p:nvSpPr>
        <p:spPr>
          <a:xfrm>
            <a:off x="1327200" y="1558425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2" type="title"/>
          </p:nvPr>
        </p:nvSpPr>
        <p:spPr>
          <a:xfrm>
            <a:off x="1369099" y="2830769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3" type="title"/>
          </p:nvPr>
        </p:nvSpPr>
        <p:spPr>
          <a:xfrm>
            <a:off x="1346644" y="39868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4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19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4 Lesson outline (4)">
  <p:cSld name="CUSTOM_4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216650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75325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4193472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416176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09513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18331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22287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18802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0"/>
          <p:cNvCxnSpPr/>
          <p:nvPr/>
        </p:nvCxnSpPr>
        <p:spPr>
          <a:xfrm>
            <a:off x="647802" y="1794949"/>
            <a:ext cx="0" cy="28647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9" name="Google Shape;16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20436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227081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0490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>
            <p:ph type="title"/>
          </p:nvPr>
        </p:nvSpPr>
        <p:spPr>
          <a:xfrm>
            <a:off x="1340800" y="1227075"/>
            <a:ext cx="6586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20"/>
          <p:cNvSpPr txBox="1"/>
          <p:nvPr>
            <p:ph idx="2" type="title"/>
          </p:nvPr>
        </p:nvSpPr>
        <p:spPr>
          <a:xfrm>
            <a:off x="1340800" y="2209525"/>
            <a:ext cx="6586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" name="Google Shape;174;p20"/>
          <p:cNvSpPr txBox="1"/>
          <p:nvPr>
            <p:ph idx="3" type="title"/>
          </p:nvPr>
        </p:nvSpPr>
        <p:spPr>
          <a:xfrm>
            <a:off x="1340800" y="3240000"/>
            <a:ext cx="6631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" name="Google Shape;175;p20"/>
          <p:cNvSpPr txBox="1"/>
          <p:nvPr>
            <p:ph idx="4" type="title"/>
          </p:nvPr>
        </p:nvSpPr>
        <p:spPr>
          <a:xfrm>
            <a:off x="1340800" y="4193475"/>
            <a:ext cx="6631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6" name="Google Shape;176;p20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4191478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5 Lesson outline (5)">
  <p:cSld name="CUSTOM_2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1"/>
          <p:cNvCxnSpPr/>
          <p:nvPr/>
        </p:nvCxnSpPr>
        <p:spPr>
          <a:xfrm>
            <a:off x="647802" y="1794949"/>
            <a:ext cx="0" cy="28647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1"/>
          <p:cNvSpPr/>
          <p:nvPr/>
        </p:nvSpPr>
        <p:spPr>
          <a:xfrm>
            <a:off x="392632" y="3396707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232725" y="409920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367858" y="267436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401275" y="1992182"/>
            <a:ext cx="533100" cy="495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435425" y="420415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 rotWithShape="1">
          <a:blip r:embed="rId2">
            <a:alphaModFix/>
          </a:blip>
          <a:srcRect b="4396" l="0" r="0" t="4387"/>
          <a:stretch/>
        </p:blipFill>
        <p:spPr>
          <a:xfrm>
            <a:off x="866388" y="1942474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4051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4083338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40434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5">
            <a:alphaModFix/>
          </a:blip>
          <a:srcRect b="4396" l="0" r="0" t="4387"/>
          <a:stretch/>
        </p:blipFill>
        <p:spPr>
          <a:xfrm>
            <a:off x="863550" y="3383331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335114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6388" y="1238066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200366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7">
            <a:alphaModFix/>
          </a:blip>
          <a:srcRect b="3721" l="0" r="0" t="3711"/>
          <a:stretch/>
        </p:blipFill>
        <p:spPr>
          <a:xfrm>
            <a:off x="866388" y="266069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9124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8">
            <a:alphaModFix/>
          </a:blip>
          <a:srcRect b="0" l="758" r="748" t="0"/>
          <a:stretch/>
        </p:blipFill>
        <p:spPr>
          <a:xfrm>
            <a:off x="363341" y="337393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 rotWithShape="1">
          <a:blip r:embed="rId9">
            <a:alphaModFix/>
          </a:blip>
          <a:srcRect b="0" l="777" r="777" t="0"/>
          <a:stretch/>
        </p:blipFill>
        <p:spPr>
          <a:xfrm>
            <a:off x="363470" y="1235529"/>
            <a:ext cx="563185" cy="572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 rotWithShape="1">
          <a:blip r:embed="rId10">
            <a:alphaModFix/>
          </a:blip>
          <a:srcRect b="0" l="1559" r="1559" t="0"/>
          <a:stretch/>
        </p:blipFill>
        <p:spPr>
          <a:xfrm>
            <a:off x="363329" y="4090770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327200" y="1329825"/>
            <a:ext cx="6586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327200" y="2041819"/>
            <a:ext cx="6586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327200" y="2753813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327200" y="4177800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" name="Google Shape;204;p21"/>
          <p:cNvSpPr txBox="1"/>
          <p:nvPr>
            <p:ph idx="6" type="title"/>
          </p:nvPr>
        </p:nvSpPr>
        <p:spPr>
          <a:xfrm>
            <a:off x="1327200" y="3465806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 rotWithShape="1">
          <a:blip r:embed="rId11">
            <a:alphaModFix/>
          </a:blip>
          <a:srcRect b="0" l="758" r="748" t="0"/>
          <a:stretch/>
        </p:blipFill>
        <p:spPr>
          <a:xfrm>
            <a:off x="363340" y="194307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5982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 rotWithShape="1">
          <a:blip r:embed="rId12">
            <a:alphaModFix/>
          </a:blip>
          <a:srcRect b="0" l="758" r="748" t="0"/>
          <a:stretch/>
        </p:blipFill>
        <p:spPr>
          <a:xfrm>
            <a:off x="363479" y="2648651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6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1 Explanation blank - purple ">
  <p:cSld name="TITLE_AND_TWO_COLUMNS_1_1_6_2_1_4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2 Explanation blank - jade">
  <p:cSld name="TITLE_AND_TWO_COLUMNS_1_1_6_2_1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/>
          <p:nvPr/>
        </p:nvSpPr>
        <p:spPr>
          <a:xfrm>
            <a:off x="-1" y="-2"/>
            <a:ext cx="9144178" cy="54020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3 Explanation blank - blue ">
  <p:cSld name="TITLE_AND_TWO_COLUMNS_1_1_6_2_2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/>
          <p:nvPr/>
        </p:nvSpPr>
        <p:spPr>
          <a:xfrm>
            <a:off x="-1" y="-2"/>
            <a:ext cx="9144178" cy="5402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4 Explanation blank - pink ">
  <p:cSld name="TITLE_AND_TWO_COLUMNS_1_1_6_2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/>
          <p:nvPr/>
        </p:nvSpPr>
        <p:spPr>
          <a:xfrm>
            <a:off x="0" y="1"/>
            <a:ext cx="9144178" cy="5402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34" name="Google Shape;2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5 Explanation blank - orange">
  <p:cSld name="TITLE_AND_TWO_COLUMNS_1_1_6_2_1_3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40" name="Google Shape;24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I do We do - purple">
  <p:cSld name="TITLE_AND_TWO_COLUMNS_1_1_9_2_2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9" name="Google Shape;249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I do We do - jade">
  <p:cSld name="TITLE_AND_TWO_COLUMNS_1_1_9_2_2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8" name="Google Shape;258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9" name="Google Shape;259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0" name="Google Shape;2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3 I do We do - blue">
  <p:cSld name="TITLE_AND_TWO_COLUMNS_1_1_9_2_3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9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9" name="Google Shape;26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4 I do We do - pink">
  <p:cSld name="TITLE_AND_TWO_COLUMNS_1_1_9_2_2_1_1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AE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3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78" name="Google Shape;2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5 I do We do - orange">
  <p:cSld name="TITLE_AND_TWO_COLUMNS_1_1_9_2_2_1_2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F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5" name="Google Shape;285;p3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6" name="Google Shape;286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7" name="Google Shape;28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2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3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8" name="Google Shape;298;p32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299" name="Google Shape;29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1" name="Google Shape;30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" name="Google Shape;30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2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5" name="Google Shape;30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2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7" name="Google Shape;30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3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7" name="Google Shape;317;p3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19" name="Google Shape;319;p33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20" name="Google Shape;32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2" name="Google Shape;32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4" name="Google Shape;32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3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6" name="Google Shape;32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3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8" name="Google Shape;32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3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4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9" name="Google Shape;339;p3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40" name="Google Shape;340;p34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41" name="Google Shape;34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5" name="Google Shape;34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4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7" name="Google Shape;34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9" name="Google Shape;34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4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5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61" name="Google Shape;361;p35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62" name="Google Shape;36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4" name="Google Shape;36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6" name="Google Shape;36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5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8" name="Google Shape;36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5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0" name="Google Shape;37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5 CfU true/false justify - orange">
  <p:cSld name="TITLE_AND_TWO_COLUMNS_1_1_9_1_3_1_1_2">
    <p:bg>
      <p:bgPr>
        <a:solidFill>
          <a:srgbClr val="FFEFE4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5" name="Google Shape;375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3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3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6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0" name="Google Shape;380;p36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1" name="Google Shape;381;p3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82" name="Google Shape;382;p36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83" name="Google Shape;38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5" name="Google Shape;38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7" name="Google Shape;38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6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9" name="Google Shape;38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6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1" name="Google Shape;39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CfU 3 options - purple">
  <p:cSld name="TITLE_AND_TWO_COLUMNS_1_1_7_1">
    <p:bg>
      <p:bgPr>
        <a:solidFill>
          <a:srgbClr val="F3EEFB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8" name="Google Shape;398;p37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9" name="Google Shape;399;p37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0" name="Google Shape;400;p37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01" name="Google Shape;40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7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3" name="Google Shape;40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7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5" name="Google Shape;4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7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7" name="Google Shape;40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37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CfU 3 options - jade">
  <p:cSld name="TITLE_AND_TWO_COLUMNS_1_1_7_1_1_1">
    <p:bg>
      <p:bgPr>
        <a:solidFill>
          <a:srgbClr val="E6F2F2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4" name="Google Shape;414;p38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5" name="Google Shape;415;p38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17" name="Google Shape;41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8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9" name="Google Shape;41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8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21" name="Google Shape;42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8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23" name="Google Shape;42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38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3 CfU 3 options - blue">
  <p:cSld name="TITLE_AND_TWO_COLUMNS_1_1_7_2">
    <p:bg>
      <p:bgPr>
        <a:solidFill>
          <a:srgbClr val="EBEDFE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0" name="Google Shape;430;p39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39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39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33" name="Google Shape;43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9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5" name="Google Shape;43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9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7" name="Google Shape;43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9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9" name="Google Shape;43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39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4 CfU 3 options - pink">
  <p:cSld name="TITLE_AND_TWO_COLUMNS_1_1_7_1_1_1_1">
    <p:bg>
      <p:bgPr>
        <a:solidFill>
          <a:srgbClr val="FAEAF6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6" name="Google Shape;446;p40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0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8" name="Google Shape;448;p40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49" name="Google Shape;4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0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1" name="Google Shape;45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0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3" name="Google Shape;45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0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5" name="Google Shape;45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40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5 CfU 3 options - orange">
  <p:cSld name="TITLE_AND_TWO_COLUMNS_1_1_7_1_1_2">
    <p:bg>
      <p:bgPr>
        <a:solidFill>
          <a:srgbClr val="FFEFE4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0" name="Google Shape;460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2" name="Google Shape;462;p41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41"/>
          <p:cNvSpPr txBox="1"/>
          <p:nvPr>
            <p:ph idx="2" type="subTitle"/>
          </p:nvPr>
        </p:nvSpPr>
        <p:spPr>
          <a:xfrm>
            <a:off x="809450" y="2907014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41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65" name="Google Shape;46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1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7" name="Google Shape;4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1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9" name="Google Shape;46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1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71" name="Google Shape;47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41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CfU 4 options - purple">
  <p:cSld name="TITLE_AND_TWO_COLUMNS_1_1_8_1">
    <p:bg>
      <p:bgPr>
        <a:solidFill>
          <a:srgbClr val="F3EEFB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8" name="Google Shape;478;p4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9" name="Google Shape;479;p42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0" name="Google Shape;480;p42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1" name="Google Shape;481;p42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2" name="Google Shape;482;p42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83" name="Google Shape;483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4" name="Google Shape;484;p42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5" name="Google Shape;485;p42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86" name="Google Shape;486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p42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8" name="Google Shape;488;p42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89" name="Google Shape;489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p42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1" name="Google Shape;491;p42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92" name="Google Shape;492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3" name="Google Shape;493;p42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94" name="Google Shape;49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42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CfU 4 options - jade">
  <p:cSld name="TITLE_AND_TWO_COLUMNS_1_1_8_1_1_1">
    <p:bg>
      <p:bgPr>
        <a:solidFill>
          <a:srgbClr val="E6F2F2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1" name="Google Shape;501;p4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2" name="Google Shape;502;p43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3" name="Google Shape;503;p43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4" name="Google Shape;504;p43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5" name="Google Shape;505;p43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06" name="Google Shape;506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" name="Google Shape;507;p43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8" name="Google Shape;508;p43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09" name="Google Shape;509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0" name="Google Shape;510;p43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1" name="Google Shape;511;p43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12" name="Google Shape;512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" name="Google Shape;513;p43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4" name="Google Shape;514;p43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15" name="Google Shape;515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" name="Google Shape;516;p43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17" name="Google Shape;51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p43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CfU 4 options - blue">
  <p:cSld name="TITLE_AND_TWO_COLUMNS_1_1_8_2">
    <p:bg>
      <p:bgPr>
        <a:solidFill>
          <a:srgbClr val="EBEDFE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4" name="Google Shape;524;p4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5" name="Google Shape;525;p44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6" name="Google Shape;526;p44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7" name="Google Shape;527;p44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28" name="Google Shape;528;p44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29" name="Google Shape;529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0" name="Google Shape;530;p44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1" name="Google Shape;531;p44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32" name="Google Shape;532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3" name="Google Shape;533;p44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4" name="Google Shape;534;p44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35" name="Google Shape;535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6" name="Google Shape;536;p44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7" name="Google Shape;537;p44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38" name="Google Shape;538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9" name="Google Shape;539;p44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40" name="Google Shape;54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2" name="Google Shape;542;p44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4 CfU 4 options - pink">
  <p:cSld name="TITLE_AND_TWO_COLUMNS_1_1_8_1_1_1_1">
    <p:bg>
      <p:bgPr>
        <a:solidFill>
          <a:srgbClr val="FAEAF6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7" name="Google Shape;547;p4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8" name="Google Shape;548;p45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5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5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1" name="Google Shape;551;p45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52" name="Google Shape;552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" name="Google Shape;553;p45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4" name="Google Shape;554;p45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55" name="Google Shape;555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5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5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58" name="Google Shape;558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5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5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61" name="Google Shape;561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5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63" name="Google Shape;56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5" name="Google Shape;565;p45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5 CfU 4 options - orange">
  <p:cSld name="TITLE_AND_TWO_COLUMNS_1_1_8_1_1_2">
    <p:bg>
      <p:bgPr>
        <a:solidFill>
          <a:srgbClr val="FFEFE4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8" name="Google Shape;568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1" name="Google Shape;571;p46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6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6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4" name="Google Shape;574;p46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75" name="Google Shape;575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6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6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78" name="Google Shape;578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6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6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81" name="Google Shape;581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6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6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84" name="Google Shape;584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6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86" name="Google Shape;58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6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CfU blank - purple ">
  <p:cSld name="TITLE_AND_TWO_COLUMNS_1_1_6_2">
    <p:bg>
      <p:bgPr>
        <a:solidFill>
          <a:srgbClr val="F3EEFB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93" name="Google Shape;59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CfU blank - jade ">
  <p:cSld name="TITLE_AND_TWO_COLUMNS_1_1_6_2_3_1">
    <p:bg>
      <p:bgPr>
        <a:solidFill>
          <a:srgbClr val="E6F2F2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00" name="Google Shape;60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2" name="Google Shape;602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CfU blank - blue ">
  <p:cSld name="TITLE_AND_TWO_COLUMNS_1_1_6_3">
    <p:bg>
      <p:bgPr>
        <a:solidFill>
          <a:srgbClr val="EBEDFE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07" name="Google Shape;60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4 CfU blank - pink ">
  <p:cSld name="TITLE_AND_TWO_COLUMNS_1_1_6_2_3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5 CfU blank - orange">
  <p:cSld name="TITLE_AND_TWO_COLUMNS_1_1_6_2_3_2">
    <p:bg>
      <p:bgPr>
        <a:solidFill>
          <a:srgbClr val="FFEFE4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9" name="Google Shape;619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1" name="Google Shape;62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28" name="Google Shape;628;p52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9" name="Google Shape;629;p52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30" name="Google Shape;630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31" name="Google Shape;63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7" name="Google Shape;637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8" name="Google Shape;638;p53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3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40" name="Google Shape;640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41" name="Google Shape;64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3 Practice - blue ">
  <p:cSld name="TITLE_AND_TWO_COLUMNS_1_1_5_1_3_1_2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6" name="Google Shape;646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54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54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49" name="Google Shape;64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0" name="Google Shape;65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4 Practice - pink">
  <p:cSld name="TITLE_AND_TWO_COLUMNS_1_1_5_1_3_1_1_1_1_1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5" name="Google Shape;655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55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5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58" name="Google Shape;658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9" name="Google Shape;65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5 Practice - orange">
  <p:cSld name="TITLE_AND_TWO_COLUMNS_1_1_5_1_3_1_1_1_2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2" name="Google Shape;662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6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6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67" name="Google Shape;667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8" name="Google Shape;66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3" name="Google Shape;673;p57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7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75" name="Google Shape;675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6" name="Google Shape;67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Google Shape;679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5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2" name="Google Shape;682;p58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3" name="Google Shape;683;p58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84" name="Google Shape;684;p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5" name="Google Shape;68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86" name="Google Shape;68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3 Feedback - blue">
  <p:cSld name="TITLE_AND_TWO_COLUMNS_1_1_5_1_3_1_2_1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5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1" name="Google Shape;691;p59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2" name="Google Shape;692;p59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93" name="Google Shape;693;p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4" name="Google Shape;694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5" name="Google Shape;69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4 Feedback - pink">
  <p:cSld name="TITLE_AND_TWO_COLUMNS_1_1_5_1_3_1_1_1_1_1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6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60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60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02" name="Google Shape;702;p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5 Feedback - orange">
  <p:cSld name="TITLE_AND_TWO_COLUMNS_1_1_5_1_3_1_1_1_2_1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7" name="Google Shape;707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61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61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11" name="Google Shape;711;p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2" name="Google Shape;712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3" name="Google Shape;71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6" name="Google Shape;716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62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8" name="Google Shape;718;p62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9" name="Google Shape;719;p6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63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4"/>
          <p:cNvSpPr/>
          <p:nvPr/>
        </p:nvSpPr>
        <p:spPr>
          <a:xfrm>
            <a:off x="357653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6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64"/>
          <p:cNvSpPr/>
          <p:nvPr/>
        </p:nvSpPr>
        <p:spPr>
          <a:xfrm>
            <a:off x="6917865" y="715950"/>
            <a:ext cx="1753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64"/>
          <p:cNvSpPr/>
          <p:nvPr/>
        </p:nvSpPr>
        <p:spPr>
          <a:xfrm>
            <a:off x="7049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8" name="Google Shape;728;p64"/>
          <p:cNvSpPr/>
          <p:nvPr/>
        </p:nvSpPr>
        <p:spPr>
          <a:xfrm>
            <a:off x="5980287" y="4113257"/>
            <a:ext cx="15792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Speech bubble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64"/>
          <p:cNvSpPr/>
          <p:nvPr/>
        </p:nvSpPr>
        <p:spPr>
          <a:xfrm>
            <a:off x="705003" y="1990659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64"/>
          <p:cNvSpPr/>
          <p:nvPr/>
        </p:nvSpPr>
        <p:spPr>
          <a:xfrm>
            <a:off x="2960816" y="1996197"/>
            <a:ext cx="1579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6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9" name="Google Shape;739;p66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40" name="Google Shape;74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6" name="Google Shape;746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67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48" name="Google Shape;74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50" name="Google Shape;750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2" name="Google Shape;752;p6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5" name="Google Shape;755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68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7" name="Google Shape;757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2" name="Google Shape;762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69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4" name="Google Shape;76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66" name="Google Shape;766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67" name="Google Shape;767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8" name="Google Shape;768;p69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69" name="Google Shape;769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70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77" name="Google Shape;777;p70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0" name="Google Shape;780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71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2" name="Google Shape;782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4" name="Google Shape;784;p71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5" name="Google Shape;785;p7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6" name="Google Shape;786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7" name="Google Shape;787;p71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8" name="Google Shape;788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3" name="Google Shape;793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72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5" name="Google Shape;795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" name="Google Shape;798;p7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0" name="Google Shape;800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2" name="Google Shape;80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04" name="Google Shape;804;p7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5" name="Google Shape;805;p7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73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7" name="Google Shape;807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4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5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6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6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6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6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6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6" name="Google Shape;826;p76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27" name="Google Shape;827;p7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28" name="Google Shape;828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29" name="Google Shape;829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30" name="Google Shape;830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31" name="Google Shape;831;p76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5" name="Google Shape;835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77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8" name="Google Shape;838;p77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9" name="Google Shape;839;p77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2" name="Google Shape;842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78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5" name="Google Shape;845;p78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6" name="Google Shape;846;p78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9" name="Google Shape;849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9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9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2" name="Google Shape;852;p79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9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80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9" name="Google Shape;859;p80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80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80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5" name="Google Shape;865;p8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81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7" name="Google Shape;867;p81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8" name="Google Shape;868;p81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9" name="Google Shape;869;p81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81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8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4" name="Google Shape;874;p8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82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82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82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78" name="Google Shape;878;p82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79" name="Google Shape;879;p82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8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3" name="Google Shape;883;p83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83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83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6" name="Google Shape;886;p83"/>
          <p:cNvCxnSpPr>
            <a:endCxn id="88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88" name="Google Shape;888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3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0" name="Google Shape;890;p83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87" name="Google Shape;887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83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8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5" name="Google Shape;895;p8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4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8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1" name="Google Shape;901;p84"/>
          <p:cNvCxnSpPr>
            <a:endCxn id="90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2" name="Google Shape;902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4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5" name="Google Shape;905;p84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6" name="Google Shape;906;p84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7" name="Google Shape;907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8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9" name="Google Shape;909;p84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8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84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85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5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85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5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1" name="Google Shape;921;p85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2" name="Google Shape;922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8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5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6" name="Google Shape;926;p85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7" name="Google Shape;927;p85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8" name="Google Shape;928;p85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9" name="Google Shape;929;p8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85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1" name="Google Shape;931;p85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85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85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5" name="Google Shape;935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6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38" name="Google Shape;93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39" name="Google Shape;93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oogle Shape;942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5" name="Google Shape;945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7" name="Google Shape;94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9" name="Google Shape;949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2" name="Google Shape;952;p8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4" name="Google Shape;95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6" name="Google Shape;956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8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9" name="Google Shape;959;p8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1" name="Google Shape;961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4" name="Google Shape;964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7" name="Google Shape;967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8" name="Google Shape;968;p90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69" name="Google Shape;969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70" name="Google Shape;970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2" name="Google Shape;972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73" name="Google Shape;973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9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7" name="Google Shape;977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1" name="Google Shape;98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2" name="Google Shape;982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3" name="Google Shape;983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4" name="Google Shape;984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5" name="Google Shape;985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6" name="Google Shape;986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92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0" name="Google Shape;99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9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9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4" name="Google Shape;99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5" name="Google Shape;995;p9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6" name="Google Shape;996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7" name="Google Shape;997;p9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8" name="Google Shape;998;p9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9" name="Google Shape;999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0" name="Google Shape;1000;p9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9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3" name="Google Shape;100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9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9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9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7" name="Google Shape;100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8" name="Google Shape;1008;p9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9" name="Google Shape;1009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0" name="Google Shape;1010;p9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1" name="Google Shape;1011;p9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2" name="Google Shape;1012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9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5" name="Google Shape;1015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94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3" name="Google Shape;1023;p9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4" name="Google Shape;1024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25" name="Google Shape;1025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6" name="Google Shape;102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8" name="Google Shape;1028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1" name="Google Shape;1031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32" name="Google Shape;1032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3" name="Google Shape;103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4" name="Google Shape;1034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35" name="Google Shape;1035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6" name="Google Shape;1036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Google Shape;1038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4" name="Google Shape;1044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45" name="Google Shape;1045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8" name="Google Shape;1048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9" name="Google Shape;1049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50" name="Google Shape;1050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1" name="Google Shape;105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4" name="Google Shape;105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56" name="Google Shape;1056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1061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9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9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9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9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7" name="Google Shape;1067;p9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8" name="Google Shape;1068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1" name="Google Shape;1071;p9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2" name="Google Shape;1072;p9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73" name="Google Shape;1073;p9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74" name="Google Shape;107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5" name="Google Shape;107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6" name="Google Shape;1076;p9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77" name="Google Shape;107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8" name="Google Shape;107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9" name="Google Shape;1079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4" name="Google Shape;1084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9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9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9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9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97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0" name="Google Shape;1090;p9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91" name="Google Shape;1091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4" name="Google Shape;1094;p9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5" name="Google Shape;1095;p9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96" name="Google Shape;1096;p9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97" name="Google Shape;109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8" name="Google Shape;109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9" name="Google Shape;1099;p9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00" name="Google Shape;110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1" name="Google Shape;110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02" name="Google Shape;1102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Google Shape;1107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0" name="Google Shape;1110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3" name="Google Shape;1113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4" name="Google Shape;1114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5" name="Google Shape;1115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6" name="Google Shape;1116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17" name="Google Shape;111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8" name="Google Shape;111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9" name="Google Shape;1119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20" name="Google Shape;1120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1" name="Google Shape;1121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2" name="Google Shape;1122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23" name="Google Shape;1123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4" name="Google Shape;1124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9" name="Google Shape;1129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2" name="Google Shape;1132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3" name="Google Shape;1133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4" name="Google Shape;1134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5" name="Google Shape;1135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6" name="Google Shape;113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8" name="Google Shape;1138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9" name="Google Shape;113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1" name="Google Shape;1141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42" name="Google Shape;114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3" name="Google Shape;114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5" name="Google Shape;1145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8" name="Google Shape;1148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1" name="Google Shape;1151;p10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2" name="Google Shape;1152;p10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3" name="Google Shape;1153;p10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4" name="Google Shape;1154;p10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5" name="Google Shape;115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10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8" name="Google Shape;115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10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1" name="Google Shape;116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0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7" name="Google Shape;1167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0" name="Google Shape;1170;p10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1" name="Google Shape;1171;p10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2" name="Google Shape;1172;p10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3" name="Google Shape;1173;p10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4" name="Google Shape;117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6" name="Google Shape;1176;p10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7" name="Google Shape;1177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8" name="Google Shape;117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9" name="Google Shape;1179;p10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0" name="Google Shape;1180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1" name="Google Shape;118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6" name="Google Shape;118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9" name="Google Shape;1189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0" name="Google Shape;1190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1" name="Google Shape;1191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2" name="Google Shape;1192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93" name="Google Shape;1193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94" name="Google Shape;119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5" name="Google Shape;119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6" name="Google Shape;1196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97" name="Google Shape;119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8" name="Google Shape;119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9" name="Google Shape;1199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00" name="Google Shape;120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1" name="Google Shape;120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2" name="Google Shape;1202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03" name="Google Shape;1203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4" name="Google Shape;120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9" name="Google Shape;120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2" name="Google Shape;1212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3" name="Google Shape;1213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4" name="Google Shape;1214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5" name="Google Shape;1215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16" name="Google Shape;1216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17" name="Google Shape;121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8" name="Google Shape;121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9" name="Google Shape;1219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20" name="Google Shape;122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1" name="Google Shape;122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2" name="Google Shape;1222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23" name="Google Shape;122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4" name="Google Shape;122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5" name="Google Shape;1225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26" name="Google Shape;122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7" name="Google Shape;122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" name="Google Shape;1229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0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32" name="Google Shape;1232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5" name="Google Shape;1235;p10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6" name="Google Shape;1236;p10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7" name="Google Shape;1237;p10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8" name="Google Shape;1238;p10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9" name="Google Shape;1239;p10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40" name="Google Shape;1240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1" name="Google Shape;124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2" name="Google Shape;1242;p10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43" name="Google Shape;1243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4" name="Google Shape;1244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5" name="Google Shape;1245;p10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46" name="Google Shape;124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7" name="Google Shape;124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8" name="Google Shape;1248;p10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9" name="Google Shape;124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0" name="Google Shape;125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2" name="Google Shape;1252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10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10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55" name="Google Shape;1255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8" name="Google Shape;1258;p10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9" name="Google Shape;1259;p10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0" name="Google Shape;1260;p10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1" name="Google Shape;1261;p10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62" name="Google Shape;1262;p10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63" name="Google Shape;126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4" name="Google Shape;126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5" name="Google Shape;1265;p10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66" name="Google Shape;126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7" name="Google Shape;126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8" name="Google Shape;1268;p10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9" name="Google Shape;1269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0" name="Google Shape;127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1" name="Google Shape;1271;p10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72" name="Google Shape;1272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3" name="Google Shape;1273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5" name="Google Shape;1275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8" name="Google Shape;1278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1" name="Google Shape;1281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82" name="Google Shape;1282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83" name="Google Shape;1283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84" name="Google Shape;1284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85" name="Google Shape;128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6" name="Google Shape;128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7" name="Google Shape;1287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88" name="Google Shape;1288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9" name="Google Shape;1289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0" name="Google Shape;1290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91" name="Google Shape;1291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2" name="Google Shape;1292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Google Shape;1294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7" name="Google Shape;1297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0" name="Google Shape;1300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1" name="Google Shape;1301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2" name="Google Shape;1302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03" name="Google Shape;1303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4" name="Google Shape;130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5" name="Google Shape;130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6" name="Google Shape;1306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7" name="Google Shape;1307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9" name="Google Shape;1309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0" name="Google Shape;1310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1" name="Google Shape;1311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1313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6" name="Google Shape;1316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10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9" name="Google Shape;1319;p10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0" name="Google Shape;1320;p10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1" name="Google Shape;1321;p10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22" name="Google Shape;1322;p10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3" name="Google Shape;1323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4" name="Google Shape;1324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5" name="Google Shape;1325;p10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6" name="Google Shape;1326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7" name="Google Shape;1327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8" name="Google Shape;1328;p10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9" name="Google Shape;1329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0" name="Google Shape;1330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" name="Google Shape;1332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10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0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5" name="Google Shape;1335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10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8" name="Google Shape;1338;p109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09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0" name="Google Shape;1340;p109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41" name="Google Shape;1341;p10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2" name="Google Shape;1342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3" name="Google Shape;1343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4" name="Google Shape;1344;p10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5" name="Google Shape;1345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6" name="Google Shape;1346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7" name="Google Shape;1347;p10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8" name="Google Shape;1348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9" name="Google Shape;1349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54" name="Google Shape;1354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8" name="Google Shape;1358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1" name="Google Shape;1361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5" name="Google Shape;1365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8" name="Google Shape;1368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5" name="Google Shape;1375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1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9" name="Google Shape;1379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2" name="Google Shape;1382;p114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84" name="Google Shape;1384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0" name="Google Shape;1390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15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3" name="Google Shape;1393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8" name="Google Shape;1398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16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1" name="Google Shape;1401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7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9" name="Google Shape;1409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" name="Google Shape;1411;p1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8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6" name="Google Shape;1416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Google Shape;1419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2" name="Google Shape;1422;p119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4" name="Google Shape;1424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25" name="Google Shape;1425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2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2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20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2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2" name="Google Shape;1432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3" name="Google Shape;1433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" name="Google Shape;1435;p1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2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21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2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0" name="Google Shape;1440;p12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1" name="Google Shape;1441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122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4" name="Google Shape;1444;p12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12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2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22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123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0" name="Google Shape;1450;p12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2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2" name="Google Shape;1452;p123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123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5" name="Google Shape;1455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24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25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25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125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25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25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25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125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25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125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8" name="Google Shape;1468;p1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126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127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7" name="Google Shape;1477;p12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129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9" name="Google Shape;1479;p12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1482" name="Google Shape;1482;p12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83" name="Google Shape;1483;p1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4" name="Google Shape;1484;p12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85" name="Google Shape;1485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6" name="Google Shape;1486;p1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Google Shape;1488;p13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9" name="Google Shape;1489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13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1" name="Google Shape;1491;p13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2" name="Google Shape;1492;p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13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13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6" name="Google Shape;1496;p13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7" name="Google Shape;1497;p13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8" name="Google Shape;1498;p13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9" name="Google Shape;1499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0" name="Google Shape;1500;p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13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13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4" name="Google Shape;1504;p13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5" name="Google Shape;1505;p13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6" name="Google Shape;1506;p13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07" name="Google Shape;1507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8" name="Google Shape;1508;p13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09" name="Google Shape;1509;p1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0" name="Google Shape;1510;p13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11" name="Google Shape;1511;p1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1512" name="Google Shape;1512;p13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13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" name="Google Shape;1515;p13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13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7" name="Google Shape;1517;p13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18" name="Google Shape;1518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9" name="Google Shape;1519;p13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20" name="Google Shape;1520;p1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1" name="Google Shape;1521;p13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22" name="Google Shape;1522;p13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13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24" name="Google Shape;1524;p1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567499" y="723791"/>
            <a:ext cx="2520000" cy="2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oking and nutrition" showMasterSp="0">
  <p:cSld name="Title Slide 2_1_1_1_1_1_1_1_1_1_1_3_1">
    <p:bg>
      <p:bgPr>
        <a:solidFill>
          <a:srgbClr val="BEF2BD"/>
        </a:solidFill>
      </p:bgPr>
    </p:bg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6" name="Google Shape;1526;p13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563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7" name="Google Shape;1527;p13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8" name="Google Shape;1528;p134"/>
          <p:cNvSpPr txBox="1"/>
          <p:nvPr/>
        </p:nvSpPr>
        <p:spPr>
          <a:xfrm>
            <a:off x="323850" y="3781525"/>
            <a:ext cx="3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Cooking and nutrition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9" name="Google Shape;1529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0" name="Google Shape;1530;p13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31" name="Google Shape;1531;p1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2" name="Google Shape;1532;p13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3" name="Google Shape;1533;p13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13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35" name="Google Shape;1535;p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95">
            <a:off x="6646318" y="1007366"/>
            <a:ext cx="2202009" cy="179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" name="Google Shape;1537;p13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13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9" name="Google Shape;1539;p135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40" name="Google Shape;1540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1" name="Google Shape;1541;p13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42" name="Google Shape;1542;p1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3" name="Google Shape;1543;p13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44" name="Google Shape;1544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1545" name="Google Shape;1545;p13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13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8" name="Google Shape;1548;p13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49" name="Google Shape;1549;p13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136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51" name="Google Shape;1551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2" name="Google Shape;1552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3" name="Google Shape;1553;p13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13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" name="Google Shape;1556;p13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13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8" name="Google Shape;1558;p13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9" name="Google Shape;1559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0" name="Google Shape;1560;p13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61" name="Google Shape;1561;p1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2" name="Google Shape;1562;p13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63" name="Google Shape;1563;p13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13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65" name="Google Shape;1565;p1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657352" y="759276"/>
            <a:ext cx="2315647" cy="231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7" name="Google Shape;1567;p13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8" name="Google Shape;1568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69" name="Google Shape;1569;p13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0" name="Google Shape;1570;p13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1" name="Google Shape;1571;p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13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13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5" name="Google Shape;1575;p13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13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7" name="Google Shape;1577;p13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8" name="Google Shape;1578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9" name="Google Shape;1579;p13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80" name="Google Shape;1580;p1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1" name="Google Shape;1581;p13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82" name="Google Shape;1582;p13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13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84" name="Google Shape;1584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9998">
            <a:off x="6679063" y="775065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6" name="Google Shape;1586;p14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14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8" name="Google Shape;1588;p14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9" name="Google Shape;1589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0" name="Google Shape;1590;p14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91" name="Google Shape;1591;p1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2" name="Google Shape;1592;p140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93" name="Google Shape;1593;p14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4" name="Google Shape;1594;p14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14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" name="Google Shape;1597;p1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98" name="Google Shape;1598;p14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9" name="Google Shape;1599;p14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0" name="Google Shape;1600;p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p141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2" name="Google Shape;1602;p14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14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5" name="Google Shape;1605;p1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p14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7" name="Google Shape;1607;p14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8" name="Google Shape;1608;p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9" name="Google Shape;1609;p142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0" name="Google Shape;1610;p14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14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3" name="Google Shape;1613;p14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14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15" name="Google Shape;1615;p143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6" name="Google Shape;1616;p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7" name="Google Shape;1617;p14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18" name="Google Shape;1618;p1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9" name="Google Shape;1619;p14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20" name="Google Shape;1620;p14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14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22" name="Google Shape;1622;p1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4" name="Google Shape;1624;p14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14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6" name="Google Shape;1626;p14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7" name="Google Shape;1627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8" name="Google Shape;1628;p14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29" name="Google Shape;1629;p1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0" name="Google Shape;1630;p144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31" name="Google Shape;1631;p14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2" name="Google Shape;1632;p14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4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5" name="Google Shape;1635;p14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6" name="Google Shape;1636;p14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37" name="Google Shape;1637;p145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8" name="Google Shape;1638;p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9" name="Google Shape;1639;p14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40" name="Google Shape;1640;p1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1" name="Google Shape;1641;p14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42" name="Google Shape;1642;p1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43" name="Google Shape;1643;p14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14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6" name="Google Shape;1646;p14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7" name="Google Shape;1647;p14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8" name="Google Shape;1648;p146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9" name="Google Shape;1649;p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0" name="Google Shape;1650;p14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51" name="Google Shape;1651;p1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2" name="Google Shape;1652;p14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53" name="Google Shape;1653;p1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54" name="Google Shape;1654;p14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5" name="Google Shape;1655;p14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7" name="Google Shape;1657;p14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8" name="Google Shape;1658;p14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9" name="Google Shape;1659;p147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0" name="Google Shape;1660;p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1" name="Google Shape;1661;p14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62" name="Google Shape;1662;p1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3" name="Google Shape;1663;p14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64" name="Google Shape;1664;p1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14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4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4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9" name="Google Shape;1669;p14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0" name="Google Shape;1670;p1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1" name="Google Shape;1671;p14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2" name="Google Shape;1672;p14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73" name="Google Shape;1673;p1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4" name="Google Shape;1674;p14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75" name="Google Shape;1675;p14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76" name="Google Shape;1676;p14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14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" name="Google Shape;1679;p14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0" name="Google Shape;1680;p14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1" name="Google Shape;1681;p14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2" name="Google Shape;1682;p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3" name="Google Shape;1683;p14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84" name="Google Shape;1684;p1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5" name="Google Shape;1685;p14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6" name="Google Shape;1686;p14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14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88" name="Google Shape;1688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1">
            <a:off x="6638540" y="856133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0" name="Google Shape;1690;p1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91" name="Google Shape;1691;p150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150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151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151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151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151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151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151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0" name="Google Shape;1700;p151"/>
          <p:cNvPicPr preferRelativeResize="0"/>
          <p:nvPr/>
        </p:nvPicPr>
        <p:blipFill rotWithShape="1">
          <a:blip r:embed="rId2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1" name="Google Shape;1701;p151"/>
          <p:cNvPicPr preferRelativeResize="0"/>
          <p:nvPr/>
        </p:nvPicPr>
        <p:blipFill rotWithShape="1">
          <a:blip r:embed="rId2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2" name="Google Shape;1702;p151"/>
          <p:cNvPicPr preferRelativeResize="0"/>
          <p:nvPr/>
        </p:nvPicPr>
        <p:blipFill rotWithShape="1">
          <a:blip r:embed="rId2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3" name="Google Shape;1703;p151"/>
          <p:cNvPicPr preferRelativeResize="0"/>
          <p:nvPr/>
        </p:nvPicPr>
        <p:blipFill rotWithShape="1">
          <a:blip r:embed="rId2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151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151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6" name="Google Shape;1706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13" y="1948533"/>
            <a:ext cx="2067960" cy="1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7" name="Google Shape;1707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125" y="1828475"/>
            <a:ext cx="1738025" cy="143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9" name="Google Shape;1709;p152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710" name="Google Shape;1710;p152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11" name="Google Shape;1711;p152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2" name="Google Shape;1712;p15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152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4" name="Google Shape;1714;p152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5" name="Google Shape;1715;p152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6" name="Google Shape;1716;p152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7" name="Google Shape;1717;p152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8" name="Google Shape;1718;p152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9" name="Google Shape;1719;p152"/>
          <p:cNvSpPr txBox="1"/>
          <p:nvPr>
            <p:ph idx="7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1" name="Google Shape;1721;p153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722" name="Google Shape;1722;p153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23" name="Google Shape;1723;p153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4" name="Google Shape;1724;p15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15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6" name="Google Shape;1726;p15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7" name="Google Shape;1727;p153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8" name="Google Shape;1728;p153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9" name="Google Shape;1729;p153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30" name="Google Shape;1730;p153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31" name="Google Shape;1731;p153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32" name="Google Shape;1732;p153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33" name="Google Shape;1733;p153"/>
          <p:cNvSpPr txBox="1"/>
          <p:nvPr>
            <p:ph idx="9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5" name="Google Shape;1735;p154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736" name="Google Shape;1736;p154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37" name="Google Shape;1737;p154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8" name="Google Shape;1738;p15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15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0" name="Google Shape;1740;p15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1" name="Google Shape;1741;p154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2" name="Google Shape;1742;p154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3" name="Google Shape;1743;p154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4" name="Google Shape;1744;p154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5" name="Google Shape;1745;p154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6" name="Google Shape;1746;p154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7" name="Google Shape;1747;p154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8" name="Google Shape;1748;p154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9" name="Google Shape;1749;p154"/>
          <p:cNvSpPr txBox="1"/>
          <p:nvPr>
            <p:ph idx="14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1" name="Google Shape;1751;p155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752" name="Google Shape;1752;p155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53" name="Google Shape;1753;p155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4" name="Google Shape;1754;p15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15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56" name="Google Shape;1756;p15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57" name="Google Shape;1757;p155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58" name="Google Shape;1758;p155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59" name="Google Shape;1759;p155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" name="Google Shape;1761;p156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2" name="Google Shape;1762;p156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3" name="Google Shape;1763;p156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4" name="Google Shape;1764;p156"/>
          <p:cNvCxnSpPr>
            <a:endCxn id="1765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6" name="Google Shape;1766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156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65" name="Google Shape;1765;p1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8" name="Google Shape;1768;p156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769" name="Google Shape;1769;p156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70" name="Google Shape;1770;p156"/>
            <p:cNvPicPr preferRelativeResize="0"/>
            <p:nvPr/>
          </p:nvPicPr>
          <p:blipFill rotWithShape="1">
            <a:blip r:embed="rId7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71" name="Google Shape;1771;p156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156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773" name="Google Shape;1773;p156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5" name="Google Shape;1775;p157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6" name="Google Shape;1776;p1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7" name="Google Shape;1777;p157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8" name="Google Shape;1778;p1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157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0" name="Google Shape;1780;p1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1" name="Google Shape;1781;p157"/>
          <p:cNvCxnSpPr>
            <a:endCxn id="178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82" name="Google Shape;1782;p1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3" name="Google Shape;1783;p1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4" name="Google Shape;1784;p1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5" name="Google Shape;1785;p157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786" name="Google Shape;1786;p157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87" name="Google Shape;1787;p157"/>
            <p:cNvPicPr preferRelativeResize="0"/>
            <p:nvPr/>
          </p:nvPicPr>
          <p:blipFill rotWithShape="1">
            <a:blip r:embed="rId9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8" name="Google Shape;1788;p15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157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790" name="Google Shape;1790;p157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1" name="Google Shape;1791;p157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2" name="Google Shape;1792;p157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4" name="Google Shape;1794;p15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5" name="Google Shape;1795;p15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6" name="Google Shape;1796;p158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7" name="Google Shape;1797;p15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8" name="Google Shape;1798;p15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9" name="Google Shape;1799;p15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0" name="Google Shape;1800;p158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1" name="Google Shape;1801;p15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2" name="Google Shape;1802;p158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03" name="Google Shape;1803;p1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4" name="Google Shape;1804;p1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5" name="Google Shape;1805;p1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6" name="Google Shape;1806;p15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7" name="Google Shape;1807;p158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808" name="Google Shape;1808;p158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09" name="Google Shape;1809;p158"/>
            <p:cNvPicPr preferRelativeResize="0"/>
            <p:nvPr/>
          </p:nvPicPr>
          <p:blipFill rotWithShape="1">
            <a:blip r:embed="rId11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0" name="Google Shape;1810;p15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1" name="Google Shape;1811;p158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812" name="Google Shape;1812;p158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13" name="Google Shape;1813;p158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14" name="Google Shape;1814;p158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15" name="Google Shape;1815;p158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7" name="Google Shape;1817;p159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1818" name="Google Shape;1818;p15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9" name="Google Shape;1819;p159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0" name="Google Shape;1820;p15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821" name="Google Shape;1821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2" name="Google Shape;1822;p15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3" name="Google Shape;1823;p159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4" name="Google Shape;1824;p15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6" name="Google Shape;1826;p160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1827" name="Google Shape;1827;p160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8" name="Google Shape;1828;p160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9" name="Google Shape;1829;p16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0" name="Google Shape;1830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1" name="Google Shape;1831;p160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2" name="Google Shape;1832;p16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33" name="Google Shape;1833;p16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5" name="Google Shape;1835;p1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36" name="Google Shape;1836;p1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16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8" name="Google Shape;1838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9" name="Google Shape;1839;p161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0" name="Google Shape;1840;p16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41" name="Google Shape;1841;p16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" name="Google Shape;1843;p1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4" name="Google Shape;1844;p1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16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6" name="Google Shape;1846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7" name="Google Shape;1847;p16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8" name="Google Shape;1848;p16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49" name="Google Shape;1849;p16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16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2" name="Google Shape;1852;p1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163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55" name="Google Shape;1855;p16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56" name="Google Shape;1856;p16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857" name="Google Shape;1857;p1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8" name="Google Shape;1858;p16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9" name="Google Shape;1859;p16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860" name="Google Shape;1860;p1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1" name="Google Shape;1861;p16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2" name="Google Shape;1862;p16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3" name="Google Shape;1863;p163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64" name="Google Shape;1864;p163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16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7" name="Google Shape;1867;p1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68" name="Google Shape;1868;p1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164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70" name="Google Shape;1870;p16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871" name="Google Shape;1871;p1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2" name="Google Shape;1872;p16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3" name="Google Shape;1873;p16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874" name="Google Shape;1874;p1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5" name="Google Shape;1875;p16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76" name="Google Shape;1876;p164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7" name="Google Shape;1877;p164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78" name="Google Shape;1878;p164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9" name="Google Shape;1879;p164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165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2" name="Google Shape;1882;p1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83" name="Google Shape;1883;p1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165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85" name="Google Shape;1885;p16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886" name="Google Shape;1886;p1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7" name="Google Shape;1887;p16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8" name="Google Shape;1888;p16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889" name="Google Shape;1889;p1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0" name="Google Shape;1890;p16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1" name="Google Shape;1891;p165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92" name="Google Shape;1892;p165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93" name="Google Shape;1893;p165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4" name="Google Shape;1894;p165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16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7" name="Google Shape;1897;p1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98" name="Google Shape;1898;p16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166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00" name="Google Shape;1900;p16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901" name="Google Shape;1901;p1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2" name="Google Shape;1902;p16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3" name="Google Shape;1903;p16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904" name="Google Shape;1904;p1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5" name="Google Shape;1905;p16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06" name="Google Shape;1906;p166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07" name="Google Shape;1907;p166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8" name="Google Shape;1908;p166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09" name="Google Shape;1909;p166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1" name="Google Shape;1911;p1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2" name="Google Shape;1912;p1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3" name="Google Shape;1913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6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167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6" name="Google Shape;1916;p167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7" name="Google Shape;1917;p167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18" name="Google Shape;1918;p167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19" name="Google Shape;1919;p16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920" name="Google Shape;1920;p167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67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2" name="Google Shape;1922;p1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3" name="Google Shape;1923;p1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6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5" name="Google Shape;1925;p167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7" name="Google Shape;1927;p16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28" name="Google Shape;1928;p16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9" name="Google Shape;1929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0" name="Google Shape;1930;p16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1" name="Google Shape;1931;p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2" name="Google Shape;1932;p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3" name="Google Shape;1933;p168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4" name="Google Shape;1934;p168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168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36" name="Google Shape;1936;p168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37" name="Google Shape;1937;p16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938" name="Google Shape;1938;p168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9" name="Google Shape;1939;p168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0" name="Google Shape;1940;p16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1" name="Google Shape;1941;p168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6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6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5" name="Google Shape;1945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6" name="Google Shape;1946;p1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7" name="Google Shape;1947;p1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8" name="Google Shape;1948;p1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9" name="Google Shape;1949;p16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16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1" name="Google Shape;1951;p16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2" name="Google Shape;1952;p169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3" name="Google Shape;1953;p16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954" name="Google Shape;1954;p16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5" name="Google Shape;1955;p16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16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57" name="Google Shape;1957;p169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17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60" name="Google Shape;1960;p17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1" name="Google Shape;1961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2" name="Google Shape;1962;p17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3" name="Google Shape;1963;p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4" name="Google Shape;1964;p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5" name="Google Shape;1965;p17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6" name="Google Shape;1966;p17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17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68" name="Google Shape;1968;p170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69" name="Google Shape;1969;p17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970" name="Google Shape;1970;p17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1" name="Google Shape;1971;p17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2" name="Google Shape;1972;p17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3" name="Google Shape;1973;p170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5" name="Google Shape;1975;p1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76" name="Google Shape;1976;p17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171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78" name="Google Shape;1978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7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17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81" name="Google Shape;1981;p171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82" name="Google Shape;1982;p171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83" name="Google Shape;1983;p17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984" name="Google Shape;1984;p1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5" name="Google Shape;1985;p1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6" name="Google Shape;1986;p17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987" name="Google Shape;1987;p1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8" name="Google Shape;1988;p1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9" name="Google Shape;1989;p17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990" name="Google Shape;1990;p1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1" name="Google Shape;1991;p1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92" name="Google Shape;1992;p171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93" name="Google Shape;1993;p171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5" name="Google Shape;1995;p17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6" name="Google Shape;1996;p17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7" name="Google Shape;1997;p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17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17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00" name="Google Shape;2000;p172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01" name="Google Shape;2001;p172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02" name="Google Shape;2002;p17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003" name="Google Shape;2003;p1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4" name="Google Shape;2004;p1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5" name="Google Shape;2005;p17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006" name="Google Shape;2006;p1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7" name="Google Shape;2007;p1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8" name="Google Shape;2008;p17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009" name="Google Shape;2009;p1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0" name="Google Shape;2010;p1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11" name="Google Shape;2011;p17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2" name="Google Shape;2012;p172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3" name="Google Shape;2013;p172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5" name="Google Shape;2015;p17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16" name="Google Shape;2016;p17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7" name="Google Shape;2017;p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8" name="Google Shape;2018;p17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17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20" name="Google Shape;2020;p173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21" name="Google Shape;2021;p173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22" name="Google Shape;2022;p17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023" name="Google Shape;2023;p1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4" name="Google Shape;2024;p1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5" name="Google Shape;2025;p17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026" name="Google Shape;2026;p1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7" name="Google Shape;2027;p1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8" name="Google Shape;2028;p17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029" name="Google Shape;2029;p1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0" name="Google Shape;2030;p1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31" name="Google Shape;2031;p17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2" name="Google Shape;2032;p173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3" name="Google Shape;2033;p173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5" name="Google Shape;2035;p17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6" name="Google Shape;2036;p1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7" name="Google Shape;2037;p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8" name="Google Shape;2038;p17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9" name="Google Shape;2039;p17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40" name="Google Shape;2040;p174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41" name="Google Shape;2041;p174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42" name="Google Shape;2042;p17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043" name="Google Shape;2043;p1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4" name="Google Shape;2044;p1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5" name="Google Shape;2045;p17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046" name="Google Shape;2046;p1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7" name="Google Shape;2047;p1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8" name="Google Shape;2048;p17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049" name="Google Shape;2049;p1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0" name="Google Shape;2050;p1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51" name="Google Shape;2051;p17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2" name="Google Shape;2052;p174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3" name="Google Shape;2053;p174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Google Shape;2055;p1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6" name="Google Shape;2056;p17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7" name="Google Shape;2057;p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8" name="Google Shape;2058;p17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9" name="Google Shape;2059;p17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60" name="Google Shape;2060;p175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61" name="Google Shape;2061;p175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62" name="Google Shape;2062;p175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63" name="Google Shape;2063;p17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064" name="Google Shape;2064;p1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5" name="Google Shape;2065;p1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66" name="Google Shape;2066;p17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067" name="Google Shape;2067;p1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8" name="Google Shape;2068;p1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69" name="Google Shape;2069;p17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070" name="Google Shape;2070;p1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1" name="Google Shape;2071;p1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72" name="Google Shape;2072;p17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073" name="Google Shape;2073;p1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4" name="Google Shape;2074;p1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75" name="Google Shape;2075;p17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6" name="Google Shape;2076;p175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7" name="Google Shape;2077;p175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9" name="Google Shape;2079;p17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80" name="Google Shape;2080;p17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81" name="Google Shape;2081;p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2" name="Google Shape;2082;p17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3" name="Google Shape;2083;p17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84" name="Google Shape;2084;p176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85" name="Google Shape;2085;p176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86" name="Google Shape;2086;p176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87" name="Google Shape;2087;p17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088" name="Google Shape;2088;p1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9" name="Google Shape;2089;p1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0" name="Google Shape;2090;p17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091" name="Google Shape;2091;p1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2" name="Google Shape;2092;p1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3" name="Google Shape;2093;p17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094" name="Google Shape;2094;p1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5" name="Google Shape;2095;p1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6" name="Google Shape;2096;p17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097" name="Google Shape;2097;p1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8" name="Google Shape;2098;p1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99" name="Google Shape;2099;p17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0" name="Google Shape;2100;p176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1" name="Google Shape;2101;p176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3" name="Google Shape;2103;p17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04" name="Google Shape;2104;p17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17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6" name="Google Shape;2106;p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7" name="Google Shape;2107;p17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8" name="Google Shape;2108;p17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09" name="Google Shape;2109;p177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10" name="Google Shape;2110;p177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11" name="Google Shape;2111;p177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112" name="Google Shape;2112;p17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113" name="Google Shape;2113;p1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4" name="Google Shape;2114;p1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5" name="Google Shape;2115;p17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116" name="Google Shape;2116;p1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7" name="Google Shape;2117;p1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8" name="Google Shape;2118;p17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119" name="Google Shape;2119;p1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0" name="Google Shape;2120;p1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1" name="Google Shape;2121;p17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122" name="Google Shape;2122;p1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3" name="Google Shape;2123;p1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24" name="Google Shape;2124;p177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25" name="Google Shape;2125;p177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7" name="Google Shape;2127;p17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28" name="Google Shape;2128;p1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17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0" name="Google Shape;2130;p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17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2" name="Google Shape;2132;p17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33" name="Google Shape;2133;p178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34" name="Google Shape;2134;p178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35" name="Google Shape;2135;p178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136" name="Google Shape;2136;p17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137" name="Google Shape;2137;p1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8" name="Google Shape;2138;p1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39" name="Google Shape;2139;p17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140" name="Google Shape;2140;p1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1" name="Google Shape;2141;p1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42" name="Google Shape;2142;p17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143" name="Google Shape;2143;p1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4" name="Google Shape;2144;p1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45" name="Google Shape;2145;p17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146" name="Google Shape;2146;p1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7" name="Google Shape;2147;p1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48" name="Google Shape;2148;p178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9" name="Google Shape;2149;p178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1" name="Google Shape;2151;p1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Google Shape;2152;p17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3" name="Google Shape;2153;p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4" name="Google Shape;2154;p17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5" name="Google Shape;2155;p179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56" name="Google Shape;2156;p179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57" name="Google Shape;2157;p179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58" name="Google Shape;2158;p17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159" name="Google Shape;2159;p1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0" name="Google Shape;2160;p1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1" name="Google Shape;2161;p17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162" name="Google Shape;2162;p1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3" name="Google Shape;2163;p1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4" name="Google Shape;2164;p17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165" name="Google Shape;2165;p1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6" name="Google Shape;2166;p1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67" name="Google Shape;2167;p17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8" name="Google Shape;2168;p179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9" name="Google Shape;2169;p179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1" name="Google Shape;2171;p18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2" name="Google Shape;2172;p18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3" name="Google Shape;2173;p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4" name="Google Shape;2174;p18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5" name="Google Shape;2175;p180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76" name="Google Shape;2176;p180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77" name="Google Shape;2177;p180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78" name="Google Shape;2178;p18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179" name="Google Shape;2179;p1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0" name="Google Shape;2180;p1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81" name="Google Shape;2181;p18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182" name="Google Shape;2182;p1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3" name="Google Shape;2183;p1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84" name="Google Shape;2184;p18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185" name="Google Shape;2185;p1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6" name="Google Shape;2186;p1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87" name="Google Shape;2187;p18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8" name="Google Shape;2188;p180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9" name="Google Shape;2189;p180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1" name="Google Shape;2191;p18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92" name="Google Shape;2192;p18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3" name="Google Shape;2193;p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18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5" name="Google Shape;2195;p181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96" name="Google Shape;2196;p181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97" name="Google Shape;2197;p181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98" name="Google Shape;2198;p18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199" name="Google Shape;2199;p1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0" name="Google Shape;2200;p1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01" name="Google Shape;2201;p18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202" name="Google Shape;2202;p1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3" name="Google Shape;2203;p1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04" name="Google Shape;2204;p18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205" name="Google Shape;2205;p1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6" name="Google Shape;2206;p1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07" name="Google Shape;2207;p18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8" name="Google Shape;2208;p181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9" name="Google Shape;2209;p181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1" name="Google Shape;2211;p18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2" name="Google Shape;2212;p1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3" name="Google Shape;2213;p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4" name="Google Shape;2214;p18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5" name="Google Shape;2215;p182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6" name="Google Shape;2216;p182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7" name="Google Shape;2217;p182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218" name="Google Shape;2218;p18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219" name="Google Shape;2219;p1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0" name="Google Shape;2220;p1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21" name="Google Shape;2221;p18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222" name="Google Shape;2222;p1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3" name="Google Shape;2223;p1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24" name="Google Shape;2224;p18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225" name="Google Shape;2225;p1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6" name="Google Shape;2226;p1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27" name="Google Shape;2227;p18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28" name="Google Shape;2228;p182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29" name="Google Shape;2229;p182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1" name="Google Shape;2231;p1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2" name="Google Shape;2232;p1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3" name="Google Shape;2233;p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4" name="Google Shape;2234;p18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5" name="Google Shape;2235;p18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36" name="Google Shape;2236;p18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7" name="Google Shape;2237;p18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9" name="Google Shape;2239;p1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1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1" name="Google Shape;2241;p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2" name="Google Shape;2242;p18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3" name="Google Shape;2243;p18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44" name="Google Shape;2244;p18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45" name="Google Shape;2245;p18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7" name="Google Shape;2247;p1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8" name="Google Shape;2248;p1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9" name="Google Shape;2249;p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0" name="Google Shape;2250;p18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1" name="Google Shape;2251;p18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52" name="Google Shape;2252;p18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53" name="Google Shape;2253;p18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5" name="Google Shape;2255;p1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56" name="Google Shape;2256;p1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7" name="Google Shape;2257;p18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258" name="Google Shape;2258;p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9" name="Google Shape;2259;p18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0" name="Google Shape;2260;p18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1" name="Google Shape;2261;p18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3" name="Google Shape;2263;p1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64" name="Google Shape;2264;p1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5" name="Google Shape;2265;p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6" name="Google Shape;2266;p18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7" name="Google Shape;2267;p18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8" name="Google Shape;2268;p187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9" name="Google Shape;2269;p18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70" name="Google Shape;2270;p18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2" name="Google Shape;2272;p1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3" name="Google Shape;2273;p1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18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5" name="Google Shape;2275;p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6" name="Google Shape;2276;p18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7" name="Google Shape;2277;p188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8" name="Google Shape;2278;p18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79" name="Google Shape;2279;p18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1" name="Google Shape;2281;p1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2" name="Google Shape;2282;p1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1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4" name="Google Shape;2284;p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5" name="Google Shape;2285;p18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6" name="Google Shape;2286;p189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7" name="Google Shape;2287;p18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88" name="Google Shape;2288;p18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0" name="Google Shape;2290;p1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91" name="Google Shape;2291;p1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1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3" name="Google Shape;2293;p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4" name="Google Shape;2294;p19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5" name="Google Shape;2295;p19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6" name="Google Shape;2296;p19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7" name="Google Shape;2297;p19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9" name="Google Shape;2299;p1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00" name="Google Shape;2300;p1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1" name="Google Shape;2301;p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2" name="Google Shape;2302;p1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3" name="Google Shape;2303;p19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4" name="Google Shape;2304;p19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05" name="Google Shape;2305;p19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6" name="Google Shape;2306;p19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8" name="Google Shape;2308;p1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09" name="Google Shape;2309;p1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1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1" name="Google Shape;2311;p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2" name="Google Shape;2312;p19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3" name="Google Shape;2313;p192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14" name="Google Shape;2314;p19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15" name="Google Shape;2315;p19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7" name="Google Shape;2317;p1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8" name="Google Shape;2318;p1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1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0" name="Google Shape;2320;p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1" name="Google Shape;2321;p19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2" name="Google Shape;2322;p193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3" name="Google Shape;2323;p19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24" name="Google Shape;2324;p19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6" name="Google Shape;2326;p1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27" name="Google Shape;2327;p1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1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9" name="Google Shape;2329;p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19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1" name="Google Shape;2331;p194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32" name="Google Shape;2332;p19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3" name="Google Shape;2333;p19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5" name="Google Shape;2335;p195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2336" name="Google Shape;2336;p195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37" name="Google Shape;2337;p195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38" name="Google Shape;2338;p19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9" name="Google Shape;2339;p195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40" name="Google Shape;2340;p19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1" name="Google Shape;2341;p19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2342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3" name="Google Shape;2343;p196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2344" name="Google Shape;2344;p196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45" name="Google Shape;2345;p196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46" name="Google Shape;2346;p19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7" name="Google Shape;2347;p19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8" name="Google Shape;2348;p19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49" name="Google Shape;2349;p19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2350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p197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2" name="Google Shape;2352;p197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p197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4" name="Google Shape;2354;p197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5" name="Google Shape;2355;p197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6" name="Google Shape;2356;p197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7" name="Google Shape;2357;p197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8" name="Google Shape;2358;p197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9" name="Google Shape;2359;p197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1" name="Google Shape;2361;p1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2" name="Google Shape;2362;p198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2363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Google Shape;2364;p199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65" name="Google Shape;2365;p199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2366" name="Shape 2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7" name="Google Shape;2367;p2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8" name="Google Shape;2368;p20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69" name="Google Shape;2369;p20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0" name="Google Shape;2370;p200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1" name="Google Shape;2371;p200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2" name="Google Shape;2372;p200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65" Type="http://schemas.openxmlformats.org/officeDocument/2006/relationships/theme" Target="../theme/theme2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2.xml"/><Relationship Id="rId42" Type="http://schemas.openxmlformats.org/officeDocument/2006/relationships/slideLayout" Target="../slideLayouts/slideLayout104.xml"/><Relationship Id="rId41" Type="http://schemas.openxmlformats.org/officeDocument/2006/relationships/slideLayout" Target="../slideLayouts/slideLayout103.xml"/><Relationship Id="rId44" Type="http://schemas.openxmlformats.org/officeDocument/2006/relationships/slideLayout" Target="../slideLayouts/slideLayout106.xml"/><Relationship Id="rId43" Type="http://schemas.openxmlformats.org/officeDocument/2006/relationships/slideLayout" Target="../slideLayouts/slideLayout105.xml"/><Relationship Id="rId46" Type="http://schemas.openxmlformats.org/officeDocument/2006/relationships/slideLayout" Target="../slideLayouts/slideLayout108.xml"/><Relationship Id="rId45" Type="http://schemas.openxmlformats.org/officeDocument/2006/relationships/slideLayout" Target="../slideLayouts/slideLayout107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48" Type="http://schemas.openxmlformats.org/officeDocument/2006/relationships/slideLayout" Target="../slideLayouts/slideLayout110.xml"/><Relationship Id="rId47" Type="http://schemas.openxmlformats.org/officeDocument/2006/relationships/slideLayout" Target="../slideLayouts/slideLayout109.xml"/><Relationship Id="rId49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9.xml"/><Relationship Id="rId8" Type="http://schemas.openxmlformats.org/officeDocument/2006/relationships/slideLayout" Target="../slideLayouts/slideLayout70.xml"/><Relationship Id="rId31" Type="http://schemas.openxmlformats.org/officeDocument/2006/relationships/slideLayout" Target="../slideLayouts/slideLayout93.xml"/><Relationship Id="rId30" Type="http://schemas.openxmlformats.org/officeDocument/2006/relationships/slideLayout" Target="../slideLayouts/slideLayout92.xml"/><Relationship Id="rId33" Type="http://schemas.openxmlformats.org/officeDocument/2006/relationships/slideLayout" Target="../slideLayouts/slideLayout95.xml"/><Relationship Id="rId32" Type="http://schemas.openxmlformats.org/officeDocument/2006/relationships/slideLayout" Target="../slideLayouts/slideLayout94.xml"/><Relationship Id="rId35" Type="http://schemas.openxmlformats.org/officeDocument/2006/relationships/slideLayout" Target="../slideLayouts/slideLayout97.xml"/><Relationship Id="rId34" Type="http://schemas.openxmlformats.org/officeDocument/2006/relationships/slideLayout" Target="../slideLayouts/slideLayout96.xml"/><Relationship Id="rId37" Type="http://schemas.openxmlformats.org/officeDocument/2006/relationships/slideLayout" Target="../slideLayouts/slideLayout99.xml"/><Relationship Id="rId36" Type="http://schemas.openxmlformats.org/officeDocument/2006/relationships/slideLayout" Target="../slideLayouts/slideLayout98.xml"/><Relationship Id="rId39" Type="http://schemas.openxmlformats.org/officeDocument/2006/relationships/slideLayout" Target="../slideLayouts/slideLayout101.xml"/><Relationship Id="rId38" Type="http://schemas.openxmlformats.org/officeDocument/2006/relationships/slideLayout" Target="../slideLayouts/slideLayout100.xml"/><Relationship Id="rId62" Type="http://schemas.openxmlformats.org/officeDocument/2006/relationships/slideLayout" Target="../slideLayouts/slideLayout124.xml"/><Relationship Id="rId61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82.xml"/><Relationship Id="rId64" Type="http://schemas.openxmlformats.org/officeDocument/2006/relationships/theme" Target="../theme/theme4.xml"/><Relationship Id="rId63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86.xml"/><Relationship Id="rId23" Type="http://schemas.openxmlformats.org/officeDocument/2006/relationships/slideLayout" Target="../slideLayouts/slideLayout85.xml"/><Relationship Id="rId60" Type="http://schemas.openxmlformats.org/officeDocument/2006/relationships/slideLayout" Target="../slideLayouts/slideLayout122.xml"/><Relationship Id="rId26" Type="http://schemas.openxmlformats.org/officeDocument/2006/relationships/slideLayout" Target="../slideLayouts/slideLayout88.xml"/><Relationship Id="rId25" Type="http://schemas.openxmlformats.org/officeDocument/2006/relationships/slideLayout" Target="../slideLayouts/slideLayout87.xml"/><Relationship Id="rId28" Type="http://schemas.openxmlformats.org/officeDocument/2006/relationships/slideLayout" Target="../slideLayouts/slideLayout90.xml"/><Relationship Id="rId27" Type="http://schemas.openxmlformats.org/officeDocument/2006/relationships/slideLayout" Target="../slideLayouts/slideLayout89.xml"/><Relationship Id="rId29" Type="http://schemas.openxmlformats.org/officeDocument/2006/relationships/slideLayout" Target="../slideLayouts/slideLayout91.xml"/><Relationship Id="rId51" Type="http://schemas.openxmlformats.org/officeDocument/2006/relationships/slideLayout" Target="../slideLayouts/slideLayout113.xml"/><Relationship Id="rId50" Type="http://schemas.openxmlformats.org/officeDocument/2006/relationships/slideLayout" Target="../slideLayouts/slideLayout112.xml"/><Relationship Id="rId53" Type="http://schemas.openxmlformats.org/officeDocument/2006/relationships/slideLayout" Target="../slideLayouts/slideLayout115.xml"/><Relationship Id="rId52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73.xml"/><Relationship Id="rId55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75.xml"/><Relationship Id="rId5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74.xml"/><Relationship Id="rId56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77.xml"/><Relationship Id="rId5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76.xml"/><Relationship Id="rId58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0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64.xml"/><Relationship Id="rId42" Type="http://schemas.openxmlformats.org/officeDocument/2006/relationships/slideLayout" Target="../slideLayouts/slideLayout166.xml"/><Relationship Id="rId41" Type="http://schemas.openxmlformats.org/officeDocument/2006/relationships/slideLayout" Target="../slideLayouts/slideLayout165.xml"/><Relationship Id="rId44" Type="http://schemas.openxmlformats.org/officeDocument/2006/relationships/slideLayout" Target="../slideLayouts/slideLayout168.xml"/><Relationship Id="rId43" Type="http://schemas.openxmlformats.org/officeDocument/2006/relationships/slideLayout" Target="../slideLayouts/slideLayout167.xml"/><Relationship Id="rId46" Type="http://schemas.openxmlformats.org/officeDocument/2006/relationships/slideLayout" Target="../slideLayouts/slideLayout170.xml"/><Relationship Id="rId45" Type="http://schemas.openxmlformats.org/officeDocument/2006/relationships/slideLayout" Target="../slideLayouts/slideLayout169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48" Type="http://schemas.openxmlformats.org/officeDocument/2006/relationships/slideLayout" Target="../slideLayouts/slideLayout172.xml"/><Relationship Id="rId47" Type="http://schemas.openxmlformats.org/officeDocument/2006/relationships/slideLayout" Target="../slideLayouts/slideLayout171.xml"/><Relationship Id="rId49" Type="http://schemas.openxmlformats.org/officeDocument/2006/relationships/slideLayout" Target="../slideLayouts/slideLayout173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73" Type="http://schemas.openxmlformats.org/officeDocument/2006/relationships/slideLayout" Target="../slideLayouts/slideLayout197.xml"/><Relationship Id="rId72" Type="http://schemas.openxmlformats.org/officeDocument/2006/relationships/slideLayout" Target="../slideLayouts/slideLayout196.xml"/><Relationship Id="rId31" Type="http://schemas.openxmlformats.org/officeDocument/2006/relationships/slideLayout" Target="../slideLayouts/slideLayout155.xml"/><Relationship Id="rId30" Type="http://schemas.openxmlformats.org/officeDocument/2006/relationships/slideLayout" Target="../slideLayouts/slideLayout154.xml"/><Relationship Id="rId74" Type="http://schemas.openxmlformats.org/officeDocument/2006/relationships/theme" Target="../theme/theme3.xml"/><Relationship Id="rId33" Type="http://schemas.openxmlformats.org/officeDocument/2006/relationships/slideLayout" Target="../slideLayouts/slideLayout157.xml"/><Relationship Id="rId32" Type="http://schemas.openxmlformats.org/officeDocument/2006/relationships/slideLayout" Target="../slideLayouts/slideLayout156.xml"/><Relationship Id="rId35" Type="http://schemas.openxmlformats.org/officeDocument/2006/relationships/slideLayout" Target="../slideLayouts/slideLayout159.xml"/><Relationship Id="rId34" Type="http://schemas.openxmlformats.org/officeDocument/2006/relationships/slideLayout" Target="../slideLayouts/slideLayout158.xml"/><Relationship Id="rId71" Type="http://schemas.openxmlformats.org/officeDocument/2006/relationships/slideLayout" Target="../slideLayouts/slideLayout195.xml"/><Relationship Id="rId70" Type="http://schemas.openxmlformats.org/officeDocument/2006/relationships/slideLayout" Target="../slideLayouts/slideLayout194.xml"/><Relationship Id="rId37" Type="http://schemas.openxmlformats.org/officeDocument/2006/relationships/slideLayout" Target="../slideLayouts/slideLayout161.xml"/><Relationship Id="rId36" Type="http://schemas.openxmlformats.org/officeDocument/2006/relationships/slideLayout" Target="../slideLayouts/slideLayout160.xml"/><Relationship Id="rId39" Type="http://schemas.openxmlformats.org/officeDocument/2006/relationships/slideLayout" Target="../slideLayouts/slideLayout163.xml"/><Relationship Id="rId38" Type="http://schemas.openxmlformats.org/officeDocument/2006/relationships/slideLayout" Target="../slideLayouts/slideLayout162.xml"/><Relationship Id="rId62" Type="http://schemas.openxmlformats.org/officeDocument/2006/relationships/slideLayout" Target="../slideLayouts/slideLayout186.xml"/><Relationship Id="rId61" Type="http://schemas.openxmlformats.org/officeDocument/2006/relationships/slideLayout" Target="../slideLayouts/slideLayout185.xml"/><Relationship Id="rId20" Type="http://schemas.openxmlformats.org/officeDocument/2006/relationships/slideLayout" Target="../slideLayouts/slideLayout144.xml"/><Relationship Id="rId64" Type="http://schemas.openxmlformats.org/officeDocument/2006/relationships/slideLayout" Target="../slideLayouts/slideLayout188.xml"/><Relationship Id="rId63" Type="http://schemas.openxmlformats.org/officeDocument/2006/relationships/slideLayout" Target="../slideLayouts/slideLayout187.xml"/><Relationship Id="rId22" Type="http://schemas.openxmlformats.org/officeDocument/2006/relationships/slideLayout" Target="../slideLayouts/slideLayout146.xml"/><Relationship Id="rId66" Type="http://schemas.openxmlformats.org/officeDocument/2006/relationships/slideLayout" Target="../slideLayouts/slideLayout190.xml"/><Relationship Id="rId21" Type="http://schemas.openxmlformats.org/officeDocument/2006/relationships/slideLayout" Target="../slideLayouts/slideLayout145.xml"/><Relationship Id="rId65" Type="http://schemas.openxmlformats.org/officeDocument/2006/relationships/slideLayout" Target="../slideLayouts/slideLayout189.xml"/><Relationship Id="rId24" Type="http://schemas.openxmlformats.org/officeDocument/2006/relationships/slideLayout" Target="../slideLayouts/slideLayout148.xml"/><Relationship Id="rId68" Type="http://schemas.openxmlformats.org/officeDocument/2006/relationships/slideLayout" Target="../slideLayouts/slideLayout192.xml"/><Relationship Id="rId23" Type="http://schemas.openxmlformats.org/officeDocument/2006/relationships/slideLayout" Target="../slideLayouts/slideLayout147.xml"/><Relationship Id="rId67" Type="http://schemas.openxmlformats.org/officeDocument/2006/relationships/slideLayout" Target="../slideLayouts/slideLayout191.xml"/><Relationship Id="rId60" Type="http://schemas.openxmlformats.org/officeDocument/2006/relationships/slideLayout" Target="../slideLayouts/slideLayout184.xml"/><Relationship Id="rId26" Type="http://schemas.openxmlformats.org/officeDocument/2006/relationships/slideLayout" Target="../slideLayouts/slideLayout150.xml"/><Relationship Id="rId25" Type="http://schemas.openxmlformats.org/officeDocument/2006/relationships/slideLayout" Target="../slideLayouts/slideLayout149.xml"/><Relationship Id="rId69" Type="http://schemas.openxmlformats.org/officeDocument/2006/relationships/slideLayout" Target="../slideLayouts/slideLayout193.xml"/><Relationship Id="rId28" Type="http://schemas.openxmlformats.org/officeDocument/2006/relationships/slideLayout" Target="../slideLayouts/slideLayout152.xml"/><Relationship Id="rId27" Type="http://schemas.openxmlformats.org/officeDocument/2006/relationships/slideLayout" Target="../slideLayouts/slideLayout151.xml"/><Relationship Id="rId29" Type="http://schemas.openxmlformats.org/officeDocument/2006/relationships/slideLayout" Target="../slideLayouts/slideLayout153.xml"/><Relationship Id="rId51" Type="http://schemas.openxmlformats.org/officeDocument/2006/relationships/slideLayout" Target="../slideLayouts/slideLayout175.xml"/><Relationship Id="rId50" Type="http://schemas.openxmlformats.org/officeDocument/2006/relationships/slideLayout" Target="../slideLayouts/slideLayout174.xml"/><Relationship Id="rId53" Type="http://schemas.openxmlformats.org/officeDocument/2006/relationships/slideLayout" Target="../slideLayouts/slideLayout177.xml"/><Relationship Id="rId52" Type="http://schemas.openxmlformats.org/officeDocument/2006/relationships/slideLayout" Target="../slideLayouts/slideLayout176.xml"/><Relationship Id="rId11" Type="http://schemas.openxmlformats.org/officeDocument/2006/relationships/slideLayout" Target="../slideLayouts/slideLayout135.xml"/><Relationship Id="rId55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34.xml"/><Relationship Id="rId54" Type="http://schemas.openxmlformats.org/officeDocument/2006/relationships/slideLayout" Target="../slideLayouts/slideLayout178.xml"/><Relationship Id="rId13" Type="http://schemas.openxmlformats.org/officeDocument/2006/relationships/slideLayout" Target="../slideLayouts/slideLayout137.xml"/><Relationship Id="rId57" Type="http://schemas.openxmlformats.org/officeDocument/2006/relationships/slideLayout" Target="../slideLayouts/slideLayout181.xml"/><Relationship Id="rId12" Type="http://schemas.openxmlformats.org/officeDocument/2006/relationships/slideLayout" Target="../slideLayouts/slideLayout136.xml"/><Relationship Id="rId56" Type="http://schemas.openxmlformats.org/officeDocument/2006/relationships/slideLayout" Target="../slideLayouts/slideLayout180.xml"/><Relationship Id="rId15" Type="http://schemas.openxmlformats.org/officeDocument/2006/relationships/slideLayout" Target="../slideLayouts/slideLayout139.xml"/><Relationship Id="rId59" Type="http://schemas.openxmlformats.org/officeDocument/2006/relationships/slideLayout" Target="../slideLayouts/slideLayout183.xml"/><Relationship Id="rId14" Type="http://schemas.openxmlformats.org/officeDocument/2006/relationships/slideLayout" Target="../slideLayouts/slideLayout138.xml"/><Relationship Id="rId58" Type="http://schemas.openxmlformats.org/officeDocument/2006/relationships/slideLayout" Target="../slideLayouts/slideLayout18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9" Type="http://schemas.openxmlformats.org/officeDocument/2006/relationships/slideLayout" Target="../slideLayouts/slideLayout143.xml"/><Relationship Id="rId18" Type="http://schemas.openxmlformats.org/officeDocument/2006/relationships/slideLayout" Target="../slideLayouts/slideLayout1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33" name="Google Shape;733;p65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34" name="Google Shape;734;p6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3" r:id="rId34"/>
    <p:sldLayoutId id="2147483744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51" r:id="rId42"/>
    <p:sldLayoutId id="2147483752" r:id="rId43"/>
    <p:sldLayoutId id="2147483753" r:id="rId44"/>
    <p:sldLayoutId id="2147483754" r:id="rId45"/>
    <p:sldLayoutId id="2147483755" r:id="rId46"/>
    <p:sldLayoutId id="2147483756" r:id="rId47"/>
    <p:sldLayoutId id="2147483757" r:id="rId48"/>
    <p:sldLayoutId id="2147483758" r:id="rId49"/>
    <p:sldLayoutId id="2147483759" r:id="rId50"/>
    <p:sldLayoutId id="2147483760" r:id="rId51"/>
    <p:sldLayoutId id="2147483761" r:id="rId52"/>
    <p:sldLayoutId id="2147483762" r:id="rId53"/>
    <p:sldLayoutId id="2147483763" r:id="rId54"/>
    <p:sldLayoutId id="2147483764" r:id="rId55"/>
    <p:sldLayoutId id="2147483765" r:id="rId56"/>
    <p:sldLayoutId id="2147483766" r:id="rId57"/>
    <p:sldLayoutId id="2147483767" r:id="rId58"/>
    <p:sldLayoutId id="2147483768" r:id="rId59"/>
    <p:sldLayoutId id="2147483769" r:id="rId60"/>
    <p:sldLayoutId id="2147483770" r:id="rId61"/>
    <p:sldLayoutId id="2147483771" r:id="rId62"/>
    <p:sldLayoutId id="2147483772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28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1474" name="Google Shape;1474;p128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1475" name="Google Shape;1475;p1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  <p:sldLayoutId id="2147483791" r:id="rId20"/>
    <p:sldLayoutId id="2147483792" r:id="rId21"/>
    <p:sldLayoutId id="2147483793" r:id="rId22"/>
    <p:sldLayoutId id="2147483794" r:id="rId23"/>
    <p:sldLayoutId id="2147483795" r:id="rId24"/>
    <p:sldLayoutId id="2147483796" r:id="rId25"/>
    <p:sldLayoutId id="2147483797" r:id="rId26"/>
    <p:sldLayoutId id="2147483798" r:id="rId27"/>
    <p:sldLayoutId id="2147483799" r:id="rId28"/>
    <p:sldLayoutId id="2147483800" r:id="rId29"/>
    <p:sldLayoutId id="2147483801" r:id="rId30"/>
    <p:sldLayoutId id="2147483802" r:id="rId31"/>
    <p:sldLayoutId id="2147483803" r:id="rId32"/>
    <p:sldLayoutId id="2147483804" r:id="rId33"/>
    <p:sldLayoutId id="2147483805" r:id="rId34"/>
    <p:sldLayoutId id="2147483806" r:id="rId35"/>
    <p:sldLayoutId id="2147483807" r:id="rId36"/>
    <p:sldLayoutId id="2147483808" r:id="rId37"/>
    <p:sldLayoutId id="2147483809" r:id="rId38"/>
    <p:sldLayoutId id="2147483810" r:id="rId39"/>
    <p:sldLayoutId id="2147483811" r:id="rId40"/>
    <p:sldLayoutId id="2147483812" r:id="rId41"/>
    <p:sldLayoutId id="2147483813" r:id="rId42"/>
    <p:sldLayoutId id="214748381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23" r:id="rId52"/>
    <p:sldLayoutId id="2147483824" r:id="rId53"/>
    <p:sldLayoutId id="2147483825" r:id="rId54"/>
    <p:sldLayoutId id="2147483826" r:id="rId55"/>
    <p:sldLayoutId id="2147483827" r:id="rId56"/>
    <p:sldLayoutId id="2147483828" r:id="rId57"/>
    <p:sldLayoutId id="2147483829" r:id="rId58"/>
    <p:sldLayoutId id="2147483830" r:id="rId59"/>
    <p:sldLayoutId id="2147483831" r:id="rId60"/>
    <p:sldLayoutId id="2147483832" r:id="rId61"/>
    <p:sldLayoutId id="2147483833" r:id="rId62"/>
    <p:sldLayoutId id="2147483834" r:id="rId63"/>
    <p:sldLayoutId id="2147483835" r:id="rId64"/>
    <p:sldLayoutId id="2147483836" r:id="rId65"/>
    <p:sldLayoutId id="2147483837" r:id="rId66"/>
    <p:sldLayoutId id="2147483838" r:id="rId67"/>
    <p:sldLayoutId id="2147483839" r:id="rId68"/>
    <p:sldLayoutId id="2147483840" r:id="rId69"/>
    <p:sldLayoutId id="2147483841" r:id="rId70"/>
    <p:sldLayoutId id="2147483842" r:id="rId71"/>
    <p:sldLayoutId id="2147483843" r:id="rId72"/>
    <p:sldLayoutId id="2147483844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2991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  <p15:guide id="24" pos="363">
          <p15:clr>
            <a:srgbClr val="FF990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1.png"/><Relationship Id="rId4" Type="http://schemas.openxmlformats.org/officeDocument/2006/relationships/image" Target="../media/image215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4.png"/><Relationship Id="rId4" Type="http://schemas.openxmlformats.org/officeDocument/2006/relationships/image" Target="../media/image2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7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2.png"/><Relationship Id="rId4" Type="http://schemas.openxmlformats.org/officeDocument/2006/relationships/image" Target="../media/image2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3.png"/><Relationship Id="rId4" Type="http://schemas.openxmlformats.org/officeDocument/2006/relationships/image" Target="../media/image2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9.png"/><Relationship Id="rId4" Type="http://schemas.openxmlformats.org/officeDocument/2006/relationships/image" Target="../media/image2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5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2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p20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with composite rectilinear shapes</a:t>
            </a:r>
            <a:endParaRPr/>
          </a:p>
        </p:txBody>
      </p:sp>
      <p:sp>
        <p:nvSpPr>
          <p:cNvPr id="2378" name="Google Shape;2378;p201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2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p202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7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p203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highlight>
                  <a:srgbClr val="FFFFFF"/>
                </a:highlight>
              </a:rPr>
              <a:t>I can use the properties of a range of polygons to deduce the perimeters of compound shapes, including generalising a perimeter formula where appropriate.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2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204"/>
          <p:cNvSpPr txBox="1"/>
          <p:nvPr>
            <p:ph idx="1" type="subTitle"/>
          </p:nvPr>
        </p:nvSpPr>
        <p:spPr>
          <a:xfrm>
            <a:off x="324000" y="993650"/>
            <a:ext cx="8496000" cy="7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compound shape</a:t>
            </a:r>
            <a:r>
              <a:rPr lang="en-GB"/>
              <a:t> is a shape created using two or more basic shapes.</a:t>
            </a:r>
            <a:endParaRPr/>
          </a:p>
        </p:txBody>
      </p:sp>
      <p:sp>
        <p:nvSpPr>
          <p:cNvPr id="2394" name="Google Shape;2394;p204"/>
          <p:cNvSpPr txBox="1"/>
          <p:nvPr>
            <p:ph idx="2" type="subTitle"/>
          </p:nvPr>
        </p:nvSpPr>
        <p:spPr>
          <a:xfrm>
            <a:off x="324000" y="2238725"/>
            <a:ext cx="8496000" cy="7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composite shape</a:t>
            </a:r>
            <a:r>
              <a:rPr lang="en-GB"/>
              <a:t> is an alternative term for a </a:t>
            </a:r>
            <a:r>
              <a:rPr b="1" lang="en-GB"/>
              <a:t>compound shape</a:t>
            </a:r>
            <a:r>
              <a:rPr lang="en-GB"/>
              <a:t>.</a:t>
            </a:r>
            <a:endParaRPr/>
          </a:p>
        </p:txBody>
      </p:sp>
      <p:sp>
        <p:nvSpPr>
          <p:cNvPr id="2395" name="Google Shape;2395;p204"/>
          <p:cNvSpPr txBox="1"/>
          <p:nvPr>
            <p:ph idx="3" type="subTitle"/>
          </p:nvPr>
        </p:nvSpPr>
        <p:spPr>
          <a:xfrm>
            <a:off x="324000" y="3483825"/>
            <a:ext cx="8496000" cy="87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composite rectilinear shape</a:t>
            </a:r>
            <a:r>
              <a:rPr lang="en-GB"/>
              <a:t> is a </a:t>
            </a:r>
            <a:r>
              <a:rPr b="1" lang="en-GB"/>
              <a:t>composite shape</a:t>
            </a:r>
            <a:r>
              <a:rPr lang="en-GB"/>
              <a:t> made from rectangles.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205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Perimeter with composite rectilinear shapes</a:t>
            </a:r>
            <a:endParaRPr sz="1800"/>
          </a:p>
        </p:txBody>
      </p:sp>
      <p:sp>
        <p:nvSpPr>
          <p:cNvPr id="2401" name="Google Shape;2401;p205"/>
          <p:cNvSpPr txBox="1"/>
          <p:nvPr>
            <p:ph idx="3" type="title"/>
          </p:nvPr>
        </p:nvSpPr>
        <p:spPr>
          <a:xfrm>
            <a:off x="1225200" y="37819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calculations</a:t>
            </a:r>
            <a:endParaRPr/>
          </a:p>
        </p:txBody>
      </p:sp>
      <p:sp>
        <p:nvSpPr>
          <p:cNvPr id="2402" name="Google Shape;2402;p205"/>
          <p:cNvSpPr txBox="1"/>
          <p:nvPr>
            <p:ph idx="4" type="title"/>
          </p:nvPr>
        </p:nvSpPr>
        <p:spPr>
          <a:xfrm>
            <a:off x="1225200" y="18224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Strange staircases</a:t>
            </a:r>
            <a:endParaRPr/>
          </a:p>
        </p:txBody>
      </p:sp>
      <p:pic>
        <p:nvPicPr>
          <p:cNvPr id="2403" name="Google Shape;2403;p2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59" y="1744691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4" name="Google Shape;2404;p205"/>
          <p:cNvSpPr txBox="1"/>
          <p:nvPr>
            <p:ph idx="2" type="title"/>
          </p:nvPr>
        </p:nvSpPr>
        <p:spPr>
          <a:xfrm>
            <a:off x="1225225" y="28412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composite rectilinear shapes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8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20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Strange staircases</a:t>
            </a:r>
            <a:endParaRPr/>
          </a:p>
        </p:txBody>
      </p:sp>
      <p:sp>
        <p:nvSpPr>
          <p:cNvPr id="2410" name="Google Shape;2410;p206"/>
          <p:cNvSpPr txBox="1"/>
          <p:nvPr>
            <p:ph idx="1" type="body"/>
          </p:nvPr>
        </p:nvSpPr>
        <p:spPr>
          <a:xfrm>
            <a:off x="324000" y="810000"/>
            <a:ext cx="8237700" cy="21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perimeter means being able to reason with perimeter.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Identifying what is the same and what is different is an important skill for problem solving.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4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207"/>
          <p:cNvSpPr txBox="1"/>
          <p:nvPr>
            <p:ph idx="1" type="body"/>
          </p:nvPr>
        </p:nvSpPr>
        <p:spPr>
          <a:xfrm>
            <a:off x="324000" y="810000"/>
            <a:ext cx="8237700" cy="39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The perimeter of each rectangle is 26 cm.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long is the red line each time?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                                   b)                                    c)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Justify your answer.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a34f439b-8001-4a67-ad82-646e9a9a4ae8&quot; data-equatio-type=&quot;image&quot;&gt;&lt;mglyph src=&quot;https://equatio-api.texthelp.com/desmos/get/15-06-2023/eu-a34f439b-8001-4a67-ad82-646e9a9a4ae8&quot; alt=&quot;Equatio Image&quot;/&gt;&lt;/math&gt;" id="2416" name="Google Shape;2416;p207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257250"/>
            <a:ext cx="8496001" cy="1575637"/>
          </a:xfrm>
          <a:prstGeom prst="rect">
            <a:avLst/>
          </a:prstGeom>
          <a:noFill/>
          <a:ln>
            <a:noFill/>
          </a:ln>
        </p:spPr>
      </p:pic>
      <p:sp>
        <p:nvSpPr>
          <p:cNvPr id="2417" name="Google Shape;2417;p20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Strange staircases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p208"/>
          <p:cNvSpPr txBox="1"/>
          <p:nvPr>
            <p:ph idx="1" type="body"/>
          </p:nvPr>
        </p:nvSpPr>
        <p:spPr>
          <a:xfrm>
            <a:off x="324000" y="810000"/>
            <a:ext cx="8237700" cy="39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The perimeter of each rectangle is 26 cm.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long is the red line each time?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13 cm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                                   b)                                    c)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Justify your answer.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Let’s consider a)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a34f439b-8001-4a67-ad82-646e9a9a4ae8&quot; data-equatio-type=&quot;image&quot;&gt;&lt;mglyph src=&quot;https://equatio-api.texthelp.com/desmos/get/15-06-2023/eu-a34f439b-8001-4a67-ad82-646e9a9a4ae8&quot; alt=&quot;Equatio Image&quot;/&gt;&lt;/math&gt;" id="2423" name="Google Shape;2423;p20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257250"/>
            <a:ext cx="8496001" cy="1575637"/>
          </a:xfrm>
          <a:prstGeom prst="rect">
            <a:avLst/>
          </a:prstGeom>
          <a:noFill/>
          <a:ln>
            <a:noFill/>
          </a:ln>
        </p:spPr>
      </p:pic>
      <p:sp>
        <p:nvSpPr>
          <p:cNvPr id="2424" name="Google Shape;2424;p208"/>
          <p:cNvSpPr/>
          <p:nvPr/>
        </p:nvSpPr>
        <p:spPr>
          <a:xfrm>
            <a:off x="5166200" y="1240500"/>
            <a:ext cx="892500" cy="416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5" name="Google Shape;2425;p20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Strange staircases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9" name="Shape 2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Google Shape;2430;p209"/>
          <p:cNvSpPr txBox="1"/>
          <p:nvPr>
            <p:ph idx="1" type="body"/>
          </p:nvPr>
        </p:nvSpPr>
        <p:spPr>
          <a:xfrm>
            <a:off x="324000" y="810000"/>
            <a:ext cx="8237700" cy="13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The perimeter of each rectangle is 26 cm.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long is the red line each time?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13 cm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a34f439b-8001-4a67-ad82-646e9a9a4ae8&quot; data-equatio-type=&quot;image&quot;&gt;&lt;mglyph src=&quot;https://equatio-api.texthelp.com/desmos/get/15-06-2023/eu-a34f439b-8001-4a67-ad82-646e9a9a4ae8&quot; alt=&quot;Equatio Image&quot;/&gt;&lt;/math&gt;" id="2431" name="Google Shape;2431;p209" title="Equatio Image"/>
          <p:cNvPicPr preferRelativeResize="0"/>
          <p:nvPr/>
        </p:nvPicPr>
        <p:blipFill rotWithShape="1">
          <a:blip r:embed="rId3">
            <a:alphaModFix/>
          </a:blip>
          <a:srcRect b="0" l="0" r="69830" t="0"/>
          <a:stretch/>
        </p:blipFill>
        <p:spPr>
          <a:xfrm>
            <a:off x="324000" y="2257250"/>
            <a:ext cx="2563201" cy="1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2" name="Google Shape;2432;p209"/>
          <p:cNvSpPr/>
          <p:nvPr/>
        </p:nvSpPr>
        <p:spPr>
          <a:xfrm>
            <a:off x="5166200" y="1240500"/>
            <a:ext cx="892500" cy="416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20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Strange staircases</a:t>
            </a:r>
            <a:endParaRPr/>
          </a:p>
        </p:txBody>
      </p:sp>
      <p:sp>
        <p:nvSpPr>
          <p:cNvPr id="2434" name="Google Shape;2434;p209"/>
          <p:cNvSpPr txBox="1"/>
          <p:nvPr/>
        </p:nvSpPr>
        <p:spPr>
          <a:xfrm>
            <a:off x="3244950" y="2193550"/>
            <a:ext cx="4508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Let’s consider what would happen if all the vertical lines moved to the right and all the horizontal lines moved down.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8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p210"/>
          <p:cNvSpPr txBox="1"/>
          <p:nvPr>
            <p:ph idx="1" type="body"/>
          </p:nvPr>
        </p:nvSpPr>
        <p:spPr>
          <a:xfrm>
            <a:off x="324000" y="810000"/>
            <a:ext cx="8237700" cy="13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The perimeter of each rectangle is 26 cm.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long is the red line each time?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13 cm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a34f439b-8001-4a67-ad82-646e9a9a4ae8&quot; data-equatio-type=&quot;image&quot;&gt;&lt;mglyph src=&quot;https://equatio-api.texthelp.com/desmos/get/15-06-2023/eu-a34f439b-8001-4a67-ad82-646e9a9a4ae8&quot; alt=&quot;Equatio Image&quot;/&gt;&lt;/math&gt;" id="2440" name="Google Shape;2440;p210" title="Equatio Image"/>
          <p:cNvPicPr preferRelativeResize="0"/>
          <p:nvPr/>
        </p:nvPicPr>
        <p:blipFill rotWithShape="1">
          <a:blip r:embed="rId3">
            <a:alphaModFix/>
          </a:blip>
          <a:srcRect b="0" l="0" r="69830" t="0"/>
          <a:stretch/>
        </p:blipFill>
        <p:spPr>
          <a:xfrm>
            <a:off x="324000" y="2257250"/>
            <a:ext cx="2563201" cy="1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1" name="Google Shape;2441;p210"/>
          <p:cNvSpPr/>
          <p:nvPr/>
        </p:nvSpPr>
        <p:spPr>
          <a:xfrm>
            <a:off x="5166200" y="1240500"/>
            <a:ext cx="892500" cy="416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2" name="Google Shape;2442;p21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Strange staircases</a:t>
            </a:r>
            <a:endParaRPr/>
          </a:p>
        </p:txBody>
      </p:sp>
      <p:pic>
        <p:nvPicPr>
          <p:cNvPr id="2443" name="Google Shape;2443;p210"/>
          <p:cNvPicPr preferRelativeResize="0"/>
          <p:nvPr/>
        </p:nvPicPr>
        <p:blipFill rotWithShape="1">
          <a:blip r:embed="rId4">
            <a:alphaModFix/>
          </a:blip>
          <a:srcRect b="27064" l="3354" r="66284" t="29872"/>
          <a:stretch/>
        </p:blipFill>
        <p:spPr>
          <a:xfrm>
            <a:off x="3369600" y="1903525"/>
            <a:ext cx="2772350" cy="221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4" name="Google Shape;2444;p210"/>
          <p:cNvSpPr txBox="1"/>
          <p:nvPr/>
        </p:nvSpPr>
        <p:spPr>
          <a:xfrm>
            <a:off x="340375" y="4153175"/>
            <a:ext cx="847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red line is one length and one width of the rectangle. It is half the perimeter.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8" name="Shape 2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9" name="Google Shape;2449;p211"/>
          <p:cNvSpPr txBox="1"/>
          <p:nvPr>
            <p:ph idx="1" type="body"/>
          </p:nvPr>
        </p:nvSpPr>
        <p:spPr>
          <a:xfrm>
            <a:off x="324000" y="810000"/>
            <a:ext cx="8237700" cy="38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does this approach of ‘moving’ the lines also work for b) and c) 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                                   b)                                    c)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red lines are made of vertical and horizontal lines that do not overlap.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a34f439b-8001-4a67-ad82-646e9a9a4ae8&quot; data-equatio-type=&quot;image&quot;&gt;&lt;mglyph src=&quot;https://equatio-api.texthelp.com/desmos/get/15-06-2023/eu-a34f439b-8001-4a67-ad82-646e9a9a4ae8&quot; alt=&quot;Equatio Image&quot;/&gt;&lt;/math&gt;" id="2450" name="Google Shape;2450;p211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257250"/>
            <a:ext cx="8496001" cy="1575637"/>
          </a:xfrm>
          <a:prstGeom prst="rect">
            <a:avLst/>
          </a:prstGeom>
          <a:noFill/>
          <a:ln>
            <a:noFill/>
          </a:ln>
        </p:spPr>
      </p:pic>
      <p:sp>
        <p:nvSpPr>
          <p:cNvPr id="2451" name="Google Shape;2451;p21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Strange staircases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5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p212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Strange staircases</a:t>
            </a:r>
            <a:endParaRPr/>
          </a:p>
        </p:txBody>
      </p:sp>
      <p:sp>
        <p:nvSpPr>
          <p:cNvPr id="2457" name="Google Shape;2457;p212"/>
          <p:cNvSpPr txBox="1"/>
          <p:nvPr>
            <p:ph idx="1" type="body"/>
          </p:nvPr>
        </p:nvSpPr>
        <p:spPr>
          <a:xfrm>
            <a:off x="324000" y="810000"/>
            <a:ext cx="8496000" cy="16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Some </a:t>
            </a:r>
            <a:r>
              <a:rPr b="1" lang="en-GB">
                <a:solidFill>
                  <a:srgbClr val="000000"/>
                </a:solidFill>
              </a:rPr>
              <a:t>composite rectilinear shapes</a:t>
            </a:r>
            <a:r>
              <a:rPr lang="en-GB">
                <a:solidFill>
                  <a:srgbClr val="000000"/>
                </a:solidFill>
              </a:rPr>
              <a:t> can be easily rearranged to form a rectangle.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Rearranging the sides in this way does not change the perimeter.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1" name="Shape 2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2" name="Google Shape;2462;p213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Strange staircases</a:t>
            </a:r>
            <a:endParaRPr/>
          </a:p>
        </p:txBody>
      </p:sp>
      <p:sp>
        <p:nvSpPr>
          <p:cNvPr id="2463" name="Google Shape;2463;p213"/>
          <p:cNvSpPr txBox="1"/>
          <p:nvPr>
            <p:ph idx="1" type="body"/>
          </p:nvPr>
        </p:nvSpPr>
        <p:spPr>
          <a:xfrm>
            <a:off x="324000" y="810000"/>
            <a:ext cx="8496000" cy="16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Some </a:t>
            </a:r>
            <a:r>
              <a:rPr b="1" lang="en-GB">
                <a:solidFill>
                  <a:srgbClr val="000000"/>
                </a:solidFill>
              </a:rPr>
              <a:t>composite rectilinear shapes</a:t>
            </a:r>
            <a:r>
              <a:rPr lang="en-GB">
                <a:solidFill>
                  <a:srgbClr val="000000"/>
                </a:solidFill>
              </a:rPr>
              <a:t> can be easily rearranged to form a rectangle.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Rearranging the sides in this way does not change the perimeter.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6-06-2023/882d7a89-08ff-4517-b7da-c642eb495741&quot; data-equatio-type=&quot;image&quot;&gt;&lt;mglyph src=&quot;https://equatio-api.texthelp.com/desmos/get/16-06-2023/882d7a89-08ff-4517-b7da-c642eb495741&quot; alt=&quot;Equatio Image&quot;/&gt;&lt;/math&gt;" id="2464" name="Google Shape;2464;p213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0300" y="2327766"/>
            <a:ext cx="4412600" cy="2421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5" name="Google Shape;2465;p213"/>
          <p:cNvCxnSpPr/>
          <p:nvPr/>
        </p:nvCxnSpPr>
        <p:spPr>
          <a:xfrm>
            <a:off x="2995325" y="3624316"/>
            <a:ext cx="627900" cy="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6" name="Google Shape;2466;p213"/>
          <p:cNvCxnSpPr/>
          <p:nvPr/>
        </p:nvCxnSpPr>
        <p:spPr>
          <a:xfrm flipH="1">
            <a:off x="3245000" y="2913291"/>
            <a:ext cx="7500" cy="182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0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Google Shape;2471;p214"/>
          <p:cNvSpPr txBox="1"/>
          <p:nvPr>
            <p:ph idx="4"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Strange staircases</a:t>
            </a:r>
            <a:endParaRPr/>
          </a:p>
        </p:txBody>
      </p:sp>
      <p:sp>
        <p:nvSpPr>
          <p:cNvPr id="2472" name="Google Shape;2472;p214"/>
          <p:cNvSpPr txBox="1"/>
          <p:nvPr>
            <p:ph type="title"/>
          </p:nvPr>
        </p:nvSpPr>
        <p:spPr>
          <a:xfrm>
            <a:off x="324000" y="809913"/>
            <a:ext cx="8179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Calculate the perimeter of the shape.</a:t>
            </a:r>
            <a:endParaRPr/>
          </a:p>
        </p:txBody>
      </p:sp>
      <p:sp>
        <p:nvSpPr>
          <p:cNvPr id="2473" name="Google Shape;2473;p214"/>
          <p:cNvSpPr txBox="1"/>
          <p:nvPr>
            <p:ph idx="1" type="subTitle"/>
          </p:nvPr>
        </p:nvSpPr>
        <p:spPr>
          <a:xfrm>
            <a:off x="1034425" y="1837775"/>
            <a:ext cx="7455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15 m</a:t>
            </a:r>
            <a:endParaRPr/>
          </a:p>
        </p:txBody>
      </p:sp>
      <p:sp>
        <p:nvSpPr>
          <p:cNvPr id="2474" name="Google Shape;2474;p214"/>
          <p:cNvSpPr txBox="1"/>
          <p:nvPr>
            <p:ph idx="2" type="subTitle"/>
          </p:nvPr>
        </p:nvSpPr>
        <p:spPr>
          <a:xfrm>
            <a:off x="1034425" y="2794250"/>
            <a:ext cx="956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23.3 m</a:t>
            </a:r>
            <a:endParaRPr/>
          </a:p>
        </p:txBody>
      </p:sp>
      <p:sp>
        <p:nvSpPr>
          <p:cNvPr id="2475" name="Google Shape;2475;p214"/>
          <p:cNvSpPr txBox="1"/>
          <p:nvPr>
            <p:ph idx="3" type="subTitle"/>
          </p:nvPr>
        </p:nvSpPr>
        <p:spPr>
          <a:xfrm>
            <a:off x="1034425" y="3766975"/>
            <a:ext cx="7455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30 m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6-06-2023/a098a9e1-c3b7-4c4d-afca-d39868e88629&quot; data-equatio-type=&quot;image&quot;&gt;&lt;mglyph src=&quot;https://equatio-api.texthelp.com/desmos/get/16-06-2023/a098a9e1-c3b7-4c4d-afca-d39868e88629&quot; alt=&quot;Equatio Image&quot;/&gt;&lt;/math&gt;" id="2476" name="Google Shape;2476;p2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1100" y="1882475"/>
            <a:ext cx="3886200" cy="1962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77" name="Google Shape;2477;p214"/>
          <p:cNvCxnSpPr/>
          <p:nvPr/>
        </p:nvCxnSpPr>
        <p:spPr>
          <a:xfrm flipH="1">
            <a:off x="3812350" y="1875950"/>
            <a:ext cx="15000" cy="197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78" name="Google Shape;2478;p214"/>
          <p:cNvCxnSpPr/>
          <p:nvPr/>
        </p:nvCxnSpPr>
        <p:spPr>
          <a:xfrm flipH="1">
            <a:off x="7950700" y="2851175"/>
            <a:ext cx="6600" cy="96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79" name="Google Shape;2479;p214"/>
          <p:cNvCxnSpPr/>
          <p:nvPr/>
        </p:nvCxnSpPr>
        <p:spPr>
          <a:xfrm flipH="1" rot="10800000">
            <a:off x="3927700" y="3963425"/>
            <a:ext cx="3863100" cy="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80" name="Google Shape;2480;p214"/>
          <p:cNvCxnSpPr/>
          <p:nvPr/>
        </p:nvCxnSpPr>
        <p:spPr>
          <a:xfrm>
            <a:off x="3944200" y="1764025"/>
            <a:ext cx="19407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81" name="Google Shape;2481;p214"/>
          <p:cNvSpPr txBox="1"/>
          <p:nvPr/>
        </p:nvSpPr>
        <p:spPr>
          <a:xfrm>
            <a:off x="3244925" y="2571750"/>
            <a:ext cx="121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2" name="Google Shape;2482;p214"/>
          <p:cNvSpPr txBox="1"/>
          <p:nvPr/>
        </p:nvSpPr>
        <p:spPr>
          <a:xfrm>
            <a:off x="5167800" y="3877450"/>
            <a:ext cx="121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10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3" name="Google Shape;2483;p214"/>
          <p:cNvSpPr txBox="1"/>
          <p:nvPr/>
        </p:nvSpPr>
        <p:spPr>
          <a:xfrm>
            <a:off x="4276350" y="1373700"/>
            <a:ext cx="121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5.7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4" name="Google Shape;2484;p214"/>
          <p:cNvSpPr txBox="1"/>
          <p:nvPr/>
        </p:nvSpPr>
        <p:spPr>
          <a:xfrm>
            <a:off x="7703950" y="3064350"/>
            <a:ext cx="121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2.6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85" name="Google Shape;2485;p2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9933" y="37267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9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p215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Perimeter with composite rectilinear shapes</a:t>
            </a:r>
            <a:endParaRPr sz="1800"/>
          </a:p>
        </p:txBody>
      </p:sp>
      <p:sp>
        <p:nvSpPr>
          <p:cNvPr id="2491" name="Google Shape;2491;p215"/>
          <p:cNvSpPr txBox="1"/>
          <p:nvPr>
            <p:ph idx="3" type="title"/>
          </p:nvPr>
        </p:nvSpPr>
        <p:spPr>
          <a:xfrm>
            <a:off x="1225200" y="37819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calculations</a:t>
            </a:r>
            <a:endParaRPr/>
          </a:p>
        </p:txBody>
      </p:sp>
      <p:sp>
        <p:nvSpPr>
          <p:cNvPr id="2492" name="Google Shape;2492;p215"/>
          <p:cNvSpPr txBox="1"/>
          <p:nvPr>
            <p:ph idx="4" type="title"/>
          </p:nvPr>
        </p:nvSpPr>
        <p:spPr>
          <a:xfrm>
            <a:off x="1225200" y="18224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Strange staircases</a:t>
            </a:r>
            <a:endParaRPr/>
          </a:p>
        </p:txBody>
      </p:sp>
      <p:pic>
        <p:nvPicPr>
          <p:cNvPr id="2493" name="Google Shape;2493;p2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59" y="2766240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4" name="Google Shape;2494;p215"/>
          <p:cNvSpPr txBox="1"/>
          <p:nvPr>
            <p:ph idx="2" type="title"/>
          </p:nvPr>
        </p:nvSpPr>
        <p:spPr>
          <a:xfrm>
            <a:off x="1225225" y="28412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composite rectilinear shapes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p21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composite rectilinear shapes</a:t>
            </a:r>
            <a:endParaRPr/>
          </a:p>
        </p:txBody>
      </p:sp>
      <p:sp>
        <p:nvSpPr>
          <p:cNvPr id="2500" name="Google Shape;2500;p216"/>
          <p:cNvSpPr txBox="1"/>
          <p:nvPr>
            <p:ph idx="1" type="body"/>
          </p:nvPr>
        </p:nvSpPr>
        <p:spPr>
          <a:xfrm>
            <a:off x="324000" y="810000"/>
            <a:ext cx="8496000" cy="17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Some </a:t>
            </a:r>
            <a:r>
              <a:rPr b="1" lang="en-GB">
                <a:solidFill>
                  <a:srgbClr val="000000"/>
                </a:solidFill>
              </a:rPr>
              <a:t>composite rectilinear shapes</a:t>
            </a:r>
            <a:r>
              <a:rPr lang="en-GB">
                <a:solidFill>
                  <a:srgbClr val="000000"/>
                </a:solidFill>
              </a:rPr>
              <a:t> can be easily rearranged to form a rectangle.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This is not always the easiest method though.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4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217"/>
          <p:cNvSpPr txBox="1"/>
          <p:nvPr/>
        </p:nvSpPr>
        <p:spPr>
          <a:xfrm>
            <a:off x="3865175" y="2647375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6" name="Google Shape;2506;p217"/>
          <p:cNvSpPr txBox="1"/>
          <p:nvPr/>
        </p:nvSpPr>
        <p:spPr>
          <a:xfrm>
            <a:off x="2890200" y="540000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7" name="Google Shape;2507;p217"/>
          <p:cNvSpPr txBox="1"/>
          <p:nvPr/>
        </p:nvSpPr>
        <p:spPr>
          <a:xfrm>
            <a:off x="4778250" y="540000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8" name="Google Shape;2508;p217"/>
          <p:cNvSpPr txBox="1"/>
          <p:nvPr/>
        </p:nvSpPr>
        <p:spPr>
          <a:xfrm>
            <a:off x="2541000" y="1389150"/>
            <a:ext cx="3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9" name="Google Shape;2509;p217"/>
          <p:cNvSpPr txBox="1"/>
          <p:nvPr/>
        </p:nvSpPr>
        <p:spPr>
          <a:xfrm>
            <a:off x="4531575" y="1224600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0" name="Google Shape;2510;p217"/>
          <p:cNvSpPr txBox="1"/>
          <p:nvPr>
            <p:ph idx="1" type="body"/>
          </p:nvPr>
        </p:nvSpPr>
        <p:spPr>
          <a:xfrm>
            <a:off x="324000" y="810000"/>
            <a:ext cx="8237700" cy="37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1) Try to rearrange these sides to create a rectangle.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Evaluate how easy this is to do.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6-06-2023/0831fefe-56b8-4f08-a61f-0e4a330b0f88&quot; data-equatio-type=&quot;image&quot;&gt;&lt;mglyph src=&quot;https://equatio-api.texthelp.com/desmos/get/16-06-2023/0831fefe-56b8-4f08-a61f-0e4a330b0f88&quot; alt=&quot;Equatio Image&quot;/&gt;&lt;/math&gt;" id="2511" name="Google Shape;2511;p217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933650" y="1032962"/>
            <a:ext cx="3018375" cy="1538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2" name="Google Shape;2512;p217"/>
          <p:cNvCxnSpPr/>
          <p:nvPr/>
        </p:nvCxnSpPr>
        <p:spPr>
          <a:xfrm flipH="1">
            <a:off x="2813850" y="1058950"/>
            <a:ext cx="7500" cy="149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13" name="Google Shape;2513;p217"/>
          <p:cNvCxnSpPr/>
          <p:nvPr/>
        </p:nvCxnSpPr>
        <p:spPr>
          <a:xfrm>
            <a:off x="3615575" y="1452275"/>
            <a:ext cx="24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4" name="Google Shape;2514;p217"/>
          <p:cNvCxnSpPr/>
          <p:nvPr/>
        </p:nvCxnSpPr>
        <p:spPr>
          <a:xfrm>
            <a:off x="4318050" y="1452275"/>
            <a:ext cx="24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5" name="Google Shape;2515;p217"/>
          <p:cNvCxnSpPr/>
          <p:nvPr/>
        </p:nvCxnSpPr>
        <p:spPr>
          <a:xfrm flipH="1">
            <a:off x="2966150" y="2700350"/>
            <a:ext cx="2964000" cy="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16" name="Google Shape;2516;p217"/>
          <p:cNvCxnSpPr/>
          <p:nvPr/>
        </p:nvCxnSpPr>
        <p:spPr>
          <a:xfrm flipH="1">
            <a:off x="4590550" y="1086275"/>
            <a:ext cx="3300" cy="73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17" name="Google Shape;2517;p217"/>
          <p:cNvCxnSpPr/>
          <p:nvPr/>
        </p:nvCxnSpPr>
        <p:spPr>
          <a:xfrm rot="10800000">
            <a:off x="2933600" y="904450"/>
            <a:ext cx="780300" cy="1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18" name="Google Shape;2518;p217"/>
          <p:cNvCxnSpPr/>
          <p:nvPr/>
        </p:nvCxnSpPr>
        <p:spPr>
          <a:xfrm rot="10800000">
            <a:off x="4433875" y="915300"/>
            <a:ext cx="15114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19" name="Google Shape;2519;p21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composite rectilinear shapes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3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p218"/>
          <p:cNvSpPr txBox="1"/>
          <p:nvPr/>
        </p:nvSpPr>
        <p:spPr>
          <a:xfrm>
            <a:off x="3865175" y="2647375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5" name="Google Shape;2525;p218"/>
          <p:cNvSpPr txBox="1"/>
          <p:nvPr/>
        </p:nvSpPr>
        <p:spPr>
          <a:xfrm>
            <a:off x="2890200" y="540000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6" name="Google Shape;2526;p218"/>
          <p:cNvSpPr txBox="1"/>
          <p:nvPr/>
        </p:nvSpPr>
        <p:spPr>
          <a:xfrm>
            <a:off x="4778250" y="540000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7" name="Google Shape;2527;p218"/>
          <p:cNvSpPr txBox="1"/>
          <p:nvPr/>
        </p:nvSpPr>
        <p:spPr>
          <a:xfrm>
            <a:off x="2541000" y="1389150"/>
            <a:ext cx="3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8" name="Google Shape;2528;p218"/>
          <p:cNvSpPr txBox="1"/>
          <p:nvPr/>
        </p:nvSpPr>
        <p:spPr>
          <a:xfrm>
            <a:off x="4531575" y="1224600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9" name="Google Shape;2529;p218"/>
          <p:cNvSpPr txBox="1"/>
          <p:nvPr>
            <p:ph idx="1" type="body"/>
          </p:nvPr>
        </p:nvSpPr>
        <p:spPr>
          <a:xfrm>
            <a:off x="324000" y="810000"/>
            <a:ext cx="8237700" cy="37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1) Try to rearrange these sides to create a rectangle.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Evaluate how easy this is to do.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6-06-2023/0831fefe-56b8-4f08-a61f-0e4a330b0f88&quot; data-equatio-type=&quot;image&quot;&gt;&lt;mglyph src=&quot;https://equatio-api.texthelp.com/desmos/get/16-06-2023/0831fefe-56b8-4f08-a61f-0e4a330b0f88&quot; alt=&quot;Equatio Image&quot;/&gt;&lt;/math&gt;" id="2530" name="Google Shape;2530;p21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933650" y="1032962"/>
            <a:ext cx="3018375" cy="1538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31" name="Google Shape;2531;p218"/>
          <p:cNvCxnSpPr/>
          <p:nvPr/>
        </p:nvCxnSpPr>
        <p:spPr>
          <a:xfrm flipH="1">
            <a:off x="2813850" y="1058950"/>
            <a:ext cx="7500" cy="149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32" name="Google Shape;2532;p218"/>
          <p:cNvCxnSpPr/>
          <p:nvPr/>
        </p:nvCxnSpPr>
        <p:spPr>
          <a:xfrm>
            <a:off x="3615575" y="1452275"/>
            <a:ext cx="24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3" name="Google Shape;2533;p218"/>
          <p:cNvCxnSpPr/>
          <p:nvPr/>
        </p:nvCxnSpPr>
        <p:spPr>
          <a:xfrm>
            <a:off x="4318050" y="1452275"/>
            <a:ext cx="24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4" name="Google Shape;2534;p218"/>
          <p:cNvCxnSpPr/>
          <p:nvPr/>
        </p:nvCxnSpPr>
        <p:spPr>
          <a:xfrm flipH="1">
            <a:off x="2966150" y="2700350"/>
            <a:ext cx="2964000" cy="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35" name="Google Shape;2535;p218"/>
          <p:cNvCxnSpPr/>
          <p:nvPr/>
        </p:nvCxnSpPr>
        <p:spPr>
          <a:xfrm flipH="1">
            <a:off x="4590550" y="1086275"/>
            <a:ext cx="3300" cy="73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36" name="Google Shape;2536;p218"/>
          <p:cNvCxnSpPr/>
          <p:nvPr/>
        </p:nvCxnSpPr>
        <p:spPr>
          <a:xfrm rot="10800000">
            <a:off x="2933600" y="904450"/>
            <a:ext cx="780300" cy="1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37" name="Google Shape;2537;p218"/>
          <p:cNvCxnSpPr/>
          <p:nvPr/>
        </p:nvCxnSpPr>
        <p:spPr>
          <a:xfrm rot="10800000">
            <a:off x="4433875" y="915300"/>
            <a:ext cx="15114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38" name="Google Shape;2538;p21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composite rectilinear shapes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2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Google Shape;2543;p21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composite rectilinear shapes</a:t>
            </a:r>
            <a:endParaRPr/>
          </a:p>
        </p:txBody>
      </p:sp>
      <p:pic>
        <p:nvPicPr>
          <p:cNvPr id="2544" name="Google Shape;2544;p219"/>
          <p:cNvPicPr preferRelativeResize="0"/>
          <p:nvPr/>
        </p:nvPicPr>
        <p:blipFill rotWithShape="1">
          <a:blip r:embed="rId3">
            <a:alphaModFix/>
          </a:blip>
          <a:srcRect b="37215" l="44518" r="31123" t="29978"/>
          <a:stretch/>
        </p:blipFill>
        <p:spPr>
          <a:xfrm>
            <a:off x="2982125" y="1209412"/>
            <a:ext cx="2509350" cy="190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8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p22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composite rectilinear shapes</a:t>
            </a:r>
            <a:endParaRPr/>
          </a:p>
        </p:txBody>
      </p:sp>
      <p:sp>
        <p:nvSpPr>
          <p:cNvPr id="2550" name="Google Shape;2550;p220"/>
          <p:cNvSpPr txBox="1"/>
          <p:nvPr>
            <p:ph idx="1" type="body"/>
          </p:nvPr>
        </p:nvSpPr>
        <p:spPr>
          <a:xfrm>
            <a:off x="324000" y="810000"/>
            <a:ext cx="82377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is possible to rearrange but this is not easy to see because the sides to move overlap each other.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6-06-2023/0831fefe-56b8-4f08-a61f-0e4a330b0f88&quot; data-equatio-type=&quot;image&quot;&gt;&lt;mglyph src=&quot;https://equatio-api.texthelp.com/desmos/get/16-06-2023/0831fefe-56b8-4f08-a61f-0e4a330b0f88&quot; alt=&quot;Equatio Image&quot;/&gt;&lt;/math&gt;" id="2551" name="Google Shape;2551;p220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85975" y="1519287"/>
            <a:ext cx="3018375" cy="1538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2" name="Google Shape;2552;p220"/>
          <p:cNvCxnSpPr/>
          <p:nvPr/>
        </p:nvCxnSpPr>
        <p:spPr>
          <a:xfrm flipH="1">
            <a:off x="666175" y="1545275"/>
            <a:ext cx="7500" cy="149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53" name="Google Shape;2553;p220"/>
          <p:cNvCxnSpPr/>
          <p:nvPr/>
        </p:nvCxnSpPr>
        <p:spPr>
          <a:xfrm>
            <a:off x="1467900" y="1938600"/>
            <a:ext cx="24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4" name="Google Shape;2554;p220"/>
          <p:cNvCxnSpPr/>
          <p:nvPr/>
        </p:nvCxnSpPr>
        <p:spPr>
          <a:xfrm>
            <a:off x="2170375" y="1938600"/>
            <a:ext cx="24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5" name="Google Shape;2555;p220"/>
          <p:cNvCxnSpPr/>
          <p:nvPr/>
        </p:nvCxnSpPr>
        <p:spPr>
          <a:xfrm flipH="1">
            <a:off x="818475" y="3186675"/>
            <a:ext cx="2964000" cy="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56" name="Google Shape;2556;p220"/>
          <p:cNvCxnSpPr/>
          <p:nvPr/>
        </p:nvCxnSpPr>
        <p:spPr>
          <a:xfrm flipH="1">
            <a:off x="2442875" y="1572600"/>
            <a:ext cx="3300" cy="73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57" name="Google Shape;2557;p220"/>
          <p:cNvCxnSpPr/>
          <p:nvPr/>
        </p:nvCxnSpPr>
        <p:spPr>
          <a:xfrm rot="10800000">
            <a:off x="785925" y="1390775"/>
            <a:ext cx="780300" cy="1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58" name="Google Shape;2558;p220"/>
          <p:cNvCxnSpPr/>
          <p:nvPr/>
        </p:nvCxnSpPr>
        <p:spPr>
          <a:xfrm rot="10800000">
            <a:off x="2286200" y="1401625"/>
            <a:ext cx="15114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59" name="Google Shape;2559;p220"/>
          <p:cNvSpPr txBox="1"/>
          <p:nvPr/>
        </p:nvSpPr>
        <p:spPr>
          <a:xfrm>
            <a:off x="1717500" y="3133700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0" name="Google Shape;2560;p220"/>
          <p:cNvSpPr txBox="1"/>
          <p:nvPr/>
        </p:nvSpPr>
        <p:spPr>
          <a:xfrm>
            <a:off x="742525" y="1026325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1" name="Google Shape;2561;p220"/>
          <p:cNvSpPr txBox="1"/>
          <p:nvPr/>
        </p:nvSpPr>
        <p:spPr>
          <a:xfrm>
            <a:off x="2630575" y="1026325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2" name="Google Shape;2562;p220"/>
          <p:cNvSpPr txBox="1"/>
          <p:nvPr/>
        </p:nvSpPr>
        <p:spPr>
          <a:xfrm>
            <a:off x="393325" y="1875475"/>
            <a:ext cx="3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3" name="Google Shape;2563;p220"/>
          <p:cNvSpPr txBox="1"/>
          <p:nvPr/>
        </p:nvSpPr>
        <p:spPr>
          <a:xfrm>
            <a:off x="2383900" y="1710925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6-06-2023/aa15ba56-f8fb-4823-983e-fc8ea8dd1547&quot; data-equatio-type=&quot;image&quot;&gt;&lt;mglyph src=&quot;https://equatio-api.texthelp.com/desmos/get/16-06-2023/aa15ba56-f8fb-4823-983e-fc8ea8dd1547&quot; alt=&quot;Equatio Image&quot;/&gt;&lt;/math&gt;" id="2564" name="Google Shape;2564;p220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9150" y="804898"/>
            <a:ext cx="3018375" cy="2260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5" name="Google Shape;2565;p220"/>
          <p:cNvCxnSpPr/>
          <p:nvPr/>
        </p:nvCxnSpPr>
        <p:spPr>
          <a:xfrm>
            <a:off x="8082450" y="810000"/>
            <a:ext cx="0" cy="76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66" name="Google Shape;2566;p220"/>
          <p:cNvSpPr txBox="1"/>
          <p:nvPr/>
        </p:nvSpPr>
        <p:spPr>
          <a:xfrm>
            <a:off x="8020175" y="948325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67" name="Google Shape;2567;p220"/>
          <p:cNvCxnSpPr/>
          <p:nvPr/>
        </p:nvCxnSpPr>
        <p:spPr>
          <a:xfrm>
            <a:off x="4862400" y="810000"/>
            <a:ext cx="0" cy="78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68" name="Google Shape;2568;p220"/>
          <p:cNvSpPr txBox="1"/>
          <p:nvPr/>
        </p:nvSpPr>
        <p:spPr>
          <a:xfrm>
            <a:off x="4572000" y="948325"/>
            <a:ext cx="36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69" name="Google Shape;2569;p220"/>
          <p:cNvCxnSpPr/>
          <p:nvPr/>
        </p:nvCxnSpPr>
        <p:spPr>
          <a:xfrm flipH="1">
            <a:off x="4857000" y="1572600"/>
            <a:ext cx="7500" cy="149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70" name="Google Shape;2570;p220"/>
          <p:cNvSpPr txBox="1"/>
          <p:nvPr/>
        </p:nvSpPr>
        <p:spPr>
          <a:xfrm>
            <a:off x="4572000" y="1873825"/>
            <a:ext cx="3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71" name="Google Shape;2571;p220"/>
          <p:cNvCxnSpPr/>
          <p:nvPr/>
        </p:nvCxnSpPr>
        <p:spPr>
          <a:xfrm flipH="1">
            <a:off x="4996338" y="3186675"/>
            <a:ext cx="2964000" cy="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72" name="Google Shape;2572;p220"/>
          <p:cNvSpPr txBox="1"/>
          <p:nvPr/>
        </p:nvSpPr>
        <p:spPr>
          <a:xfrm>
            <a:off x="5895363" y="3133700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73" name="Google Shape;2573;p220"/>
          <p:cNvCxnSpPr/>
          <p:nvPr/>
        </p:nvCxnSpPr>
        <p:spPr>
          <a:xfrm rot="10800000">
            <a:off x="2064875" y="2412800"/>
            <a:ext cx="310200" cy="272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4" name="Google Shape;2574;p220"/>
          <p:cNvCxnSpPr/>
          <p:nvPr/>
        </p:nvCxnSpPr>
        <p:spPr>
          <a:xfrm rot="10800000">
            <a:off x="6219675" y="893550"/>
            <a:ext cx="310200" cy="272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8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p221"/>
          <p:cNvSpPr txBox="1"/>
          <p:nvPr/>
        </p:nvSpPr>
        <p:spPr>
          <a:xfrm>
            <a:off x="2718238" y="1997050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0" name="Google Shape;2580;p221"/>
          <p:cNvSpPr txBox="1"/>
          <p:nvPr/>
        </p:nvSpPr>
        <p:spPr>
          <a:xfrm>
            <a:off x="4606288" y="1997050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1" name="Google Shape;2581;p221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composite rectilinear shapes</a:t>
            </a:r>
            <a:endParaRPr/>
          </a:p>
        </p:txBody>
      </p:sp>
      <p:sp>
        <p:nvSpPr>
          <p:cNvPr id="2582" name="Google Shape;2582;p221"/>
          <p:cNvSpPr txBox="1"/>
          <p:nvPr>
            <p:ph idx="1" type="body"/>
          </p:nvPr>
        </p:nvSpPr>
        <p:spPr>
          <a:xfrm>
            <a:off x="324000" y="810000"/>
            <a:ext cx="84960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For some shapes, it may be easier to sum the sides.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Perimeter = 6 + 8 + 6 + 4 + 3 + 2 + 3 + 2 = 34 units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6-06-2023/0831fefe-56b8-4f08-a61f-0e4a330b0f88&quot; data-equatio-type=&quot;image&quot;&gt;&lt;mglyph src=&quot;https://equatio-api.texthelp.com/desmos/get/16-06-2023/0831fefe-56b8-4f08-a61f-0e4a330b0f88&quot; alt=&quot;Equatio Image&quot;/&gt;&lt;/math&gt;" id="2583" name="Google Shape;2583;p221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761688" y="2490012"/>
            <a:ext cx="3018375" cy="1538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4" name="Google Shape;2584;p221"/>
          <p:cNvCxnSpPr/>
          <p:nvPr/>
        </p:nvCxnSpPr>
        <p:spPr>
          <a:xfrm flipH="1">
            <a:off x="2641888" y="2516000"/>
            <a:ext cx="7500" cy="149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85" name="Google Shape;2585;p221"/>
          <p:cNvCxnSpPr/>
          <p:nvPr/>
        </p:nvCxnSpPr>
        <p:spPr>
          <a:xfrm>
            <a:off x="3443613" y="2909325"/>
            <a:ext cx="24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6" name="Google Shape;2586;p221"/>
          <p:cNvCxnSpPr/>
          <p:nvPr/>
        </p:nvCxnSpPr>
        <p:spPr>
          <a:xfrm>
            <a:off x="4146088" y="2909325"/>
            <a:ext cx="24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7" name="Google Shape;2587;p221"/>
          <p:cNvCxnSpPr/>
          <p:nvPr/>
        </p:nvCxnSpPr>
        <p:spPr>
          <a:xfrm flipH="1">
            <a:off x="2794188" y="4157400"/>
            <a:ext cx="2964000" cy="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88" name="Google Shape;2588;p221"/>
          <p:cNvCxnSpPr/>
          <p:nvPr/>
        </p:nvCxnSpPr>
        <p:spPr>
          <a:xfrm flipH="1">
            <a:off x="4418588" y="2543325"/>
            <a:ext cx="3300" cy="73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89" name="Google Shape;2589;p221"/>
          <p:cNvCxnSpPr/>
          <p:nvPr/>
        </p:nvCxnSpPr>
        <p:spPr>
          <a:xfrm rot="10800000">
            <a:off x="2761638" y="2361500"/>
            <a:ext cx="780300" cy="1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90" name="Google Shape;2590;p221"/>
          <p:cNvCxnSpPr/>
          <p:nvPr/>
        </p:nvCxnSpPr>
        <p:spPr>
          <a:xfrm rot="10800000">
            <a:off x="4261913" y="2372350"/>
            <a:ext cx="15114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91" name="Google Shape;2591;p221"/>
          <p:cNvSpPr txBox="1"/>
          <p:nvPr/>
        </p:nvSpPr>
        <p:spPr>
          <a:xfrm>
            <a:off x="3693213" y="4104425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2" name="Google Shape;2592;p221"/>
          <p:cNvSpPr txBox="1"/>
          <p:nvPr/>
        </p:nvSpPr>
        <p:spPr>
          <a:xfrm>
            <a:off x="2292838" y="2846200"/>
            <a:ext cx="3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3" name="Google Shape;2593;p221"/>
          <p:cNvSpPr txBox="1"/>
          <p:nvPr/>
        </p:nvSpPr>
        <p:spPr>
          <a:xfrm>
            <a:off x="4359613" y="2681650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94" name="Google Shape;2594;p221"/>
          <p:cNvCxnSpPr/>
          <p:nvPr/>
        </p:nvCxnSpPr>
        <p:spPr>
          <a:xfrm flipH="1">
            <a:off x="3396088" y="2543325"/>
            <a:ext cx="3300" cy="73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95" name="Google Shape;2595;p221"/>
          <p:cNvCxnSpPr/>
          <p:nvPr/>
        </p:nvCxnSpPr>
        <p:spPr>
          <a:xfrm flipH="1">
            <a:off x="3520563" y="3378300"/>
            <a:ext cx="755100" cy="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96" name="Google Shape;2596;p221"/>
          <p:cNvCxnSpPr/>
          <p:nvPr/>
        </p:nvCxnSpPr>
        <p:spPr>
          <a:xfrm flipH="1">
            <a:off x="5933338" y="2516000"/>
            <a:ext cx="7500" cy="149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2597" name="Google Shape;2597;p221"/>
          <p:cNvGrpSpPr/>
          <p:nvPr/>
        </p:nvGrpSpPr>
        <p:grpSpPr>
          <a:xfrm>
            <a:off x="3443613" y="3276025"/>
            <a:ext cx="958800" cy="461700"/>
            <a:chOff x="3443613" y="3276025"/>
            <a:chExt cx="958800" cy="461700"/>
          </a:xfrm>
        </p:grpSpPr>
        <p:sp>
          <p:nvSpPr>
            <p:cNvPr id="2598" name="Google Shape;2598;p221"/>
            <p:cNvSpPr txBox="1"/>
            <p:nvPr/>
          </p:nvSpPr>
          <p:spPr>
            <a:xfrm>
              <a:off x="3443613" y="3276025"/>
              <a:ext cx="95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9" name="Google Shape;2599;p221"/>
            <p:cNvSpPr/>
            <p:nvPr/>
          </p:nvSpPr>
          <p:spPr>
            <a:xfrm>
              <a:off x="3799113" y="3380100"/>
              <a:ext cx="249600" cy="285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0" name="Google Shape;2600;p221"/>
          <p:cNvGrpSpPr/>
          <p:nvPr/>
        </p:nvGrpSpPr>
        <p:grpSpPr>
          <a:xfrm>
            <a:off x="3075988" y="2681650"/>
            <a:ext cx="426600" cy="461700"/>
            <a:chOff x="3075988" y="2681650"/>
            <a:chExt cx="426600" cy="461700"/>
          </a:xfrm>
        </p:grpSpPr>
        <p:sp>
          <p:nvSpPr>
            <p:cNvPr id="2601" name="Google Shape;2601;p221"/>
            <p:cNvSpPr txBox="1"/>
            <p:nvPr/>
          </p:nvSpPr>
          <p:spPr>
            <a:xfrm>
              <a:off x="3075988" y="2681650"/>
              <a:ext cx="4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2" name="Google Shape;2602;p221"/>
            <p:cNvSpPr/>
            <p:nvPr/>
          </p:nvSpPr>
          <p:spPr>
            <a:xfrm>
              <a:off x="3113313" y="2770500"/>
              <a:ext cx="249600" cy="285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3" name="Google Shape;2603;p221"/>
          <p:cNvGrpSpPr/>
          <p:nvPr/>
        </p:nvGrpSpPr>
        <p:grpSpPr>
          <a:xfrm>
            <a:off x="5892363" y="2960775"/>
            <a:ext cx="958800" cy="461700"/>
            <a:chOff x="5892363" y="2960775"/>
            <a:chExt cx="958800" cy="461700"/>
          </a:xfrm>
        </p:grpSpPr>
        <p:sp>
          <p:nvSpPr>
            <p:cNvPr id="2604" name="Google Shape;2604;p221"/>
            <p:cNvSpPr txBox="1"/>
            <p:nvPr/>
          </p:nvSpPr>
          <p:spPr>
            <a:xfrm>
              <a:off x="5892363" y="2960775"/>
              <a:ext cx="95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5" name="Google Shape;2605;p221"/>
            <p:cNvSpPr/>
            <p:nvPr/>
          </p:nvSpPr>
          <p:spPr>
            <a:xfrm>
              <a:off x="5925813" y="3048825"/>
              <a:ext cx="249600" cy="285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9" name="Shape 2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0" name="Google Shape;2610;p222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composite rectilinear shapes</a:t>
            </a:r>
            <a:endParaRPr/>
          </a:p>
        </p:txBody>
      </p:sp>
      <p:sp>
        <p:nvSpPr>
          <p:cNvPr id="2611" name="Google Shape;2611;p222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Which method would you look to use to find the perimeter of this shape? State your reasoning.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6-06-2023/7d278d9e-bb2f-41f6-9298-f44ad3abf9ab&quot; data-equatio-type=&quot;image&quot;&gt;&lt;mglyph src=&quot;https://equatio-api.texthelp.com/desmos/get/16-06-2023/7d278d9e-bb2f-41f6-9298-f44ad3abf9ab&quot; alt=&quot;Equatio Image&quot;/&gt;&lt;/math&gt;" id="2612" name="Google Shape;2612;p222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707300"/>
            <a:ext cx="3283049" cy="19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3" name="Google Shape;2613;p222"/>
          <p:cNvSpPr txBox="1"/>
          <p:nvPr/>
        </p:nvSpPr>
        <p:spPr>
          <a:xfrm>
            <a:off x="4432475" y="1853175"/>
            <a:ext cx="41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 would want to sum all the sides because this shape is not simple to rearrange.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7" name="Shape 2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p223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Perimeter with composite rectilinear shapes</a:t>
            </a:r>
            <a:endParaRPr sz="1800"/>
          </a:p>
        </p:txBody>
      </p:sp>
      <p:sp>
        <p:nvSpPr>
          <p:cNvPr id="2619" name="Google Shape;2619;p223"/>
          <p:cNvSpPr txBox="1"/>
          <p:nvPr>
            <p:ph idx="3" type="title"/>
          </p:nvPr>
        </p:nvSpPr>
        <p:spPr>
          <a:xfrm>
            <a:off x="1225200" y="37819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calculations</a:t>
            </a:r>
            <a:endParaRPr/>
          </a:p>
        </p:txBody>
      </p:sp>
      <p:sp>
        <p:nvSpPr>
          <p:cNvPr id="2620" name="Google Shape;2620;p223"/>
          <p:cNvSpPr txBox="1"/>
          <p:nvPr>
            <p:ph idx="4" type="title"/>
          </p:nvPr>
        </p:nvSpPr>
        <p:spPr>
          <a:xfrm>
            <a:off x="1225200" y="18224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Strange staircases</a:t>
            </a:r>
            <a:endParaRPr/>
          </a:p>
        </p:txBody>
      </p:sp>
      <p:pic>
        <p:nvPicPr>
          <p:cNvPr id="2621" name="Google Shape;2621;p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59" y="3695724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2" name="Google Shape;2622;p223"/>
          <p:cNvSpPr txBox="1"/>
          <p:nvPr>
            <p:ph idx="2" type="title"/>
          </p:nvPr>
        </p:nvSpPr>
        <p:spPr>
          <a:xfrm>
            <a:off x="1225225" y="28412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composite rectilinear shapes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6" name="Shape 2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Google Shape;2627;p22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calculations</a:t>
            </a:r>
            <a:endParaRPr/>
          </a:p>
        </p:txBody>
      </p:sp>
      <p:sp>
        <p:nvSpPr>
          <p:cNvPr id="2628" name="Google Shape;2628;p224"/>
          <p:cNvSpPr txBox="1"/>
          <p:nvPr>
            <p:ph idx="1" type="subTitle"/>
          </p:nvPr>
        </p:nvSpPr>
        <p:spPr>
          <a:xfrm>
            <a:off x="4824000" y="810000"/>
            <a:ext cx="3982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 perimeter.</a:t>
            </a:r>
            <a:endParaRPr/>
          </a:p>
        </p:txBody>
      </p:sp>
      <p:sp>
        <p:nvSpPr>
          <p:cNvPr id="2629" name="Google Shape;2629;p224"/>
          <p:cNvSpPr txBox="1"/>
          <p:nvPr>
            <p:ph idx="2" type="subTitle"/>
          </p:nvPr>
        </p:nvSpPr>
        <p:spPr>
          <a:xfrm>
            <a:off x="324000" y="810000"/>
            <a:ext cx="3982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 perimeter.</a:t>
            </a:r>
            <a:endParaRPr/>
          </a:p>
        </p:txBody>
      </p:sp>
      <p:sp>
        <p:nvSpPr>
          <p:cNvPr id="2630" name="Google Shape;2630;p224"/>
          <p:cNvSpPr txBox="1"/>
          <p:nvPr/>
        </p:nvSpPr>
        <p:spPr>
          <a:xfrm>
            <a:off x="324000" y="3909050"/>
            <a:ext cx="39822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Perimeter = 2 × (7.4 + 2.8 + 4.3)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= 29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1" name="Google Shape;2631;p224"/>
          <p:cNvSpPr txBox="1"/>
          <p:nvPr/>
        </p:nvSpPr>
        <p:spPr>
          <a:xfrm>
            <a:off x="4824000" y="3909051"/>
            <a:ext cx="40635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Perimeter = 2 × (4.8 + 3)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= 15.6 in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6-06-2023/b2ff7c0c-d2a7-4972-8dfd-ed19f5c102fb&quot; data-equatio-type=&quot;image&quot;&gt;&lt;mglyph src=&quot;https://equatio-api.texthelp.com/desmos/get/16-06-2023/b2ff7c0c-d2a7-4972-8dfd-ed19f5c102fb&quot; alt=&quot;Equatio Image&quot;/&gt;&lt;/math&gt;" id="2632" name="Google Shape;2632;p22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9175" y="1192525"/>
            <a:ext cx="1140625" cy="2188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3" name="Google Shape;2633;p224"/>
          <p:cNvCxnSpPr/>
          <p:nvPr/>
        </p:nvCxnSpPr>
        <p:spPr>
          <a:xfrm flipH="1" rot="10800000">
            <a:off x="1656500" y="3471925"/>
            <a:ext cx="11043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634" name="Google Shape;2634;p224"/>
          <p:cNvCxnSpPr/>
          <p:nvPr/>
        </p:nvCxnSpPr>
        <p:spPr>
          <a:xfrm flipH="1">
            <a:off x="2155650" y="1200025"/>
            <a:ext cx="1200" cy="143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635" name="Google Shape;2635;p224"/>
          <p:cNvCxnSpPr/>
          <p:nvPr/>
        </p:nvCxnSpPr>
        <p:spPr>
          <a:xfrm>
            <a:off x="2887800" y="2632225"/>
            <a:ext cx="1500" cy="72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36" name="Google Shape;2636;p224"/>
          <p:cNvSpPr txBox="1"/>
          <p:nvPr/>
        </p:nvSpPr>
        <p:spPr>
          <a:xfrm>
            <a:off x="2155650" y="1620000"/>
            <a:ext cx="96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7.4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7" name="Google Shape;2637;p224"/>
          <p:cNvSpPr txBox="1"/>
          <p:nvPr/>
        </p:nvSpPr>
        <p:spPr>
          <a:xfrm>
            <a:off x="2885550" y="2764525"/>
            <a:ext cx="96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2.8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8" name="Google Shape;2638;p224"/>
          <p:cNvSpPr txBox="1"/>
          <p:nvPr/>
        </p:nvSpPr>
        <p:spPr>
          <a:xfrm>
            <a:off x="1724600" y="3381100"/>
            <a:ext cx="96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6-06-2023/9d790c6d-7f07-4eda-b2d4-05c1b2aefb3a&quot; data-equatio-type=&quot;image&quot;&gt;&lt;mglyph src=&quot;https://equatio-api.texthelp.com/desmos/get/16-06-2023/9d790c6d-7f07-4eda-b2d4-05c1b2aefb3a&quot; alt=&quot;Equatio Image&quot;/&gt;&lt;/math&gt;" id="2639" name="Google Shape;2639;p22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1084" y="1633674"/>
            <a:ext cx="2525457" cy="1227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0" name="Google Shape;2640;p224"/>
          <p:cNvCxnSpPr/>
          <p:nvPr/>
        </p:nvCxnSpPr>
        <p:spPr>
          <a:xfrm>
            <a:off x="8070241" y="2565875"/>
            <a:ext cx="0" cy="29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41" name="Google Shape;2641;p224"/>
          <p:cNvSpPr txBox="1"/>
          <p:nvPr/>
        </p:nvSpPr>
        <p:spPr>
          <a:xfrm>
            <a:off x="8070241" y="2482475"/>
            <a:ext cx="96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 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42" name="Google Shape;2642;p224"/>
          <p:cNvCxnSpPr/>
          <p:nvPr/>
        </p:nvCxnSpPr>
        <p:spPr>
          <a:xfrm flipH="1" rot="10800000">
            <a:off x="5475791" y="1544800"/>
            <a:ext cx="25113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43" name="Google Shape;2643;p224"/>
          <p:cNvSpPr txBox="1"/>
          <p:nvPr/>
        </p:nvSpPr>
        <p:spPr>
          <a:xfrm>
            <a:off x="6247391" y="1192525"/>
            <a:ext cx="96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4.8 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44" name="Google Shape;2644;p224"/>
          <p:cNvCxnSpPr/>
          <p:nvPr/>
        </p:nvCxnSpPr>
        <p:spPr>
          <a:xfrm>
            <a:off x="5354266" y="1633675"/>
            <a:ext cx="600" cy="122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45" name="Google Shape;2645;p224"/>
          <p:cNvSpPr txBox="1"/>
          <p:nvPr/>
        </p:nvSpPr>
        <p:spPr>
          <a:xfrm>
            <a:off x="4826441" y="2015575"/>
            <a:ext cx="96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46" name="Google Shape;2646;p224"/>
          <p:cNvCxnSpPr/>
          <p:nvPr/>
        </p:nvCxnSpPr>
        <p:spPr>
          <a:xfrm>
            <a:off x="5475791" y="2999125"/>
            <a:ext cx="2375100" cy="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47" name="Google Shape;2647;p224"/>
          <p:cNvSpPr txBox="1"/>
          <p:nvPr/>
        </p:nvSpPr>
        <p:spPr>
          <a:xfrm>
            <a:off x="6239766" y="2942200"/>
            <a:ext cx="96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4.6 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p22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calculations</a:t>
            </a:r>
            <a:endParaRPr/>
          </a:p>
        </p:txBody>
      </p:sp>
      <p:sp>
        <p:nvSpPr>
          <p:cNvPr id="2653" name="Google Shape;2653;p225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Calculate the perimeter.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                             b)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6-06-2023/3131db48-ffdc-4e6f-8502-6bfc01807783&quot; data-equatio-type=&quot;image&quot;&gt;&lt;mglyph src=&quot;https://equatio-api.texthelp.com/desmos/get/16-06-2023/3131db48-ffdc-4e6f-8502-6bfc01807783&quot; alt=&quot;Equatio Image&quot;/&gt;&lt;/math&gt;" id="2654" name="Google Shape;2654;p22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555496">
            <a:off x="1167735" y="1607039"/>
            <a:ext cx="1128653" cy="2185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5" name="Google Shape;2655;p225"/>
          <p:cNvCxnSpPr/>
          <p:nvPr/>
        </p:nvCxnSpPr>
        <p:spPr>
          <a:xfrm>
            <a:off x="499225" y="3199550"/>
            <a:ext cx="226800" cy="22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656" name="Google Shape;2656;p225"/>
          <p:cNvCxnSpPr/>
          <p:nvPr/>
        </p:nvCxnSpPr>
        <p:spPr>
          <a:xfrm>
            <a:off x="1877000" y="2224925"/>
            <a:ext cx="56610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657" name="Google Shape;2657;p225"/>
          <p:cNvCxnSpPr/>
          <p:nvPr/>
        </p:nvCxnSpPr>
        <p:spPr>
          <a:xfrm flipH="1">
            <a:off x="499300" y="1474975"/>
            <a:ext cx="1497600" cy="160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58" name="Google Shape;2658;p225"/>
          <p:cNvSpPr txBox="1"/>
          <p:nvPr/>
        </p:nvSpPr>
        <p:spPr>
          <a:xfrm>
            <a:off x="1532200" y="2375100"/>
            <a:ext cx="84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3.2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9" name="Google Shape;2659;p225"/>
          <p:cNvSpPr txBox="1"/>
          <p:nvPr/>
        </p:nvSpPr>
        <p:spPr>
          <a:xfrm>
            <a:off x="189025" y="3287400"/>
            <a:ext cx="84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0.6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0" name="Google Shape;2660;p225"/>
          <p:cNvSpPr txBox="1"/>
          <p:nvPr/>
        </p:nvSpPr>
        <p:spPr>
          <a:xfrm>
            <a:off x="461400" y="1810050"/>
            <a:ext cx="96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11.1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61" name="Google Shape;2661;p225"/>
          <p:cNvGrpSpPr/>
          <p:nvPr/>
        </p:nvGrpSpPr>
        <p:grpSpPr>
          <a:xfrm>
            <a:off x="4824000" y="1262388"/>
            <a:ext cx="3611975" cy="3473550"/>
            <a:chOff x="629500" y="1270688"/>
            <a:chExt cx="3611975" cy="3473550"/>
          </a:xfrm>
        </p:grpSpPr>
        <p:pic>
          <p:nvPicPr>
            <p:cNvPr descr="&lt;math xmlns=&quot;http://www.w3.org/1998/Math/MathML&quot; data-is-equatio=&quot;1&quot; data-equatio-url=&quot;https://equatio-api.texthelp.com/desmos/get/16-06-2023/b527d65c-e257-42be-be13-cbb8ad7122ce&quot; data-equatio-type=&quot;image&quot;&gt;&lt;mglyph src=&quot;https://equatio-api.texthelp.com/desmos/get/16-06-2023/b527d65c-e257-42be-be13-cbb8ad7122ce&quot; alt=&quot;Equatio Image&quot;/&gt;&lt;/math&gt;" id="2662" name="Google Shape;2662;p225" title="Equatio Imag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10919" y="1763288"/>
              <a:ext cx="2830556" cy="23731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63" name="Google Shape;2663;p225"/>
            <p:cNvCxnSpPr/>
            <p:nvPr/>
          </p:nvCxnSpPr>
          <p:spPr>
            <a:xfrm>
              <a:off x="1277350" y="1784988"/>
              <a:ext cx="300" cy="2351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64" name="Google Shape;2664;p225"/>
            <p:cNvCxnSpPr/>
            <p:nvPr/>
          </p:nvCxnSpPr>
          <p:spPr>
            <a:xfrm flipH="1">
              <a:off x="3251925" y="2382813"/>
              <a:ext cx="7200" cy="124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65" name="Google Shape;2665;p225"/>
            <p:cNvSpPr txBox="1"/>
            <p:nvPr/>
          </p:nvSpPr>
          <p:spPr>
            <a:xfrm>
              <a:off x="629500" y="2609613"/>
              <a:ext cx="84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6" name="Google Shape;2666;p225"/>
            <p:cNvSpPr txBox="1"/>
            <p:nvPr/>
          </p:nvSpPr>
          <p:spPr>
            <a:xfrm>
              <a:off x="3058675" y="2707338"/>
              <a:ext cx="84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67" name="Google Shape;2667;p225"/>
            <p:cNvCxnSpPr/>
            <p:nvPr/>
          </p:nvCxnSpPr>
          <p:spPr>
            <a:xfrm>
              <a:off x="1436200" y="1663963"/>
              <a:ext cx="2155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68" name="Google Shape;2668;p225"/>
            <p:cNvSpPr txBox="1"/>
            <p:nvPr/>
          </p:nvSpPr>
          <p:spPr>
            <a:xfrm>
              <a:off x="2090500" y="1270688"/>
              <a:ext cx="84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69" name="Google Shape;2669;p225"/>
            <p:cNvCxnSpPr/>
            <p:nvPr/>
          </p:nvCxnSpPr>
          <p:spPr>
            <a:xfrm>
              <a:off x="3161900" y="3722488"/>
              <a:ext cx="1005000" cy="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70" name="Google Shape;2670;p225"/>
            <p:cNvCxnSpPr/>
            <p:nvPr/>
          </p:nvCxnSpPr>
          <p:spPr>
            <a:xfrm flipH="1" rot="10800000">
              <a:off x="3175900" y="2248563"/>
              <a:ext cx="390900" cy="5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71" name="Google Shape;2671;p225"/>
            <p:cNvSpPr txBox="1"/>
            <p:nvPr/>
          </p:nvSpPr>
          <p:spPr>
            <a:xfrm>
              <a:off x="2947750" y="1815338"/>
              <a:ext cx="84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2" name="Google Shape;2672;p225"/>
            <p:cNvSpPr txBox="1"/>
            <p:nvPr/>
          </p:nvSpPr>
          <p:spPr>
            <a:xfrm>
              <a:off x="3319700" y="3653313"/>
              <a:ext cx="84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73" name="Google Shape;2673;p225"/>
            <p:cNvCxnSpPr/>
            <p:nvPr/>
          </p:nvCxnSpPr>
          <p:spPr>
            <a:xfrm>
              <a:off x="1639150" y="4271963"/>
              <a:ext cx="25836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74" name="Google Shape;2674;p225"/>
            <p:cNvCxnSpPr/>
            <p:nvPr/>
          </p:nvCxnSpPr>
          <p:spPr>
            <a:xfrm>
              <a:off x="1639150" y="3725788"/>
              <a:ext cx="468000" cy="7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75" name="Google Shape;2675;p225"/>
            <p:cNvSpPr txBox="1"/>
            <p:nvPr/>
          </p:nvSpPr>
          <p:spPr>
            <a:xfrm>
              <a:off x="1449550" y="3653313"/>
              <a:ext cx="84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6" name="Google Shape;2676;p225"/>
            <p:cNvSpPr txBox="1"/>
            <p:nvPr/>
          </p:nvSpPr>
          <p:spPr>
            <a:xfrm>
              <a:off x="2402600" y="4251638"/>
              <a:ext cx="84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0" name="Shape 2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1" name="Google Shape;2681;p22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calculations</a:t>
            </a:r>
            <a:endParaRPr/>
          </a:p>
        </p:txBody>
      </p:sp>
      <p:sp>
        <p:nvSpPr>
          <p:cNvPr id="2682" name="Google Shape;2682;p226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Calculate the perimeter.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                             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6-06-2023/3131db48-ffdc-4e6f-8502-6bfc01807783&quot; data-equatio-type=&quot;image&quot;&gt;&lt;mglyph src=&quot;https://equatio-api.texthelp.com/desmos/get/16-06-2023/3131db48-ffdc-4e6f-8502-6bfc01807783&quot; alt=&quot;Equatio Image&quot;/&gt;&lt;/math&gt;" id="2683" name="Google Shape;2683;p226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555496">
            <a:off x="1167735" y="1607039"/>
            <a:ext cx="1128653" cy="2185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4" name="Google Shape;2684;p226"/>
          <p:cNvCxnSpPr/>
          <p:nvPr/>
        </p:nvCxnSpPr>
        <p:spPr>
          <a:xfrm>
            <a:off x="499225" y="3199550"/>
            <a:ext cx="226800" cy="22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685" name="Google Shape;2685;p226"/>
          <p:cNvCxnSpPr/>
          <p:nvPr/>
        </p:nvCxnSpPr>
        <p:spPr>
          <a:xfrm>
            <a:off x="1877000" y="2224925"/>
            <a:ext cx="56610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686" name="Google Shape;2686;p226"/>
          <p:cNvCxnSpPr/>
          <p:nvPr/>
        </p:nvCxnSpPr>
        <p:spPr>
          <a:xfrm flipH="1">
            <a:off x="499300" y="1474975"/>
            <a:ext cx="1497600" cy="160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87" name="Google Shape;2687;p226"/>
          <p:cNvSpPr txBox="1"/>
          <p:nvPr/>
        </p:nvSpPr>
        <p:spPr>
          <a:xfrm>
            <a:off x="1532200" y="2375100"/>
            <a:ext cx="84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3.2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8" name="Google Shape;2688;p226"/>
          <p:cNvSpPr txBox="1"/>
          <p:nvPr/>
        </p:nvSpPr>
        <p:spPr>
          <a:xfrm>
            <a:off x="189025" y="3287400"/>
            <a:ext cx="84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0.6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9" name="Google Shape;2689;p226"/>
          <p:cNvSpPr txBox="1"/>
          <p:nvPr/>
        </p:nvSpPr>
        <p:spPr>
          <a:xfrm>
            <a:off x="461400" y="1810050"/>
            <a:ext cx="96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11.1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0" name="Google Shape;2690;p226"/>
          <p:cNvSpPr txBox="1"/>
          <p:nvPr/>
        </p:nvSpPr>
        <p:spPr>
          <a:xfrm>
            <a:off x="3804675" y="1452275"/>
            <a:ext cx="4651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Perimeter = 2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(11.1 + 0.6 + 3.2)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   = 29.8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4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p22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calculations</a:t>
            </a:r>
            <a:endParaRPr/>
          </a:p>
        </p:txBody>
      </p:sp>
      <p:sp>
        <p:nvSpPr>
          <p:cNvPr id="2696" name="Google Shape;2696;p227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Calculate the perimeter.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</a:t>
            </a:r>
            <a:endParaRPr/>
          </a:p>
        </p:txBody>
      </p:sp>
      <p:grpSp>
        <p:nvGrpSpPr>
          <p:cNvPr id="2697" name="Google Shape;2697;p227"/>
          <p:cNvGrpSpPr/>
          <p:nvPr/>
        </p:nvGrpSpPr>
        <p:grpSpPr>
          <a:xfrm>
            <a:off x="320658" y="1262388"/>
            <a:ext cx="3611975" cy="3473550"/>
            <a:chOff x="629500" y="1270688"/>
            <a:chExt cx="3611975" cy="3473550"/>
          </a:xfrm>
        </p:grpSpPr>
        <p:pic>
          <p:nvPicPr>
            <p:cNvPr descr="&lt;math xmlns=&quot;http://www.w3.org/1998/Math/MathML&quot; data-is-equatio=&quot;1&quot; data-equatio-url=&quot;https://equatio-api.texthelp.com/desmos/get/16-06-2023/b527d65c-e257-42be-be13-cbb8ad7122ce&quot; data-equatio-type=&quot;image&quot;&gt;&lt;mglyph src=&quot;https://equatio-api.texthelp.com/desmos/get/16-06-2023/b527d65c-e257-42be-be13-cbb8ad7122ce&quot; alt=&quot;Equatio Image&quot;/&gt;&lt;/math&gt;" id="2698" name="Google Shape;2698;p227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10919" y="1763288"/>
              <a:ext cx="2830556" cy="23731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99" name="Google Shape;2699;p227"/>
            <p:cNvCxnSpPr/>
            <p:nvPr/>
          </p:nvCxnSpPr>
          <p:spPr>
            <a:xfrm>
              <a:off x="1277350" y="1784988"/>
              <a:ext cx="300" cy="2351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00" name="Google Shape;2700;p227"/>
            <p:cNvCxnSpPr/>
            <p:nvPr/>
          </p:nvCxnSpPr>
          <p:spPr>
            <a:xfrm flipH="1">
              <a:off x="3251925" y="2382813"/>
              <a:ext cx="7200" cy="124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701" name="Google Shape;2701;p227"/>
            <p:cNvSpPr txBox="1"/>
            <p:nvPr/>
          </p:nvSpPr>
          <p:spPr>
            <a:xfrm>
              <a:off x="629500" y="2609613"/>
              <a:ext cx="84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2" name="Google Shape;2702;p227"/>
            <p:cNvSpPr txBox="1"/>
            <p:nvPr/>
          </p:nvSpPr>
          <p:spPr>
            <a:xfrm>
              <a:off x="3058675" y="2707338"/>
              <a:ext cx="84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03" name="Google Shape;2703;p227"/>
            <p:cNvCxnSpPr/>
            <p:nvPr/>
          </p:nvCxnSpPr>
          <p:spPr>
            <a:xfrm>
              <a:off x="1436200" y="1663963"/>
              <a:ext cx="2155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704" name="Google Shape;2704;p227"/>
            <p:cNvSpPr txBox="1"/>
            <p:nvPr/>
          </p:nvSpPr>
          <p:spPr>
            <a:xfrm>
              <a:off x="2090500" y="1270688"/>
              <a:ext cx="84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05" name="Google Shape;2705;p227"/>
            <p:cNvCxnSpPr/>
            <p:nvPr/>
          </p:nvCxnSpPr>
          <p:spPr>
            <a:xfrm>
              <a:off x="3161900" y="3722488"/>
              <a:ext cx="1005000" cy="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06" name="Google Shape;2706;p227"/>
            <p:cNvCxnSpPr/>
            <p:nvPr/>
          </p:nvCxnSpPr>
          <p:spPr>
            <a:xfrm flipH="1" rot="10800000">
              <a:off x="3175900" y="2248563"/>
              <a:ext cx="390900" cy="5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707" name="Google Shape;2707;p227"/>
            <p:cNvSpPr txBox="1"/>
            <p:nvPr/>
          </p:nvSpPr>
          <p:spPr>
            <a:xfrm>
              <a:off x="2947750" y="1815338"/>
              <a:ext cx="84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8" name="Google Shape;2708;p227"/>
            <p:cNvSpPr txBox="1"/>
            <p:nvPr/>
          </p:nvSpPr>
          <p:spPr>
            <a:xfrm>
              <a:off x="3319700" y="3653313"/>
              <a:ext cx="84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09" name="Google Shape;2709;p227"/>
            <p:cNvCxnSpPr/>
            <p:nvPr/>
          </p:nvCxnSpPr>
          <p:spPr>
            <a:xfrm>
              <a:off x="1639150" y="4271963"/>
              <a:ext cx="25836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10" name="Google Shape;2710;p227"/>
            <p:cNvCxnSpPr/>
            <p:nvPr/>
          </p:nvCxnSpPr>
          <p:spPr>
            <a:xfrm>
              <a:off x="1639150" y="3725788"/>
              <a:ext cx="468000" cy="7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711" name="Google Shape;2711;p227"/>
            <p:cNvSpPr txBox="1"/>
            <p:nvPr/>
          </p:nvSpPr>
          <p:spPr>
            <a:xfrm>
              <a:off x="1449550" y="3653313"/>
              <a:ext cx="84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2" name="Google Shape;2712;p227"/>
            <p:cNvSpPr txBox="1"/>
            <p:nvPr/>
          </p:nvSpPr>
          <p:spPr>
            <a:xfrm>
              <a:off x="2402600" y="4251638"/>
              <a:ext cx="84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13" name="Google Shape;2713;p227"/>
          <p:cNvSpPr txBox="1"/>
          <p:nvPr/>
        </p:nvSpPr>
        <p:spPr>
          <a:xfrm>
            <a:off x="4049950" y="1733850"/>
            <a:ext cx="477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Perimeter = 23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2 + 17 + 2 + 5 + 19 + 2 + 3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= 94 units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7" name="Shape 2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8" name="Google Shape;2718;p228"/>
          <p:cNvSpPr txBox="1"/>
          <p:nvPr>
            <p:ph type="title"/>
          </p:nvPr>
        </p:nvSpPr>
        <p:spPr>
          <a:xfrm>
            <a:off x="1684800" y="119125"/>
            <a:ext cx="63393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with composite rectilinear shapes</a:t>
            </a:r>
            <a:endParaRPr/>
          </a:p>
        </p:txBody>
      </p:sp>
      <p:sp>
        <p:nvSpPr>
          <p:cNvPr id="2719" name="Google Shape;2719;p228"/>
          <p:cNvSpPr txBox="1"/>
          <p:nvPr>
            <p:ph idx="1" type="body"/>
          </p:nvPr>
        </p:nvSpPr>
        <p:spPr>
          <a:xfrm>
            <a:off x="324000" y="810000"/>
            <a:ext cx="8496000" cy="31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</a:t>
            </a:r>
            <a:r>
              <a:rPr b="1" lang="en-GB"/>
              <a:t>composite rectilinear shapes</a:t>
            </a:r>
            <a:r>
              <a:rPr lang="en-GB"/>
              <a:t> can be easily rearranged to form a rectangle.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Rearranging the sides in this way does not change the perimeter.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Sometimes it is easier to sum all of the side lengths.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3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p229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725" name="Google Shape;2725;p2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May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