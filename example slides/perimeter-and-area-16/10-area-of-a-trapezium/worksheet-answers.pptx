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a89f37add_0_1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a89f37a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55d5881180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55d58811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/>
        </p:nvSpPr>
        <p:spPr>
          <a:xfrm>
            <a:off x="468000" y="1549800"/>
            <a:ext cx="6624000" cy="27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Building an area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State how many of each shape should be used to create a composite shape with the stated area.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Area = 24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b)   Area = 50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c)   Area = 60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062a2922-dc33-4aeb-9bd2-26745c8db779&quot; data-equatio-type=&quot;image&quot;&gt;&lt;mglyph src=&quot;https://equatio-api.texthelp.com/desmos/get/22-06-2023/062a2922-dc33-4aeb-9bd2-26745c8db779&quot; alt=&quot;Equatio Image&quot;/&gt;&lt;/math&gt;" id="130" name="Google Shape;130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000" y="2411538"/>
            <a:ext cx="4679999" cy="11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4"/>
          <p:cNvSpPr txBox="1"/>
          <p:nvPr/>
        </p:nvSpPr>
        <p:spPr>
          <a:xfrm>
            <a:off x="1555200" y="3631950"/>
            <a:ext cx="456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Area = 16 cm</a:t>
            </a:r>
            <a:r>
              <a:rPr baseline="30000" lang="en-GB" sz="11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8 cm</a:t>
            </a:r>
            <a:r>
              <a:rPr baseline="30000"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Area = 18 cm</a:t>
            </a:r>
            <a:r>
              <a:rPr baseline="30000"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468000" y="4436100"/>
            <a:ext cx="1638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E.g.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You can use three triangles.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8 = 24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2412000" y="4436100"/>
            <a:ext cx="1728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E.g.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You can use two squares and one parallelogram.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16 + 16 + 18 = 50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4445100" y="4436100"/>
            <a:ext cx="225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E.g.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You can use one square, one triangle and two parallelograms. 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16 + 8 + 2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18 = 60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5" name="Google Shape;135;p14"/>
          <p:cNvCxnSpPr/>
          <p:nvPr/>
        </p:nvCxnSpPr>
        <p:spPr>
          <a:xfrm>
            <a:off x="474750" y="55746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14"/>
          <p:cNvSpPr txBox="1"/>
          <p:nvPr/>
        </p:nvSpPr>
        <p:spPr>
          <a:xfrm>
            <a:off x="474750" y="5749725"/>
            <a:ext cx="66240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Area of a trapezium via composite shapes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Calculate the area of each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trapezium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                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dc035e21-e62f-47f4-a7b6-6f20e4bddd6b&quot; data-equatio-type=&quot;image&quot;&gt;&lt;mglyph src=&quot;https://equatio-api.texthelp.com/desmos/get/22-06-2023/dc035e21-e62f-47f4-a7b6-6f20e4bddd6b&quot; alt=&quot;Equatio Image&quot;/&gt;&lt;/math&gt;" id="137" name="Google Shape;137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381" y="6934162"/>
            <a:ext cx="1622173" cy="125626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/>
          <p:nvPr/>
        </p:nvSpPr>
        <p:spPr>
          <a:xfrm>
            <a:off x="1277950" y="8057333"/>
            <a:ext cx="112200" cy="112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1277950" y="6957695"/>
            <a:ext cx="112200" cy="112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0fcee54b-99e4-4a22-af39-069039fcf218&quot; data-equatio-type=&quot;image&quot;&gt;&lt;mglyph src=&quot;https://equatio-api.texthelp.com/desmos/get/22-06-2023/0fcee54b-99e4-4a22-af39-069039fcf218&quot; alt=&quot;Equatio Image&quot;/&gt;&lt;/math&gt;" id="140" name="Google Shape;140;p14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3057" y="6588919"/>
            <a:ext cx="1622173" cy="18713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14"/>
          <p:cNvCxnSpPr/>
          <p:nvPr/>
        </p:nvCxnSpPr>
        <p:spPr>
          <a:xfrm>
            <a:off x="1144873" y="6964649"/>
            <a:ext cx="0" cy="121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" name="Google Shape;142;p14"/>
          <p:cNvCxnSpPr/>
          <p:nvPr/>
        </p:nvCxnSpPr>
        <p:spPr>
          <a:xfrm>
            <a:off x="1277950" y="8262514"/>
            <a:ext cx="1575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" name="Google Shape;143;p14"/>
          <p:cNvCxnSpPr/>
          <p:nvPr/>
        </p:nvCxnSpPr>
        <p:spPr>
          <a:xfrm>
            <a:off x="1245381" y="6859039"/>
            <a:ext cx="810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" name="Google Shape;144;p14"/>
          <p:cNvCxnSpPr/>
          <p:nvPr/>
        </p:nvCxnSpPr>
        <p:spPr>
          <a:xfrm>
            <a:off x="5954270" y="6588919"/>
            <a:ext cx="934200" cy="1867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" name="Google Shape;145;p14"/>
          <p:cNvCxnSpPr/>
          <p:nvPr/>
        </p:nvCxnSpPr>
        <p:spPr>
          <a:xfrm>
            <a:off x="5087890" y="7564706"/>
            <a:ext cx="427800" cy="89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6" name="Google Shape;146;p14"/>
          <p:cNvCxnSpPr/>
          <p:nvPr/>
        </p:nvCxnSpPr>
        <p:spPr>
          <a:xfrm>
            <a:off x="5594867" y="8551875"/>
            <a:ext cx="1153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" name="Google Shape;147;p14"/>
          <p:cNvCxnSpPr/>
          <p:nvPr/>
        </p:nvCxnSpPr>
        <p:spPr>
          <a:xfrm flipH="1" rot="10800000">
            <a:off x="5347445" y="7412690"/>
            <a:ext cx="889800" cy="43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8" name="Google Shape;148;p14"/>
          <p:cNvSpPr/>
          <p:nvPr/>
        </p:nvSpPr>
        <p:spPr>
          <a:xfrm rot="-1593903">
            <a:off x="6115559" y="7330737"/>
            <a:ext cx="112027" cy="11202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468000" y="7263899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1569878" y="8183362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245381" y="6545598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4662317" y="7919101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5766678" y="8551875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5319371" y="7300172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6282050" y="7108856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468000" y="8608950"/>
            <a:ext cx="29520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9 × 17 + (20 - 9) × 17 × ½ 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153 + 11 × 17 × ½ 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153 + 93.5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246.5 cm</a:t>
            </a:r>
            <a:r>
              <a:rPr baseline="30000"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4140000" y="8905875"/>
            <a:ext cx="29520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5 × 4 + (12 - 5) × 4 × ½ 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20 + 7 × 4 × ½ 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20 + 14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34 cm</a:t>
            </a:r>
            <a:r>
              <a:rPr baseline="30000"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" name="Google Shape;158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</a:t>
            </a:r>
            <a:endParaRPr/>
          </a:p>
        </p:txBody>
      </p:sp>
      <p:sp>
        <p:nvSpPr>
          <p:cNvPr id="159" name="Google Shape;15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/>
        </p:nvSpPr>
        <p:spPr>
          <a:xfrm>
            <a:off x="468000" y="1045800"/>
            <a:ext cx="6624000" cy="22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Formula for the area of any trapezium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Instructions: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a piece of paper and fold it in half.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a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trapezium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 your piece of folded paper (try to make it different from mine).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Cut out your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trapezium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You should have two identical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trapeziums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due to your folded paper.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Rotate one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trapezium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half a turn. Place the two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trapeziums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next to each other.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quadrilateral did you make?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468000" y="3504875"/>
            <a:ext cx="66240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have made a parallelogram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9523bb13-61d4-49d7-8f0d-f3ad051888e4&quot; data-equatio-type=&quot;image&quot;&gt;&lt;mglyph src=&quot;https://equatio-api.texthelp.com/desmos/get/22-06-2023/9523bb13-61d4-49d7-8f0d-f3ad051888e4&quot; alt=&quot;Equatio Image&quot;/&gt;&lt;/math&gt;" id="166" name="Google Shape;166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4325" y="3907475"/>
            <a:ext cx="2071350" cy="75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5"/>
          <p:cNvSpPr txBox="1"/>
          <p:nvPr/>
        </p:nvSpPr>
        <p:spPr>
          <a:xfrm>
            <a:off x="3903375" y="101482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8" name="Google Shape;168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</a:t>
            </a:r>
            <a:endParaRPr/>
          </a:p>
        </p:txBody>
      </p:sp>
      <p:sp>
        <p:nvSpPr>
          <p:cNvPr id="169" name="Google Shape;169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170" name="Google Shape;170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1" name="Google Shape;171;p15"/>
          <p:cNvCxnSpPr/>
          <p:nvPr/>
        </p:nvCxnSpPr>
        <p:spPr>
          <a:xfrm>
            <a:off x="474750" y="8502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