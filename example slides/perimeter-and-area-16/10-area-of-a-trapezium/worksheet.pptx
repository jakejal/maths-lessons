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5dfe66e5c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5dfe66e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/>
        </p:nvSpPr>
        <p:spPr>
          <a:xfrm>
            <a:off x="468000" y="1549800"/>
            <a:ext cx="6624000" cy="27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Building an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State how many of each shape should be used to create a composite shape with the stated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Area = 24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b)   Area = 50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c)   Area = 60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62a2922-dc33-4aeb-9bd2-26745c8db779&quot; data-equatio-type=&quot;image&quot;&gt;&lt;mglyph src=&quot;https://equatio-api.texthelp.com/desmos/get/22-06-2023/062a2922-dc33-4aeb-9bd2-26745c8db779&quot; alt=&quot;Equatio Image&quot;/&gt;&lt;/math&gt;" id="121" name="Google Shape;121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000" y="2182938"/>
            <a:ext cx="4679999" cy="11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1555200" y="3403350"/>
            <a:ext cx="456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Area = 16 cm</a:t>
            </a:r>
            <a:r>
              <a:rPr baseline="30000"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8 cm</a:t>
            </a:r>
            <a:r>
              <a:rPr baseline="30000"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Area = 18 cm</a:t>
            </a:r>
            <a:r>
              <a:rPr baseline="30000"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" name="Google Shape;123;p14"/>
          <p:cNvCxnSpPr/>
          <p:nvPr/>
        </p:nvCxnSpPr>
        <p:spPr>
          <a:xfrm>
            <a:off x="474750" y="58032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4"/>
          <p:cNvSpPr txBox="1"/>
          <p:nvPr/>
        </p:nvSpPr>
        <p:spPr>
          <a:xfrm>
            <a:off x="474750" y="5978325"/>
            <a:ext cx="66240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Area of a trapezium via composite shapes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Calculate the area of each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trapezium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                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dc035e21-e62f-47f4-a7b6-6f20e4bddd6b&quot; data-equatio-type=&quot;image&quot;&gt;&lt;mglyph src=&quot;https://equatio-api.texthelp.com/desmos/get/22-06-2023/dc035e21-e62f-47f4-a7b6-6f20e4bddd6b&quot; alt=&quot;Equatio Image&quot;/&gt;&lt;/math&gt;" id="125" name="Google Shape;125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381" y="7162762"/>
            <a:ext cx="1622173" cy="125626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/>
          <p:nvPr/>
        </p:nvSpPr>
        <p:spPr>
          <a:xfrm>
            <a:off x="1277950" y="8285933"/>
            <a:ext cx="112200" cy="112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1277950" y="7186295"/>
            <a:ext cx="112200" cy="112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fcee54b-99e4-4a22-af39-069039fcf218&quot; data-equatio-type=&quot;image&quot;&gt;&lt;mglyph src=&quot;https://equatio-api.texthelp.com/desmos/get/22-06-2023/0fcee54b-99e4-4a22-af39-069039fcf218&quot; alt=&quot;Equatio Image&quot;/&gt;&lt;/math&gt;" id="128" name="Google Shape;128;p14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3057" y="6817519"/>
            <a:ext cx="1622173" cy="18713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14"/>
          <p:cNvCxnSpPr/>
          <p:nvPr/>
        </p:nvCxnSpPr>
        <p:spPr>
          <a:xfrm>
            <a:off x="1144873" y="7193249"/>
            <a:ext cx="0" cy="121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0" name="Google Shape;130;p14"/>
          <p:cNvCxnSpPr/>
          <p:nvPr/>
        </p:nvCxnSpPr>
        <p:spPr>
          <a:xfrm>
            <a:off x="1277950" y="8491114"/>
            <a:ext cx="1575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" name="Google Shape;131;p14"/>
          <p:cNvCxnSpPr/>
          <p:nvPr/>
        </p:nvCxnSpPr>
        <p:spPr>
          <a:xfrm>
            <a:off x="1245381" y="7087639"/>
            <a:ext cx="810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" name="Google Shape;132;p14"/>
          <p:cNvCxnSpPr/>
          <p:nvPr/>
        </p:nvCxnSpPr>
        <p:spPr>
          <a:xfrm>
            <a:off x="5954270" y="6817519"/>
            <a:ext cx="934200" cy="186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" name="Google Shape;133;p14"/>
          <p:cNvCxnSpPr/>
          <p:nvPr/>
        </p:nvCxnSpPr>
        <p:spPr>
          <a:xfrm>
            <a:off x="5087890" y="7793306"/>
            <a:ext cx="427800" cy="89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" name="Google Shape;134;p14"/>
          <p:cNvCxnSpPr/>
          <p:nvPr/>
        </p:nvCxnSpPr>
        <p:spPr>
          <a:xfrm>
            <a:off x="5594867" y="8780475"/>
            <a:ext cx="1153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 flipH="1" rot="10800000">
            <a:off x="5347445" y="7641290"/>
            <a:ext cx="889800" cy="43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" name="Google Shape;136;p14"/>
          <p:cNvSpPr/>
          <p:nvPr/>
        </p:nvSpPr>
        <p:spPr>
          <a:xfrm rot="-1593903">
            <a:off x="6115559" y="7559337"/>
            <a:ext cx="112027" cy="11202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468000" y="7492499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1569878" y="8411962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245381" y="6774198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4662317" y="8147701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5766678" y="8780475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5319371" y="7528772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6282050" y="7337456"/>
            <a:ext cx="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</a:t>
            </a:r>
            <a:endParaRPr/>
          </a:p>
        </p:txBody>
      </p:sp>
      <p:sp>
        <p:nvSpPr>
          <p:cNvPr id="145" name="Google Shape;145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468000" y="969600"/>
            <a:ext cx="6624000" cy="22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Formula for the area of any trapezium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Instructions: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Take a piece of paper and fold it in half.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apezium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on your piece of folded paper (try to make it different from mine).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Cut out your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apezium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You should have two identical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apeziums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due to your folded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Rotate one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trapezium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by half a turn. Place the two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trapeziums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next to each other.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quadrilateral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you make?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</a:t>
            </a:r>
            <a:endParaRPr/>
          </a:p>
        </p:txBody>
      </p:sp>
      <p:sp>
        <p:nvSpPr>
          <p:cNvPr id="152" name="Google Shape;152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153" name="Google Shape;153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4" name="Google Shape;154;p15"/>
          <p:cNvCxnSpPr/>
          <p:nvPr/>
        </p:nvCxnSpPr>
        <p:spPr>
          <a:xfrm>
            <a:off x="474750" y="774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