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262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263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260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59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26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25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261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912" r:id="rId3"/>
    <p:sldMasterId id="2147483913" r:id="rId4"/>
    <p:sldMasterId id="2147483914" r:id="rId5"/>
    <p:sldMasterId id="214748391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6" name="Shape 3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7" name="Google Shape;3167;g2502f65cb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8" name="Google Shape;3168;g2502f65cb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2" name="Shape 3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3" name="Google Shape;3173;g27e6b13f641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4" name="Google Shape;3174;g27e6b13f641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7" name="Shape 3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g1e31228a0c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9" name="Google Shape;3179;g1e31228a0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2" name="Shape 3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3" name="Google Shape;3183;g31ff0096b11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4" name="Google Shape;3184;g31ff0096b11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g31ff0096b11_0_1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9" name="Google Shape;3189;g31ff0096b11_0_1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6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g31ff0096b11_0_3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8" name="Google Shape;3198;g31ff0096b11_0_3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7" name="Shape 3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8" name="Google Shape;3208;g31ff0096b11_0_4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9" name="Google Shape;3209;g31ff0096b11_0_4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7" name="Shape 3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g31ff0096b11_0_4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9" name="Google Shape;3229;g31ff0096b11_0_4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0" name="Shape 3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1" name="Google Shape;3241;g31ff0096b11_0_4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2" name="Google Shape;3242;g31ff0096b11_0_4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8" name="Shape 3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9" name="Google Shape;3249;g31ff0096b11_0_4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0" name="Google Shape;3250;g31ff0096b11_0_4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6" name="Shape 3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7" name="Google Shape;3257;g31ff0096b11_0_4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8" name="Google Shape;3258;g31ff0096b11_0_4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4" name="Shape 3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5" name="Google Shape;3265;g31ff0096b11_0_4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6" name="Google Shape;3266;g31ff0096b11_0_4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2" name="Shape 3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3" name="Google Shape;3273;g31ff0096b11_0_4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4" name="Google Shape;3274;g31ff0096b11_0_4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0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" name="Google Shape;3281;g31ff0096b11_0_4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2" name="Google Shape;3282;g31ff0096b11_0_4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9" name="Shape 3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" name="Google Shape;3290;g31ff0096b11_0_4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1" name="Google Shape;3291;g31ff0096b11_0_4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4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5" name="Google Shape;3305;g31ff0096b11_0_4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6" name="Google Shape;3306;g31ff0096b11_0_4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5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g31ff0096b1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7" name="Google Shape;3337;g31ff0096b1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0" name="Shape 3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1" name="Google Shape;3361;g31ff0096b11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2" name="Google Shape;3362;g31ff0096b11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5" name="Shape 3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6" name="Google Shape;3386;g31ff0096b11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7" name="Google Shape;3387;g31ff0096b11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1" name="Shape 3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2" name="Google Shape;3402;g31ff0096b11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3" name="Google Shape;3403;g31ff0096b11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8" name="Shape 3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9" name="Google Shape;3419;g31ff0096b11_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0" name="Google Shape;3420;g31ff0096b11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7" name="Shape 3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8" name="Google Shape;3428;g31ff0096b11_2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9" name="Google Shape;3429;g31ff0096b11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6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7" name="Google Shape;3437;g31ff0096b1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8" name="Google Shape;3438;g31ff0096b1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6" name="Shape 3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7" name="Google Shape;3447;g31ff0096b11_2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8" name="Google Shape;3448;g31ff0096b11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5" name="Shape 3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6" name="Google Shape;3456;g31ff0096b11_2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7" name="Google Shape;3457;g31ff0096b11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2" name="Shape 3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3" name="Google Shape;3463;g31ff0096b11_2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4" name="Google Shape;3464;g31ff0096b11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1" name="Shape 3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2" name="Google Shape;3472;g31ff0096b11_2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3" name="Google Shape;3473;g31ff0096b11_2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8" name="Shape 3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9" name="Google Shape;3479;g31ff0096b11_2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0" name="Google Shape;3480;g31ff0096b11_2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4" name="Shape 3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5" name="Google Shape;3485;g31ff0096b11_2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6" name="Google Shape;3486;g31ff0096b11_2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0" name="Shape 3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1" name="Google Shape;3511;g31ff0096b11_2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2" name="Google Shape;3512;g31ff0096b11_2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1" name="Shape 3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" name="Google Shape;3522;g31ff0096b11_2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3" name="Google Shape;3523;g31ff0096b11_2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8" name="Shape 3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9" name="Google Shape;3529;g31ff0096b11_2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0" name="Google Shape;3530;g31ff0096b11_2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79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79.png"/><Relationship Id="rId4" Type="http://schemas.openxmlformats.org/officeDocument/2006/relationships/image" Target="../media/image25.png"/><Relationship Id="rId10" Type="http://schemas.openxmlformats.org/officeDocument/2006/relationships/image" Target="../media/image28.png"/><Relationship Id="rId9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79.png"/><Relationship Id="rId4" Type="http://schemas.openxmlformats.org/officeDocument/2006/relationships/image" Target="../media/image38.png"/><Relationship Id="rId11" Type="http://schemas.openxmlformats.org/officeDocument/2006/relationships/image" Target="../media/image37.png"/><Relationship Id="rId10" Type="http://schemas.openxmlformats.org/officeDocument/2006/relationships/image" Target="../media/image34.png"/><Relationship Id="rId12" Type="http://schemas.openxmlformats.org/officeDocument/2006/relationships/image" Target="../media/image42.png"/><Relationship Id="rId9" Type="http://schemas.openxmlformats.org/officeDocument/2006/relationships/image" Target="../media/image36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4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Relationship Id="rId4" Type="http://schemas.openxmlformats.org/officeDocument/2006/relationships/image" Target="../media/image52.png"/><Relationship Id="rId5" Type="http://schemas.openxmlformats.org/officeDocument/2006/relationships/image" Target="../media/image4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5" Type="http://schemas.openxmlformats.org/officeDocument/2006/relationships/image" Target="../media/image4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57.png"/><Relationship Id="rId4" Type="http://schemas.openxmlformats.org/officeDocument/2006/relationships/image" Target="../media/image60.png"/><Relationship Id="rId5" Type="http://schemas.openxmlformats.org/officeDocument/2006/relationships/image" Target="../media/image4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2.png"/><Relationship Id="rId4" Type="http://schemas.openxmlformats.org/officeDocument/2006/relationships/image" Target="../media/image65.png"/><Relationship Id="rId5" Type="http://schemas.openxmlformats.org/officeDocument/2006/relationships/image" Target="../media/image4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2.png"/><Relationship Id="rId4" Type="http://schemas.openxmlformats.org/officeDocument/2006/relationships/image" Target="../media/image4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8.png"/><Relationship Id="rId4" Type="http://schemas.openxmlformats.org/officeDocument/2006/relationships/image" Target="../media/image4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60.png"/><Relationship Id="rId4" Type="http://schemas.openxmlformats.org/officeDocument/2006/relationships/image" Target="../media/image4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5.png"/><Relationship Id="rId4" Type="http://schemas.openxmlformats.org/officeDocument/2006/relationships/image" Target="../media/image4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Relationship Id="rId4" Type="http://schemas.openxmlformats.org/officeDocument/2006/relationships/image" Target="../media/image4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2.png"/><Relationship Id="rId4" Type="http://schemas.openxmlformats.org/officeDocument/2006/relationships/image" Target="../media/image4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58.png"/><Relationship Id="rId4" Type="http://schemas.openxmlformats.org/officeDocument/2006/relationships/image" Target="../media/image4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60.png"/><Relationship Id="rId4" Type="http://schemas.openxmlformats.org/officeDocument/2006/relationships/image" Target="../media/image45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65.png"/><Relationship Id="rId4" Type="http://schemas.openxmlformats.org/officeDocument/2006/relationships/image" Target="../media/image45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9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9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9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9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9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6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9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Relationship Id="rId3" Type="http://schemas.openxmlformats.org/officeDocument/2006/relationships/image" Target="../media/image96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2.png"/><Relationship Id="rId4" Type="http://schemas.openxmlformats.org/officeDocument/2006/relationships/image" Target="../media/image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5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8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1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8.png"/><Relationship Id="rId3" Type="http://schemas.openxmlformats.org/officeDocument/2006/relationships/image" Target="../media/image113.png"/><Relationship Id="rId4" Type="http://schemas.openxmlformats.org/officeDocument/2006/relationships/image" Target="../media/image115.png"/><Relationship Id="rId5" Type="http://schemas.openxmlformats.org/officeDocument/2006/relationships/image" Target="../media/image119.png"/><Relationship Id="rId6" Type="http://schemas.openxmlformats.org/officeDocument/2006/relationships/image" Target="../media/image117.png"/><Relationship Id="rId7" Type="http://schemas.openxmlformats.org/officeDocument/2006/relationships/image" Target="../media/image116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79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3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79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79.png"/><Relationship Id="rId4" Type="http://schemas.openxmlformats.org/officeDocument/2006/relationships/image" Target="../media/image25.png"/><Relationship Id="rId11" Type="http://schemas.openxmlformats.org/officeDocument/2006/relationships/image" Target="../media/image13.png"/><Relationship Id="rId10" Type="http://schemas.openxmlformats.org/officeDocument/2006/relationships/image" Target="../media/image28.png"/><Relationship Id="rId9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13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13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13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13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8.png"/><Relationship Id="rId3" Type="http://schemas.openxmlformats.org/officeDocument/2006/relationships/image" Target="../media/image39.png"/><Relationship Id="rId4" Type="http://schemas.openxmlformats.org/officeDocument/2006/relationships/image" Target="../media/image45.png"/><Relationship Id="rId5" Type="http://schemas.openxmlformats.org/officeDocument/2006/relationships/image" Target="../media/image139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9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95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95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95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96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96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96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02.png"/><Relationship Id="rId4" Type="http://schemas.openxmlformats.org/officeDocument/2006/relationships/image" Target="../media/image3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5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8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11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8.png"/><Relationship Id="rId3" Type="http://schemas.openxmlformats.org/officeDocument/2006/relationships/image" Target="../media/image113.png"/><Relationship Id="rId4" Type="http://schemas.openxmlformats.org/officeDocument/2006/relationships/image" Target="../media/image115.png"/><Relationship Id="rId5" Type="http://schemas.openxmlformats.org/officeDocument/2006/relationships/image" Target="../media/image119.png"/><Relationship Id="rId6" Type="http://schemas.openxmlformats.org/officeDocument/2006/relationships/image" Target="../media/image117.png"/><Relationship Id="rId7" Type="http://schemas.openxmlformats.org/officeDocument/2006/relationships/image" Target="../media/image116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79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3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Relationship Id="rId3" Type="http://schemas.openxmlformats.org/officeDocument/2006/relationships/image" Target="../media/image79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Relationship Id="rId3" Type="http://schemas.openxmlformats.org/officeDocument/2006/relationships/image" Target="../media/image79.png"/><Relationship Id="rId4" Type="http://schemas.openxmlformats.org/officeDocument/2006/relationships/image" Target="../media/image25.png"/><Relationship Id="rId11" Type="http://schemas.openxmlformats.org/officeDocument/2006/relationships/image" Target="../media/image13.png"/><Relationship Id="rId10" Type="http://schemas.openxmlformats.org/officeDocument/2006/relationships/image" Target="../media/image28.png"/><Relationship Id="rId9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132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132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132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132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8.png"/><Relationship Id="rId3" Type="http://schemas.openxmlformats.org/officeDocument/2006/relationships/image" Target="../media/image39.png"/><Relationship Id="rId4" Type="http://schemas.openxmlformats.org/officeDocument/2006/relationships/image" Target="../media/image45.png"/><Relationship Id="rId5" Type="http://schemas.openxmlformats.org/officeDocument/2006/relationships/image" Target="../media/image139.pn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Relationship Id="rId5" Type="http://schemas.openxmlformats.org/officeDocument/2006/relationships/image" Target="../media/image138.png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95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95.pn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95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95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96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3.png"/><Relationship Id="rId3" Type="http://schemas.openxmlformats.org/officeDocument/2006/relationships/image" Target="../media/image96.png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4.png"/><Relationship Id="rId3" Type="http://schemas.openxmlformats.org/officeDocument/2006/relationships/image" Target="../media/image96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95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png"/><Relationship Id="rId3" Type="http://schemas.openxmlformats.org/officeDocument/2006/relationships/image" Target="../media/image96.png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95.png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200.png"/><Relationship Id="rId5" Type="http://schemas.openxmlformats.org/officeDocument/2006/relationships/image" Target="../media/image3.pn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04.png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05.png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15.png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14.png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12.pn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02.png"/><Relationship Id="rId4" Type="http://schemas.openxmlformats.org/officeDocument/2006/relationships/image" Target="../media/image3.png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11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5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18.png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11.png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22.png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22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25.png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8.png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26.png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7.png"/><Relationship Id="rId3" Type="http://schemas.openxmlformats.org/officeDocument/2006/relationships/image" Target="../media/image231.png"/><Relationship Id="rId4" Type="http://schemas.openxmlformats.org/officeDocument/2006/relationships/image" Target="../media/image233.png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79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3.png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png"/><Relationship Id="rId3" Type="http://schemas.openxmlformats.org/officeDocument/2006/relationships/image" Target="../media/image79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png"/><Relationship Id="rId3" Type="http://schemas.openxmlformats.org/officeDocument/2006/relationships/image" Target="../media/image79.png"/><Relationship Id="rId4" Type="http://schemas.openxmlformats.org/officeDocument/2006/relationships/image" Target="../media/image25.png"/><Relationship Id="rId11" Type="http://schemas.openxmlformats.org/officeDocument/2006/relationships/image" Target="../media/image13.png"/><Relationship Id="rId10" Type="http://schemas.openxmlformats.org/officeDocument/2006/relationships/image" Target="../media/image28.png"/><Relationship Id="rId9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132.png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132.png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132.png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132.png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132.png"/><Relationship Id="rId4" Type="http://schemas.openxmlformats.org/officeDocument/2006/relationships/image" Target="../media/image45.png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8.png"/><Relationship Id="rId3" Type="http://schemas.openxmlformats.org/officeDocument/2006/relationships/image" Target="../media/image39.png"/><Relationship Id="rId4" Type="http://schemas.openxmlformats.org/officeDocument/2006/relationships/image" Target="../media/image45.png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8.png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139.png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45.png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95.png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95.png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95.png"/></Relationships>
</file>

<file path=ppt/slideLayouts/_rels/slideLayout2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95.png"/></Relationships>
</file>

<file path=ppt/slideLayouts/_rels/slideLayout2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png"/><Relationship Id="rId3" Type="http://schemas.openxmlformats.org/officeDocument/2006/relationships/image" Target="../media/image96.png"/></Relationships>
</file>

<file path=ppt/slideLayouts/_rels/slideLayout2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png"/><Relationship Id="rId3" Type="http://schemas.openxmlformats.org/officeDocument/2006/relationships/image" Target="../media/image96.png"/></Relationships>
</file>

<file path=ppt/slideLayouts/_rels/slideLayout2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3.png"/><Relationship Id="rId3" Type="http://schemas.openxmlformats.org/officeDocument/2006/relationships/image" Target="../media/image96.png"/></Relationships>
</file>

<file path=ppt/slideLayouts/_rels/slideLayout2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4.png"/><Relationship Id="rId3" Type="http://schemas.openxmlformats.org/officeDocument/2006/relationships/image" Target="../media/image96.png"/></Relationships>
</file>

<file path=ppt/slideLayouts/_rels/slideLayout2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2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/Relationships>
</file>

<file path=ppt/slideLayouts/_rels/slideLayout2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" name="Google Shape;70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324000" y="281457"/>
            <a:ext cx="2828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Lesson phase codes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1480224" y="1895406"/>
            <a:ext cx="3106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Check for understanding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1473205" y="1217091"/>
            <a:ext cx="1363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latin typeface="Lexend"/>
                <a:ea typeface="Lexend"/>
                <a:cs typeface="Lexend"/>
                <a:sym typeface="Lexend"/>
              </a:rPr>
              <a:t>Explanation</a:t>
            </a:r>
            <a:endParaRPr i="0" sz="1800" u="none" cap="none" strike="noStrike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5919121" y="12170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Practice task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713" y="1926054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27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872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2"/>
          <p:cNvSpPr/>
          <p:nvPr/>
        </p:nvSpPr>
        <p:spPr>
          <a:xfrm>
            <a:off x="5919121" y="20333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" name="Google Shape;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8872" y="1895429"/>
            <a:ext cx="594518" cy="5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" name="Google Shape;108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" name="Google Shape;121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" name="Google Shape;131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8708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8295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4497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148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19"/>
          <p:cNvCxnSpPr>
            <a:endCxn id="151" idx="2"/>
          </p:cNvCxnSpPr>
          <p:nvPr/>
        </p:nvCxnSpPr>
        <p:spPr>
          <a:xfrm>
            <a:off x="647802" y="1795098"/>
            <a:ext cx="0" cy="2641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8648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4539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>
            <p:ph type="title"/>
          </p:nvPr>
        </p:nvSpPr>
        <p:spPr>
          <a:xfrm>
            <a:off x="1327200" y="15584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3" type="title"/>
          </p:nvPr>
        </p:nvSpPr>
        <p:spPr>
          <a:xfrm>
            <a:off x="1346644" y="39868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4 Lesson outline (4)">
  <p:cSld name="CUSTOM_4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216650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75325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193472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16176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09513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1833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22287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18802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0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9" name="Google Shape;16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20436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227081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0490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type="title"/>
          </p:nvPr>
        </p:nvSpPr>
        <p:spPr>
          <a:xfrm>
            <a:off x="1340800" y="1227075"/>
            <a:ext cx="6586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20"/>
          <p:cNvSpPr txBox="1"/>
          <p:nvPr>
            <p:ph idx="2" type="title"/>
          </p:nvPr>
        </p:nvSpPr>
        <p:spPr>
          <a:xfrm>
            <a:off x="1340800" y="2209525"/>
            <a:ext cx="6586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20"/>
          <p:cNvSpPr txBox="1"/>
          <p:nvPr>
            <p:ph idx="3" type="title"/>
          </p:nvPr>
        </p:nvSpPr>
        <p:spPr>
          <a:xfrm>
            <a:off x="1340800" y="3240000"/>
            <a:ext cx="6631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20"/>
          <p:cNvSpPr txBox="1"/>
          <p:nvPr>
            <p:ph idx="4" type="title"/>
          </p:nvPr>
        </p:nvSpPr>
        <p:spPr>
          <a:xfrm>
            <a:off x="1340800" y="4193475"/>
            <a:ext cx="6631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6" name="Google Shape;176;p20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4191478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5 Lesson outline (5)">
  <p:cSld name="CUSTOM_2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1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1"/>
          <p:cNvSpPr/>
          <p:nvPr/>
        </p:nvSpPr>
        <p:spPr>
          <a:xfrm>
            <a:off x="392632" y="3396707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232725" y="409920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367858" y="267436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401275" y="1992182"/>
            <a:ext cx="533100" cy="495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435425" y="420415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2">
            <a:alphaModFix/>
          </a:blip>
          <a:srcRect b="4396" l="0" r="0" t="4387"/>
          <a:stretch/>
        </p:blipFill>
        <p:spPr>
          <a:xfrm>
            <a:off x="866388" y="1942474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405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083338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043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5">
            <a:alphaModFix/>
          </a:blip>
          <a:srcRect b="4396" l="0" r="0" t="4387"/>
          <a:stretch/>
        </p:blipFill>
        <p:spPr>
          <a:xfrm>
            <a:off x="863550" y="3383331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335114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6388" y="1238066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200366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7">
            <a:alphaModFix/>
          </a:blip>
          <a:srcRect b="3721" l="0" r="0" t="3711"/>
          <a:stretch/>
        </p:blipFill>
        <p:spPr>
          <a:xfrm>
            <a:off x="866388" y="266069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912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8">
            <a:alphaModFix/>
          </a:blip>
          <a:srcRect b="0" l="758" r="748" t="0"/>
          <a:stretch/>
        </p:blipFill>
        <p:spPr>
          <a:xfrm>
            <a:off x="363341" y="337393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 rotWithShape="1">
          <a:blip r:embed="rId9">
            <a:alphaModFix/>
          </a:blip>
          <a:srcRect b="0" l="777" r="777" t="0"/>
          <a:stretch/>
        </p:blipFill>
        <p:spPr>
          <a:xfrm>
            <a:off x="363470" y="1235529"/>
            <a:ext cx="563185" cy="572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 rotWithShape="1">
          <a:blip r:embed="rId10">
            <a:alphaModFix/>
          </a:blip>
          <a:srcRect b="0" l="1559" r="1559" t="0"/>
          <a:stretch/>
        </p:blipFill>
        <p:spPr>
          <a:xfrm>
            <a:off x="363329" y="4090770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327200" y="1329825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327200" y="2041819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327200" y="2753813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327200" y="4177800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p21"/>
          <p:cNvSpPr txBox="1"/>
          <p:nvPr>
            <p:ph idx="6" type="title"/>
          </p:nvPr>
        </p:nvSpPr>
        <p:spPr>
          <a:xfrm>
            <a:off x="1327200" y="3465806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 rotWithShape="1">
          <a:blip r:embed="rId11">
            <a:alphaModFix/>
          </a:blip>
          <a:srcRect b="0" l="758" r="748" t="0"/>
          <a:stretch/>
        </p:blipFill>
        <p:spPr>
          <a:xfrm>
            <a:off x="363340" y="194307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5982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 rotWithShape="1">
          <a:blip r:embed="rId12">
            <a:alphaModFix/>
          </a:blip>
          <a:srcRect b="0" l="758" r="748" t="0"/>
          <a:stretch/>
        </p:blipFill>
        <p:spPr>
          <a:xfrm>
            <a:off x="363479" y="2648651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6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1 Explanation blank - purple ">
  <p:cSld name="TITLE_AND_TWO_COLUMNS_1_1_6_2_1_4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2 Explanation blank - jade">
  <p:cSld name="TITLE_AND_TWO_COLUMNS_1_1_6_2_1_2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/>
          <p:nvPr/>
        </p:nvSpPr>
        <p:spPr>
          <a:xfrm>
            <a:off x="-1" y="-2"/>
            <a:ext cx="9144178" cy="54020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3 Explanation blank - blue ">
  <p:cSld name="TITLE_AND_TWO_COLUMNS_1_1_6_2_2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/>
          <p:nvPr/>
        </p:nvSpPr>
        <p:spPr>
          <a:xfrm>
            <a:off x="-1" y="-2"/>
            <a:ext cx="9144178" cy="5402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4 Explanation blank - pink ">
  <p:cSld name="TITLE_AND_TWO_COLUMNS_1_1_6_2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/>
          <p:nvPr/>
        </p:nvSpPr>
        <p:spPr>
          <a:xfrm>
            <a:off x="0" y="1"/>
            <a:ext cx="9144178" cy="54020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5 Explanation blank - orange">
  <p:cSld name="TITLE_AND_TWO_COLUMNS_1_1_6_2_1_3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40" name="Google Shape;24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I do We do - purple">
  <p:cSld name="TITLE_AND_TWO_COLUMNS_1_1_9_2_2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9" name="Google Shape;249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I do We do - jade">
  <p:cSld name="TITLE_AND_TWO_COLUMNS_1_1_9_2_2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8" name="Google Shape;258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9" name="Google Shape;259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0" name="Google Shape;2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I do We do - blue">
  <p:cSld name="TITLE_AND_TWO_COLUMNS_1_1_9_2_3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9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9" name="Google Shape;2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4 I do We do - pink">
  <p:cSld name="TITLE_AND_TWO_COLUMNS_1_1_9_2_2_1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AE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3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8" name="Google Shape;2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5 I do We do - orange">
  <p:cSld name="TITLE_AND_TWO_COLUMNS_1_1_9_2_2_1_2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F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" name="Google Shape;285;p3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6" name="Google Shape;286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7" name="Google Shape;28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2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3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8" name="Google Shape;298;p32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299" name="Google Shape;2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1" name="Google Shape;3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2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5" name="Google Shape;30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" name="Google Shape;30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3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7" name="Google Shape;317;p3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19" name="Google Shape;319;p33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20" name="Google Shape;32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2" name="Google Shape;32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4" name="Google Shape;32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3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6" name="Google Shape;32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3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8" name="Google Shape;32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4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9" name="Google Shape;339;p3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40" name="Google Shape;340;p34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41" name="Google Shape;34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5" name="Google Shape;34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4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7" name="Google Shape;34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9" name="Google Shape;34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4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5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61" name="Google Shape;361;p35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62" name="Google Shape;36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4" name="Google Shape;36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6" name="Google Shape;36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5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8" name="Google Shape;36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5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0" name="Google Shape;37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5 CfU true/false justify - orange">
  <p:cSld name="TITLE_AND_TWO_COLUMNS_1_1_9_1_3_1_1_2">
    <p:bg>
      <p:bgPr>
        <a:solidFill>
          <a:srgbClr val="FFEFE4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3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6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0" name="Google Shape;380;p36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1" name="Google Shape;381;p3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82" name="Google Shape;382;p36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83" name="Google Shape;3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5" name="Google Shape;38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7" name="Google Shape;38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9" name="Google Shape;38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6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1" name="Google Shape;39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CfU 3 options - purple">
  <p:cSld name="TITLE_AND_TWO_COLUMNS_1_1_7_1">
    <p:bg>
      <p:bgPr>
        <a:solidFill>
          <a:srgbClr val="F3EEFB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8" name="Google Shape;398;p37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9" name="Google Shape;399;p37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0" name="Google Shape;400;p37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01" name="Google Shape;40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7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3" name="Google Shape;4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5" name="Google Shape;4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7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7" name="Google Shape;40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37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CfU 3 options - jade">
  <p:cSld name="TITLE_AND_TWO_COLUMNS_1_1_7_1_1_1">
    <p:bg>
      <p:bgPr>
        <a:solidFill>
          <a:srgbClr val="E6F2F2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4" name="Google Shape;414;p38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5" name="Google Shape;415;p38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17" name="Google Shape;4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8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9" name="Google Shape;41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8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1" name="Google Shape;4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8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23" name="Google Shape;42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38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3 CfU 3 options - blue">
  <p:cSld name="TITLE_AND_TWO_COLUMNS_1_1_7_2">
    <p:bg>
      <p:bgPr>
        <a:solidFill>
          <a:srgbClr val="EBEDFE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0" name="Google Shape;430;p39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39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39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33" name="Google Shape;43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9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5" name="Google Shape;43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9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7" name="Google Shape;43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9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9" name="Google Shape;43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39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4 CfU 3 options - pink">
  <p:cSld name="TITLE_AND_TWO_COLUMNS_1_1_7_1_1_1_1">
    <p:bg>
      <p:bgPr>
        <a:solidFill>
          <a:srgbClr val="FAEAF6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6" name="Google Shape;446;p40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0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8" name="Google Shape;448;p40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49" name="Google Shape;4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0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1" name="Google Shape;45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0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3" name="Google Shape;4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0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5" name="Google Shape;45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40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5 CfU 3 options - orange">
  <p:cSld name="TITLE_AND_TWO_COLUMNS_1_1_7_1_1_2">
    <p:bg>
      <p:bgPr>
        <a:solidFill>
          <a:srgbClr val="FFEFE4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0" name="Google Shape;460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2" name="Google Shape;462;p41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41"/>
          <p:cNvSpPr txBox="1"/>
          <p:nvPr>
            <p:ph idx="2" type="subTitle"/>
          </p:nvPr>
        </p:nvSpPr>
        <p:spPr>
          <a:xfrm>
            <a:off x="809450" y="2907014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41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65" name="Google Shape;46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1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7" name="Google Shape;4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1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9" name="Google Shape;46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1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71" name="Google Shape;47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41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CfU 4 options - purple">
  <p:cSld name="TITLE_AND_TWO_COLUMNS_1_1_8_1">
    <p:bg>
      <p:bgPr>
        <a:solidFill>
          <a:srgbClr val="F3EEFB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8" name="Google Shape;478;p4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9" name="Google Shape;479;p42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0" name="Google Shape;480;p42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1" name="Google Shape;481;p42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2" name="Google Shape;482;p42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83" name="Google Shape;48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4" name="Google Shape;484;p42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5" name="Google Shape;485;p42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86" name="Google Shape;486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42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8" name="Google Shape;488;p42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89" name="Google Shape;489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42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1" name="Google Shape;491;p42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92" name="Google Shape;492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3" name="Google Shape;493;p42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94" name="Google Shape;49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42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CfU 4 options - jade">
  <p:cSld name="TITLE_AND_TWO_COLUMNS_1_1_8_1_1_1">
    <p:bg>
      <p:bgPr>
        <a:solidFill>
          <a:srgbClr val="E6F2F2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1" name="Google Shape;501;p4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2" name="Google Shape;502;p43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3" name="Google Shape;503;p43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5" name="Google Shape;505;p43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06" name="Google Shape;506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" name="Google Shape;507;p43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8" name="Google Shape;508;p43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09" name="Google Shape;509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0" name="Google Shape;510;p43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1" name="Google Shape;511;p43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12" name="Google Shape;512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p43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4" name="Google Shape;514;p43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15" name="Google Shape;515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" name="Google Shape;516;p43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17" name="Google Shape;51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43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CfU 4 options - blue">
  <p:cSld name="TITLE_AND_TWO_COLUMNS_1_1_8_2">
    <p:bg>
      <p:bgPr>
        <a:solidFill>
          <a:srgbClr val="EBEDFE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4" name="Google Shape;524;p4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5" name="Google Shape;525;p44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6" name="Google Shape;526;p44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7" name="Google Shape;527;p44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28" name="Google Shape;528;p44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29" name="Google Shape;529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0" name="Google Shape;530;p44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1" name="Google Shape;531;p44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32" name="Google Shape;532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3" name="Google Shape;533;p44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4" name="Google Shape;534;p44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35" name="Google Shape;535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6" name="Google Shape;536;p44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7" name="Google Shape;537;p44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38" name="Google Shape;538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9" name="Google Shape;539;p44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40" name="Google Shape;54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44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CfU 4 options - pink">
  <p:cSld name="TITLE_AND_TWO_COLUMNS_1_1_8_1_1_1_1">
    <p:bg>
      <p:bgPr>
        <a:solidFill>
          <a:srgbClr val="FAEAF6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4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8" name="Google Shape;548;p45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5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5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1" name="Google Shape;551;p45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52" name="Google Shape;552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" name="Google Shape;553;p45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4" name="Google Shape;554;p45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55" name="Google Shape;555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5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5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58" name="Google Shape;558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5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5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61" name="Google Shape;561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5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63" name="Google Shape;56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45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5 CfU 4 options - orange">
  <p:cSld name="TITLE_AND_TWO_COLUMNS_1_1_8_1_1_2">
    <p:bg>
      <p:bgPr>
        <a:solidFill>
          <a:srgbClr val="FFEFE4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8" name="Google Shape;568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1" name="Google Shape;571;p46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6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6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4" name="Google Shape;574;p46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575" name="Google Shape;575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6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6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578" name="Google Shape;578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6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6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81" name="Google Shape;581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6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6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84" name="Google Shape;584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6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86" name="Google Shape;58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6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CfU blank - purple ">
  <p:cSld name="TITLE_AND_TWO_COLUMNS_1_1_6_2">
    <p:bg>
      <p:bgPr>
        <a:solidFill>
          <a:srgbClr val="F3EEFB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93" name="Google Shape;59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CfU blank - jade ">
  <p:cSld name="TITLE_AND_TWO_COLUMNS_1_1_6_2_3_1">
    <p:bg>
      <p:bgPr>
        <a:solidFill>
          <a:srgbClr val="E6F2F2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00" name="Google Shape;60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2" name="Google Shape;602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CfU blank - blue ">
  <p:cSld name="TITLE_AND_TWO_COLUMNS_1_1_6_3">
    <p:bg>
      <p:bgPr>
        <a:solidFill>
          <a:srgbClr val="EBEDFE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07" name="Google Shape;60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CfU blank - pink ">
  <p:cSld name="TITLE_AND_TWO_COLUMNS_1_1_6_2_3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5 CfU blank - orange">
  <p:cSld name="TITLE_AND_TWO_COLUMNS_1_1_6_2_3_2">
    <p:bg>
      <p:bgPr>
        <a:solidFill>
          <a:srgbClr val="FFEFE4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9" name="Google Shape;619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1" name="Google Shape;62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28" name="Google Shape;628;p52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9" name="Google Shape;629;p52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30" name="Google Shape;630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31" name="Google Shape;63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7" name="Google Shape;637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53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3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0" name="Google Shape;640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41" name="Google Shape;64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Practice - blue ">
  <p:cSld name="TITLE_AND_TWO_COLUMNS_1_1_5_1_3_1_2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6" name="Google Shape;646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54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54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9" name="Google Shape;64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0" name="Google Shape;65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Practice - pink">
  <p:cSld name="TITLE_AND_TWO_COLUMNS_1_1_5_1_3_1_1_1_1_1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5" name="Google Shape;655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55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5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58" name="Google Shape;658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9" name="Google Shape;65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5 Practice - orange">
  <p:cSld name="TITLE_AND_TWO_COLUMNS_1_1_5_1_3_1_1_1_2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2" name="Google Shape;662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67" name="Google Shape;667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8" name="Google Shape;66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3" name="Google Shape;673;p5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75" name="Google Shape;675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6" name="Google Shape;67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2" name="Google Shape;682;p58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3" name="Google Shape;683;p58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84" name="Google Shape;684;p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5" name="Google Shape;68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86" name="Google Shape;68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Feedback - blue">
  <p:cSld name="TITLE_AND_TWO_COLUMNS_1_1_5_1_3_1_2_1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1" name="Google Shape;691;p59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2" name="Google Shape;692;p59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93" name="Google Shape;693;p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5" name="Google Shape;69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4 Feedback - pink">
  <p:cSld name="TITLE_AND_TWO_COLUMNS_1_1_5_1_3_1_1_1_1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6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60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60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02" name="Google Shape;702;p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5 Feedback - orange">
  <p:cSld name="TITLE_AND_TWO_COLUMNS_1_1_5_1_3_1_1_1_2_1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7" name="Google Shape;707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61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61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11" name="Google Shape;711;p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2" name="Google Shape;712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3" name="Google Shape;71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6" name="Google Shape;716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62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8" name="Google Shape;718;p62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9" name="Google Shape;719;p6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6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4"/>
          <p:cNvSpPr/>
          <p:nvPr/>
        </p:nvSpPr>
        <p:spPr>
          <a:xfrm>
            <a:off x="357653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6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64"/>
          <p:cNvSpPr/>
          <p:nvPr/>
        </p:nvSpPr>
        <p:spPr>
          <a:xfrm>
            <a:off x="6917865" y="715950"/>
            <a:ext cx="1753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64"/>
          <p:cNvSpPr/>
          <p:nvPr/>
        </p:nvSpPr>
        <p:spPr>
          <a:xfrm>
            <a:off x="7049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8" name="Google Shape;728;p64"/>
          <p:cNvSpPr/>
          <p:nvPr/>
        </p:nvSpPr>
        <p:spPr>
          <a:xfrm>
            <a:off x="5980287" y="4113257"/>
            <a:ext cx="1579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Speech bubble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64"/>
          <p:cNvSpPr/>
          <p:nvPr/>
        </p:nvSpPr>
        <p:spPr>
          <a:xfrm>
            <a:off x="705003" y="1990659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64"/>
          <p:cNvSpPr/>
          <p:nvPr/>
        </p:nvSpPr>
        <p:spPr>
          <a:xfrm>
            <a:off x="2960816" y="1996197"/>
            <a:ext cx="1579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6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9" name="Google Shape;739;p66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40" name="Google Shape;74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6" name="Google Shape;746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6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48" name="Google Shape;74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50" name="Google Shape;750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Google Shape;752;p6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5" name="Google Shape;755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68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7" name="Google Shape;757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2" name="Google Shape;762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9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4" name="Google Shape;76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66" name="Google Shape;766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67" name="Google Shape;767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8" name="Google Shape;768;p69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69" name="Google Shape;769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70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77" name="Google Shape;777;p7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0" name="Google Shape;780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71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2" name="Google Shape;782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4" name="Google Shape;784;p71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5" name="Google Shape;785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6" name="Google Shape;786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71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8" name="Google Shape;788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3" name="Google Shape;793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72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5" name="Google Shape;795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Google Shape;798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0" name="Google Shape;800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2" name="Google Shape;80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04" name="Google Shape;804;p7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5" name="Google Shape;805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73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7" name="Google Shape;807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4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5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6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6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6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6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6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6" name="Google Shape;826;p76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27" name="Google Shape;827;p7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28" name="Google Shape;828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29" name="Google Shape;829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0" name="Google Shape;830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31" name="Google Shape;831;p76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5" name="Google Shape;835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77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77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9" name="Google Shape;839;p77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2" name="Google Shape;842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78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5" name="Google Shape;845;p78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6" name="Google Shape;846;p78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9" name="Google Shape;849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9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9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79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9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80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9" name="Google Shape;859;p80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80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80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5" name="Google Shape;865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81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7" name="Google Shape;867;p81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81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81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81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4" name="Google Shape;874;p8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82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82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82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78" name="Google Shape;878;p82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79" name="Google Shape;879;p82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8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3" name="Google Shape;883;p83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83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3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6" name="Google Shape;886;p83"/>
          <p:cNvCxnSpPr>
            <a:endCxn id="88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88" name="Google Shape;888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3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90" name="Google Shape;890;p83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87" name="Google Shape;887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83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8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5" name="Google Shape;895;p8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4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1" name="Google Shape;901;p84"/>
          <p:cNvCxnSpPr>
            <a:endCxn id="90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2" name="Google Shape;902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4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5" name="Google Shape;905;p84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6" name="Google Shape;906;p84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7" name="Google Shape;907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9" name="Google Shape;909;p84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8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8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5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5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1" name="Google Shape;921;p85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2" name="Google Shape;922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8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5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6" name="Google Shape;926;p85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7" name="Google Shape;927;p85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8" name="Google Shape;928;p85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9" name="Google Shape;929;p8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85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1" name="Google Shape;931;p85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5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5" name="Google Shape;935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6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38" name="Google Shape;93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39" name="Google Shape;93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5" name="Google Shape;945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47" name="Google Shape;94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9" name="Google Shape;94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2" name="Google Shape;952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4" name="Google Shape;95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Google Shape;956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8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9" name="Google Shape;959;p8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1" name="Google Shape;961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4" name="Google Shape;964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7" name="Google Shape;967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8" name="Google Shape;968;p9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69" name="Google Shape;969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70" name="Google Shape;970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2" name="Google Shape;972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73" name="Google Shape;97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7" name="Google Shape;977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1" name="Google Shape;98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2" name="Google Shape;982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3" name="Google Shape;983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4" name="Google Shape;984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5" name="Google Shape;985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6" name="Google Shape;986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92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0" name="Google Shape;99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4" name="Google Shape;99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5" name="Google Shape;995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6" name="Google Shape;996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7" name="Google Shape;997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8" name="Google Shape;998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9" name="Google Shape;999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9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3" name="Google Shape;100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9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9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9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7" name="Google Shape;100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8" name="Google Shape;1008;p9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9" name="Google Shape;1009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0" name="Google Shape;1010;p9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1" name="Google Shape;1011;p9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2" name="Google Shape;1012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9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5" name="Google Shape;1015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94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3" name="Google Shape;1023;p9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4" name="Google Shape;1024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25" name="Google Shape;1025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8" name="Google Shape;1028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31" name="Google Shape;1031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32" name="Google Shape;1032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3" name="Google Shape;103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4" name="Google Shape;1034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35" name="Google Shape;1035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4" name="Google Shape;1044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45" name="Google Shape;1045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8" name="Google Shape;1048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9" name="Google Shape;1049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50" name="Google Shape;1050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1" name="Google Shape;105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4" name="Google Shape;105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56" name="Google Shape;1056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7" name="Google Shape;1067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8" name="Google Shape;106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1" name="Google Shape;1071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2" name="Google Shape;1072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73" name="Google Shape;1073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74" name="Google Shape;107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5" name="Google Shape;107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6" name="Google Shape;1076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7" name="Google Shape;107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8" name="Google Shape;107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9" name="Google Shape;1079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" name="Google Shape;1084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9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9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9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9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97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0" name="Google Shape;1090;p9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91" name="Google Shape;1091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4" name="Google Shape;1094;p9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5" name="Google Shape;1095;p9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96" name="Google Shape;1096;p9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7" name="Google Shape;109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8" name="Google Shape;109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9" name="Google Shape;1099;p9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00" name="Google Shape;110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1" name="Google Shape;110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02" name="Google Shape;1102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10" name="Google Shape;1110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3" name="Google Shape;1113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4" name="Google Shape;1114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5" name="Google Shape;1115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6" name="Google Shape;1116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17" name="Google Shape;111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8" name="Google Shape;111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9" name="Google Shape;1119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20" name="Google Shape;1120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1" name="Google Shape;112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2" name="Google Shape;1122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23" name="Google Shape;1123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4" name="Google Shape;1124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9" name="Google Shape;1129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2" name="Google Shape;1132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3" name="Google Shape;1133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4" name="Google Shape;1134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5" name="Google Shape;1135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6" name="Google Shape;113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8" name="Google Shape;1138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9" name="Google Shape;113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1" name="Google Shape;1141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42" name="Google Shape;114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3" name="Google Shape;114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Google Shape;1145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8" name="Google Shape;1148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1" name="Google Shape;1151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2" name="Google Shape;1152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3" name="Google Shape;1153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4" name="Google Shape;1154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5" name="Google Shape;115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8" name="Google Shape;115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1" name="Google Shape;116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0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10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10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10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3" name="Google Shape;1173;p10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4" name="Google Shape;117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6" name="Google Shape;1176;p10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7" name="Google Shape;117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9" name="Google Shape;1179;p10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0" name="Google Shape;118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6" name="Google Shape;118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9" name="Google Shape;1189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0" name="Google Shape;1190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1" name="Google Shape;1191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2" name="Google Shape;1192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3" name="Google Shape;1193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94" name="Google Shape;119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5" name="Google Shape;119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6" name="Google Shape;1196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97" name="Google Shape;119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8" name="Google Shape;119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9" name="Google Shape;1199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00" name="Google Shape;120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1" name="Google Shape;120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2" name="Google Shape;1202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03" name="Google Shape;120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4" name="Google Shape;120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9" name="Google Shape;120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2" name="Google Shape;1212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3" name="Google Shape;1213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4" name="Google Shape;1214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5" name="Google Shape;1215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6" name="Google Shape;1216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17" name="Google Shape;121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9" name="Google Shape;1219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20" name="Google Shape;122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1" name="Google Shape;122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23" name="Google Shape;122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4" name="Google Shape;122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5" name="Google Shape;1225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26" name="Google Shape;122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7" name="Google Shape;122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" name="Google Shape;1229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32" name="Google Shape;1232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5" name="Google Shape;1235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6" name="Google Shape;1236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7" name="Google Shape;1237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8" name="Google Shape;1238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9" name="Google Shape;1239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40" name="Google Shape;124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1" name="Google Shape;124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2" name="Google Shape;1242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43" name="Google Shape;1243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4" name="Google Shape;1244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5" name="Google Shape;1245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46" name="Google Shape;124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7" name="Google Shape;124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8" name="Google Shape;1248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9" name="Google Shape;124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0" name="Google Shape;125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2" name="Google Shape;1252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10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0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5" name="Google Shape;1255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8" name="Google Shape;1258;p10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9" name="Google Shape;1259;p10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0" name="Google Shape;1260;p10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1" name="Google Shape;1261;p10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62" name="Google Shape;1262;p10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63" name="Google Shape;126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4" name="Google Shape;126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5" name="Google Shape;1265;p10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66" name="Google Shape;126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7" name="Google Shape;126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8" name="Google Shape;1268;p10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9" name="Google Shape;126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0" name="Google Shape;127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1" name="Google Shape;1271;p10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72" name="Google Shape;1272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3" name="Google Shape;1273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5" name="Google Shape;1275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8" name="Google Shape;1278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1" name="Google Shape;1281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2" name="Google Shape;1282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3" name="Google Shape;1283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84" name="Google Shape;1284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85" name="Google Shape;128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88" name="Google Shape;1288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0" name="Google Shape;1290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91" name="Google Shape;1291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2" name="Google Shape;1292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7" name="Google Shape;1297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0" name="Google Shape;1300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1" name="Google Shape;1301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2" name="Google Shape;1302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03" name="Google Shape;1303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4" name="Google Shape;130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7" name="Google Shape;1307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0" name="Google Shape;1310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6" name="Google Shape;1316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0" name="Google Shape;1320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1" name="Google Shape;1321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2" name="Google Shape;1322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3" name="Google Shape;1323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6" name="Google Shape;1326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9" name="Google Shape;1329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" name="Google Shape;1332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0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5" name="Google Shape;1335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0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8" name="Google Shape;1338;p10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0" name="Google Shape;1340;p10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1" name="Google Shape;1341;p10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2" name="Google Shape;1342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10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5" name="Google Shape;1345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7" name="Google Shape;1347;p10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8" name="Google Shape;1348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54" name="Google Shape;1354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8" name="Google Shape;1358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1" name="Google Shape;1361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5" name="Google Shape;1365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8" name="Google Shape;1368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5" name="Google Shape;137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9" name="Google Shape;1379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2" name="Google Shape;1382;p114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84" name="Google Shape;1384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0" name="Google Shape;139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15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3" name="Google Shape;1393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16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1" name="Google Shape;1401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7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9" name="Google Shape;1409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Google Shape;1411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8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9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4" name="Google Shape;1424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5" name="Google Shape;1425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20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2" name="Google Shape;1432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3" name="Google Shape;1433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2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21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2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0" name="Google Shape;1440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1" name="Google Shape;1441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22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4" name="Google Shape;1444;p12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12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2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2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123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0" name="Google Shape;1450;p12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2" name="Google Shape;1452;p123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123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5" name="Google Shape;1455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24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25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25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125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25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5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25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25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5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25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8" name="Google Shape;1468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126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27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7" name="Google Shape;1477;p12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12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2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0" name="Google Shape;1480;p129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81" name="Google Shape;1481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2" name="Google Shape;1482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p12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5" name="Google Shape;1485;p1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13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7" name="Google Shape;1487;p13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13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89" name="Google Shape;1489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13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91" name="Google Shape;1491;p13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3" name="Google Shape;1493;p13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4" name="Google Shape;1494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5" name="Google Shape;1495;p13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6" name="Google Shape;1496;p13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131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98" name="Google Shape;1498;p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13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1" name="Google Shape;1501;p13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p13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3" name="Google Shape;1503;p13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132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05" name="Google Shape;1505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13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507" name="Google Shape;1507;p13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08" name="Google Shape;1508;p1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9" name="Google Shape;1509;p13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10" name="Google Shape;1510;p1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2" name="Google Shape;1512;p1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13" name="Google Shape;1513;p13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4" name="Google Shape;1514;p13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133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16" name="Google Shape;1516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7" name="Google Shape;1517;p13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518" name="Google Shape;1518;p13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13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1" name="Google Shape;1521;p13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134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23" name="Google Shape;1523;p1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4" name="Google Shape;1524;p13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525" name="Google Shape;1525;p134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6" name="Google Shape;1526;p13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27" name="Google Shape;1527;p1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8" name="Google Shape;1528;p134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29" name="Google Shape;1529;p1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1" name="Google Shape;1531;p13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2" name="Google Shape;1532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13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4" name="Google Shape;1534;p13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135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36" name="Google Shape;1536;p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7" name="Google Shape;1537;p13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9" name="Google Shape;1539;p13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13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1" name="Google Shape;1541;p13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13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43" name="Google Shape;1543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13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1545" name="Google Shape;1545;p13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46" name="Google Shape;1546;p1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7" name="Google Shape;1547;p13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48" name="Google Shape;1548;p1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0" name="Google Shape;1550;p13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1" name="Google Shape;1551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2" name="Google Shape;1552;p13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3" name="Google Shape;1553;p13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37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55" name="Google Shape;1555;p1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13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8" name="Google Shape;1558;p1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59" name="Google Shape;1559;p138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13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139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139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139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139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6" name="Google Shape;1566;p139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567" name="Google Shape;1567;p13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568" name="Google Shape;1568;p1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569" name="Google Shape;1569;p1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570" name="Google Shape;1570;p13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571" name="Google Shape;1571;p139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2" name="Google Shape;1572;p1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573" name="Google Shape;1573;p13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4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6" name="Google Shape;1576;p14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77" name="Google Shape;1577;p14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140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79" name="Google Shape;1579;p140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0" name="Google Shape;1580;p140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1" name="Google Shape;1581;p140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2" name="Google Shape;1582;p140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3" name="Google Shape;1583;p140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6" name="Google Shape;1586;p14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4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141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89" name="Google Shape;1589;p141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0" name="Google Shape;1590;p141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1" name="Google Shape;1591;p141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2" name="Google Shape;1592;p141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3" name="Google Shape;1593;p141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4" name="Google Shape;1594;p141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5" name="Google Shape;1595;p141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8" name="Google Shape;1598;p14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p14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142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1" name="Google Shape;1601;p142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2" name="Google Shape;1602;p142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3" name="Google Shape;1603;p142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4" name="Google Shape;1604;p142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5" name="Google Shape;1605;p142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6" name="Google Shape;1606;p142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7" name="Google Shape;1607;p142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8" name="Google Shape;1608;p142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9" name="Google Shape;1609;p142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1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2" name="Google Shape;1612;p14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14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14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5" name="Google Shape;1615;p14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6" name="Google Shape;1616;p143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7" name="Google Shape;1617;p143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14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0" name="Google Shape;1620;p144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1" name="Google Shape;1621;p144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" name="Google Shape;1622;p144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3" name="Google Shape;1623;p144"/>
          <p:cNvCxnSpPr>
            <a:endCxn id="1624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5" name="Google Shape;1625;p1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p14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27" name="Google Shape;1627;p14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24" name="Google Shape;1624;p1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8" name="Google Shape;1628;p144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9" name="Google Shape;1629;p14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14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2" name="Google Shape;1632;p14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14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4" name="Google Shape;1634;p145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5" name="Google Shape;1635;p14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14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7" name="Google Shape;1637;p14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8" name="Google Shape;1638;p145"/>
          <p:cNvCxnSpPr>
            <a:endCxn id="1639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9" name="Google Shape;1639;p1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" name="Google Shape;1640;p1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41" name="Google Shape;1641;p14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2" name="Google Shape;1642;p14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3" name="Google Shape;1643;p14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44" name="Google Shape;1644;p1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145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6" name="Google Shape;1646;p145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7" name="Google Shape;1647;p14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14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0" name="Google Shape;1650;p146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1" name="Google Shape;1651;p14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2" name="Google Shape;1652;p146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3" name="Google Shape;1653;p14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4" name="Google Shape;1654;p146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5" name="Google Shape;1655;p14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" name="Google Shape;1656;p146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7" name="Google Shape;1657;p14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8" name="Google Shape;1658;p146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59" name="Google Shape;1659;p1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0" name="Google Shape;1660;p1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1" name="Google Shape;1661;p14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62" name="Google Shape;1662;p146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3" name="Google Shape;1663;p146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4" name="Google Shape;1664;p146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65" name="Google Shape;1665;p146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66" name="Google Shape;1666;p14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667" name="Google Shape;1667;p146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8" name="Google Shape;1668;p146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14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146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2" name="Google Shape;1672;p1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147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1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75" name="Google Shape;1675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76" name="Google Shape;1676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7" name="Google Shape;1677;p14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" name="Google Shape;1679;p1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1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1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82" name="Google Shape;1682;p14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84" name="Google Shape;1684;p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6" name="Google Shape;1686;p1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87" name="Google Shape;1687;p1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1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89" name="Google Shape;1689;p14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1" name="Google Shape;1691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3" name="Google Shape;1693;p1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94" name="Google Shape;1694;p1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1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96" name="Google Shape;1696;p15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8" name="Google Shape;1698;p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5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1" name="Google Shape;1701;p1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1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15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04" name="Google Shape;1704;p15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05" name="Google Shape;1705;p151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06" name="Google Shape;1706;p15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07" name="Google Shape;1707;p1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8" name="Google Shape;1708;p15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9" name="Google Shape;1709;p15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10" name="Google Shape;1710;p1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1" name="Google Shape;1711;p15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15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4" name="Google Shape;1714;p1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15" name="Google Shape;1715;p1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15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17" name="Google Shape;1717;p15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18" name="Google Shape;1718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19" name="Google Shape;1719;p15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20" name="Google Shape;1720;p1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1" name="Google Shape;1721;p15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2" name="Google Shape;1722;p15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23" name="Google Shape;1723;p15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4" name="Google Shape;1724;p15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153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7" name="Google Shape;1727;p1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28" name="Google Shape;1728;p1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15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30" name="Google Shape;1730;p15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31" name="Google Shape;1731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32" name="Google Shape;1732;p15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33" name="Google Shape;1733;p1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4" name="Google Shape;1734;p15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5" name="Google Shape;1735;p15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36" name="Google Shape;1736;p1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7" name="Google Shape;1737;p15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15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0" name="Google Shape;1740;p1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p1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15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43" name="Google Shape;1743;p15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44" name="Google Shape;1744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45" name="Google Shape;1745;p15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746" name="Google Shape;1746;p1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7" name="Google Shape;1747;p15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8" name="Google Shape;1748;p15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749" name="Google Shape;1749;p1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0" name="Google Shape;1750;p15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2" name="Google Shape;1752;p1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3" name="Google Shape;1753;p1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55" name="Google Shape;1755;p1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15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15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5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155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60" name="Google Shape;1760;p155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61" name="Google Shape;1761;p15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762" name="Google Shape;1762;p15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63" name="Google Shape;1763;p15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5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5" name="Google Shape;1765;p1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6" name="Google Shape;1766;p1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68" name="Google Shape;1768;p15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769" name="Google Shape;1769;p15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0" name="Google Shape;1770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71" name="Google Shape;1771;p15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772" name="Google Shape;1772;p15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3" name="Google Shape;1773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775;p1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76" name="Google Shape;1776;p1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15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15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9" name="Google Shape;1779;p15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15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81" name="Google Shape;1781;p15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782" name="Google Shape;1782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3" name="Google Shape;1783;p1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5" name="Google Shape;1785;p15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86" name="Google Shape;1786;p15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787" name="Google Shape;1787;p15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788" name="Google Shape;1788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9" name="Google Shape;1789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0" name="Google Shape;1790;p15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791" name="Google Shape;1791;p1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2" name="Google Shape;1792;p15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93" name="Google Shape;1793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4" name="Google Shape;1794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15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15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8" name="Google Shape;1798;p1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99" name="Google Shape;1799;p1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15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15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2" name="Google Shape;1802;p15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157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04" name="Google Shape;1804;p15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805" name="Google Shape;1805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6" name="Google Shape;1806;p1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8" name="Google Shape;1808;p15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09" name="Google Shape;1809;p15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10" name="Google Shape;1810;p15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811" name="Google Shape;1811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2" name="Google Shape;1812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3" name="Google Shape;1813;p15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814" name="Google Shape;1814;p15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5" name="Google Shape;1815;p15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16" name="Google Shape;1816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7" name="Google Shape;1817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8" name="Google Shape;1818;p15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5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1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22" name="Google Shape;1822;p1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15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15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15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158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27" name="Google Shape;1827;p15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828" name="Google Shape;1828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1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1" name="Google Shape;1831;p158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32" name="Google Shape;1832;p15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33" name="Google Shape;1833;p15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834" name="Google Shape;1834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5" name="Google Shape;1835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6" name="Google Shape;1836;p15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837" name="Google Shape;1837;p1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8" name="Google Shape;1838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39" name="Google Shape;1839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0" name="Google Shape;1840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15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15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" name="Google Shape;1844;p1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5" name="Google Shape;1845;p1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15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47" name="Google Shape;1847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8" name="Google Shape;1848;p1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15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0" name="Google Shape;1850;p15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51" name="Google Shape;1851;p15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52" name="Google Shape;1852;p15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53" name="Google Shape;1853;p15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854" name="Google Shape;1854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5" name="Google Shape;1855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6" name="Google Shape;1856;p15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857" name="Google Shape;1857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8" name="Google Shape;1858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9" name="Google Shape;1859;p15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860" name="Google Shape;1860;p1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1" name="Google Shape;1861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3" name="Google Shape;1863;p1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64" name="Google Shape;1864;p1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16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66" name="Google Shape;1866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7" name="Google Shape;1867;p1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16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9" name="Google Shape;1869;p16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70" name="Google Shape;1870;p16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71" name="Google Shape;1871;p16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72" name="Google Shape;1872;p16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873" name="Google Shape;1873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4" name="Google Shape;1874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5" name="Google Shape;1875;p16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876" name="Google Shape;1876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7" name="Google Shape;1877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8" name="Google Shape;1878;p16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879" name="Google Shape;1879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0" name="Google Shape;1880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2" name="Google Shape;1882;p1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1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16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885" name="Google Shape;1885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6" name="Google Shape;1886;p1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16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8" name="Google Shape;1888;p16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9" name="Google Shape;1889;p16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90" name="Google Shape;1890;p16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91" name="Google Shape;1891;p16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892" name="Google Shape;1892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3" name="Google Shape;1893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4" name="Google Shape;1894;p16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895" name="Google Shape;1895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6" name="Google Shape;1896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7" name="Google Shape;1897;p16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898" name="Google Shape;1898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9" name="Google Shape;1899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1" name="Google Shape;1901;p1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02" name="Google Shape;1902;p1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16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04" name="Google Shape;1904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5" name="Google Shape;1905;p1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6" name="Google Shape;1906;p16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7" name="Google Shape;1907;p16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8" name="Google Shape;1908;p16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9" name="Google Shape;1909;p16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10" name="Google Shape;1910;p16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911" name="Google Shape;1911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2" name="Google Shape;1912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3" name="Google Shape;1913;p16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914" name="Google Shape;1914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5" name="Google Shape;1915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6" name="Google Shape;1916;p16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917" name="Google Shape;1917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8" name="Google Shape;1918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0" name="Google Shape;1920;p1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21" name="Google Shape;1921;p1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16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23" name="Google Shape;1923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4" name="Google Shape;1924;p1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6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6" name="Google Shape;1926;p16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27" name="Google Shape;1927;p16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28" name="Google Shape;1928;p16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29" name="Google Shape;1929;p16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30" name="Google Shape;1930;p16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931" name="Google Shape;1931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2" name="Google Shape;1932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3" name="Google Shape;1933;p16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934" name="Google Shape;1934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5" name="Google Shape;1935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6" name="Google Shape;1936;p16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937" name="Google Shape;1937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8" name="Google Shape;1938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9" name="Google Shape;1939;p16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940" name="Google Shape;1940;p1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1" name="Google Shape;1941;p16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16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46" name="Google Shape;1946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7" name="Google Shape;1947;p1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16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9" name="Google Shape;1949;p16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0" name="Google Shape;1950;p16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1" name="Google Shape;1951;p16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2" name="Google Shape;1952;p16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53" name="Google Shape;1953;p16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954" name="Google Shape;1954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5" name="Google Shape;1955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6" name="Google Shape;1956;p16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957" name="Google Shape;1957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8" name="Google Shape;1958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9" name="Google Shape;1959;p16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960" name="Google Shape;1960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1" name="Google Shape;1961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2" name="Google Shape;1962;p16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963" name="Google Shape;1963;p1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4" name="Google Shape;1964;p16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6" name="Google Shape;1966;p1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67" name="Google Shape;1967;p1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16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69" name="Google Shape;1969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0" name="Google Shape;1970;p1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1" name="Google Shape;1971;p16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2" name="Google Shape;1972;p16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73" name="Google Shape;1973;p16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74" name="Google Shape;1974;p16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75" name="Google Shape;1975;p16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76" name="Google Shape;1976;p16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977" name="Google Shape;1977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8" name="Google Shape;1978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9" name="Google Shape;1979;p16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980" name="Google Shape;1980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1" name="Google Shape;1981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2" name="Google Shape;1982;p16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983" name="Google Shape;1983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4" name="Google Shape;1984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85" name="Google Shape;1985;p16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986" name="Google Shape;1986;p1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7" name="Google Shape;1987;p16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9" name="Google Shape;1989;p1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16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16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92" name="Google Shape;1992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3" name="Google Shape;1993;p1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16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95" name="Google Shape;1995;p16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96" name="Google Shape;1996;p16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97" name="Google Shape;1997;p16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98" name="Google Shape;1998;p16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99" name="Google Shape;1999;p16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000" name="Google Shape;2000;p1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1" name="Google Shape;2001;p16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2" name="Google Shape;2002;p16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003" name="Google Shape;2003;p1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4" name="Google Shape;2004;p16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5" name="Google Shape;2005;p16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006" name="Google Shape;2006;p1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7" name="Google Shape;2007;p16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8" name="Google Shape;2008;p16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009" name="Google Shape;2009;p1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0" name="Google Shape;2010;p16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2" name="Google Shape;2012;p1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13" name="Google Shape;2013;p1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16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15" name="Google Shape;2015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6" name="Google Shape;2016;p1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7" name="Google Shape;2017;p16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18" name="Google Shape;2018;p16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19" name="Google Shape;2019;p16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20" name="Google Shape;2020;p16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1" name="Google Shape;2021;p16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22" name="Google Shape;2022;p1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3" name="Google Shape;2023;p16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4" name="Google Shape;2024;p16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25" name="Google Shape;2025;p1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6" name="Google Shape;2026;p16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7" name="Google Shape;2027;p16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28" name="Google Shape;2028;p1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9" name="Google Shape;2029;p16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1" name="Google Shape;2031;p16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1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16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34" name="Google Shape;2034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5" name="Google Shape;2035;p1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16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7" name="Google Shape;2037;p16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38" name="Google Shape;2038;p16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39" name="Google Shape;2039;p16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40" name="Google Shape;2040;p16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41" name="Google Shape;2041;p1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2" name="Google Shape;2042;p16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3" name="Google Shape;2043;p16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44" name="Google Shape;2044;p1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5" name="Google Shape;2045;p16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6" name="Google Shape;2046;p16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47" name="Google Shape;2047;p1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8" name="Google Shape;2048;p16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oogle Shape;2050;p1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1" name="Google Shape;2051;p1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16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53" name="Google Shape;2053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4" name="Google Shape;2054;p1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5" name="Google Shape;2055;p16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6" name="Google Shape;2056;p16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57" name="Google Shape;2057;p16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58" name="Google Shape;2058;p16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59" name="Google Shape;2059;p16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60" name="Google Shape;2060;p1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1" name="Google Shape;2061;p16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2" name="Google Shape;2062;p16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63" name="Google Shape;2063;p1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4" name="Google Shape;2064;p16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5" name="Google Shape;2065;p16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66" name="Google Shape;2066;p1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7" name="Google Shape;2067;p16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9" name="Google Shape;2069;p17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70" name="Google Shape;2070;p17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17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72" name="Google Shape;2072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3" name="Google Shape;2073;p1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4" name="Google Shape;2074;p17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5" name="Google Shape;2075;p17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6" name="Google Shape;2076;p17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7" name="Google Shape;2077;p17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78" name="Google Shape;2078;p17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079" name="Google Shape;2079;p1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0" name="Google Shape;2080;p1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1" name="Google Shape;2081;p17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082" name="Google Shape;2082;p1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3" name="Google Shape;2083;p1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4" name="Google Shape;2084;p17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085" name="Google Shape;2085;p1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6" name="Google Shape;2086;p17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8" name="Google Shape;2088;p1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89" name="Google Shape;2089;p17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17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91" name="Google Shape;2091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2" name="Google Shape;2092;p1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3" name="Google Shape;2093;p1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5" name="Google Shape;2095;p17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96" name="Google Shape;2096;p17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1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98" name="Google Shape;2098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9" name="Google Shape;2099;p1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0" name="Google Shape;2100;p1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2" name="Google Shape;2102;p17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03" name="Google Shape;2103;p17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17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05" name="Google Shape;2105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6" name="Google Shape;2106;p17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7" name="Google Shape;2107;p1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" name="Google Shape;2109;p17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10" name="Google Shape;2110;p1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1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12" name="Google Shape;2112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3" name="Google Shape;2113;p17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4" name="Google Shape;2114;p1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6" name="Google Shape;2116;p1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17" name="Google Shape;2117;p17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1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19" name="Google Shape;2119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0" name="Google Shape;2120;p1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1" name="Google Shape;2121;p1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22" name="Google Shape;2122;p17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4" name="Google Shape;2124;p17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5" name="Google Shape;2125;p17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17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7" name="Google Shape;2127;p17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8" name="Google Shape;2128;p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9" name="Google Shape;2129;p1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0" name="Google Shape;2130;p17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2" name="Google Shape;2132;p17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3" name="Google Shape;2133;p17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1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35" name="Google Shape;2135;p17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6" name="Google Shape;2136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Google Shape;2137;p1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38" name="Google Shape;2138;p17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0" name="Google Shape;2140;p17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1" name="Google Shape;2141;p1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1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43" name="Google Shape;2143;p17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4" name="Google Shape;2144;p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5" name="Google Shape;2145;p1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6" name="Google Shape;2146;p17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8" name="Google Shape;2148;p1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9" name="Google Shape;2149;p17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1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51" name="Google Shape;2151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Google Shape;2152;p17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3" name="Google Shape;2153;p1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4" name="Google Shape;2154;p17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6" name="Google Shape;2156;p18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57" name="Google Shape;2157;p18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1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9" name="Google Shape;2159;p18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0" name="Google Shape;2160;p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1" name="Google Shape;2161;p1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2" name="Google Shape;2162;p18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4" name="Google Shape;2164;p18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65" name="Google Shape;2165;p18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1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7" name="Google Shape;2167;p18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8" name="Google Shape;2168;p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9" name="Google Shape;2169;p1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0" name="Google Shape;2170;p18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2" name="Google Shape;2172;p1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3" name="Google Shape;2173;p1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1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5" name="Google Shape;2175;p18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6" name="Google Shape;2176;p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Google Shape;2177;p18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8" name="Google Shape;2178;p1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183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1" name="Google Shape;2181;p18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2" name="Google Shape;2182;p18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83" name="Google Shape;2183;p18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4" name="Google Shape;2184;p18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184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7" name="Google Shape;2187;p18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8" name="Google Shape;2188;p184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89" name="Google Shape;2189;p18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0" name="Google Shape;2190;p18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2" name="Google Shape;2192;p1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193" name="Google Shape;2193;p185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186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6" name="Google Shape;2196;p186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186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8" name="Google Shape;2198;p186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9" name="Google Shape;2199;p186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0" name="Google Shape;2200;p186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1" name="Google Shape;2201;p186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2" name="Google Shape;2202;p186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3" name="Google Shape;2203;p186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5" name="Google Shape;2205;p1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06" name="Google Shape;2206;p187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188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18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1" name="Google Shape;2211;p18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2" name="Google Shape;2212;p18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189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14" name="Google Shape;2214;p189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15" name="Google Shape;2215;p189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1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8" name="Google Shape;2218;p19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9" name="Google Shape;2219;p19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190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1" name="Google Shape;2221;p190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2" name="Google Shape;2222;p190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_2"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4" name="Google Shape;2224;p1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25" name="Google Shape;2225;p1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p1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7" name="Google Shape;2227;p191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8" name="Google Shape;2228;p191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229" name="Google Shape;2229;p1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230" name="Google Shape;2230;p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1" name="Google Shape;2231;p1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_2"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3" name="Google Shape;2233;p1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4" name="Google Shape;2234;p1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19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6" name="Google Shape;2236;p192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7" name="Google Shape;2237;p192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238" name="Google Shape;2238;p1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239" name="Google Shape;2239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1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_3"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2" name="Google Shape;2242;p1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3" name="Google Shape;2243;p1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19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45" name="Google Shape;2245;p1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6" name="Google Shape;2246;p193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7" name="Google Shape;2247;p193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248" name="Google Shape;2248;p1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249" name="Google Shape;2249;p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_1"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1" name="Google Shape;2251;p1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52" name="Google Shape;2252;p1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3" name="Google Shape;2253;p19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54" name="Google Shape;2254;p194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5" name="Google Shape;2255;p194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256" name="Google Shape;2256;p1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7" name="Google Shape;2257;p1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8" name="Google Shape;2258;p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_1"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19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1" name="Google Shape;2261;p19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62" name="Google Shape;2262;p195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3" name="Google Shape;2263;p195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4" name="Google Shape;2264;p195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0" name="Google Shape;2270;p19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1" name="Google Shape;2271;p197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2" name="Google Shape;2272;p19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3" name="Google Shape;2273;p19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4" name="Google Shape;2274;p19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2275" name="Google Shape;2275;p19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76" name="Google Shape;2276;p1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7" name="Google Shape;2277;p19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278" name="Google Shape;2278;p1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9" name="Google Shape;2279;p1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1" name="Google Shape;2281;p19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2" name="Google Shape;2282;p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83" name="Google Shape;2283;p19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4" name="Google Shape;2284;p19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5" name="Google Shape;2285;p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6" name="Google Shape;2286;p19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7" name="Google Shape;2287;p19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9" name="Google Shape;2289;p19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0" name="Google Shape;2290;p19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1" name="Google Shape;2291;p19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2" name="Google Shape;2292;p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3" name="Google Shape;2293;p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19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5" name="Google Shape;2295;p19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7" name="Google Shape;2297;p20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8" name="Google Shape;2298;p20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9" name="Google Shape;2299;p20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0" name="Google Shape;2300;p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1" name="Google Shape;2301;p20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02" name="Google Shape;2302;p20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3" name="Google Shape;2303;p20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04" name="Google Shape;2304;p2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2305" name="Google Shape;2305;p20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6" name="Google Shape;2306;p20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8" name="Google Shape;2308;p20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9" name="Google Shape;2309;p20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10" name="Google Shape;2310;p20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1" name="Google Shape;2311;p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2" name="Google Shape;2312;p20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13" name="Google Shape;2313;p20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4" name="Google Shape;2314;p20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15" name="Google Shape;2315;p20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6" name="Google Shape;2316;p20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17" name="Google Shape;2317;p2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9" name="Google Shape;2319;p20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0" name="Google Shape;2320;p20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21" name="Google Shape;2321;p202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2" name="Google Shape;2322;p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3" name="Google Shape;2323;p20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24" name="Google Shape;2324;p2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5" name="Google Shape;2325;p20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26" name="Google Shape;2326;p20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7" name="Google Shape;2327;p20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28" name="Google Shape;2328;p2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0" name="Google Shape;2330;p20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1" name="Google Shape;2331;p20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32" name="Google Shape;2332;p203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3" name="Google Shape;2333;p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4" name="Google Shape;2334;p20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35" name="Google Shape;2335;p2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6" name="Google Shape;2336;p20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37" name="Google Shape;2337;p2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2338" name="Google Shape;2338;p20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9" name="Google Shape;2339;p20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1" name="Google Shape;2341;p20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342" name="Google Shape;2342;p20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3" name="Google Shape;2343;p204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44" name="Google Shape;2344;p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5" name="Google Shape;2345;p2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46" name="Google Shape;2346;p20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7" name="Google Shape;2347;p20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2348" name="Shape 2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9" name="Google Shape;2349;p20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0" name="Google Shape;2350;p20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51" name="Google Shape;2351;p20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2" name="Google Shape;2352;p2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3" name="Google Shape;2353;p20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54" name="Google Shape;2354;p2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5" name="Google Shape;2355;p20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56" name="Google Shape;2356;p20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7" name="Google Shape;2357;p20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58" name="Google Shape;2358;p2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0" name="Google Shape;2360;p20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1" name="Google Shape;2361;p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62" name="Google Shape;2362;p20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63" name="Google Shape;2363;p20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4" name="Google Shape;2364;p2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5" name="Google Shape;2365;p20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6" name="Google Shape;2366;p20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8" name="Google Shape;2368;p20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9" name="Google Shape;2369;p20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0" name="Google Shape;2370;p20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71" name="Google Shape;2371;p2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2" name="Google Shape;2372;p20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73" name="Google Shape;2373;p2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4" name="Google Shape;2374;p20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75" name="Google Shape;2375;p20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6" name="Google Shape;2376;p20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77" name="Google Shape;2377;p2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9" name="Google Shape;2379;p20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380" name="Google Shape;2380;p20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1" name="Google Shape;2381;p20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2" name="Google Shape;2382;p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3" name="Google Shape;2383;p20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84" name="Google Shape;2384;p20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5" name="Google Shape;2385;p208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86" name="Google Shape;2386;p20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7" name="Google Shape;2387;p20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8" name="Google Shape;2388;p20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0" name="Google Shape;2390;p2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91" name="Google Shape;2391;p20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92" name="Google Shape;2392;p20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3" name="Google Shape;2393;p2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4" name="Google Shape;2394;p209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5" name="Google Shape;2395;p20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6" name="Google Shape;2396;p20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2397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8" name="Google Shape;2398;p2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99" name="Google Shape;2399;p2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0" name="Google Shape;2400;p2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01" name="Google Shape;2401;p2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2" name="Google Shape;2402;p21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3" name="Google Shape;2403;p2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4" name="Google Shape;2404;p2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6" name="Google Shape;2406;p2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7" name="Google Shape;2407;p2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08" name="Google Shape;2408;p211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09" name="Google Shape;2409;p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0" name="Google Shape;2410;p2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11" name="Google Shape;2411;p2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2" name="Google Shape;2412;p2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13" name="Google Shape;2413;p2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2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415" name="Google Shape;2415;p2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7" name="Google Shape;2417;p2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418" name="Google Shape;2418;p2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19" name="Google Shape;2419;p2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20" name="Google Shape;2420;p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1" name="Google Shape;2421;p2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22" name="Google Shape;2422;p2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3" name="Google Shape;2423;p212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24" name="Google Shape;2424;p2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5" name="Google Shape;2425;p2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6" name="Google Shape;2426;p2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2427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8" name="Google Shape;2428;p21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9" name="Google Shape;2429;p2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30" name="Google Shape;2430;p213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31" name="Google Shape;2431;p2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2" name="Google Shape;2432;p21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33" name="Google Shape;2433;p2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4" name="Google Shape;2434;p21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435" name="Google Shape;2435;p2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436" name="Google Shape;2436;p2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7" name="Google Shape;2437;p2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9" name="Google Shape;2439;p21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0" name="Google Shape;2440;p2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41" name="Google Shape;2441;p214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42" name="Google Shape;2442;p2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3" name="Google Shape;2443;p21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44" name="Google Shape;2444;p2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5" name="Google Shape;2445;p21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446" name="Google Shape;2446;p2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2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8" name="Google Shape;2448;p2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0" name="Google Shape;2450;p2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1" name="Google Shape;2451;p2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52" name="Google Shape;2452;p215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53" name="Google Shape;2453;p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4" name="Google Shape;2454;p2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55" name="Google Shape;2455;p2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6" name="Google Shape;2456;p2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457" name="Google Shape;2457;p2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2458" name="Google Shape;2458;p2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9" name="Google Shape;2459;p2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2460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p2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2" name="Google Shape;2462;p2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3" name="Google Shape;2463;p2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4" name="Google Shape;2464;p216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5" name="Google Shape;2465;p2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66" name="Google Shape;2466;p2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7" name="Google Shape;2467;p216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68" name="Google Shape;2468;p2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69" name="Google Shape;2469;p2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0" name="Google Shape;2470;p2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2" name="Google Shape;2472;p21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3" name="Google Shape;2473;p2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74" name="Google Shape;2474;p21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75" name="Google Shape;2475;p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6" name="Google Shape;2476;p2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477" name="Google Shape;2477;p2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8" name="Google Shape;2478;p2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79" name="Google Shape;2479;p2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0" name="Google Shape;2480;p2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481" name="Google Shape;2481;p2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482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3" name="Google Shape;2483;p2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84" name="Google Shape;2484;p218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5" name="Google Shape;2485;p218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p219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219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219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0" name="Google Shape;2490;p219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1" name="Google Shape;2491;p219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2" name="Google Shape;2492;p219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93" name="Google Shape;2493;p219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4" name="Google Shape;2494;p219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5" name="Google Shape;2495;p219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6" name="Google Shape;2496;p219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7" name="Google Shape;2497;p219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8" name="Google Shape;2498;p219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99" name="Google Shape;2499;p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0" name="Google Shape;2500;p2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50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2" name="Google Shape;2502;p220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503" name="Google Shape;2503;p220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04" name="Google Shape;2504;p220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05" name="Google Shape;2505;p22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6" name="Google Shape;2506;p220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7" name="Google Shape;2507;p220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8" name="Google Shape;2508;p220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9" name="Google Shape;2509;p220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0" name="Google Shape;2510;p220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1" name="Google Shape;2511;p220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2" name="Google Shape;2512;p220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4" name="Google Shape;2514;p221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515" name="Google Shape;2515;p221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16" name="Google Shape;2516;p221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17" name="Google Shape;2517;p22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221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9" name="Google Shape;2519;p221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0" name="Google Shape;2520;p221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1" name="Google Shape;2521;p221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2" name="Google Shape;2522;p221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3" name="Google Shape;2523;p221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4" name="Google Shape;2524;p221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5" name="Google Shape;2525;p221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6" name="Google Shape;2526;p221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27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8" name="Google Shape;2528;p222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529" name="Google Shape;2529;p222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30" name="Google Shape;2530;p222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31" name="Google Shape;2531;p22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222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3" name="Google Shape;2533;p222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4" name="Google Shape;2534;p222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5" name="Google Shape;2535;p222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6" name="Google Shape;2536;p222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7" name="Google Shape;2537;p222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8" name="Google Shape;2538;p222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39" name="Google Shape;2539;p222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40" name="Google Shape;2540;p222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41" name="Google Shape;2541;p222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42" name="Google Shape;2542;p222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543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4" name="Google Shape;2544;p223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545" name="Google Shape;2545;p223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6" name="Google Shape;2546;p223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47" name="Google Shape;2547;p2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8" name="Google Shape;2548;p22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49" name="Google Shape;2549;p22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0" name="Google Shape;2550;p223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1" name="Google Shape;2551;p223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2" name="Google Shape;2552;p223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2553" name="Shape 2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4" name="Google Shape;2554;p224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5" name="Google Shape;2555;p224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6" name="Google Shape;2556;p224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7" name="Google Shape;2557;p224"/>
          <p:cNvCxnSpPr>
            <a:endCxn id="25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59" name="Google Shape;2559;p2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560" name="Google Shape;2560;p224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558" name="Google Shape;2558;p2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1" name="Google Shape;2561;p224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562" name="Google Shape;2562;p224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63" name="Google Shape;2563;p224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64" name="Google Shape;2564;p22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5" name="Google Shape;2565;p224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566" name="Google Shape;2566;p224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2567" name="Shape 2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8" name="Google Shape;2568;p22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9" name="Google Shape;2569;p22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0" name="Google Shape;2570;p225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1" name="Google Shape;2571;p22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2" name="Google Shape;2572;p22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3" name="Google Shape;2573;p22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4" name="Google Shape;2574;p225"/>
          <p:cNvCxnSpPr>
            <a:endCxn id="2575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75" name="Google Shape;2575;p2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6" name="Google Shape;2576;p2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7" name="Google Shape;2577;p2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8" name="Google Shape;2578;p225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579" name="Google Shape;2579;p225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80" name="Google Shape;2580;p225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1" name="Google Shape;2581;p22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2" name="Google Shape;2582;p225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583" name="Google Shape;2583;p225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84" name="Google Shape;2584;p225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85" name="Google Shape;2585;p225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2586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7" name="Google Shape;2587;p226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8" name="Google Shape;2588;p22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9" name="Google Shape;2589;p226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0" name="Google Shape;2590;p22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1" name="Google Shape;2591;p226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2" name="Google Shape;2592;p22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3" name="Google Shape;2593;p226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4" name="Google Shape;2594;p22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5" name="Google Shape;2595;p226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96" name="Google Shape;2596;p2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7" name="Google Shape;2597;p2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8" name="Google Shape;2598;p2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9" name="Google Shape;2599;p2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0" name="Google Shape;2600;p226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601" name="Google Shape;2601;p226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02" name="Google Shape;2602;p226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03" name="Google Shape;2603;p22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4" name="Google Shape;2604;p226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605" name="Google Shape;2605;p226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06" name="Google Shape;2606;p226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07" name="Google Shape;2607;p226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08" name="Google Shape;2608;p226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609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0" name="Google Shape;2610;p227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2611" name="Google Shape;2611;p2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2" name="Google Shape;2612;p227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13" name="Google Shape;2613;p22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614" name="Google Shape;2614;p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5" name="Google Shape;2615;p22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6" name="Google Shape;2616;p22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17" name="Google Shape;2617;p22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618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9" name="Google Shape;2619;p228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2620" name="Google Shape;2620;p228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1" name="Google Shape;2621;p228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2" name="Google Shape;2622;p22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23" name="Google Shape;2623;p2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4" name="Google Shape;2624;p228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25" name="Google Shape;2625;p22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6" name="Google Shape;2626;p22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627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8" name="Google Shape;2628;p2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9" name="Google Shape;2629;p2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0" name="Google Shape;2630;p22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31" name="Google Shape;2631;p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2" name="Google Shape;2632;p229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3" name="Google Shape;2633;p22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4" name="Google Shape;2634;p22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635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6" name="Google Shape;2636;p2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37" name="Google Shape;2637;p23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p23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39" name="Google Shape;2639;p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0" name="Google Shape;2640;p230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41" name="Google Shape;2641;p23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42" name="Google Shape;2642;p23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Google Shape;2644;p23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5" name="Google Shape;2645;p2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6" name="Google Shape;2646;p2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231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8" name="Google Shape;2648;p23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49" name="Google Shape;2649;p23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50" name="Google Shape;2650;p2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1" name="Google Shape;2651;p23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52" name="Google Shape;2652;p23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53" name="Google Shape;2653;p2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4" name="Google Shape;2654;p23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55" name="Google Shape;2655;p231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56" name="Google Shape;2656;p231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57" name="Google Shape;2657;p231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658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p23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0" name="Google Shape;2660;p2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61" name="Google Shape;2661;p2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232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63" name="Google Shape;2663;p23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4" name="Google Shape;2664;p2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5" name="Google Shape;2665;p23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66" name="Google Shape;2666;p23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67" name="Google Shape;2667;p2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8" name="Google Shape;2668;p23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69" name="Google Shape;2669;p23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0" name="Google Shape;2670;p232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1" name="Google Shape;2671;p232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72" name="Google Shape;2672;p232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73" name="Shape 2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Google Shape;2674;p233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5" name="Google Shape;2675;p2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6" name="Google Shape;2676;p2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p233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78" name="Google Shape;2678;p23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9" name="Google Shape;2679;p2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0" name="Google Shape;2680;p23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1" name="Google Shape;2681;p23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82" name="Google Shape;2682;p2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3" name="Google Shape;2683;p23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84" name="Google Shape;2684;p23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85" name="Google Shape;2685;p233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6" name="Google Shape;2686;p233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87" name="Google Shape;2687;p233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688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p23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0" name="Google Shape;2690;p2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1" name="Google Shape;2691;p2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234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93" name="Google Shape;2693;p23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94" name="Google Shape;2694;p2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5" name="Google Shape;2695;p23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6" name="Google Shape;2696;p23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7" name="Google Shape;2697;p2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8" name="Google Shape;2698;p23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99" name="Google Shape;2699;p23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00" name="Google Shape;2700;p234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01" name="Google Shape;2701;p234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02" name="Google Shape;2702;p234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4" name="Google Shape;2704;p2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5" name="Google Shape;2705;p2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6" name="Google Shape;2706;p2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07" name="Google Shape;2707;p2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235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9" name="Google Shape;2709;p235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0" name="Google Shape;2710;p235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11" name="Google Shape;2711;p235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12" name="Google Shape;2712;p23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713" name="Google Shape;2713;p235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4" name="Google Shape;2714;p235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15" name="Google Shape;2715;p2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6" name="Google Shape;2716;p2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7" name="Google Shape;2717;p23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8" name="Google Shape;2718;p235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2719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0" name="Google Shape;2720;p2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21" name="Google Shape;2721;p2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2" name="Google Shape;2722;p2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3" name="Google Shape;2723;p2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24" name="Google Shape;2724;p2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5" name="Google Shape;2725;p2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6" name="Google Shape;2726;p236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7" name="Google Shape;2727;p236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8" name="Google Shape;2728;p236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29" name="Google Shape;2729;p236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30" name="Google Shape;2730;p23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731" name="Google Shape;2731;p236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2" name="Google Shape;2732;p236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3" name="Google Shape;2733;p23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4" name="Google Shape;2734;p236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6" name="Google Shape;2736;p2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37" name="Google Shape;2737;p2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8" name="Google Shape;2738;p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9" name="Google Shape;2739;p2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40" name="Google Shape;2740;p2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1" name="Google Shape;2741;p2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2" name="Google Shape;2742;p237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3" name="Google Shape;2743;p237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4" name="Google Shape;2744;p237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45" name="Google Shape;2745;p237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46" name="Google Shape;2746;p23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747" name="Google Shape;2747;p237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8" name="Google Shape;2748;p237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9" name="Google Shape;2749;p23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0" name="Google Shape;2750;p237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2" name="Google Shape;2752;p2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3" name="Google Shape;2753;p2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4" name="Google Shape;2754;p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5" name="Google Shape;2755;p2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56" name="Google Shape;2756;p2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7" name="Google Shape;2757;p2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8" name="Google Shape;2758;p238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9" name="Google Shape;2759;p238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0" name="Google Shape;2760;p238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1" name="Google Shape;2761;p238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2" name="Google Shape;2762;p23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763" name="Google Shape;2763;p238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4" name="Google Shape;2764;p238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5" name="Google Shape;2765;p23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66" name="Google Shape;2766;p238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2767" name="Shape 2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8" name="Google Shape;2768;p2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69" name="Google Shape;2769;p2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239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71" name="Google Shape;2771;p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2" name="Google Shape;2772;p2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3" name="Google Shape;2773;p23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4" name="Google Shape;2774;p239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5" name="Google Shape;2775;p239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76" name="Google Shape;2776;p23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777" name="Google Shape;2777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8" name="Google Shape;2778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9" name="Google Shape;2779;p23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780" name="Google Shape;2780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1" name="Google Shape;2781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82" name="Google Shape;2782;p23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783" name="Google Shape;2783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4" name="Google Shape;2784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85" name="Google Shape;2785;p239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6" name="Google Shape;2786;p239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2787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8" name="Google Shape;2788;p2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9" name="Google Shape;2789;p2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0" name="Google Shape;2790;p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1" name="Google Shape;2791;p2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2" name="Google Shape;2792;p24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93" name="Google Shape;2793;p240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94" name="Google Shape;2794;p240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95" name="Google Shape;2795;p24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796" name="Google Shape;2796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7" name="Google Shape;2797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98" name="Google Shape;2798;p24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799" name="Google Shape;2799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0" name="Google Shape;2800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01" name="Google Shape;2801;p24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802" name="Google Shape;2802;p2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3" name="Google Shape;2803;p2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04" name="Google Shape;2804;p24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5" name="Google Shape;2805;p240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6" name="Google Shape;2806;p240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8" name="Google Shape;2808;p2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09" name="Google Shape;2809;p2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0" name="Google Shape;2810;p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1" name="Google Shape;2811;p2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2" name="Google Shape;2812;p24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3" name="Google Shape;2813;p241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4" name="Google Shape;2814;p241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15" name="Google Shape;2815;p24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816" name="Google Shape;2816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7" name="Google Shape;2817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8" name="Google Shape;2818;p24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819" name="Google Shape;2819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0" name="Google Shape;2820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1" name="Google Shape;2821;p24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822" name="Google Shape;2822;p2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3" name="Google Shape;2823;p2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24" name="Google Shape;2824;p24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5" name="Google Shape;2825;p241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6" name="Google Shape;2826;p241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2827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8" name="Google Shape;2828;p2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29" name="Google Shape;2829;p2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0" name="Google Shape;2830;p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1" name="Google Shape;2831;p2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2" name="Google Shape;2832;p24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33" name="Google Shape;2833;p242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34" name="Google Shape;2834;p242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35" name="Google Shape;2835;p24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836" name="Google Shape;2836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7" name="Google Shape;2837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38" name="Google Shape;2838;p24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839" name="Google Shape;2839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0" name="Google Shape;2840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41" name="Google Shape;2841;p24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842" name="Google Shape;2842;p2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3" name="Google Shape;2843;p2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44" name="Google Shape;2844;p24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5" name="Google Shape;2845;p242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6" name="Google Shape;2846;p242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8" name="Google Shape;2848;p2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49" name="Google Shape;2849;p2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0" name="Google Shape;2850;p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1" name="Google Shape;2851;p2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2" name="Google Shape;2852;p24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3" name="Google Shape;2853;p243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4" name="Google Shape;2854;p243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55" name="Google Shape;2855;p243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56" name="Google Shape;2856;p24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857" name="Google Shape;2857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8" name="Google Shape;2858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9" name="Google Shape;2859;p24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860" name="Google Shape;2860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1" name="Google Shape;2861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2" name="Google Shape;2862;p24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863" name="Google Shape;2863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4" name="Google Shape;2864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5" name="Google Shape;2865;p24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866" name="Google Shape;2866;p2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7" name="Google Shape;2867;p2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68" name="Google Shape;2868;p24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9" name="Google Shape;2869;p24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0" name="Google Shape;2870;p243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2871" name="Shape 2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2" name="Google Shape;2872;p2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73" name="Google Shape;2873;p2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4" name="Google Shape;2874;p2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5" name="Google Shape;2875;p2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6" name="Google Shape;2876;p24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77" name="Google Shape;2877;p244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78" name="Google Shape;2878;p244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79" name="Google Shape;2879;p244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880" name="Google Shape;2880;p24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881" name="Google Shape;2881;p2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2" name="Google Shape;2882;p2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83" name="Google Shape;2883;p24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884" name="Google Shape;2884;p2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5" name="Google Shape;2885;p2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86" name="Google Shape;2886;p24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887" name="Google Shape;2887;p2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8" name="Google Shape;2888;p2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89" name="Google Shape;2889;p24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890" name="Google Shape;2890;p2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1" name="Google Shape;2891;p2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92" name="Google Shape;2892;p24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3" name="Google Shape;2893;p244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4" name="Google Shape;2894;p244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2895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6" name="Google Shape;2896;p2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7" name="Google Shape;2897;p2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8" name="Google Shape;2898;p24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99" name="Google Shape;2899;p2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0" name="Google Shape;2900;p2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1" name="Google Shape;2901;p24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02" name="Google Shape;2902;p245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03" name="Google Shape;2903;p245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04" name="Google Shape;2904;p245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905" name="Google Shape;2905;p24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906" name="Google Shape;2906;p2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7" name="Google Shape;2907;p2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08" name="Google Shape;2908;p24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909" name="Google Shape;2909;p2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0" name="Google Shape;2910;p2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11" name="Google Shape;2911;p24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912" name="Google Shape;2912;p2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3" name="Google Shape;2913;p2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14" name="Google Shape;2914;p24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915" name="Google Shape;2915;p2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6" name="Google Shape;2916;p2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17" name="Google Shape;2917;p245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8" name="Google Shape;2918;p245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2919" name="Shape 2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0" name="Google Shape;2920;p2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1" name="Google Shape;2921;p2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2" name="Google Shape;2922;p24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923" name="Google Shape;2923;p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4" name="Google Shape;2924;p2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5" name="Google Shape;2925;p24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26" name="Google Shape;2926;p246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27" name="Google Shape;2927;p246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28" name="Google Shape;2928;p246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929" name="Google Shape;2929;p24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930" name="Google Shape;2930;p2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1" name="Google Shape;2931;p2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32" name="Google Shape;2932;p24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933" name="Google Shape;2933;p2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4" name="Google Shape;2934;p2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35" name="Google Shape;2935;p24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936" name="Google Shape;2936;p2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7" name="Google Shape;2937;p2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38" name="Google Shape;2938;p24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939" name="Google Shape;2939;p2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0" name="Google Shape;2940;p2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41" name="Google Shape;2941;p246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2" name="Google Shape;2942;p246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943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4" name="Google Shape;2944;p2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45" name="Google Shape;2945;p2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6" name="Google Shape;2946;p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7" name="Google Shape;2947;p2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8" name="Google Shape;2948;p247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49" name="Google Shape;2949;p247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50" name="Google Shape;2950;p247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51" name="Google Shape;2951;p24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952" name="Google Shape;2952;p2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3" name="Google Shape;2953;p2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54" name="Google Shape;2954;p24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955" name="Google Shape;2955;p2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6" name="Google Shape;2956;p2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57" name="Google Shape;2957;p24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958" name="Google Shape;2958;p2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9" name="Google Shape;2959;p2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60" name="Google Shape;2960;p24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1" name="Google Shape;2961;p247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62" name="Google Shape;2962;p247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963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4" name="Google Shape;2964;p2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65" name="Google Shape;2965;p2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66" name="Google Shape;2966;p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7" name="Google Shape;2967;p2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8" name="Google Shape;2968;p248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69" name="Google Shape;2969;p248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70" name="Google Shape;2970;p248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71" name="Google Shape;2971;p24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972" name="Google Shape;2972;p2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3" name="Google Shape;2973;p2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74" name="Google Shape;2974;p24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975" name="Google Shape;2975;p2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6" name="Google Shape;2976;p2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77" name="Google Shape;2977;p24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978" name="Google Shape;2978;p2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9" name="Google Shape;2979;p2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80" name="Google Shape;2980;p24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81" name="Google Shape;2981;p248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82" name="Google Shape;2982;p248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983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4" name="Google Shape;2984;p2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85" name="Google Shape;2985;p2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86" name="Google Shape;2986;p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7" name="Google Shape;2987;p2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8" name="Google Shape;2988;p249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89" name="Google Shape;2989;p249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990" name="Google Shape;2990;p249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91" name="Google Shape;2991;p24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992" name="Google Shape;2992;p2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3" name="Google Shape;2993;p2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94" name="Google Shape;2994;p24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995" name="Google Shape;2995;p2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6" name="Google Shape;2996;p2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97" name="Google Shape;2997;p24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998" name="Google Shape;2998;p2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99" name="Google Shape;2999;p2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00" name="Google Shape;3000;p24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01" name="Google Shape;3001;p249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02" name="Google Shape;3002;p249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3003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4" name="Google Shape;3004;p2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05" name="Google Shape;3005;p2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6" name="Google Shape;3006;p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7" name="Google Shape;3007;p2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8" name="Google Shape;3008;p250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3009" name="Google Shape;3009;p250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3010" name="Google Shape;3010;p250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011" name="Google Shape;3011;p25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3012" name="Google Shape;3012;p2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3" name="Google Shape;3013;p2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14" name="Google Shape;3014;p25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3015" name="Google Shape;3015;p2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6" name="Google Shape;3016;p2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17" name="Google Shape;3017;p25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3018" name="Google Shape;3018;p2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9" name="Google Shape;3019;p2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20" name="Google Shape;3020;p25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21" name="Google Shape;3021;p250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22" name="Google Shape;3022;p250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3023" name="Shape 3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4" name="Google Shape;3024;p2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25" name="Google Shape;3025;p2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6" name="Google Shape;3026;p2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7" name="Google Shape;3027;p2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8" name="Google Shape;3028;p25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29" name="Google Shape;3029;p25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30" name="Google Shape;3030;p25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3031" name="Shape 3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2" name="Google Shape;3032;p2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33" name="Google Shape;3033;p2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4" name="Google Shape;3034;p2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5" name="Google Shape;3035;p2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6" name="Google Shape;3036;p25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37" name="Google Shape;3037;p25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38" name="Google Shape;3038;p25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3039" name="Shape 3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0" name="Google Shape;3040;p2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41" name="Google Shape;3041;p2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2" name="Google Shape;3042;p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3" name="Google Shape;3043;p2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4" name="Google Shape;3044;p25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45" name="Google Shape;3045;p25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46" name="Google Shape;3046;p25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3047" name="Shape 3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8" name="Google Shape;3048;p2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49" name="Google Shape;3049;p2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0" name="Google Shape;3050;p25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3051" name="Google Shape;3051;p2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2" name="Google Shape;3052;p2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3" name="Google Shape;3053;p25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54" name="Google Shape;3054;p25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6" name="Google Shape;3056;p2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57" name="Google Shape;3057;p2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58" name="Google Shape;3058;p2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9" name="Google Shape;3059;p2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0" name="Google Shape;3060;p2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1" name="Google Shape;3061;p25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2" name="Google Shape;3062;p25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63" name="Google Shape;3063;p25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3064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5" name="Google Shape;3065;p2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66" name="Google Shape;3066;p2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2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68" name="Google Shape;3068;p2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9" name="Google Shape;3069;p2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0" name="Google Shape;3070;p256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71" name="Google Shape;3071;p25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72" name="Google Shape;3072;p25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3073" name="Shape 3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Google Shape;3074;p2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75" name="Google Shape;3075;p2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6" name="Google Shape;3076;p2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7" name="Google Shape;3077;p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8" name="Google Shape;3078;p2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9" name="Google Shape;3079;p257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0" name="Google Shape;3080;p25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81" name="Google Shape;3081;p25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3082" name="Shape 3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Google Shape;3083;p2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84" name="Google Shape;3084;p2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5" name="Google Shape;3085;p2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86" name="Google Shape;3086;p2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7" name="Google Shape;3087;p25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8" name="Google Shape;3088;p258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9" name="Google Shape;3089;p25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90" name="Google Shape;3090;p25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3091" name="Shape 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2" name="Google Shape;3092;p2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3" name="Google Shape;3093;p2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94" name="Google Shape;3094;p2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5" name="Google Shape;3095;p2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6" name="Google Shape;3096;p2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7" name="Google Shape;3097;p259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8" name="Google Shape;3098;p25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99" name="Google Shape;3099;p25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3100" name="Shape 3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1" name="Google Shape;3101;p2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2" name="Google Shape;3102;p2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3" name="Google Shape;3103;p2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04" name="Google Shape;3104;p2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5" name="Google Shape;3105;p2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6" name="Google Shape;3106;p26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7" name="Google Shape;3107;p26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08" name="Google Shape;3108;p26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3109" name="Shape 3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0" name="Google Shape;3110;p2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11" name="Google Shape;3111;p2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2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13" name="Google Shape;3113;p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4" name="Google Shape;3114;p2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5" name="Google Shape;3115;p26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6" name="Google Shape;3116;p26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17" name="Google Shape;3117;p26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3118" name="Shape 3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9" name="Google Shape;3119;p2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20" name="Google Shape;3120;p2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1" name="Google Shape;3121;p2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22" name="Google Shape;3122;p2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3" name="Google Shape;3123;p2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4" name="Google Shape;3124;p26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5" name="Google Shape;3125;p26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26" name="Google Shape;3126;p26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3127" name="Shape 3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8" name="Google Shape;3128;p263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3129" name="Google Shape;3129;p263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30" name="Google Shape;3130;p263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31" name="Google Shape;3131;p2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2" name="Google Shape;3132;p263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33" name="Google Shape;3133;p26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34" name="Google Shape;3134;p26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3135" name="Shape 3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6" name="Google Shape;3136;p264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3137" name="Google Shape;3137;p264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38" name="Google Shape;3138;p264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39" name="Google Shape;3139;p264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40" name="Google Shape;3140;p2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1" name="Google Shape;3141;p26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2" name="Google Shape;3142;p26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3143" name="Shape 3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4" name="Google Shape;3144;p265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5" name="Google Shape;3145;p265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6" name="Google Shape;3146;p265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7" name="Google Shape;3147;p265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8" name="Google Shape;3148;p265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9" name="Google Shape;3149;p265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0" name="Google Shape;3150;p265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1" name="Google Shape;3151;p265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2" name="Google Shape;3152;p265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3153" name="Shape 3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4" name="Google Shape;3154;p2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3155" name="Google Shape;3155;p266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3156" name="Shape 3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7" name="Google Shape;3157;p267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58" name="Google Shape;3158;p267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3159" name="Shape 3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0" name="Google Shape;3160;p26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61" name="Google Shape;3161;p2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62" name="Google Shape;3162;p26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3" name="Google Shape;3163;p268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64" name="Google Shape;3164;p268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65" name="Google Shape;3165;p268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65" Type="http://schemas.openxmlformats.org/officeDocument/2006/relationships/theme" Target="../theme/theme5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2.xml"/><Relationship Id="rId42" Type="http://schemas.openxmlformats.org/officeDocument/2006/relationships/slideLayout" Target="../slideLayouts/slideLayout104.xml"/><Relationship Id="rId41" Type="http://schemas.openxmlformats.org/officeDocument/2006/relationships/slideLayout" Target="../slideLayouts/slideLayout103.xml"/><Relationship Id="rId44" Type="http://schemas.openxmlformats.org/officeDocument/2006/relationships/slideLayout" Target="../slideLayouts/slideLayout106.xml"/><Relationship Id="rId43" Type="http://schemas.openxmlformats.org/officeDocument/2006/relationships/slideLayout" Target="../slideLayouts/slideLayout105.xml"/><Relationship Id="rId46" Type="http://schemas.openxmlformats.org/officeDocument/2006/relationships/slideLayout" Target="../slideLayouts/slideLayout108.xml"/><Relationship Id="rId45" Type="http://schemas.openxmlformats.org/officeDocument/2006/relationships/slideLayout" Target="../slideLayouts/slideLayout107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48" Type="http://schemas.openxmlformats.org/officeDocument/2006/relationships/slideLayout" Target="../slideLayouts/slideLayout110.xml"/><Relationship Id="rId47" Type="http://schemas.openxmlformats.org/officeDocument/2006/relationships/slideLayout" Target="../slideLayouts/slideLayout109.xml"/><Relationship Id="rId49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9.xml"/><Relationship Id="rId8" Type="http://schemas.openxmlformats.org/officeDocument/2006/relationships/slideLayout" Target="../slideLayouts/slideLayout70.xml"/><Relationship Id="rId31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2.xml"/><Relationship Id="rId33" Type="http://schemas.openxmlformats.org/officeDocument/2006/relationships/slideLayout" Target="../slideLayouts/slideLayout95.xml"/><Relationship Id="rId32" Type="http://schemas.openxmlformats.org/officeDocument/2006/relationships/slideLayout" Target="../slideLayouts/slideLayout94.xml"/><Relationship Id="rId35" Type="http://schemas.openxmlformats.org/officeDocument/2006/relationships/slideLayout" Target="../slideLayouts/slideLayout97.xml"/><Relationship Id="rId34" Type="http://schemas.openxmlformats.org/officeDocument/2006/relationships/slideLayout" Target="../slideLayouts/slideLayout96.xml"/><Relationship Id="rId37" Type="http://schemas.openxmlformats.org/officeDocument/2006/relationships/slideLayout" Target="../slideLayouts/slideLayout99.xml"/><Relationship Id="rId36" Type="http://schemas.openxmlformats.org/officeDocument/2006/relationships/slideLayout" Target="../slideLayouts/slideLayout98.xml"/><Relationship Id="rId39" Type="http://schemas.openxmlformats.org/officeDocument/2006/relationships/slideLayout" Target="../slideLayouts/slideLayout101.xml"/><Relationship Id="rId38" Type="http://schemas.openxmlformats.org/officeDocument/2006/relationships/slideLayout" Target="../slideLayouts/slideLayout100.xml"/><Relationship Id="rId62" Type="http://schemas.openxmlformats.org/officeDocument/2006/relationships/slideLayout" Target="../slideLayouts/slideLayout124.xml"/><Relationship Id="rId61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82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85.xml"/><Relationship Id="rId60" Type="http://schemas.openxmlformats.org/officeDocument/2006/relationships/slideLayout" Target="../slideLayouts/slideLayout122.xml"/><Relationship Id="rId26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87.xml"/><Relationship Id="rId28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89.xml"/><Relationship Id="rId29" Type="http://schemas.openxmlformats.org/officeDocument/2006/relationships/slideLayout" Target="../slideLayouts/slideLayout91.xml"/><Relationship Id="rId51" Type="http://schemas.openxmlformats.org/officeDocument/2006/relationships/slideLayout" Target="../slideLayouts/slideLayout113.xml"/><Relationship Id="rId50" Type="http://schemas.openxmlformats.org/officeDocument/2006/relationships/slideLayout" Target="../slideLayouts/slideLayout112.xml"/><Relationship Id="rId53" Type="http://schemas.openxmlformats.org/officeDocument/2006/relationships/slideLayout" Target="../slideLayouts/slideLayout115.xml"/><Relationship Id="rId52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73.xml"/><Relationship Id="rId5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75.xml"/><Relationship Id="rId5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74.xml"/><Relationship Id="rId56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77.xml"/><Relationship Id="rId5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76.xml"/><Relationship Id="rId58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0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64.xml"/><Relationship Id="rId42" Type="http://schemas.openxmlformats.org/officeDocument/2006/relationships/slideLayout" Target="../slideLayouts/slideLayout166.xml"/><Relationship Id="rId41" Type="http://schemas.openxmlformats.org/officeDocument/2006/relationships/slideLayout" Target="../slideLayouts/slideLayout165.xml"/><Relationship Id="rId44" Type="http://schemas.openxmlformats.org/officeDocument/2006/relationships/slideLayout" Target="../slideLayouts/slideLayout168.xml"/><Relationship Id="rId43" Type="http://schemas.openxmlformats.org/officeDocument/2006/relationships/slideLayout" Target="../slideLayouts/slideLayout167.xml"/><Relationship Id="rId46" Type="http://schemas.openxmlformats.org/officeDocument/2006/relationships/slideLayout" Target="../slideLayouts/slideLayout170.xml"/><Relationship Id="rId45" Type="http://schemas.openxmlformats.org/officeDocument/2006/relationships/slideLayout" Target="../slideLayouts/slideLayout169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48" Type="http://schemas.openxmlformats.org/officeDocument/2006/relationships/slideLayout" Target="../slideLayouts/slideLayout172.xml"/><Relationship Id="rId47" Type="http://schemas.openxmlformats.org/officeDocument/2006/relationships/slideLayout" Target="../slideLayouts/slideLayout171.xml"/><Relationship Id="rId49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31" Type="http://schemas.openxmlformats.org/officeDocument/2006/relationships/slideLayout" Target="../slideLayouts/slideLayout155.xml"/><Relationship Id="rId30" Type="http://schemas.openxmlformats.org/officeDocument/2006/relationships/slideLayout" Target="../slideLayouts/slideLayout154.xml"/><Relationship Id="rId33" Type="http://schemas.openxmlformats.org/officeDocument/2006/relationships/slideLayout" Target="../slideLayouts/slideLayout157.xml"/><Relationship Id="rId32" Type="http://schemas.openxmlformats.org/officeDocument/2006/relationships/slideLayout" Target="../slideLayouts/slideLayout156.xml"/><Relationship Id="rId35" Type="http://schemas.openxmlformats.org/officeDocument/2006/relationships/slideLayout" Target="../slideLayouts/slideLayout159.xml"/><Relationship Id="rId34" Type="http://schemas.openxmlformats.org/officeDocument/2006/relationships/slideLayout" Target="../slideLayouts/slideLayout158.xml"/><Relationship Id="rId37" Type="http://schemas.openxmlformats.org/officeDocument/2006/relationships/slideLayout" Target="../slideLayouts/slideLayout161.xml"/><Relationship Id="rId36" Type="http://schemas.openxmlformats.org/officeDocument/2006/relationships/slideLayout" Target="../slideLayouts/slideLayout160.xml"/><Relationship Id="rId39" Type="http://schemas.openxmlformats.org/officeDocument/2006/relationships/slideLayout" Target="../slideLayouts/slideLayout163.xml"/><Relationship Id="rId38" Type="http://schemas.openxmlformats.org/officeDocument/2006/relationships/slideLayout" Target="../slideLayouts/slideLayout162.xml"/><Relationship Id="rId62" Type="http://schemas.openxmlformats.org/officeDocument/2006/relationships/slideLayout" Target="../slideLayouts/slideLayout186.xml"/><Relationship Id="rId61" Type="http://schemas.openxmlformats.org/officeDocument/2006/relationships/slideLayout" Target="../slideLayouts/slideLayout185.xml"/><Relationship Id="rId20" Type="http://schemas.openxmlformats.org/officeDocument/2006/relationships/slideLayout" Target="../slideLayouts/slideLayout144.xml"/><Relationship Id="rId64" Type="http://schemas.openxmlformats.org/officeDocument/2006/relationships/slideLayout" Target="../slideLayouts/slideLayout188.xml"/><Relationship Id="rId63" Type="http://schemas.openxmlformats.org/officeDocument/2006/relationships/slideLayout" Target="../slideLayouts/slideLayout187.xml"/><Relationship Id="rId22" Type="http://schemas.openxmlformats.org/officeDocument/2006/relationships/slideLayout" Target="../slideLayouts/slideLayout146.xml"/><Relationship Id="rId66" Type="http://schemas.openxmlformats.org/officeDocument/2006/relationships/slideLayout" Target="../slideLayouts/slideLayout190.xml"/><Relationship Id="rId21" Type="http://schemas.openxmlformats.org/officeDocument/2006/relationships/slideLayout" Target="../slideLayouts/slideLayout145.xml"/><Relationship Id="rId65" Type="http://schemas.openxmlformats.org/officeDocument/2006/relationships/slideLayout" Target="../slideLayouts/slideLayout189.xml"/><Relationship Id="rId24" Type="http://schemas.openxmlformats.org/officeDocument/2006/relationships/slideLayout" Target="../slideLayouts/slideLayout148.xml"/><Relationship Id="rId68" Type="http://schemas.openxmlformats.org/officeDocument/2006/relationships/slideLayout" Target="../slideLayouts/slideLayout192.xml"/><Relationship Id="rId23" Type="http://schemas.openxmlformats.org/officeDocument/2006/relationships/slideLayout" Target="../slideLayouts/slideLayout147.xml"/><Relationship Id="rId67" Type="http://schemas.openxmlformats.org/officeDocument/2006/relationships/slideLayout" Target="../slideLayouts/slideLayout191.xml"/><Relationship Id="rId60" Type="http://schemas.openxmlformats.org/officeDocument/2006/relationships/slideLayout" Target="../slideLayouts/slideLayout184.xml"/><Relationship Id="rId26" Type="http://schemas.openxmlformats.org/officeDocument/2006/relationships/slideLayout" Target="../slideLayouts/slideLayout150.xml"/><Relationship Id="rId25" Type="http://schemas.openxmlformats.org/officeDocument/2006/relationships/slideLayout" Target="../slideLayouts/slideLayout149.xml"/><Relationship Id="rId69" Type="http://schemas.openxmlformats.org/officeDocument/2006/relationships/theme" Target="../theme/theme4.xml"/><Relationship Id="rId28" Type="http://schemas.openxmlformats.org/officeDocument/2006/relationships/slideLayout" Target="../slideLayouts/slideLayout152.xml"/><Relationship Id="rId27" Type="http://schemas.openxmlformats.org/officeDocument/2006/relationships/slideLayout" Target="../slideLayouts/slideLayout151.xml"/><Relationship Id="rId29" Type="http://schemas.openxmlformats.org/officeDocument/2006/relationships/slideLayout" Target="../slideLayouts/slideLayout153.xml"/><Relationship Id="rId51" Type="http://schemas.openxmlformats.org/officeDocument/2006/relationships/slideLayout" Target="../slideLayouts/slideLayout175.xml"/><Relationship Id="rId50" Type="http://schemas.openxmlformats.org/officeDocument/2006/relationships/slideLayout" Target="../slideLayouts/slideLayout174.xml"/><Relationship Id="rId53" Type="http://schemas.openxmlformats.org/officeDocument/2006/relationships/slideLayout" Target="../slideLayouts/slideLayout177.xml"/><Relationship Id="rId52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35.xml"/><Relationship Id="rId55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34.xml"/><Relationship Id="rId54" Type="http://schemas.openxmlformats.org/officeDocument/2006/relationships/slideLayout" Target="../slideLayouts/slideLayout178.xml"/><Relationship Id="rId13" Type="http://schemas.openxmlformats.org/officeDocument/2006/relationships/slideLayout" Target="../slideLayouts/slideLayout137.xml"/><Relationship Id="rId57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36.xml"/><Relationship Id="rId56" Type="http://schemas.openxmlformats.org/officeDocument/2006/relationships/slideLayout" Target="../slideLayouts/slideLayout180.xml"/><Relationship Id="rId15" Type="http://schemas.openxmlformats.org/officeDocument/2006/relationships/slideLayout" Target="../slideLayouts/slideLayout139.xml"/><Relationship Id="rId59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38.xml"/><Relationship Id="rId58" Type="http://schemas.openxmlformats.org/officeDocument/2006/relationships/slideLayout" Target="../slideLayouts/slideLayout18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9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2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31.xml"/><Relationship Id="rId42" Type="http://schemas.openxmlformats.org/officeDocument/2006/relationships/slideLayout" Target="../slideLayouts/slideLayout233.xml"/><Relationship Id="rId41" Type="http://schemas.openxmlformats.org/officeDocument/2006/relationships/slideLayout" Target="../slideLayouts/slideLayout232.xml"/><Relationship Id="rId44" Type="http://schemas.openxmlformats.org/officeDocument/2006/relationships/slideLayout" Target="../slideLayouts/slideLayout235.xml"/><Relationship Id="rId43" Type="http://schemas.openxmlformats.org/officeDocument/2006/relationships/slideLayout" Target="../slideLayouts/slideLayout234.xml"/><Relationship Id="rId46" Type="http://schemas.openxmlformats.org/officeDocument/2006/relationships/slideLayout" Target="../slideLayouts/slideLayout237.xml"/><Relationship Id="rId45" Type="http://schemas.openxmlformats.org/officeDocument/2006/relationships/slideLayout" Target="../slideLayouts/slideLayout236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200.xml"/><Relationship Id="rId48" Type="http://schemas.openxmlformats.org/officeDocument/2006/relationships/slideLayout" Target="../slideLayouts/slideLayout239.xml"/><Relationship Id="rId47" Type="http://schemas.openxmlformats.org/officeDocument/2006/relationships/slideLayout" Target="../slideLayouts/slideLayout238.xml"/><Relationship Id="rId49" Type="http://schemas.openxmlformats.org/officeDocument/2006/relationships/slideLayout" Target="../slideLayouts/slideLayout240.xml"/><Relationship Id="rId5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197.xml"/><Relationship Id="rId7" Type="http://schemas.openxmlformats.org/officeDocument/2006/relationships/slideLayout" Target="../slideLayouts/slideLayout198.xml"/><Relationship Id="rId8" Type="http://schemas.openxmlformats.org/officeDocument/2006/relationships/slideLayout" Target="../slideLayouts/slideLayout199.xml"/><Relationship Id="rId73" Type="http://schemas.openxmlformats.org/officeDocument/2006/relationships/slideLayout" Target="../slideLayouts/slideLayout264.xml"/><Relationship Id="rId72" Type="http://schemas.openxmlformats.org/officeDocument/2006/relationships/slideLayout" Target="../slideLayouts/slideLayout263.xml"/><Relationship Id="rId31" Type="http://schemas.openxmlformats.org/officeDocument/2006/relationships/slideLayout" Target="../slideLayouts/slideLayout222.xml"/><Relationship Id="rId30" Type="http://schemas.openxmlformats.org/officeDocument/2006/relationships/slideLayout" Target="../slideLayouts/slideLayout221.xml"/><Relationship Id="rId74" Type="http://schemas.openxmlformats.org/officeDocument/2006/relationships/theme" Target="../theme/theme3.xml"/><Relationship Id="rId33" Type="http://schemas.openxmlformats.org/officeDocument/2006/relationships/slideLayout" Target="../slideLayouts/slideLayout224.xml"/><Relationship Id="rId32" Type="http://schemas.openxmlformats.org/officeDocument/2006/relationships/slideLayout" Target="../slideLayouts/slideLayout223.xml"/><Relationship Id="rId35" Type="http://schemas.openxmlformats.org/officeDocument/2006/relationships/slideLayout" Target="../slideLayouts/slideLayout226.xml"/><Relationship Id="rId34" Type="http://schemas.openxmlformats.org/officeDocument/2006/relationships/slideLayout" Target="../slideLayouts/slideLayout225.xml"/><Relationship Id="rId71" Type="http://schemas.openxmlformats.org/officeDocument/2006/relationships/slideLayout" Target="../slideLayouts/slideLayout262.xml"/><Relationship Id="rId70" Type="http://schemas.openxmlformats.org/officeDocument/2006/relationships/slideLayout" Target="../slideLayouts/slideLayout261.xml"/><Relationship Id="rId37" Type="http://schemas.openxmlformats.org/officeDocument/2006/relationships/slideLayout" Target="../slideLayouts/slideLayout228.xml"/><Relationship Id="rId36" Type="http://schemas.openxmlformats.org/officeDocument/2006/relationships/slideLayout" Target="../slideLayouts/slideLayout227.xml"/><Relationship Id="rId39" Type="http://schemas.openxmlformats.org/officeDocument/2006/relationships/slideLayout" Target="../slideLayouts/slideLayout230.xml"/><Relationship Id="rId38" Type="http://schemas.openxmlformats.org/officeDocument/2006/relationships/slideLayout" Target="../slideLayouts/slideLayout229.xml"/><Relationship Id="rId62" Type="http://schemas.openxmlformats.org/officeDocument/2006/relationships/slideLayout" Target="../slideLayouts/slideLayout253.xml"/><Relationship Id="rId61" Type="http://schemas.openxmlformats.org/officeDocument/2006/relationships/slideLayout" Target="../slideLayouts/slideLayout252.xml"/><Relationship Id="rId20" Type="http://schemas.openxmlformats.org/officeDocument/2006/relationships/slideLayout" Target="../slideLayouts/slideLayout211.xml"/><Relationship Id="rId64" Type="http://schemas.openxmlformats.org/officeDocument/2006/relationships/slideLayout" Target="../slideLayouts/slideLayout255.xml"/><Relationship Id="rId63" Type="http://schemas.openxmlformats.org/officeDocument/2006/relationships/slideLayout" Target="../slideLayouts/slideLayout254.xml"/><Relationship Id="rId22" Type="http://schemas.openxmlformats.org/officeDocument/2006/relationships/slideLayout" Target="../slideLayouts/slideLayout213.xml"/><Relationship Id="rId66" Type="http://schemas.openxmlformats.org/officeDocument/2006/relationships/slideLayout" Target="../slideLayouts/slideLayout257.xml"/><Relationship Id="rId21" Type="http://schemas.openxmlformats.org/officeDocument/2006/relationships/slideLayout" Target="../slideLayouts/slideLayout212.xml"/><Relationship Id="rId65" Type="http://schemas.openxmlformats.org/officeDocument/2006/relationships/slideLayout" Target="../slideLayouts/slideLayout256.xml"/><Relationship Id="rId24" Type="http://schemas.openxmlformats.org/officeDocument/2006/relationships/slideLayout" Target="../slideLayouts/slideLayout215.xml"/><Relationship Id="rId68" Type="http://schemas.openxmlformats.org/officeDocument/2006/relationships/slideLayout" Target="../slideLayouts/slideLayout259.xml"/><Relationship Id="rId23" Type="http://schemas.openxmlformats.org/officeDocument/2006/relationships/slideLayout" Target="../slideLayouts/slideLayout214.xml"/><Relationship Id="rId67" Type="http://schemas.openxmlformats.org/officeDocument/2006/relationships/slideLayout" Target="../slideLayouts/slideLayout258.xml"/><Relationship Id="rId60" Type="http://schemas.openxmlformats.org/officeDocument/2006/relationships/slideLayout" Target="../slideLayouts/slideLayout251.xml"/><Relationship Id="rId26" Type="http://schemas.openxmlformats.org/officeDocument/2006/relationships/slideLayout" Target="../slideLayouts/slideLayout217.xml"/><Relationship Id="rId25" Type="http://schemas.openxmlformats.org/officeDocument/2006/relationships/slideLayout" Target="../slideLayouts/slideLayout216.xml"/><Relationship Id="rId69" Type="http://schemas.openxmlformats.org/officeDocument/2006/relationships/slideLayout" Target="../slideLayouts/slideLayout260.xml"/><Relationship Id="rId28" Type="http://schemas.openxmlformats.org/officeDocument/2006/relationships/slideLayout" Target="../slideLayouts/slideLayout219.xml"/><Relationship Id="rId27" Type="http://schemas.openxmlformats.org/officeDocument/2006/relationships/slideLayout" Target="../slideLayouts/slideLayout218.xml"/><Relationship Id="rId29" Type="http://schemas.openxmlformats.org/officeDocument/2006/relationships/slideLayout" Target="../slideLayouts/slideLayout220.xml"/><Relationship Id="rId51" Type="http://schemas.openxmlformats.org/officeDocument/2006/relationships/slideLayout" Target="../slideLayouts/slideLayout242.xml"/><Relationship Id="rId50" Type="http://schemas.openxmlformats.org/officeDocument/2006/relationships/slideLayout" Target="../slideLayouts/slideLayout241.xml"/><Relationship Id="rId53" Type="http://schemas.openxmlformats.org/officeDocument/2006/relationships/slideLayout" Target="../slideLayouts/slideLayout244.xml"/><Relationship Id="rId52" Type="http://schemas.openxmlformats.org/officeDocument/2006/relationships/slideLayout" Target="../slideLayouts/slideLayout243.xml"/><Relationship Id="rId11" Type="http://schemas.openxmlformats.org/officeDocument/2006/relationships/slideLayout" Target="../slideLayouts/slideLayout202.xml"/><Relationship Id="rId55" Type="http://schemas.openxmlformats.org/officeDocument/2006/relationships/slideLayout" Target="../slideLayouts/slideLayout246.xml"/><Relationship Id="rId10" Type="http://schemas.openxmlformats.org/officeDocument/2006/relationships/slideLayout" Target="../slideLayouts/slideLayout201.xml"/><Relationship Id="rId54" Type="http://schemas.openxmlformats.org/officeDocument/2006/relationships/slideLayout" Target="../slideLayouts/slideLayout245.xml"/><Relationship Id="rId13" Type="http://schemas.openxmlformats.org/officeDocument/2006/relationships/slideLayout" Target="../slideLayouts/slideLayout204.xml"/><Relationship Id="rId57" Type="http://schemas.openxmlformats.org/officeDocument/2006/relationships/slideLayout" Target="../slideLayouts/slideLayout248.xml"/><Relationship Id="rId12" Type="http://schemas.openxmlformats.org/officeDocument/2006/relationships/slideLayout" Target="../slideLayouts/slideLayout203.xml"/><Relationship Id="rId56" Type="http://schemas.openxmlformats.org/officeDocument/2006/relationships/slideLayout" Target="../slideLayouts/slideLayout247.xml"/><Relationship Id="rId15" Type="http://schemas.openxmlformats.org/officeDocument/2006/relationships/slideLayout" Target="../slideLayouts/slideLayout206.xml"/><Relationship Id="rId59" Type="http://schemas.openxmlformats.org/officeDocument/2006/relationships/slideLayout" Target="../slideLayouts/slideLayout250.xml"/><Relationship Id="rId14" Type="http://schemas.openxmlformats.org/officeDocument/2006/relationships/slideLayout" Target="../slideLayouts/slideLayout205.xml"/><Relationship Id="rId58" Type="http://schemas.openxmlformats.org/officeDocument/2006/relationships/slideLayout" Target="../slideLayouts/slideLayout249.xml"/><Relationship Id="rId17" Type="http://schemas.openxmlformats.org/officeDocument/2006/relationships/slideLayout" Target="../slideLayouts/slideLayout208.xml"/><Relationship Id="rId16" Type="http://schemas.openxmlformats.org/officeDocument/2006/relationships/slideLayout" Target="../slideLayouts/slideLayout207.xml"/><Relationship Id="rId19" Type="http://schemas.openxmlformats.org/officeDocument/2006/relationships/slideLayout" Target="../slideLayouts/slideLayout210.xml"/><Relationship Id="rId18" Type="http://schemas.openxmlformats.org/officeDocument/2006/relationships/slideLayout" Target="../slideLayouts/slideLayout20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33" name="Google Shape;733;p65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34" name="Google Shape;734;p6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53" r:id="rId44"/>
    <p:sldLayoutId id="2147483754" r:id="rId45"/>
    <p:sldLayoutId id="2147483755" r:id="rId46"/>
    <p:sldLayoutId id="2147483756" r:id="rId47"/>
    <p:sldLayoutId id="2147483757" r:id="rId48"/>
    <p:sldLayoutId id="2147483758" r:id="rId49"/>
    <p:sldLayoutId id="2147483759" r:id="rId50"/>
    <p:sldLayoutId id="2147483760" r:id="rId51"/>
    <p:sldLayoutId id="2147483761" r:id="rId52"/>
    <p:sldLayoutId id="2147483762" r:id="rId53"/>
    <p:sldLayoutId id="2147483763" r:id="rId54"/>
    <p:sldLayoutId id="2147483764" r:id="rId55"/>
    <p:sldLayoutId id="2147483765" r:id="rId56"/>
    <p:sldLayoutId id="2147483766" r:id="rId57"/>
    <p:sldLayoutId id="2147483767" r:id="rId58"/>
    <p:sldLayoutId id="2147483768" r:id="rId59"/>
    <p:sldLayoutId id="2147483769" r:id="rId60"/>
    <p:sldLayoutId id="2147483770" r:id="rId61"/>
    <p:sldLayoutId id="2147483771" r:id="rId62"/>
    <p:sldLayoutId id="2147483772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8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474" name="Google Shape;1474;p128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1475" name="Google Shape;1475;p1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99" r:id="rId28"/>
    <p:sldLayoutId id="2147483800" r:id="rId29"/>
    <p:sldLayoutId id="2147483801" r:id="rId30"/>
    <p:sldLayoutId id="2147483802" r:id="rId31"/>
    <p:sldLayoutId id="2147483803" r:id="rId32"/>
    <p:sldLayoutId id="2147483804" r:id="rId33"/>
    <p:sldLayoutId id="2147483805" r:id="rId34"/>
    <p:sldLayoutId id="2147483806" r:id="rId35"/>
    <p:sldLayoutId id="2147483807" r:id="rId36"/>
    <p:sldLayoutId id="2147483808" r:id="rId37"/>
    <p:sldLayoutId id="2147483809" r:id="rId38"/>
    <p:sldLayoutId id="2147483810" r:id="rId39"/>
    <p:sldLayoutId id="2147483811" r:id="rId40"/>
    <p:sldLayoutId id="2147483812" r:id="rId41"/>
    <p:sldLayoutId id="2147483813" r:id="rId42"/>
    <p:sldLayoutId id="214748381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23" r:id="rId52"/>
    <p:sldLayoutId id="2147483824" r:id="rId53"/>
    <p:sldLayoutId id="2147483825" r:id="rId54"/>
    <p:sldLayoutId id="2147483826" r:id="rId55"/>
    <p:sldLayoutId id="2147483827" r:id="rId56"/>
    <p:sldLayoutId id="2147483828" r:id="rId57"/>
    <p:sldLayoutId id="2147483829" r:id="rId58"/>
    <p:sldLayoutId id="2147483830" r:id="rId59"/>
    <p:sldLayoutId id="2147483831" r:id="rId60"/>
    <p:sldLayoutId id="2147483832" r:id="rId61"/>
    <p:sldLayoutId id="2147483833" r:id="rId62"/>
    <p:sldLayoutId id="2147483834" r:id="rId63"/>
    <p:sldLayoutId id="2147483835" r:id="rId64"/>
    <p:sldLayoutId id="2147483836" r:id="rId65"/>
    <p:sldLayoutId id="2147483837" r:id="rId66"/>
    <p:sldLayoutId id="2147483838" r:id="rId67"/>
    <p:sldLayoutId id="2147483839" r:id="rId6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96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267" name="Google Shape;2267;p196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2268" name="Google Shape;2268;p19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  <p:sldLayoutId id="2147483856" r:id="rId18"/>
    <p:sldLayoutId id="2147483857" r:id="rId19"/>
    <p:sldLayoutId id="2147483858" r:id="rId20"/>
    <p:sldLayoutId id="2147483859" r:id="rId21"/>
    <p:sldLayoutId id="2147483860" r:id="rId22"/>
    <p:sldLayoutId id="2147483861" r:id="rId23"/>
    <p:sldLayoutId id="2147483862" r:id="rId24"/>
    <p:sldLayoutId id="2147483863" r:id="rId25"/>
    <p:sldLayoutId id="2147483864" r:id="rId26"/>
    <p:sldLayoutId id="2147483865" r:id="rId27"/>
    <p:sldLayoutId id="2147483866" r:id="rId28"/>
    <p:sldLayoutId id="2147483867" r:id="rId29"/>
    <p:sldLayoutId id="2147483868" r:id="rId30"/>
    <p:sldLayoutId id="2147483869" r:id="rId31"/>
    <p:sldLayoutId id="2147483870" r:id="rId32"/>
    <p:sldLayoutId id="2147483871" r:id="rId33"/>
    <p:sldLayoutId id="2147483872" r:id="rId34"/>
    <p:sldLayoutId id="2147483873" r:id="rId35"/>
    <p:sldLayoutId id="2147483874" r:id="rId36"/>
    <p:sldLayoutId id="2147483875" r:id="rId37"/>
    <p:sldLayoutId id="2147483876" r:id="rId38"/>
    <p:sldLayoutId id="2147483877" r:id="rId39"/>
    <p:sldLayoutId id="2147483878" r:id="rId40"/>
    <p:sldLayoutId id="2147483879" r:id="rId41"/>
    <p:sldLayoutId id="2147483880" r:id="rId42"/>
    <p:sldLayoutId id="2147483881" r:id="rId43"/>
    <p:sldLayoutId id="2147483882" r:id="rId44"/>
    <p:sldLayoutId id="2147483883" r:id="rId45"/>
    <p:sldLayoutId id="2147483884" r:id="rId46"/>
    <p:sldLayoutId id="2147483885" r:id="rId47"/>
    <p:sldLayoutId id="2147483886" r:id="rId48"/>
    <p:sldLayoutId id="2147483887" r:id="rId49"/>
    <p:sldLayoutId id="2147483888" r:id="rId50"/>
    <p:sldLayoutId id="2147483889" r:id="rId51"/>
    <p:sldLayoutId id="2147483890" r:id="rId52"/>
    <p:sldLayoutId id="2147483891" r:id="rId53"/>
    <p:sldLayoutId id="2147483892" r:id="rId54"/>
    <p:sldLayoutId id="2147483893" r:id="rId55"/>
    <p:sldLayoutId id="2147483894" r:id="rId56"/>
    <p:sldLayoutId id="2147483895" r:id="rId57"/>
    <p:sldLayoutId id="2147483896" r:id="rId58"/>
    <p:sldLayoutId id="2147483897" r:id="rId59"/>
    <p:sldLayoutId id="2147483898" r:id="rId60"/>
    <p:sldLayoutId id="2147483899" r:id="rId61"/>
    <p:sldLayoutId id="2147483900" r:id="rId62"/>
    <p:sldLayoutId id="2147483901" r:id="rId63"/>
    <p:sldLayoutId id="2147483902" r:id="rId64"/>
    <p:sldLayoutId id="2147483903" r:id="rId65"/>
    <p:sldLayoutId id="2147483904" r:id="rId66"/>
    <p:sldLayoutId id="2147483905" r:id="rId67"/>
    <p:sldLayoutId id="2147483906" r:id="rId68"/>
    <p:sldLayoutId id="2147483907" r:id="rId69"/>
    <p:sldLayoutId id="2147483908" r:id="rId70"/>
    <p:sldLayoutId id="2147483909" r:id="rId71"/>
    <p:sldLayoutId id="2147483910" r:id="rId72"/>
    <p:sldLayoutId id="2147483911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8.png"/><Relationship Id="rId4" Type="http://schemas.openxmlformats.org/officeDocument/2006/relationships/image" Target="../media/image26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4.png"/><Relationship Id="rId4" Type="http://schemas.openxmlformats.org/officeDocument/2006/relationships/image" Target="../media/image27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1.png"/><Relationship Id="rId4" Type="http://schemas.openxmlformats.org/officeDocument/2006/relationships/image" Target="../media/image27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6.png"/><Relationship Id="rId4" Type="http://schemas.openxmlformats.org/officeDocument/2006/relationships/image" Target="../media/image26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7.png"/><Relationship Id="rId4" Type="http://schemas.openxmlformats.org/officeDocument/2006/relationships/image" Target="../media/image281.png"/><Relationship Id="rId9" Type="http://schemas.openxmlformats.org/officeDocument/2006/relationships/image" Target="../media/image290.png"/><Relationship Id="rId5" Type="http://schemas.openxmlformats.org/officeDocument/2006/relationships/image" Target="../media/image283.png"/><Relationship Id="rId6" Type="http://schemas.openxmlformats.org/officeDocument/2006/relationships/image" Target="../media/image285.png"/><Relationship Id="rId7" Type="http://schemas.openxmlformats.org/officeDocument/2006/relationships/image" Target="../media/image286.png"/><Relationship Id="rId8" Type="http://schemas.openxmlformats.org/officeDocument/2006/relationships/image" Target="../media/image28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28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9" name="Shape 3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0" name="Google Shape;3170;p2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</a:t>
            </a:r>
            <a:endParaRPr/>
          </a:p>
        </p:txBody>
      </p:sp>
      <p:sp>
        <p:nvSpPr>
          <p:cNvPr id="3171" name="Google Shape;3171;p26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75" name="Shape 3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p270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0" name="Shape 3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Google Shape;3181;p27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derive and use the formula for the area of a trapezium.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5" name="Shape 3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6" name="Google Shape;3186;p272"/>
          <p:cNvSpPr txBox="1"/>
          <p:nvPr>
            <p:ph idx="1" type="subTitle"/>
          </p:nvPr>
        </p:nvSpPr>
        <p:spPr>
          <a:xfrm>
            <a:off x="324000" y="993650"/>
            <a:ext cx="8496000" cy="7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 </a:t>
            </a:r>
            <a:r>
              <a:rPr b="1" lang="en-GB">
                <a:solidFill>
                  <a:schemeClr val="dk1"/>
                </a:solidFill>
              </a:rPr>
              <a:t>trapezium</a:t>
            </a:r>
            <a:r>
              <a:rPr lang="en-GB">
                <a:solidFill>
                  <a:schemeClr val="dk1"/>
                </a:solidFill>
              </a:rPr>
              <a:t> is a quadrilateral with a pair of parallel opposite sides.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plural of </a:t>
            </a:r>
            <a:r>
              <a:rPr b="1" lang="en-GB">
                <a:solidFill>
                  <a:schemeClr val="dk1"/>
                </a:solidFill>
              </a:rPr>
              <a:t>trapezium</a:t>
            </a:r>
            <a:r>
              <a:rPr lang="en-GB">
                <a:solidFill>
                  <a:schemeClr val="dk1"/>
                </a:solidFill>
              </a:rPr>
              <a:t> can be referred to as </a:t>
            </a:r>
            <a:r>
              <a:rPr b="1" lang="en-GB">
                <a:solidFill>
                  <a:schemeClr val="dk1"/>
                </a:solidFill>
              </a:rPr>
              <a:t>trapezia</a:t>
            </a:r>
            <a:r>
              <a:rPr lang="en-GB">
                <a:solidFill>
                  <a:schemeClr val="dk1"/>
                </a:solidFill>
              </a:rPr>
              <a:t> or </a:t>
            </a:r>
            <a:r>
              <a:rPr b="1" lang="en-GB">
                <a:solidFill>
                  <a:schemeClr val="dk1"/>
                </a:solidFill>
              </a:rPr>
              <a:t>trapeziums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0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p273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Building an area</a:t>
            </a:r>
            <a:endParaRPr/>
          </a:p>
        </p:txBody>
      </p:sp>
      <p:sp>
        <p:nvSpPr>
          <p:cNvPr id="3192" name="Google Shape;3192;p273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 via composite shapes</a:t>
            </a:r>
            <a:endParaRPr/>
          </a:p>
        </p:txBody>
      </p:sp>
      <p:sp>
        <p:nvSpPr>
          <p:cNvPr id="3193" name="Google Shape;3193;p27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</a:t>
            </a:r>
            <a:endParaRPr/>
          </a:p>
        </p:txBody>
      </p:sp>
      <p:pic>
        <p:nvPicPr>
          <p:cNvPr id="3194" name="Google Shape;3194;p2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1744243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5" name="Google Shape;3195;p273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Formula for the area of any trapezium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9" name="Shape 3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0" name="Google Shape;3200;p27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Building an area</a:t>
            </a:r>
            <a:endParaRPr/>
          </a:p>
        </p:txBody>
      </p:sp>
      <p:sp>
        <p:nvSpPr>
          <p:cNvPr id="3201" name="Google Shape;3201;p274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areas of basic shapes can be used to create a new composite shape with a given area.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3d3d7c46-42c1-4e6a-9129-2cc5ed9f5cc6&quot; data-equatio-type=&quot;image&quot;&gt;&lt;mglyph src=&quot;https://equatio-api.texthelp.com/desmos/get/22-06-2023/3d3d7c46-42c1-4e6a-9129-2cc5ed9f5cc6&quot; alt=&quot;Equatio Image&quot;/&gt;&lt;/math&gt;" id="3202" name="Google Shape;3202;p27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9000" y="1276699"/>
            <a:ext cx="6494749" cy="25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3" name="Google Shape;3203;p274"/>
          <p:cNvSpPr txBox="1"/>
          <p:nvPr/>
        </p:nvSpPr>
        <p:spPr>
          <a:xfrm>
            <a:off x="1106625" y="3993775"/>
            <a:ext cx="189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90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4" name="Google Shape;3204;p274"/>
          <p:cNvSpPr txBox="1"/>
          <p:nvPr/>
        </p:nvSpPr>
        <p:spPr>
          <a:xfrm>
            <a:off x="3180275" y="3993775"/>
            <a:ext cx="189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35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5" name="Google Shape;3205;p274"/>
          <p:cNvSpPr txBox="1"/>
          <p:nvPr/>
        </p:nvSpPr>
        <p:spPr>
          <a:xfrm>
            <a:off x="6146475" y="3993775"/>
            <a:ext cx="189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125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06" name="Google Shape;3206;p274"/>
          <p:cNvCxnSpPr/>
          <p:nvPr/>
        </p:nvCxnSpPr>
        <p:spPr>
          <a:xfrm>
            <a:off x="6408925" y="2412925"/>
            <a:ext cx="12330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0" name="Shape 3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p27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Building an area</a:t>
            </a:r>
            <a:endParaRPr/>
          </a:p>
        </p:txBody>
      </p:sp>
      <p:sp>
        <p:nvSpPr>
          <p:cNvPr id="3212" name="Google Shape;3212;p275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 any of these composite shapes have different areas?</a:t>
            </a:r>
            <a:endParaRPr/>
          </a:p>
        </p:txBody>
      </p:sp>
      <p:sp>
        <p:nvSpPr>
          <p:cNvPr id="3213" name="Google Shape;3213;p275"/>
          <p:cNvSpPr/>
          <p:nvPr/>
        </p:nvSpPr>
        <p:spPr>
          <a:xfrm rot="-5400000">
            <a:off x="-17400" y="1830325"/>
            <a:ext cx="1519800" cy="837000"/>
          </a:xfrm>
          <a:prstGeom prst="rect">
            <a:avLst/>
          </a:prstGeom>
          <a:solidFill>
            <a:srgbClr val="EBCF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4" name="Google Shape;3214;p275"/>
          <p:cNvSpPr/>
          <p:nvPr/>
        </p:nvSpPr>
        <p:spPr>
          <a:xfrm>
            <a:off x="1684800" y="1830325"/>
            <a:ext cx="813300" cy="837000"/>
          </a:xfrm>
          <a:prstGeom prst="rect">
            <a:avLst/>
          </a:prstGeom>
          <a:solidFill>
            <a:srgbClr val="EBCF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15" name="Google Shape;3215;p275"/>
          <p:cNvGrpSpPr/>
          <p:nvPr/>
        </p:nvGrpSpPr>
        <p:grpSpPr>
          <a:xfrm>
            <a:off x="4460000" y="1337800"/>
            <a:ext cx="3941050" cy="3408525"/>
            <a:chOff x="4460000" y="1665225"/>
            <a:chExt cx="3941050" cy="3408525"/>
          </a:xfrm>
        </p:grpSpPr>
        <p:sp>
          <p:nvSpPr>
            <p:cNvPr id="3216" name="Google Shape;3216;p275"/>
            <p:cNvSpPr/>
            <p:nvPr/>
          </p:nvSpPr>
          <p:spPr>
            <a:xfrm>
              <a:off x="4460000" y="2571750"/>
              <a:ext cx="1519800" cy="837000"/>
            </a:xfrm>
            <a:prstGeom prst="rect">
              <a:avLst/>
            </a:prstGeom>
            <a:solidFill>
              <a:srgbClr val="EBCFFF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275"/>
            <p:cNvSpPr/>
            <p:nvPr/>
          </p:nvSpPr>
          <p:spPr>
            <a:xfrm>
              <a:off x="5166500" y="1741500"/>
              <a:ext cx="813300" cy="837000"/>
            </a:xfrm>
            <a:prstGeom prst="rect">
              <a:avLst/>
            </a:prstGeom>
            <a:solidFill>
              <a:srgbClr val="EBCFFF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275"/>
            <p:cNvSpPr/>
            <p:nvPr/>
          </p:nvSpPr>
          <p:spPr>
            <a:xfrm>
              <a:off x="6881250" y="1665225"/>
              <a:ext cx="1519800" cy="837000"/>
            </a:xfrm>
            <a:prstGeom prst="rect">
              <a:avLst/>
            </a:prstGeom>
            <a:solidFill>
              <a:srgbClr val="EBCFFF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275"/>
            <p:cNvSpPr/>
            <p:nvPr/>
          </p:nvSpPr>
          <p:spPr>
            <a:xfrm>
              <a:off x="7234500" y="2505600"/>
              <a:ext cx="813300" cy="837000"/>
            </a:xfrm>
            <a:prstGeom prst="rect">
              <a:avLst/>
            </a:prstGeom>
            <a:solidFill>
              <a:srgbClr val="EBCFFF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275"/>
            <p:cNvSpPr/>
            <p:nvPr/>
          </p:nvSpPr>
          <p:spPr>
            <a:xfrm rot="5400000">
              <a:off x="5531350" y="3895350"/>
              <a:ext cx="1519800" cy="837000"/>
            </a:xfrm>
            <a:prstGeom prst="rect">
              <a:avLst/>
            </a:prstGeom>
            <a:solidFill>
              <a:srgbClr val="EBCFFF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275"/>
            <p:cNvSpPr/>
            <p:nvPr/>
          </p:nvSpPr>
          <p:spPr>
            <a:xfrm>
              <a:off x="6709750" y="3553950"/>
              <a:ext cx="813300" cy="837000"/>
            </a:xfrm>
            <a:prstGeom prst="rect">
              <a:avLst/>
            </a:prstGeom>
            <a:solidFill>
              <a:srgbClr val="EBCFFF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22" name="Google Shape;3222;p275"/>
            <p:cNvCxnSpPr/>
            <p:nvPr/>
          </p:nvCxnSpPr>
          <p:spPr>
            <a:xfrm>
              <a:off x="5178210" y="2576275"/>
              <a:ext cx="785400" cy="0"/>
            </a:xfrm>
            <a:prstGeom prst="straightConnector1">
              <a:avLst/>
            </a:prstGeom>
            <a:noFill/>
            <a:ln cap="flat" cmpd="sng" w="114300">
              <a:solidFill>
                <a:srgbClr val="EBCFFF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23" name="Google Shape;3223;p275"/>
            <p:cNvCxnSpPr/>
            <p:nvPr/>
          </p:nvCxnSpPr>
          <p:spPr>
            <a:xfrm>
              <a:off x="7257985" y="2509600"/>
              <a:ext cx="768000" cy="0"/>
            </a:xfrm>
            <a:prstGeom prst="straightConnector1">
              <a:avLst/>
            </a:prstGeom>
            <a:noFill/>
            <a:ln cap="flat" cmpd="sng" w="114300">
              <a:solidFill>
                <a:srgbClr val="EBCFFF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24" name="Google Shape;3224;p275"/>
            <p:cNvCxnSpPr/>
            <p:nvPr/>
          </p:nvCxnSpPr>
          <p:spPr>
            <a:xfrm rot="10800000">
              <a:off x="6709750" y="3575200"/>
              <a:ext cx="0" cy="795300"/>
            </a:xfrm>
            <a:prstGeom prst="straightConnector1">
              <a:avLst/>
            </a:prstGeom>
            <a:noFill/>
            <a:ln cap="flat" cmpd="sng" w="114300">
              <a:solidFill>
                <a:srgbClr val="EBCFFF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3225" name="Google Shape;3225;p275"/>
          <p:cNvSpPr txBox="1"/>
          <p:nvPr>
            <p:ph idx="1" type="body"/>
          </p:nvPr>
        </p:nvSpPr>
        <p:spPr>
          <a:xfrm>
            <a:off x="1291650" y="2035225"/>
            <a:ext cx="9768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000"/>
              <a:t>+</a:t>
            </a:r>
            <a:endParaRPr sz="3000"/>
          </a:p>
        </p:txBody>
      </p:sp>
      <p:cxnSp>
        <p:nvCxnSpPr>
          <p:cNvPr id="3226" name="Google Shape;3226;p275"/>
          <p:cNvCxnSpPr/>
          <p:nvPr/>
        </p:nvCxnSpPr>
        <p:spPr>
          <a:xfrm>
            <a:off x="2777125" y="2369425"/>
            <a:ext cx="1038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0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p276"/>
          <p:cNvSpPr txBox="1"/>
          <p:nvPr>
            <p:ph idx="4"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Building an area</a:t>
            </a:r>
            <a:endParaRPr/>
          </a:p>
        </p:txBody>
      </p:sp>
      <p:sp>
        <p:nvSpPr>
          <p:cNvPr id="3232" name="Google Shape;3232;p276"/>
          <p:cNvSpPr txBox="1"/>
          <p:nvPr>
            <p:ph type="title"/>
          </p:nvPr>
        </p:nvSpPr>
        <p:spPr>
          <a:xfrm>
            <a:off x="324000" y="809913"/>
            <a:ext cx="81792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shapes could be combined to create a new shape with an area of 200 cm</a:t>
            </a:r>
            <a:r>
              <a:rPr baseline="30000" lang="en-GB"/>
              <a:t>2</a:t>
            </a:r>
            <a:r>
              <a:rPr lang="en-GB"/>
              <a:t>?</a:t>
            </a:r>
            <a:endParaRPr/>
          </a:p>
        </p:txBody>
      </p:sp>
      <p:sp>
        <p:nvSpPr>
          <p:cNvPr id="3233" name="Google Shape;3233;p276"/>
          <p:cNvSpPr txBox="1"/>
          <p:nvPr>
            <p:ph idx="1" type="subTitle"/>
          </p:nvPr>
        </p:nvSpPr>
        <p:spPr>
          <a:xfrm>
            <a:off x="1034425" y="1837775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Two triangles</a:t>
            </a:r>
            <a:endParaRPr/>
          </a:p>
        </p:txBody>
      </p:sp>
      <p:sp>
        <p:nvSpPr>
          <p:cNvPr id="3234" name="Google Shape;3234;p276"/>
          <p:cNvSpPr txBox="1"/>
          <p:nvPr>
            <p:ph idx="2" type="subTitle"/>
          </p:nvPr>
        </p:nvSpPr>
        <p:spPr>
          <a:xfrm>
            <a:off x="1034425" y="2794247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One square and one triangle</a:t>
            </a:r>
            <a:endParaRPr/>
          </a:p>
        </p:txBody>
      </p:sp>
      <p:sp>
        <p:nvSpPr>
          <p:cNvPr id="3235" name="Google Shape;3235;p276"/>
          <p:cNvSpPr txBox="1"/>
          <p:nvPr>
            <p:ph idx="3" type="subTitle"/>
          </p:nvPr>
        </p:nvSpPr>
        <p:spPr>
          <a:xfrm>
            <a:off x="1034425" y="3766965"/>
            <a:ext cx="7464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One square, one triangle and one parallelogram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71828f48-78be-4ea6-be89-ab5bba299fe3&quot; data-equatio-type=&quot;image&quot;&gt;&lt;mglyph src=&quot;https://equatio-api.texthelp.com/desmos/get/22-06-2023/71828f48-78be-4ea6-be89-ab5bba299fe3&quot; alt=&quot;Equatio Image&quot;/&gt;&lt;/math&gt;" id="3236" name="Google Shape;3236;p276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50" y="1080000"/>
            <a:ext cx="4247950" cy="1137461"/>
          </a:xfrm>
          <a:prstGeom prst="rect">
            <a:avLst/>
          </a:prstGeom>
          <a:noFill/>
          <a:ln>
            <a:noFill/>
          </a:ln>
        </p:spPr>
      </p:pic>
      <p:sp>
        <p:nvSpPr>
          <p:cNvPr id="3237" name="Google Shape;3237;p276"/>
          <p:cNvSpPr txBox="1"/>
          <p:nvPr/>
        </p:nvSpPr>
        <p:spPr>
          <a:xfrm>
            <a:off x="4508150" y="2159988"/>
            <a:ext cx="424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100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 75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38" name="Google Shape;3238;p2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7183" y="17975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9" name="Google Shape;3239;p2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2208" y="37097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3" name="Shape 3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4" name="Google Shape;3244;p27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Building an area</a:t>
            </a:r>
            <a:endParaRPr/>
          </a:p>
        </p:txBody>
      </p:sp>
      <p:sp>
        <p:nvSpPr>
          <p:cNvPr id="3245" name="Google Shape;3245;p277"/>
          <p:cNvSpPr txBox="1"/>
          <p:nvPr>
            <p:ph idx="1" type="body"/>
          </p:nvPr>
        </p:nvSpPr>
        <p:spPr>
          <a:xfrm>
            <a:off x="324000" y="810000"/>
            <a:ext cx="8237700" cy="3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State how many of each shape should be used to create a composite shape with the stated area.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Area = 24 cm</a:t>
            </a:r>
            <a:r>
              <a:rPr baseline="30000" lang="en-GB"/>
              <a:t>2</a:t>
            </a:r>
            <a:r>
              <a:rPr lang="en-GB"/>
              <a:t>       b) Area = 50 cm</a:t>
            </a:r>
            <a:r>
              <a:rPr baseline="30000" lang="en-GB"/>
              <a:t>2</a:t>
            </a:r>
            <a:r>
              <a:rPr lang="en-GB"/>
              <a:t>       c) Area = 60 cm</a:t>
            </a:r>
            <a:r>
              <a:rPr baseline="30000" lang="en-GB"/>
              <a:t>2</a:t>
            </a:r>
            <a:endParaRPr baseline="30000"/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062a2922-dc33-4aeb-9bd2-26745c8db779&quot; data-equatio-type=&quot;image&quot;&gt;&lt;mglyph src=&quot;https://equatio-api.texthelp.com/desmos/get/22-06-2023/062a2922-dc33-4aeb-9bd2-26745c8db779&quot; alt=&quot;Equatio Image&quot;/&gt;&lt;/math&gt;" id="3246" name="Google Shape;3246;p27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084" y="1752600"/>
            <a:ext cx="5984191" cy="14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7" name="Google Shape;3247;p277"/>
          <p:cNvSpPr txBox="1"/>
          <p:nvPr/>
        </p:nvSpPr>
        <p:spPr>
          <a:xfrm>
            <a:off x="979200" y="3354100"/>
            <a:ext cx="71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16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= 8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Area = 18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1" name="Shape 3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2" name="Google Shape;3252;p27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Building an area</a:t>
            </a:r>
            <a:endParaRPr/>
          </a:p>
        </p:txBody>
      </p:sp>
      <p:sp>
        <p:nvSpPr>
          <p:cNvPr id="3253" name="Google Shape;3253;p278"/>
          <p:cNvSpPr txBox="1"/>
          <p:nvPr>
            <p:ph idx="1" type="body"/>
          </p:nvPr>
        </p:nvSpPr>
        <p:spPr>
          <a:xfrm>
            <a:off x="324000" y="810000"/>
            <a:ext cx="8237700" cy="3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State how many of each shape should be used to create a composite shape with the stated area.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Area = 24 cm</a:t>
            </a:r>
            <a:r>
              <a:rPr baseline="30000" lang="en-GB"/>
              <a:t>2</a:t>
            </a:r>
            <a:r>
              <a:rPr lang="en-GB"/>
              <a:t>       b) Area = 50 cm</a:t>
            </a:r>
            <a:r>
              <a:rPr baseline="30000" lang="en-GB"/>
              <a:t>2</a:t>
            </a:r>
            <a:r>
              <a:rPr lang="en-GB"/>
              <a:t>       c) Area = 60 cm</a:t>
            </a:r>
            <a:r>
              <a:rPr baseline="30000" lang="en-GB"/>
              <a:t>2</a:t>
            </a:r>
            <a:endParaRPr baseline="30000"/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062a2922-dc33-4aeb-9bd2-26745c8db779&quot; data-equatio-type=&quot;image&quot;&gt;&lt;mglyph src=&quot;https://equatio-api.texthelp.com/desmos/get/22-06-2023/062a2922-dc33-4aeb-9bd2-26745c8db779&quot; alt=&quot;Equatio Image&quot;/&gt;&lt;/math&gt;" id="3254" name="Google Shape;3254;p27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084" y="1752600"/>
            <a:ext cx="5984191" cy="14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5" name="Google Shape;3255;p278"/>
          <p:cNvSpPr txBox="1"/>
          <p:nvPr/>
        </p:nvSpPr>
        <p:spPr>
          <a:xfrm>
            <a:off x="979200" y="3354100"/>
            <a:ext cx="71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16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= 8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Area = 18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9" name="Shape 3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0" name="Google Shape;3260;p27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Building an area</a:t>
            </a:r>
            <a:endParaRPr/>
          </a:p>
        </p:txBody>
      </p:sp>
      <p:sp>
        <p:nvSpPr>
          <p:cNvPr id="3261" name="Google Shape;3261;p279"/>
          <p:cNvSpPr txBox="1"/>
          <p:nvPr>
            <p:ph idx="1" type="body"/>
          </p:nvPr>
        </p:nvSpPr>
        <p:spPr>
          <a:xfrm>
            <a:off x="324000" y="810000"/>
            <a:ext cx="8237700" cy="360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a) Area = 24 cm</a:t>
            </a:r>
            <a:r>
              <a:rPr baseline="30000" lang="en-GB">
                <a:solidFill>
                  <a:srgbClr val="000000"/>
                </a:solidFill>
              </a:rPr>
              <a:t>2</a:t>
            </a:r>
            <a:r>
              <a:rPr lang="en-GB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b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can use three triangles.</a:t>
            </a:r>
            <a:b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8 = 24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062a2922-dc33-4aeb-9bd2-26745c8db779&quot; data-equatio-type=&quot;image&quot;&gt;&lt;mglyph src=&quot;https://equatio-api.texthelp.com/desmos/get/22-06-2023/062a2922-dc33-4aeb-9bd2-26745c8db779&quot; alt=&quot;Equatio Image&quot;/&gt;&lt;/math&gt;" id="3262" name="Google Shape;3262;p279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084" y="1295400"/>
            <a:ext cx="5984191" cy="14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3" name="Google Shape;3263;p279"/>
          <p:cNvSpPr txBox="1"/>
          <p:nvPr/>
        </p:nvSpPr>
        <p:spPr>
          <a:xfrm>
            <a:off x="979200" y="2896900"/>
            <a:ext cx="71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16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= 8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Area = 18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7" name="Shape 3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8" name="Google Shape;3268;p28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Building an area</a:t>
            </a:r>
            <a:endParaRPr/>
          </a:p>
        </p:txBody>
      </p:sp>
      <p:sp>
        <p:nvSpPr>
          <p:cNvPr id="3269" name="Google Shape;3269;p280"/>
          <p:cNvSpPr txBox="1"/>
          <p:nvPr>
            <p:ph idx="1" type="body"/>
          </p:nvPr>
        </p:nvSpPr>
        <p:spPr>
          <a:xfrm>
            <a:off x="324000" y="810000"/>
            <a:ext cx="8237700" cy="35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b</a:t>
            </a:r>
            <a:r>
              <a:rPr lang="en-GB">
                <a:solidFill>
                  <a:srgbClr val="000000"/>
                </a:solidFill>
              </a:rPr>
              <a:t>) Area = 50 cm</a:t>
            </a:r>
            <a:r>
              <a:rPr baseline="30000" lang="en-GB">
                <a:solidFill>
                  <a:srgbClr val="000000"/>
                </a:solidFill>
              </a:rPr>
              <a:t>2</a:t>
            </a:r>
            <a:r>
              <a:rPr lang="en-GB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b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can use two squares and one parallelogram.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 + 16 + 18 = 50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062a2922-dc33-4aeb-9bd2-26745c8db779&quot; data-equatio-type=&quot;image&quot;&gt;&lt;mglyph src=&quot;https://equatio-api.texthelp.com/desmos/get/22-06-2023/062a2922-dc33-4aeb-9bd2-26745c8db779&quot; alt=&quot;Equatio Image&quot;/&gt;&lt;/math&gt;" id="3270" name="Google Shape;3270;p280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084" y="1295400"/>
            <a:ext cx="5984191" cy="14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1" name="Google Shape;3271;p280"/>
          <p:cNvSpPr txBox="1"/>
          <p:nvPr/>
        </p:nvSpPr>
        <p:spPr>
          <a:xfrm>
            <a:off x="979200" y="2896900"/>
            <a:ext cx="71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16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= 8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Area = 18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5" name="Shape 3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" name="Google Shape;3276;p28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Building an area</a:t>
            </a:r>
            <a:endParaRPr/>
          </a:p>
        </p:txBody>
      </p:sp>
      <p:sp>
        <p:nvSpPr>
          <p:cNvPr id="3277" name="Google Shape;3277;p281"/>
          <p:cNvSpPr txBox="1"/>
          <p:nvPr>
            <p:ph idx="1" type="body"/>
          </p:nvPr>
        </p:nvSpPr>
        <p:spPr>
          <a:xfrm>
            <a:off x="324000" y="810000"/>
            <a:ext cx="8237700" cy="35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c</a:t>
            </a:r>
            <a:r>
              <a:rPr lang="en-GB">
                <a:solidFill>
                  <a:srgbClr val="000000"/>
                </a:solidFill>
              </a:rPr>
              <a:t>) Area = 60 cm</a:t>
            </a:r>
            <a:r>
              <a:rPr baseline="30000" lang="en-GB">
                <a:solidFill>
                  <a:srgbClr val="000000"/>
                </a:solidFill>
              </a:rPr>
              <a:t>2</a:t>
            </a:r>
            <a:r>
              <a:rPr lang="en-GB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can use one square, one triangle and two parallelograms.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 + 8 + 2 × 18 = 60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062a2922-dc33-4aeb-9bd2-26745c8db779&quot; data-equatio-type=&quot;image&quot;&gt;&lt;mglyph src=&quot;https://equatio-api.texthelp.com/desmos/get/22-06-2023/062a2922-dc33-4aeb-9bd2-26745c8db779&quot; alt=&quot;Equatio Image&quot;/&gt;&lt;/math&gt;" id="3278" name="Google Shape;3278;p28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084" y="1295400"/>
            <a:ext cx="5984191" cy="14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9" name="Google Shape;3279;p281"/>
          <p:cNvSpPr txBox="1"/>
          <p:nvPr/>
        </p:nvSpPr>
        <p:spPr>
          <a:xfrm>
            <a:off x="979200" y="2896900"/>
            <a:ext cx="718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= 16 cm</a:t>
            </a:r>
            <a:r>
              <a:rPr baseline="30000"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 = 8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Area = 18 cm</a:t>
            </a:r>
            <a:r>
              <a:rPr baseline="30000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3" name="Shape 3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" name="Google Shape;3284;p2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Building an area</a:t>
            </a:r>
            <a:endParaRPr/>
          </a:p>
        </p:txBody>
      </p:sp>
      <p:sp>
        <p:nvSpPr>
          <p:cNvPr id="3285" name="Google Shape;3285;p2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 via composite shapes</a:t>
            </a:r>
            <a:endParaRPr/>
          </a:p>
        </p:txBody>
      </p:sp>
      <p:sp>
        <p:nvSpPr>
          <p:cNvPr id="3286" name="Google Shape;3286;p2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</a:t>
            </a:r>
            <a:endParaRPr/>
          </a:p>
        </p:txBody>
      </p:sp>
      <p:pic>
        <p:nvPicPr>
          <p:cNvPr id="3287" name="Google Shape;3287;p2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2765792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8" name="Google Shape;3288;p2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Formula for the area of any trapezium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2" name="Shape 3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3" name="Google Shape;3293;p28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 via composite shapes</a:t>
            </a:r>
            <a:endParaRPr/>
          </a:p>
        </p:txBody>
      </p:sp>
      <p:sp>
        <p:nvSpPr>
          <p:cNvPr id="3294" name="Google Shape;3294;p283"/>
          <p:cNvSpPr txBox="1"/>
          <p:nvPr>
            <p:ph idx="1" type="body"/>
          </p:nvPr>
        </p:nvSpPr>
        <p:spPr>
          <a:xfrm>
            <a:off x="324000" y="810000"/>
            <a:ext cx="84960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Any </a:t>
            </a:r>
            <a:r>
              <a:rPr b="1" lang="en-GB"/>
              <a:t>trapezium</a:t>
            </a:r>
            <a:r>
              <a:rPr lang="en-GB"/>
              <a:t> can be made using a rectangle and a triangle.</a:t>
            </a:r>
            <a:endParaRPr/>
          </a:p>
        </p:txBody>
      </p:sp>
      <p:grpSp>
        <p:nvGrpSpPr>
          <p:cNvPr id="3295" name="Google Shape;3295;p283"/>
          <p:cNvGrpSpPr/>
          <p:nvPr/>
        </p:nvGrpSpPr>
        <p:grpSpPr>
          <a:xfrm>
            <a:off x="767000" y="1935425"/>
            <a:ext cx="7610024" cy="764575"/>
            <a:chOff x="637837" y="1935425"/>
            <a:chExt cx="7610024" cy="764575"/>
          </a:xfrm>
        </p:grpSpPr>
        <p:pic>
          <p:nvPicPr>
            <p:cNvPr descr="&lt;math xmlns=&quot;http://www.w3.org/1998/Math/MathML&quot; data-is-equatio=&quot;1&quot; data-equatio-url=&quot;https://equatio-api.texthelp.com/desmos/get/22-06-2023/57126f46-e777-47af-9d95-eabae9602315&quot; data-equatio-type=&quot;image&quot;&gt;&lt;mglyph src=&quot;https://equatio-api.texthelp.com/desmos/get/22-06-2023/57126f46-e777-47af-9d95-eabae9602315&quot; alt=&quot;Equatio Image&quot;/&gt;&lt;/math&gt;" id="3296" name="Google Shape;3296;p283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7837" y="1935425"/>
              <a:ext cx="7610024" cy="7645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297" name="Google Shape;3297;p283"/>
            <p:cNvCxnSpPr/>
            <p:nvPr/>
          </p:nvCxnSpPr>
          <p:spPr>
            <a:xfrm>
              <a:off x="3736975" y="1972250"/>
              <a:ext cx="0" cy="690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298" name="Google Shape;3298;p283"/>
            <p:cNvCxnSpPr/>
            <p:nvPr/>
          </p:nvCxnSpPr>
          <p:spPr>
            <a:xfrm>
              <a:off x="7576375" y="1972275"/>
              <a:ext cx="0" cy="690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299" name="Google Shape;3299;p283"/>
            <p:cNvCxnSpPr/>
            <p:nvPr/>
          </p:nvCxnSpPr>
          <p:spPr>
            <a:xfrm>
              <a:off x="6055875" y="1972263"/>
              <a:ext cx="0" cy="690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300" name="Google Shape;3300;p283"/>
            <p:cNvSpPr txBox="1"/>
            <p:nvPr/>
          </p:nvSpPr>
          <p:spPr>
            <a:xfrm>
              <a:off x="2372000" y="2008050"/>
              <a:ext cx="2904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68300" lvl="0" marL="457200" rtl="0" algn="l">
                <a:spcBef>
                  <a:spcPts val="0"/>
                </a:spcBef>
                <a:spcAft>
                  <a:spcPts val="0"/>
                </a:spcAft>
                <a:buSzPts val="2200"/>
                <a:buFont typeface="Lexend"/>
                <a:buChar char="+"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                       =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01" name="Google Shape;3301;p283"/>
          <p:cNvSpPr/>
          <p:nvPr/>
        </p:nvSpPr>
        <p:spPr>
          <a:xfrm>
            <a:off x="3867679" y="2535305"/>
            <a:ext cx="133200" cy="133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2" name="Google Shape;3302;p283"/>
          <p:cNvSpPr/>
          <p:nvPr/>
        </p:nvSpPr>
        <p:spPr>
          <a:xfrm>
            <a:off x="7704729" y="2520221"/>
            <a:ext cx="133200" cy="133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3" name="Google Shape;3303;p283"/>
          <p:cNvSpPr/>
          <p:nvPr/>
        </p:nvSpPr>
        <p:spPr>
          <a:xfrm>
            <a:off x="6184254" y="2520221"/>
            <a:ext cx="133200" cy="133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7" name="Shape 3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Google Shape;3308;p28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 via composite shapes</a:t>
            </a:r>
            <a:endParaRPr/>
          </a:p>
        </p:txBody>
      </p:sp>
      <p:sp>
        <p:nvSpPr>
          <p:cNvPr id="3309" name="Google Shape;3309;p284"/>
          <p:cNvSpPr txBox="1"/>
          <p:nvPr>
            <p:ph idx="1" type="body"/>
          </p:nvPr>
        </p:nvSpPr>
        <p:spPr>
          <a:xfrm>
            <a:off x="324000" y="810000"/>
            <a:ext cx="84960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Area of a </a:t>
            </a:r>
            <a:r>
              <a:rPr b="1" lang="en-GB"/>
              <a:t>trapezium</a:t>
            </a:r>
            <a:r>
              <a:rPr lang="en-GB"/>
              <a:t> = area of rectangle + area of triangle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718e2f5f-4716-4005-809e-c29883bb359f&quot; data-equatio-type=&quot;image&quot;&gt;&lt;mglyph src=&quot;https://equatio-api.texthelp.com/desmos/get/22-06-2023/718e2f5f-4716-4005-809e-c29883bb359f&quot; alt=&quot;Equatio Image&quot;/&gt;&lt;/math&gt;" id="3310" name="Google Shape;3310;p28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50" y="1739450"/>
            <a:ext cx="7951876" cy="7253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1" name="Google Shape;3311;p284"/>
          <p:cNvGrpSpPr/>
          <p:nvPr/>
        </p:nvGrpSpPr>
        <p:grpSpPr>
          <a:xfrm>
            <a:off x="1182438" y="1277750"/>
            <a:ext cx="4916850" cy="461700"/>
            <a:chOff x="925850" y="1277750"/>
            <a:chExt cx="4916850" cy="461700"/>
          </a:xfrm>
        </p:grpSpPr>
        <p:cxnSp>
          <p:nvCxnSpPr>
            <p:cNvPr id="3312" name="Google Shape;3312;p284"/>
            <p:cNvCxnSpPr/>
            <p:nvPr/>
          </p:nvCxnSpPr>
          <p:spPr>
            <a:xfrm>
              <a:off x="925850" y="1655125"/>
              <a:ext cx="1446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13" name="Google Shape;3313;p284"/>
            <p:cNvCxnSpPr/>
            <p:nvPr/>
          </p:nvCxnSpPr>
          <p:spPr>
            <a:xfrm>
              <a:off x="4457300" y="1655125"/>
              <a:ext cx="1385400" cy="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314" name="Google Shape;3314;p284"/>
            <p:cNvSpPr txBox="1"/>
            <p:nvPr/>
          </p:nvSpPr>
          <p:spPr>
            <a:xfrm>
              <a:off x="1147950" y="1277750"/>
              <a:ext cx="1073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15" name="Google Shape;3315;p284"/>
            <p:cNvSpPr txBox="1"/>
            <p:nvPr/>
          </p:nvSpPr>
          <p:spPr>
            <a:xfrm>
              <a:off x="4613150" y="1277750"/>
              <a:ext cx="1073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16" name="Google Shape;3316;p284"/>
          <p:cNvGrpSpPr/>
          <p:nvPr/>
        </p:nvGrpSpPr>
        <p:grpSpPr>
          <a:xfrm>
            <a:off x="580588" y="2469150"/>
            <a:ext cx="7899050" cy="461700"/>
            <a:chOff x="324000" y="2469150"/>
            <a:chExt cx="7899050" cy="461700"/>
          </a:xfrm>
        </p:grpSpPr>
        <p:cxnSp>
          <p:nvCxnSpPr>
            <p:cNvPr id="3317" name="Google Shape;3317;p284"/>
            <p:cNvCxnSpPr/>
            <p:nvPr/>
          </p:nvCxnSpPr>
          <p:spPr>
            <a:xfrm>
              <a:off x="324000" y="2527000"/>
              <a:ext cx="268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318" name="Google Shape;3318;p284"/>
            <p:cNvSpPr txBox="1"/>
            <p:nvPr/>
          </p:nvSpPr>
          <p:spPr>
            <a:xfrm>
              <a:off x="1186050" y="2469150"/>
              <a:ext cx="997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19" name="Google Shape;3319;p284"/>
            <p:cNvCxnSpPr/>
            <p:nvPr/>
          </p:nvCxnSpPr>
          <p:spPr>
            <a:xfrm>
              <a:off x="6810050" y="2527000"/>
              <a:ext cx="1413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320" name="Google Shape;3320;p284"/>
            <p:cNvCxnSpPr/>
            <p:nvPr/>
          </p:nvCxnSpPr>
          <p:spPr>
            <a:xfrm>
              <a:off x="4463250" y="2527000"/>
              <a:ext cx="136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321" name="Google Shape;3321;p284"/>
            <p:cNvSpPr txBox="1"/>
            <p:nvPr/>
          </p:nvSpPr>
          <p:spPr>
            <a:xfrm>
              <a:off x="4645800" y="2469150"/>
              <a:ext cx="997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2" name="Google Shape;3322;p284"/>
            <p:cNvSpPr txBox="1"/>
            <p:nvPr/>
          </p:nvSpPr>
          <p:spPr>
            <a:xfrm>
              <a:off x="7019375" y="2469150"/>
              <a:ext cx="997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23" name="Google Shape;3323;p284"/>
          <p:cNvGrpSpPr/>
          <p:nvPr/>
        </p:nvGrpSpPr>
        <p:grpSpPr>
          <a:xfrm>
            <a:off x="1658488" y="1758850"/>
            <a:ext cx="6877941" cy="690950"/>
            <a:chOff x="1401900" y="1758850"/>
            <a:chExt cx="6877941" cy="690950"/>
          </a:xfrm>
        </p:grpSpPr>
        <p:cxnSp>
          <p:nvCxnSpPr>
            <p:cNvPr id="3324" name="Google Shape;3324;p284"/>
            <p:cNvCxnSpPr/>
            <p:nvPr/>
          </p:nvCxnSpPr>
          <p:spPr>
            <a:xfrm>
              <a:off x="2197263" y="1794950"/>
              <a:ext cx="0" cy="6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med" w="med" type="triangle"/>
              <a:tailEnd len="med" w="med" type="triangle"/>
            </a:ln>
          </p:spPr>
        </p:cxnSp>
        <p:cxnSp>
          <p:nvCxnSpPr>
            <p:cNvPr id="3325" name="Google Shape;3325;p284"/>
            <p:cNvCxnSpPr/>
            <p:nvPr/>
          </p:nvCxnSpPr>
          <p:spPr>
            <a:xfrm>
              <a:off x="7518138" y="1787400"/>
              <a:ext cx="0" cy="662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round/>
              <a:headEnd len="med" w="med" type="triangle"/>
              <a:tailEnd len="med" w="med" type="triangle"/>
            </a:ln>
          </p:spPr>
        </p:cxnSp>
        <p:sp>
          <p:nvSpPr>
            <p:cNvPr id="3326" name="Google Shape;3326;p284"/>
            <p:cNvSpPr txBox="1"/>
            <p:nvPr/>
          </p:nvSpPr>
          <p:spPr>
            <a:xfrm>
              <a:off x="1401900" y="1934625"/>
              <a:ext cx="997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7" name="Google Shape;3327;p284"/>
            <p:cNvSpPr txBox="1"/>
            <p:nvPr/>
          </p:nvSpPr>
          <p:spPr>
            <a:xfrm>
              <a:off x="7282341" y="1934625"/>
              <a:ext cx="997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8" name="Google Shape;3328;p284"/>
            <p:cNvSpPr txBox="1"/>
            <p:nvPr/>
          </p:nvSpPr>
          <p:spPr>
            <a:xfrm>
              <a:off x="3574500" y="1873450"/>
              <a:ext cx="997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29" name="Google Shape;3329;p284"/>
            <p:cNvCxnSpPr/>
            <p:nvPr/>
          </p:nvCxnSpPr>
          <p:spPr>
            <a:xfrm>
              <a:off x="4353300" y="1758850"/>
              <a:ext cx="0" cy="690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330" name="Google Shape;3330;p284"/>
          <p:cNvSpPr txBox="1"/>
          <p:nvPr/>
        </p:nvSpPr>
        <p:spPr>
          <a:xfrm>
            <a:off x="3402613" y="1873450"/>
            <a:ext cx="357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                                             +                               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31" name="Google Shape;3331;p284"/>
          <p:cNvGrpSpPr/>
          <p:nvPr/>
        </p:nvGrpSpPr>
        <p:grpSpPr>
          <a:xfrm>
            <a:off x="2455379" y="2294813"/>
            <a:ext cx="5450842" cy="140742"/>
            <a:chOff x="2455379" y="2294813"/>
            <a:chExt cx="5450842" cy="140742"/>
          </a:xfrm>
        </p:grpSpPr>
        <p:sp>
          <p:nvSpPr>
            <p:cNvPr id="3332" name="Google Shape;3332;p284"/>
            <p:cNvSpPr/>
            <p:nvPr/>
          </p:nvSpPr>
          <p:spPr>
            <a:xfrm>
              <a:off x="2455379" y="2294813"/>
              <a:ext cx="133200" cy="1332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284"/>
            <p:cNvSpPr/>
            <p:nvPr/>
          </p:nvSpPr>
          <p:spPr>
            <a:xfrm>
              <a:off x="7773021" y="2302355"/>
              <a:ext cx="133200" cy="1332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34" name="Google Shape;3334;p284"/>
          <p:cNvSpPr txBox="1"/>
          <p:nvPr/>
        </p:nvSpPr>
        <p:spPr>
          <a:xfrm>
            <a:off x="552600" y="3001950"/>
            <a:ext cx="8198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Area of the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trapezium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 =                     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5            +      2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3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½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Area of the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trapezium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 =                       10              +            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Area of the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trapezium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 =                                     13 cm</a:t>
            </a:r>
            <a:r>
              <a:rPr baseline="30000"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8" name="Shape 3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9" name="Google Shape;3339;p28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 via composite shapes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f2156c4d-715b-4457-b848-0ca2431926ce&quot; data-equatio-type=&quot;image&quot;&gt;&lt;mglyph src=&quot;https://equatio-api.texthelp.com/desmos/get/22-06-2023/f2156c4d-715b-4457-b848-0ca2431926ce&quot; alt=&quot;Equatio Image&quot;/&gt;&lt;/math&gt;" id="3340" name="Google Shape;3340;p28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385" y="912550"/>
            <a:ext cx="2447075" cy="1101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1" name="Google Shape;3341;p285"/>
          <p:cNvCxnSpPr/>
          <p:nvPr/>
        </p:nvCxnSpPr>
        <p:spPr>
          <a:xfrm flipH="1" rot="10800000">
            <a:off x="1131900" y="2080625"/>
            <a:ext cx="2413500" cy="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2" name="Google Shape;3342;p285"/>
          <p:cNvCxnSpPr/>
          <p:nvPr/>
        </p:nvCxnSpPr>
        <p:spPr>
          <a:xfrm>
            <a:off x="2202400" y="846050"/>
            <a:ext cx="885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3" name="Google Shape;3343;p285"/>
          <p:cNvCxnSpPr/>
          <p:nvPr/>
        </p:nvCxnSpPr>
        <p:spPr>
          <a:xfrm>
            <a:off x="2954573" y="957100"/>
            <a:ext cx="0" cy="101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344" name="Google Shape;3344;p285"/>
          <p:cNvSpPr txBox="1"/>
          <p:nvPr/>
        </p:nvSpPr>
        <p:spPr>
          <a:xfrm>
            <a:off x="2145700" y="498350"/>
            <a:ext cx="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5" name="Google Shape;3345;p285"/>
          <p:cNvSpPr txBox="1"/>
          <p:nvPr/>
        </p:nvSpPr>
        <p:spPr>
          <a:xfrm>
            <a:off x="1888500" y="2014125"/>
            <a:ext cx="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6" name="Google Shape;3346;p285"/>
          <p:cNvSpPr txBox="1"/>
          <p:nvPr/>
        </p:nvSpPr>
        <p:spPr>
          <a:xfrm>
            <a:off x="2089000" y="1199238"/>
            <a:ext cx="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7" name="Google Shape;3347;p285"/>
          <p:cNvSpPr/>
          <p:nvPr/>
        </p:nvSpPr>
        <p:spPr>
          <a:xfrm>
            <a:off x="2947033" y="1841884"/>
            <a:ext cx="133200" cy="133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48" name="Google Shape;3348;p285"/>
          <p:cNvGrpSpPr/>
          <p:nvPr/>
        </p:nvGrpSpPr>
        <p:grpSpPr>
          <a:xfrm>
            <a:off x="5591560" y="498350"/>
            <a:ext cx="2447070" cy="1977475"/>
            <a:chOff x="5591560" y="498350"/>
            <a:chExt cx="2447070" cy="1977475"/>
          </a:xfrm>
        </p:grpSpPr>
        <p:grpSp>
          <p:nvGrpSpPr>
            <p:cNvPr id="3349" name="Google Shape;3349;p285"/>
            <p:cNvGrpSpPr/>
            <p:nvPr/>
          </p:nvGrpSpPr>
          <p:grpSpPr>
            <a:xfrm>
              <a:off x="5591560" y="498350"/>
              <a:ext cx="2447070" cy="1977475"/>
              <a:chOff x="5591560" y="498350"/>
              <a:chExt cx="2447070" cy="1977475"/>
            </a:xfrm>
          </p:grpSpPr>
          <p:pic>
            <p:nvPicPr>
              <p:cNvPr descr="&lt;math xmlns=&quot;http://www.w3.org/1998/Math/MathML&quot; data-is-equatio=&quot;1&quot; data-equatio-url=&quot;https://equatio-api.texthelp.com/desmos/get/22-06-2023/12a5fef9-dc7e-45bb-8302-1f424b95c1b2&quot; data-equatio-type=&quot;image&quot;&gt;&lt;mglyph src=&quot;https://equatio-api.texthelp.com/desmos/get/22-06-2023/12a5fef9-dc7e-45bb-8302-1f424b95c1b2&quot; alt=&quot;Equatio Image&quot;/&gt;&lt;/math&gt;" id="3350" name="Google Shape;3350;p285" title="Equatio Image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591560" y="912548"/>
                <a:ext cx="2447070" cy="1101575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351" name="Google Shape;3351;p285"/>
              <p:cNvCxnSpPr/>
              <p:nvPr/>
            </p:nvCxnSpPr>
            <p:spPr>
              <a:xfrm>
                <a:off x="5608350" y="818400"/>
                <a:ext cx="2423100" cy="22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352" name="Google Shape;3352;p285"/>
              <p:cNvCxnSpPr/>
              <p:nvPr/>
            </p:nvCxnSpPr>
            <p:spPr>
              <a:xfrm>
                <a:off x="6707625" y="2084825"/>
                <a:ext cx="885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3353" name="Google Shape;3353;p285"/>
              <p:cNvCxnSpPr/>
              <p:nvPr/>
            </p:nvCxnSpPr>
            <p:spPr>
              <a:xfrm>
                <a:off x="6815085" y="921112"/>
                <a:ext cx="9600" cy="10515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3354" name="Google Shape;3354;p285"/>
              <p:cNvSpPr txBox="1"/>
              <p:nvPr/>
            </p:nvSpPr>
            <p:spPr>
              <a:xfrm>
                <a:off x="6650925" y="2014125"/>
                <a:ext cx="9987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55" name="Google Shape;3355;p285"/>
              <p:cNvSpPr txBox="1"/>
              <p:nvPr/>
            </p:nvSpPr>
            <p:spPr>
              <a:xfrm>
                <a:off x="6320538" y="498350"/>
                <a:ext cx="9987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10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56" name="Google Shape;3356;p285"/>
              <p:cNvSpPr txBox="1"/>
              <p:nvPr/>
            </p:nvSpPr>
            <p:spPr>
              <a:xfrm>
                <a:off x="6650925" y="1196500"/>
                <a:ext cx="9987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 cm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357" name="Google Shape;3357;p285"/>
            <p:cNvSpPr/>
            <p:nvPr/>
          </p:nvSpPr>
          <p:spPr>
            <a:xfrm>
              <a:off x="6818950" y="1843929"/>
              <a:ext cx="133200" cy="1332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8" name="Google Shape;3358;p285"/>
          <p:cNvSpPr txBox="1"/>
          <p:nvPr>
            <p:ph idx="2" type="subTitle"/>
          </p:nvPr>
        </p:nvSpPr>
        <p:spPr>
          <a:xfrm>
            <a:off x="337825" y="2663300"/>
            <a:ext cx="3982200" cy="22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3 × 7 + (11 - 3) × 7 × ½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21 + 8 × 7 × ½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21 + 4 × 7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21 + 28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49 cm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59" name="Google Shape;3359;p285"/>
          <p:cNvSpPr txBox="1"/>
          <p:nvPr>
            <p:ph idx="1" type="subTitle"/>
          </p:nvPr>
        </p:nvSpPr>
        <p:spPr>
          <a:xfrm>
            <a:off x="4824000" y="2663100"/>
            <a:ext cx="3982200" cy="17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6 × 2 + (10 - 2) × 6 × ½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12 + 8 × 3 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12 + 24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= 36 cm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3" name="Shape 3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4" name="Google Shape;3364;p28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 via composite shapes</a:t>
            </a:r>
            <a:endParaRPr/>
          </a:p>
        </p:txBody>
      </p:sp>
      <p:sp>
        <p:nvSpPr>
          <p:cNvPr id="3365" name="Google Shape;3365;p286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area of each </a:t>
            </a:r>
            <a:r>
              <a:rPr b="1" lang="en-GB"/>
              <a:t>trapezium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                       b)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dc035e21-e62f-47f4-a7b6-6f20e4bddd6b&quot; data-equatio-type=&quot;image&quot;&gt;&lt;mglyph src=&quot;https://equatio-api.texthelp.com/desmos/get/22-06-2023/dc035e21-e62f-47f4-a7b6-6f20e4bddd6b&quot; alt=&quot;Equatio Image&quot;/&gt;&lt;/math&gt;" id="3366" name="Google Shape;3366;p286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325" y="1814025"/>
            <a:ext cx="1927500" cy="149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7" name="Google Shape;3367;p286"/>
          <p:cNvSpPr/>
          <p:nvPr/>
        </p:nvSpPr>
        <p:spPr>
          <a:xfrm>
            <a:off x="1032025" y="3148600"/>
            <a:ext cx="133200" cy="133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8" name="Google Shape;3368;p286"/>
          <p:cNvSpPr/>
          <p:nvPr/>
        </p:nvSpPr>
        <p:spPr>
          <a:xfrm>
            <a:off x="1032025" y="1841988"/>
            <a:ext cx="133200" cy="133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0fcee54b-99e4-4a22-af39-069039fcf218&quot; data-equatio-type=&quot;image&quot;&gt;&lt;mglyph src=&quot;https://equatio-api.texthelp.com/desmos/get/22-06-2023/0fcee54b-99e4-4a22-af39-069039fcf218&quot; alt=&quot;Equatio Image&quot;/&gt;&lt;/math&gt;" id="3369" name="Google Shape;3369;p286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4625" y="1403800"/>
            <a:ext cx="1927500" cy="22235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70" name="Google Shape;3370;p286"/>
          <p:cNvCxnSpPr/>
          <p:nvPr/>
        </p:nvCxnSpPr>
        <p:spPr>
          <a:xfrm>
            <a:off x="873900" y="1850250"/>
            <a:ext cx="0" cy="144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71" name="Google Shape;3371;p286"/>
          <p:cNvCxnSpPr/>
          <p:nvPr/>
        </p:nvCxnSpPr>
        <p:spPr>
          <a:xfrm>
            <a:off x="1032025" y="3392400"/>
            <a:ext cx="187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72" name="Google Shape;3372;p286"/>
          <p:cNvCxnSpPr/>
          <p:nvPr/>
        </p:nvCxnSpPr>
        <p:spPr>
          <a:xfrm>
            <a:off x="993325" y="1724763"/>
            <a:ext cx="962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73" name="Google Shape;3373;p286"/>
          <p:cNvCxnSpPr/>
          <p:nvPr/>
        </p:nvCxnSpPr>
        <p:spPr>
          <a:xfrm>
            <a:off x="6588525" y="1403800"/>
            <a:ext cx="1110000" cy="221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74" name="Google Shape;3374;p286"/>
          <p:cNvCxnSpPr/>
          <p:nvPr/>
        </p:nvCxnSpPr>
        <p:spPr>
          <a:xfrm>
            <a:off x="5559075" y="2563250"/>
            <a:ext cx="508200" cy="106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75" name="Google Shape;3375;p286"/>
          <p:cNvCxnSpPr/>
          <p:nvPr/>
        </p:nvCxnSpPr>
        <p:spPr>
          <a:xfrm>
            <a:off x="6161475" y="3736225"/>
            <a:ext cx="1370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76" name="Google Shape;3376;p286"/>
          <p:cNvCxnSpPr/>
          <p:nvPr/>
        </p:nvCxnSpPr>
        <p:spPr>
          <a:xfrm flipH="1" rot="10800000">
            <a:off x="5867484" y="2382785"/>
            <a:ext cx="1057200" cy="51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77" name="Google Shape;3377;p286"/>
          <p:cNvSpPr/>
          <p:nvPr/>
        </p:nvSpPr>
        <p:spPr>
          <a:xfrm rot="-1597365">
            <a:off x="6780221" y="2285122"/>
            <a:ext cx="133225" cy="1332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8" name="Google Shape;3378;p286"/>
          <p:cNvSpPr txBox="1"/>
          <p:nvPr/>
        </p:nvSpPr>
        <p:spPr>
          <a:xfrm>
            <a:off x="69625" y="2205825"/>
            <a:ext cx="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9" name="Google Shape;3379;p286"/>
          <p:cNvSpPr txBox="1"/>
          <p:nvPr/>
        </p:nvSpPr>
        <p:spPr>
          <a:xfrm>
            <a:off x="1378900" y="3298350"/>
            <a:ext cx="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0" name="Google Shape;3380;p286"/>
          <p:cNvSpPr txBox="1"/>
          <p:nvPr/>
        </p:nvSpPr>
        <p:spPr>
          <a:xfrm>
            <a:off x="993325" y="1352325"/>
            <a:ext cx="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1" name="Google Shape;3381;p286"/>
          <p:cNvSpPr txBox="1"/>
          <p:nvPr/>
        </p:nvSpPr>
        <p:spPr>
          <a:xfrm>
            <a:off x="5053400" y="2984350"/>
            <a:ext cx="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2" name="Google Shape;3382;p286"/>
          <p:cNvSpPr txBox="1"/>
          <p:nvPr/>
        </p:nvSpPr>
        <p:spPr>
          <a:xfrm>
            <a:off x="6365625" y="3736225"/>
            <a:ext cx="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3" name="Google Shape;3383;p286"/>
          <p:cNvSpPr txBox="1"/>
          <p:nvPr/>
        </p:nvSpPr>
        <p:spPr>
          <a:xfrm>
            <a:off x="5834125" y="2248925"/>
            <a:ext cx="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4" name="Google Shape;3384;p286"/>
          <p:cNvSpPr txBox="1"/>
          <p:nvPr/>
        </p:nvSpPr>
        <p:spPr>
          <a:xfrm>
            <a:off x="6978000" y="2021600"/>
            <a:ext cx="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8" name="Shape 3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" name="Google Shape;3389;p28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 via composite shapes</a:t>
            </a:r>
            <a:endParaRPr/>
          </a:p>
        </p:txBody>
      </p:sp>
      <p:sp>
        <p:nvSpPr>
          <p:cNvPr id="3390" name="Google Shape;3390;p287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area of each </a:t>
            </a:r>
            <a:r>
              <a:rPr b="1" lang="en-GB"/>
              <a:t>trapezium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                       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dc035e21-e62f-47f4-a7b6-6f20e4bddd6b&quot; data-equatio-type=&quot;image&quot;&gt;&lt;mglyph src=&quot;https://equatio-api.texthelp.com/desmos/get/22-06-2023/dc035e21-e62f-47f4-a7b6-6f20e4bddd6b&quot; alt=&quot;Equatio Image&quot;/&gt;&lt;/math&gt;" id="3391" name="Google Shape;3391;p28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325" y="1814025"/>
            <a:ext cx="1927500" cy="149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92" name="Google Shape;3392;p287"/>
          <p:cNvSpPr/>
          <p:nvPr/>
        </p:nvSpPr>
        <p:spPr>
          <a:xfrm>
            <a:off x="1032025" y="3148600"/>
            <a:ext cx="133200" cy="133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3" name="Google Shape;3393;p287"/>
          <p:cNvSpPr/>
          <p:nvPr/>
        </p:nvSpPr>
        <p:spPr>
          <a:xfrm>
            <a:off x="1032025" y="1841988"/>
            <a:ext cx="133200" cy="1332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94" name="Google Shape;3394;p287"/>
          <p:cNvCxnSpPr/>
          <p:nvPr/>
        </p:nvCxnSpPr>
        <p:spPr>
          <a:xfrm>
            <a:off x="873900" y="1850250"/>
            <a:ext cx="0" cy="144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5" name="Google Shape;3395;p287"/>
          <p:cNvCxnSpPr/>
          <p:nvPr/>
        </p:nvCxnSpPr>
        <p:spPr>
          <a:xfrm>
            <a:off x="1032025" y="3392400"/>
            <a:ext cx="187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6" name="Google Shape;3396;p287"/>
          <p:cNvCxnSpPr/>
          <p:nvPr/>
        </p:nvCxnSpPr>
        <p:spPr>
          <a:xfrm>
            <a:off x="993325" y="1724763"/>
            <a:ext cx="962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97" name="Google Shape;3397;p287"/>
          <p:cNvSpPr txBox="1"/>
          <p:nvPr/>
        </p:nvSpPr>
        <p:spPr>
          <a:xfrm>
            <a:off x="69625" y="2205825"/>
            <a:ext cx="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8" name="Google Shape;3398;p287"/>
          <p:cNvSpPr txBox="1"/>
          <p:nvPr/>
        </p:nvSpPr>
        <p:spPr>
          <a:xfrm>
            <a:off x="1378900" y="3298350"/>
            <a:ext cx="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9" name="Google Shape;3399;p287"/>
          <p:cNvSpPr txBox="1"/>
          <p:nvPr/>
        </p:nvSpPr>
        <p:spPr>
          <a:xfrm>
            <a:off x="993325" y="1352325"/>
            <a:ext cx="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0" name="Google Shape;3400;p287"/>
          <p:cNvSpPr txBox="1"/>
          <p:nvPr/>
        </p:nvSpPr>
        <p:spPr>
          <a:xfrm>
            <a:off x="3765875" y="1439875"/>
            <a:ext cx="41574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9 × 17 + (20 - 9) × 17 × ½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153 + 11 × 17 × ½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153 + 93.5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246.5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4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p28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 via composite shapes</a:t>
            </a:r>
            <a:endParaRPr/>
          </a:p>
        </p:txBody>
      </p:sp>
      <p:sp>
        <p:nvSpPr>
          <p:cNvPr id="3406" name="Google Shape;3406;p288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area of each </a:t>
            </a:r>
            <a:r>
              <a:rPr b="1" lang="en-GB"/>
              <a:t>trapezium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0fcee54b-99e4-4a22-af39-069039fcf218&quot; data-equatio-type=&quot;image&quot;&gt;&lt;mglyph src=&quot;https://equatio-api.texthelp.com/desmos/get/22-06-2023/0fcee54b-99e4-4a22-af39-069039fcf218&quot; alt=&quot;Equatio Image&quot;/&gt;&lt;/math&gt;" id="3407" name="Google Shape;3407;p28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225" y="1403800"/>
            <a:ext cx="1927500" cy="22235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8" name="Google Shape;3408;p288"/>
          <p:cNvCxnSpPr/>
          <p:nvPr/>
        </p:nvCxnSpPr>
        <p:spPr>
          <a:xfrm>
            <a:off x="1859125" y="1403800"/>
            <a:ext cx="1110000" cy="221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09" name="Google Shape;3409;p288"/>
          <p:cNvCxnSpPr/>
          <p:nvPr/>
        </p:nvCxnSpPr>
        <p:spPr>
          <a:xfrm>
            <a:off x="829675" y="2563250"/>
            <a:ext cx="508200" cy="106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10" name="Google Shape;3410;p288"/>
          <p:cNvCxnSpPr/>
          <p:nvPr/>
        </p:nvCxnSpPr>
        <p:spPr>
          <a:xfrm>
            <a:off x="1432075" y="3736225"/>
            <a:ext cx="1370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11" name="Google Shape;3411;p288"/>
          <p:cNvCxnSpPr/>
          <p:nvPr/>
        </p:nvCxnSpPr>
        <p:spPr>
          <a:xfrm flipH="1" rot="10800000">
            <a:off x="1138084" y="2382785"/>
            <a:ext cx="1057200" cy="51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12" name="Google Shape;3412;p288"/>
          <p:cNvSpPr/>
          <p:nvPr/>
        </p:nvSpPr>
        <p:spPr>
          <a:xfrm rot="-1597365">
            <a:off x="2050821" y="2285122"/>
            <a:ext cx="133225" cy="1332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3" name="Google Shape;3413;p288"/>
          <p:cNvSpPr txBox="1"/>
          <p:nvPr/>
        </p:nvSpPr>
        <p:spPr>
          <a:xfrm>
            <a:off x="324000" y="2984350"/>
            <a:ext cx="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4" name="Google Shape;3414;p288"/>
          <p:cNvSpPr txBox="1"/>
          <p:nvPr/>
        </p:nvSpPr>
        <p:spPr>
          <a:xfrm>
            <a:off x="1636225" y="3736225"/>
            <a:ext cx="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5" name="Google Shape;3415;p288"/>
          <p:cNvSpPr txBox="1"/>
          <p:nvPr/>
        </p:nvSpPr>
        <p:spPr>
          <a:xfrm>
            <a:off x="1104725" y="2248925"/>
            <a:ext cx="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6" name="Google Shape;3416;p288"/>
          <p:cNvSpPr txBox="1"/>
          <p:nvPr/>
        </p:nvSpPr>
        <p:spPr>
          <a:xfrm>
            <a:off x="2248600" y="2021600"/>
            <a:ext cx="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7" name="Google Shape;3417;p288"/>
          <p:cNvSpPr txBox="1"/>
          <p:nvPr/>
        </p:nvSpPr>
        <p:spPr>
          <a:xfrm>
            <a:off x="4044900" y="1439875"/>
            <a:ext cx="41241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5 × 4 + (12 - 5) × 4 × ½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20 + 7 × 4 × ½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20 + 14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Area = 34 cm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1" name="Shape 3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2" name="Google Shape;3422;p28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Building an area</a:t>
            </a:r>
            <a:endParaRPr/>
          </a:p>
        </p:txBody>
      </p:sp>
      <p:sp>
        <p:nvSpPr>
          <p:cNvPr id="3423" name="Google Shape;3423;p28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 via composite shapes</a:t>
            </a:r>
            <a:endParaRPr/>
          </a:p>
        </p:txBody>
      </p:sp>
      <p:sp>
        <p:nvSpPr>
          <p:cNvPr id="3424" name="Google Shape;3424;p28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</a:t>
            </a:r>
            <a:endParaRPr/>
          </a:p>
        </p:txBody>
      </p:sp>
      <p:pic>
        <p:nvPicPr>
          <p:cNvPr id="3425" name="Google Shape;3425;p2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3702817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6" name="Google Shape;3426;p28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Formula for the area of any trapezium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0" name="Shape 3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1" name="Google Shape;3431;p290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Formula for the area of any trapezium</a:t>
            </a:r>
            <a:endParaRPr/>
          </a:p>
        </p:txBody>
      </p:sp>
      <p:sp>
        <p:nvSpPr>
          <p:cNvPr id="3432" name="Google Shape;3432;p290"/>
          <p:cNvSpPr txBox="1"/>
          <p:nvPr>
            <p:ph idx="1" type="subTitle"/>
          </p:nvPr>
        </p:nvSpPr>
        <p:spPr>
          <a:xfrm>
            <a:off x="324000" y="3577125"/>
            <a:ext cx="8109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A </a:t>
            </a:r>
            <a:r>
              <a:rPr b="1" lang="en-GB">
                <a:solidFill>
                  <a:srgbClr val="000000"/>
                </a:solidFill>
              </a:rPr>
              <a:t>trapezium</a:t>
            </a:r>
            <a:r>
              <a:rPr lang="en-GB">
                <a:solidFill>
                  <a:srgbClr val="000000"/>
                </a:solidFill>
              </a:rPr>
              <a:t> has exactly one pair of parallel opposite sides.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33" name="Google Shape;3433;p290"/>
          <p:cNvSpPr txBox="1"/>
          <p:nvPr>
            <p:ph idx="2" type="subTitle"/>
          </p:nvPr>
        </p:nvSpPr>
        <p:spPr>
          <a:xfrm>
            <a:off x="324000" y="1080000"/>
            <a:ext cx="7135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shape is a </a:t>
            </a:r>
            <a:r>
              <a:rPr b="1" lang="en-GB"/>
              <a:t>trapezium</a:t>
            </a:r>
            <a:r>
              <a:rPr lang="en-GB"/>
              <a:t>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9be29258-9547-4fa2-88eb-2ac0db212477&quot; data-equatio-type=&quot;image&quot;&gt;&lt;mglyph src=&quot;https://equatio-api.texthelp.com/desmos/get/22-06-2023/9be29258-9547-4fa2-88eb-2ac0db212477&quot; alt=&quot;Equatio Image&quot;/&gt;&lt;/math&gt;" id="3434" name="Google Shape;3434;p290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4800" y="719038"/>
            <a:ext cx="2207500" cy="97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5" name="Google Shape;3435;p2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1708" y="21053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9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Google Shape;3440;p29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Formula for the area of any trapezium</a:t>
            </a:r>
            <a:endParaRPr/>
          </a:p>
        </p:txBody>
      </p:sp>
      <p:sp>
        <p:nvSpPr>
          <p:cNvPr id="3441" name="Google Shape;3441;p291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>
                <a:solidFill>
                  <a:srgbClr val="000000"/>
                </a:solidFill>
              </a:rPr>
              <a:t>Instructions:</a:t>
            </a:r>
            <a:endParaRPr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-GB">
                <a:solidFill>
                  <a:srgbClr val="000000"/>
                </a:solidFill>
              </a:rPr>
              <a:t>Take a piece of paper and fold it in half.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b523990a-aba6-40de-a4a6-d5a78e51888b&quot; data-equatio-type=&quot;image&quot;&gt;&lt;mglyph src=&quot;https://equatio-api.texthelp.com/desmos/get/19-06-2023/b523990a-aba6-40de-a4a6-d5a78e51888b&quot; alt=&quot;Equatio Image&quot;/&gt;&lt;/math&gt;" id="3442" name="Google Shape;3442;p29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" y="1917700"/>
            <a:ext cx="8153400" cy="234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43" name="Google Shape;3443;p291"/>
          <p:cNvCxnSpPr/>
          <p:nvPr/>
        </p:nvCxnSpPr>
        <p:spPr>
          <a:xfrm>
            <a:off x="4562275" y="2977825"/>
            <a:ext cx="1926900" cy="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4" name="Google Shape;3444;p291"/>
          <p:cNvCxnSpPr/>
          <p:nvPr/>
        </p:nvCxnSpPr>
        <p:spPr>
          <a:xfrm rot="10800000">
            <a:off x="7018800" y="1768925"/>
            <a:ext cx="1629900" cy="165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5" name="Google Shape;3445;p291"/>
          <p:cNvCxnSpPr/>
          <p:nvPr/>
        </p:nvCxnSpPr>
        <p:spPr>
          <a:xfrm>
            <a:off x="7038888" y="1769025"/>
            <a:ext cx="0" cy="17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9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p29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Formula for the area of any trapezium</a:t>
            </a:r>
            <a:endParaRPr/>
          </a:p>
        </p:txBody>
      </p:sp>
      <p:sp>
        <p:nvSpPr>
          <p:cNvPr id="3451" name="Google Shape;3451;p292"/>
          <p:cNvSpPr txBox="1"/>
          <p:nvPr>
            <p:ph idx="1" type="body"/>
          </p:nvPr>
        </p:nvSpPr>
        <p:spPr>
          <a:xfrm>
            <a:off x="324000" y="810000"/>
            <a:ext cx="82377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>
                <a:solidFill>
                  <a:srgbClr val="000000"/>
                </a:solidFill>
              </a:rPr>
              <a:t>Instructions:</a:t>
            </a:r>
            <a:endParaRPr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-GB">
                <a:solidFill>
                  <a:srgbClr val="000000"/>
                </a:solidFill>
              </a:rPr>
              <a:t>Draw a </a:t>
            </a:r>
            <a:r>
              <a:rPr b="1" lang="en-GB">
                <a:solidFill>
                  <a:srgbClr val="000000"/>
                </a:solidFill>
              </a:rPr>
              <a:t>trapezium</a:t>
            </a:r>
            <a:r>
              <a:rPr lang="en-GB">
                <a:solidFill>
                  <a:srgbClr val="000000"/>
                </a:solidFill>
              </a:rPr>
              <a:t> on your piece of folded paper (try to make it different from mine).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5e3e4d4d-8127-4056-9db4-d7800e8f420b&quot; data-equatio-type=&quot;image&quot;&gt;&lt;mglyph src=&quot;https://equatio-api.texthelp.com/desmos/get/22-06-2023/5e3e4d4d-8127-4056-9db4-d7800e8f420b&quot; alt=&quot;Equatio Image&quot;/&gt;&lt;/math&gt;" id="3452" name="Google Shape;3452;p292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0925" y="2388600"/>
            <a:ext cx="1962150" cy="234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3" name="Google Shape;3453;p292"/>
          <p:cNvCxnSpPr/>
          <p:nvPr/>
        </p:nvCxnSpPr>
        <p:spPr>
          <a:xfrm rot="10800000">
            <a:off x="3915050" y="2235650"/>
            <a:ext cx="1629900" cy="165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4" name="Google Shape;3454;p292"/>
          <p:cNvCxnSpPr/>
          <p:nvPr/>
        </p:nvCxnSpPr>
        <p:spPr>
          <a:xfrm>
            <a:off x="3935138" y="2235750"/>
            <a:ext cx="0" cy="176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8" name="Shape 3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9" name="Google Shape;3459;p29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Formula for the area of any trapezium</a:t>
            </a:r>
            <a:endParaRPr/>
          </a:p>
        </p:txBody>
      </p:sp>
      <p:sp>
        <p:nvSpPr>
          <p:cNvPr id="3460" name="Google Shape;3460;p293"/>
          <p:cNvSpPr txBox="1"/>
          <p:nvPr>
            <p:ph idx="1" type="body"/>
          </p:nvPr>
        </p:nvSpPr>
        <p:spPr>
          <a:xfrm>
            <a:off x="324000" y="810000"/>
            <a:ext cx="82377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>
                <a:solidFill>
                  <a:srgbClr val="000000"/>
                </a:solidFill>
              </a:rPr>
              <a:t>Instructions:</a:t>
            </a:r>
            <a:endParaRPr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-GB">
                <a:solidFill>
                  <a:srgbClr val="000000"/>
                </a:solidFill>
              </a:rPr>
              <a:t>Cut out your </a:t>
            </a:r>
            <a:r>
              <a:rPr b="1" lang="en-GB">
                <a:solidFill>
                  <a:srgbClr val="000000"/>
                </a:solidFill>
              </a:rPr>
              <a:t>trapezium</a:t>
            </a:r>
            <a:r>
              <a:rPr lang="en-GB">
                <a:solidFill>
                  <a:srgbClr val="000000"/>
                </a:solidFill>
              </a:rPr>
              <a:t>. You should have two identical </a:t>
            </a:r>
            <a:r>
              <a:rPr b="1" lang="en-GB">
                <a:solidFill>
                  <a:srgbClr val="000000"/>
                </a:solidFill>
              </a:rPr>
              <a:t>trapeziums</a:t>
            </a:r>
            <a:r>
              <a:rPr lang="en-GB">
                <a:solidFill>
                  <a:srgbClr val="000000"/>
                </a:solidFill>
              </a:rPr>
              <a:t> due to your folded paper.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69663e34-66d8-4a8c-b93a-30f71b7c784e&quot; data-equatio-type=&quot;image&quot;&gt;&lt;mglyph src=&quot;https://equatio-api.texthelp.com/desmos/get/22-06-2023/69663e34-66d8-4a8c-b93a-30f71b7c784e&quot; alt=&quot;Equatio Image&quot;/&gt;&lt;/math&gt;" id="3461" name="Google Shape;3461;p293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2450" y="2710650"/>
            <a:ext cx="4439111" cy="10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5" name="Shape 3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6" name="Google Shape;3466;p29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Formula for the area of any trapezium</a:t>
            </a:r>
            <a:endParaRPr/>
          </a:p>
        </p:txBody>
      </p:sp>
      <p:sp>
        <p:nvSpPr>
          <p:cNvPr id="3467" name="Google Shape;3467;p294"/>
          <p:cNvSpPr txBox="1"/>
          <p:nvPr>
            <p:ph idx="1" type="body"/>
          </p:nvPr>
        </p:nvSpPr>
        <p:spPr>
          <a:xfrm>
            <a:off x="324000" y="810000"/>
            <a:ext cx="8237700" cy="3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>
                <a:solidFill>
                  <a:srgbClr val="000000"/>
                </a:solidFill>
              </a:rPr>
              <a:t>Instructions:</a:t>
            </a:r>
            <a:endParaRPr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-GB">
                <a:solidFill>
                  <a:srgbClr val="000000"/>
                </a:solidFill>
              </a:rPr>
              <a:t>Rotate one </a:t>
            </a:r>
            <a:r>
              <a:rPr b="1" lang="en-GB">
                <a:solidFill>
                  <a:srgbClr val="000000"/>
                </a:solidFill>
              </a:rPr>
              <a:t>trapezium</a:t>
            </a:r>
            <a:r>
              <a:rPr lang="en-GB">
                <a:solidFill>
                  <a:srgbClr val="000000"/>
                </a:solidFill>
              </a:rPr>
              <a:t> by half a turn. Place the two </a:t>
            </a:r>
            <a:r>
              <a:rPr b="1" lang="en-GB">
                <a:solidFill>
                  <a:srgbClr val="000000"/>
                </a:solidFill>
              </a:rPr>
              <a:t>trapeziums</a:t>
            </a:r>
            <a:r>
              <a:rPr lang="en-GB">
                <a:solidFill>
                  <a:srgbClr val="000000"/>
                </a:solidFill>
              </a:rPr>
              <a:t> next to each other.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Which quadrilateral did you make?</a:t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3468" name="Google Shape;3468;p294"/>
          <p:cNvCxnSpPr/>
          <p:nvPr/>
        </p:nvCxnSpPr>
        <p:spPr>
          <a:xfrm>
            <a:off x="593550" y="3000800"/>
            <a:ext cx="1632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9" name="Google Shape;3469;p294"/>
          <p:cNvCxnSpPr>
            <a:endCxn id="3470" idx="3"/>
          </p:cNvCxnSpPr>
          <p:nvPr/>
        </p:nvCxnSpPr>
        <p:spPr>
          <a:xfrm rot="10800000">
            <a:off x="6664661" y="3101100"/>
            <a:ext cx="1885800" cy="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ata-is-equatio=&quot;1&quot; data-equatio-url=&quot;https://equatio-api.texthelp.com/desmos/get/22-06-2023/4ee86f68-0cc9-477a-bdf9-5929393cb50b&quot; data-equatio-type=&quot;image&quot;&gt;&lt;mglyph src=&quot;https://equatio-api.texthelp.com/desmos/get/22-06-2023/4ee86f68-0cc9-477a-bdf9-5929393cb50b&quot; alt=&quot;Equatio Image&quot;/&gt;&lt;/math&gt;" id="3470" name="Google Shape;3470;p29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5550" y="2571750"/>
            <a:ext cx="4439111" cy="10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4" name="Shape 3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5" name="Google Shape;3475;p29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Formula for the area of any trapezium</a:t>
            </a:r>
            <a:endParaRPr/>
          </a:p>
        </p:txBody>
      </p:sp>
      <p:sp>
        <p:nvSpPr>
          <p:cNvPr id="3476" name="Google Shape;3476;p295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 have made a parallelogram.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2-06-2023/9523bb13-61d4-49d7-8f0d-f3ad051888e4&quot; data-equatio-type=&quot;image&quot;&gt;&lt;mglyph src=&quot;https://equatio-api.texthelp.com/desmos/get/22-06-2023/9523bb13-61d4-49d7-8f0d-f3ad051888e4&quot; alt=&quot;Equatio Image&quot;/&gt;&lt;/math&gt;" id="3477" name="Google Shape;3477;p29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3250" y="2042400"/>
            <a:ext cx="2897495" cy="10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1" name="Shape 3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" name="Google Shape;3482;p29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Formula for the area of any trapezium</a:t>
            </a:r>
            <a:endParaRPr/>
          </a:p>
        </p:txBody>
      </p:sp>
      <p:sp>
        <p:nvSpPr>
          <p:cNvPr id="3483" name="Google Shape;3483;p296"/>
          <p:cNvSpPr txBox="1"/>
          <p:nvPr>
            <p:ph idx="1" type="body"/>
          </p:nvPr>
        </p:nvSpPr>
        <p:spPr>
          <a:xfrm>
            <a:off x="324000" y="810000"/>
            <a:ext cx="8237700" cy="3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area of a </a:t>
            </a:r>
            <a:r>
              <a:rPr b="1" lang="en-GB">
                <a:solidFill>
                  <a:srgbClr val="000000"/>
                </a:solidFill>
              </a:rPr>
              <a:t>trapezium</a:t>
            </a:r>
            <a:r>
              <a:rPr lang="en-GB">
                <a:solidFill>
                  <a:srgbClr val="000000"/>
                </a:solidFill>
              </a:rPr>
              <a:t> is half the area of a parallelogram.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This is because two identical </a:t>
            </a:r>
            <a:r>
              <a:rPr b="1" lang="en-GB">
                <a:solidFill>
                  <a:srgbClr val="000000"/>
                </a:solidFill>
              </a:rPr>
              <a:t>trapeziums</a:t>
            </a:r>
            <a:r>
              <a:rPr lang="en-GB">
                <a:solidFill>
                  <a:srgbClr val="000000"/>
                </a:solidFill>
              </a:rPr>
              <a:t> can always be placed together to create a parallelogram.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Does this mean the formula for finding the area of a </a:t>
            </a:r>
            <a:r>
              <a:rPr b="1" lang="en-GB">
                <a:solidFill>
                  <a:srgbClr val="000000"/>
                </a:solidFill>
              </a:rPr>
              <a:t>trapezium</a:t>
            </a:r>
            <a:r>
              <a:rPr lang="en-GB">
                <a:solidFill>
                  <a:srgbClr val="000000"/>
                </a:solidFill>
              </a:rPr>
              <a:t> is the same as the formula for finding the area of a triangle?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7" name="Shape 3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8" name="Google Shape;3488;p29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Formula for the area of any trapezium</a:t>
            </a:r>
            <a:endParaRPr/>
          </a:p>
        </p:txBody>
      </p:sp>
      <p:sp>
        <p:nvSpPr>
          <p:cNvPr id="3489" name="Google Shape;3489;p297"/>
          <p:cNvSpPr txBox="1"/>
          <p:nvPr>
            <p:ph idx="1" type="body"/>
          </p:nvPr>
        </p:nvSpPr>
        <p:spPr>
          <a:xfrm>
            <a:off x="324000" y="2920150"/>
            <a:ext cx="4190400" cy="1170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= base × perpendicular height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       =</a:t>
            </a:r>
            <a:endParaRPr sz="1800"/>
          </a:p>
        </p:txBody>
      </p:sp>
      <p:sp>
        <p:nvSpPr>
          <p:cNvPr id="3490" name="Google Shape;3490;p297"/>
          <p:cNvSpPr txBox="1"/>
          <p:nvPr>
            <p:ph idx="1" type="body"/>
          </p:nvPr>
        </p:nvSpPr>
        <p:spPr>
          <a:xfrm>
            <a:off x="4514400" y="2920150"/>
            <a:ext cx="4410900" cy="16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= ½ × base × perpendicular height</a:t>
            </a:r>
            <a:endParaRPr sz="1800"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         </a:t>
            </a:r>
            <a:r>
              <a:rPr lang="en-GB" sz="900"/>
              <a:t> </a:t>
            </a:r>
            <a:r>
              <a:rPr lang="en-GB" sz="1800"/>
              <a:t>= </a:t>
            </a:r>
            <a:endParaRPr sz="1800"/>
          </a:p>
          <a:p>
            <a:pPr indent="0" lvl="0" marL="0" rtl="0" algn="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3491" name="Google Shape;3491;p297"/>
          <p:cNvCxnSpPr/>
          <p:nvPr/>
        </p:nvCxnSpPr>
        <p:spPr>
          <a:xfrm>
            <a:off x="4561434" y="613075"/>
            <a:ext cx="0" cy="413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bh&quot;&gt;&lt;mi&gt;b&lt;/mi&gt;&lt;mi&gt;h&lt;/mi&gt;&lt;/math&gt;" id="3492" name="Google Shape;3492;p297" title="b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325" y="3827625"/>
            <a:ext cx="309563" cy="238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93" name="Google Shape;3493;p297"/>
          <p:cNvCxnSpPr/>
          <p:nvPr/>
        </p:nvCxnSpPr>
        <p:spPr>
          <a:xfrm rot="10800000">
            <a:off x="342525" y="788425"/>
            <a:ext cx="0" cy="137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94" name="Google Shape;3494;p297"/>
          <p:cNvCxnSpPr/>
          <p:nvPr/>
        </p:nvCxnSpPr>
        <p:spPr>
          <a:xfrm>
            <a:off x="428700" y="2252575"/>
            <a:ext cx="255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b&quot;&gt;&lt;mi&gt;b&lt;/mi&gt;&lt;/math&gt;" id="3495" name="Google Shape;3495;p297" title="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0525" y="2295338"/>
            <a:ext cx="1524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h&quot;&gt;&lt;mi&gt;h&lt;/mi&gt;&lt;/math&gt;" id="3496" name="Google Shape;3496;p297" title="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425" y="1394500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8187ee5d-d107-43c6-b517-98ad54594b42&quot; data-equatio-type=&quot;image&quot;&gt;&lt;mglyph src=&quot;https://equatio-api.texthelp.com/desmos/get/19-06-2023/8187ee5d-d107-43c6-b517-98ad54594b42&quot; alt=&quot;Equatio Image&quot;/&gt;&lt;/math&gt;" id="3497" name="Google Shape;3497;p297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700" y="748850"/>
            <a:ext cx="3377086" cy="141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2-06-2023/f1f62ce4-a65c-493a-a6e1-28ecc4069a6f&quot; data-equatio-type=&quot;image&quot;&gt;&lt;mglyph src=&quot;https://equatio-api.texthelp.com/desmos/get/22-06-2023/f1f62ce4-a65c-493a-a6e1-28ecc4069a6f&quot; alt=&quot;Equatio Image&quot;/&gt;&lt;/math&gt;" id="3498" name="Google Shape;3498;p297" title="Equatio Imag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26021" y="990625"/>
            <a:ext cx="3893975" cy="1411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99" name="Google Shape;3499;p297"/>
          <p:cNvCxnSpPr/>
          <p:nvPr/>
        </p:nvCxnSpPr>
        <p:spPr>
          <a:xfrm>
            <a:off x="4926025" y="2490613"/>
            <a:ext cx="2198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00" name="Google Shape;3500;p297"/>
          <p:cNvCxnSpPr/>
          <p:nvPr/>
        </p:nvCxnSpPr>
        <p:spPr>
          <a:xfrm>
            <a:off x="6621600" y="901763"/>
            <a:ext cx="2198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01" name="Google Shape;3501;p297"/>
          <p:cNvCxnSpPr/>
          <p:nvPr/>
        </p:nvCxnSpPr>
        <p:spPr>
          <a:xfrm>
            <a:off x="7124425" y="2490613"/>
            <a:ext cx="1190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02" name="Google Shape;3502;p297"/>
          <p:cNvCxnSpPr/>
          <p:nvPr/>
        </p:nvCxnSpPr>
        <p:spPr>
          <a:xfrm>
            <a:off x="5430175" y="901763"/>
            <a:ext cx="1190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03" name="Google Shape;3503;p297"/>
          <p:cNvCxnSpPr/>
          <p:nvPr/>
        </p:nvCxnSpPr>
        <p:spPr>
          <a:xfrm rot="10800000">
            <a:off x="5630100" y="1008450"/>
            <a:ext cx="0" cy="137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h&quot;&gt;&lt;mi&gt;h&lt;/mi&gt;&lt;/math&gt;" id="3504" name="Google Shape;3504;p297" title="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6300" y="1548175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b&quot;&gt;&lt;mi&gt;b&lt;/mi&gt;&lt;/math&gt;" id="3505" name="Google Shape;3505;p297" title="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9025" y="2517263"/>
            <a:ext cx="1524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b&quot;&gt;&lt;mi&gt;b&lt;/mi&gt;&lt;/math&gt;" id="3506" name="Google Shape;3506;p297" title="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1525" y="663638"/>
            <a:ext cx="1524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a&quot;&gt;&lt;mi&gt;a&lt;/mi&gt;&lt;/math&gt;" id="3507" name="Google Shape;3507;p297" title="a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19050" y="2569663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a&quot;&gt;&lt;mi&gt;a&lt;/mi&gt;&lt;/math&gt;" id="3508" name="Google Shape;3508;p297" title="a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58550" y="73537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left(b+a\right)\times h&quot;&gt;&lt;mfrac&gt;&lt;mn&gt;1&lt;/mn&gt;&lt;mn&gt;2&lt;/mn&gt;&lt;/mfrac&gt;&lt;mo&gt;×&lt;/mo&gt;&lt;mrow data-mjx-texclass=&quot;INNER&quot;&gt;&lt;mo data-mjx-texclass=&quot;OPEN&quot;&gt;(&lt;/mo&gt;&lt;mi&gt;b&lt;/mi&gt;&lt;mo&gt;+&lt;/mo&gt;&lt;mi&gt;a&lt;/mi&gt;&lt;mo data-mjx-texclass=&quot;CLOSE&quot;&gt;)&lt;/mo&gt;&lt;/mrow&gt;&lt;mo&gt;×&lt;/mo&gt;&lt;mi&gt;h&lt;/mi&gt;&lt;/math&gt;" id="3509" name="Google Shape;3509;p297" title="one half times open paren b plus a close paren times 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30175" y="3589525"/>
            <a:ext cx="2135125" cy="7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3" name="Shape 3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" name="Google Shape;3514;p298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Formula for the area of any trapezium</a:t>
            </a:r>
            <a:endParaRPr/>
          </a:p>
        </p:txBody>
      </p:sp>
      <p:sp>
        <p:nvSpPr>
          <p:cNvPr id="3515" name="Google Shape;3515;p298"/>
          <p:cNvSpPr txBox="1"/>
          <p:nvPr>
            <p:ph idx="1" type="subTitle"/>
          </p:nvPr>
        </p:nvSpPr>
        <p:spPr>
          <a:xfrm>
            <a:off x="1034425" y="1837775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Always true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16" name="Google Shape;3516;p298"/>
          <p:cNvSpPr txBox="1"/>
          <p:nvPr>
            <p:ph idx="3" type="subTitle"/>
          </p:nvPr>
        </p:nvSpPr>
        <p:spPr>
          <a:xfrm>
            <a:off x="1034425" y="3766965"/>
            <a:ext cx="7464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Never true</a:t>
            </a:r>
            <a:endParaRPr/>
          </a:p>
        </p:txBody>
      </p:sp>
      <p:pic>
        <p:nvPicPr>
          <p:cNvPr id="3517" name="Google Shape;3517;p2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6858" y="37267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8" name="Google Shape;3518;p298"/>
          <p:cNvSpPr txBox="1"/>
          <p:nvPr>
            <p:ph idx="2" type="subTitle"/>
          </p:nvPr>
        </p:nvSpPr>
        <p:spPr>
          <a:xfrm>
            <a:off x="1034425" y="2794247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Sometime true</a:t>
            </a:r>
            <a:endParaRPr/>
          </a:p>
        </p:txBody>
      </p:sp>
      <p:sp>
        <p:nvSpPr>
          <p:cNvPr id="3519" name="Google Shape;3519;p298"/>
          <p:cNvSpPr txBox="1"/>
          <p:nvPr>
            <p:ph idx="4" type="title"/>
          </p:nvPr>
        </p:nvSpPr>
        <p:spPr>
          <a:xfrm>
            <a:off x="324000" y="809913"/>
            <a:ext cx="81792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the statement: “The formula for the area of a </a:t>
            </a:r>
            <a:r>
              <a:rPr b="1" lang="en-GB"/>
              <a:t>trapezium</a:t>
            </a:r>
            <a:r>
              <a:rPr lang="en-GB"/>
              <a:t> is the same as the formula for the area of a triangle.”</a:t>
            </a:r>
            <a:endParaRPr/>
          </a:p>
        </p:txBody>
      </p:sp>
      <p:sp>
        <p:nvSpPr>
          <p:cNvPr id="3520" name="Google Shape;3520;p298"/>
          <p:cNvSpPr txBox="1"/>
          <p:nvPr/>
        </p:nvSpPr>
        <p:spPr>
          <a:xfrm>
            <a:off x="3364274" y="3176125"/>
            <a:ext cx="5455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One of the parallel sides would need to have length 0 units.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would mean the trapezium was actually a triangle!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4" name="Shape 3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5" name="Google Shape;3525;p299"/>
          <p:cNvSpPr txBox="1"/>
          <p:nvPr>
            <p:ph type="title"/>
          </p:nvPr>
        </p:nvSpPr>
        <p:spPr>
          <a:xfrm>
            <a:off x="1684800" y="119125"/>
            <a:ext cx="7135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trapezium</a:t>
            </a:r>
            <a:endParaRPr/>
          </a:p>
        </p:txBody>
      </p:sp>
      <p:sp>
        <p:nvSpPr>
          <p:cNvPr id="3526" name="Google Shape;3526;p299"/>
          <p:cNvSpPr txBox="1"/>
          <p:nvPr>
            <p:ph idx="1" type="body"/>
          </p:nvPr>
        </p:nvSpPr>
        <p:spPr>
          <a:xfrm>
            <a:off x="324000" y="810000"/>
            <a:ext cx="8496000" cy="31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b="1" lang="en-GB"/>
              <a:t>trapezium</a:t>
            </a:r>
            <a:r>
              <a:rPr lang="en-GB"/>
              <a:t> can be thought as a composite shape made from a rectangle and a triangle.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area of any </a:t>
            </a:r>
            <a:r>
              <a:rPr b="1" lang="en-GB"/>
              <a:t>trapezium</a:t>
            </a:r>
            <a:r>
              <a:rPr lang="en-GB"/>
              <a:t> is half the area of the parallelogram made from two copies of that same </a:t>
            </a:r>
            <a:r>
              <a:rPr b="1" lang="en-GB"/>
              <a:t>trapezium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Area of a </a:t>
            </a:r>
            <a:r>
              <a:rPr b="1" lang="en-GB"/>
              <a:t>trapezium</a:t>
            </a:r>
            <a:r>
              <a:rPr lang="en-GB"/>
              <a:t> =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2}\times\left(a+b\right)\times h\ =\ \frac{1}{2}\left(a+b\right)h\ =\ \frac{\left(a+b\right)h}{2}&quot;&gt;&lt;mfrac&gt;&lt;mn&gt;1&lt;/mn&gt;&lt;mn&gt;2&lt;/mn&gt;&lt;/mfrac&gt;&lt;mo&gt;×&lt;/mo&gt;&lt;mrow data-mjx-texclass=&quot;INNER&quot;&gt;&lt;mo data-mjx-texclass=&quot;OPEN&quot;&gt;(&lt;/mo&gt;&lt;mi&gt;a&lt;/mi&gt;&lt;mo&gt;+&lt;/mo&gt;&lt;mi&gt;b&lt;/mi&gt;&lt;mo data-mjx-texclass=&quot;CLOSE&quot;&gt;)&lt;/mo&gt;&lt;/mrow&gt;&lt;mo&gt;×&lt;/mo&gt;&lt;mi&gt;h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mtext&gt;&lt;/mtext&gt;&lt;mo&gt;=&lt;/mo&gt;&lt;mtext&gt;&lt;/mtext&gt;&lt;mfrac&gt;&lt;mrow&gt;&lt;mrow data-mjx-texclass=&quot;INNER&quot;&gt;&lt;mo data-mjx-texclass=&quot;OPEN&quot;&gt;(&lt;/mo&gt;&lt;mi&gt;a&lt;/mi&gt;&lt;mo&gt;+&lt;/mo&gt;&lt;mi&gt;b&lt;/mi&gt;&lt;mo data-mjx-texclass=&quot;CLOSE&quot;&gt;)&lt;/mo&gt;&lt;/mrow&gt;&lt;mi&gt;h&lt;/mi&gt;&lt;/mrow&gt;&lt;mn&gt;2&lt;/mn&gt;&lt;/mfrac&gt;&lt;/math&gt;" id="3527" name="Google Shape;3527;p299" title="one half times open paren a plus b close paren times h equals one half times open paren a plus b close paren times h equals open paren a plus b close paren times h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6876" y="3497710"/>
            <a:ext cx="5120926" cy="60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1" name="Shape 3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" name="Google Shape;3532;p300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3533" name="Google Shape;3533;p3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ak theme - May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