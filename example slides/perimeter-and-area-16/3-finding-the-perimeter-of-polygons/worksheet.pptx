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59bec2a72_0_5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59bec2a7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120" name="Google Shape;12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092128"/>
            <a:ext cx="6593187" cy="146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68000" y="1444975"/>
            <a:ext cx="57576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Efficiently calculating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perimeter of each polygon.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your approach and determine if you could be more efficient.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b)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                                                                           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4"/>
          <p:cNvCxnSpPr/>
          <p:nvPr/>
        </p:nvCxnSpPr>
        <p:spPr>
          <a:xfrm flipH="1">
            <a:off x="1558763" y="2806976"/>
            <a:ext cx="6000" cy="49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p14"/>
          <p:cNvSpPr txBox="1"/>
          <p:nvPr/>
        </p:nvSpPr>
        <p:spPr>
          <a:xfrm>
            <a:off x="1527986" y="2867364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" name="Google Shape;124;p14"/>
          <p:cNvCxnSpPr/>
          <p:nvPr/>
        </p:nvCxnSpPr>
        <p:spPr>
          <a:xfrm>
            <a:off x="2606041" y="2589036"/>
            <a:ext cx="0" cy="9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4"/>
          <p:cNvCxnSpPr/>
          <p:nvPr/>
        </p:nvCxnSpPr>
        <p:spPr>
          <a:xfrm>
            <a:off x="2667489" y="3597459"/>
            <a:ext cx="967500" cy="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3471759" y="2819082"/>
            <a:ext cx="237900" cy="7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2667489" y="2531190"/>
            <a:ext cx="7440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4795126" y="3173805"/>
            <a:ext cx="280800" cy="38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p14"/>
          <p:cNvSpPr txBox="1"/>
          <p:nvPr/>
        </p:nvSpPr>
        <p:spPr>
          <a:xfrm>
            <a:off x="2815277" y="2347605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3531926" y="2854038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2075998" y="285404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2815277" y="3527407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492397" y="31929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4"/>
          <p:cNvCxnSpPr/>
          <p:nvPr/>
        </p:nvCxnSpPr>
        <p:spPr>
          <a:xfrm>
            <a:off x="5128979" y="3597459"/>
            <a:ext cx="7884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 flipH="1" rot="10800000">
            <a:off x="5947155" y="3037180"/>
            <a:ext cx="1144800" cy="56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 flipH="1" rot="10800000">
            <a:off x="5996137" y="2929963"/>
            <a:ext cx="1047000" cy="15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 flipH="1">
            <a:off x="6032616" y="2092128"/>
            <a:ext cx="5700" cy="104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 flipH="1" rot="10800000">
            <a:off x="4795126" y="2074551"/>
            <a:ext cx="1158900" cy="102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" name="Google Shape;139;p14"/>
          <p:cNvSpPr txBox="1"/>
          <p:nvPr/>
        </p:nvSpPr>
        <p:spPr>
          <a:xfrm>
            <a:off x="5219771" y="3527407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304329" y="3253921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225632" y="2682279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4.4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953888" y="22764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5.3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880375" y="22764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7.5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99c04a57-0e30-404a-bd44-66d305b5efd6&quot; data-equatio-type=&quot;image&quot;&gt;&lt;mglyph src=&quot;https://equatio-api.texthelp.com/desmos/get/13-06-2023/eu-99c04a57-0e30-404a-bd44-66d305b5efd6&quot; alt=&quot;Equatio Image&quot;/&gt;&lt;/math&gt;" id="144" name="Google Shape;144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942" y="4339839"/>
            <a:ext cx="5366740" cy="18269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4"/>
          <p:cNvCxnSpPr/>
          <p:nvPr/>
        </p:nvCxnSpPr>
        <p:spPr>
          <a:xfrm flipH="1">
            <a:off x="853111" y="4361633"/>
            <a:ext cx="17100" cy="179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" name="Google Shape;146;p14"/>
          <p:cNvSpPr txBox="1"/>
          <p:nvPr/>
        </p:nvSpPr>
        <p:spPr>
          <a:xfrm>
            <a:off x="468000" y="4984852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" name="Google Shape;147;p14"/>
          <p:cNvCxnSpPr/>
          <p:nvPr/>
        </p:nvCxnSpPr>
        <p:spPr>
          <a:xfrm flipH="1">
            <a:off x="2197732" y="5532056"/>
            <a:ext cx="5700" cy="6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923585" y="6208515"/>
            <a:ext cx="1229400" cy="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" name="Google Shape;149;p14"/>
          <p:cNvCxnSpPr/>
          <p:nvPr/>
        </p:nvCxnSpPr>
        <p:spPr>
          <a:xfrm flipH="1" rot="10800000">
            <a:off x="1539712" y="5492935"/>
            <a:ext cx="606000" cy="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" name="Google Shape;150;p14"/>
          <p:cNvCxnSpPr/>
          <p:nvPr/>
        </p:nvCxnSpPr>
        <p:spPr>
          <a:xfrm flipH="1">
            <a:off x="1597261" y="4333496"/>
            <a:ext cx="20700" cy="122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" name="Google Shape;151;p14"/>
          <p:cNvCxnSpPr/>
          <p:nvPr/>
        </p:nvCxnSpPr>
        <p:spPr>
          <a:xfrm flipH="1">
            <a:off x="4094595" y="4632907"/>
            <a:ext cx="792600" cy="316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" name="Google Shape;152;p14"/>
          <p:cNvSpPr txBox="1"/>
          <p:nvPr/>
        </p:nvSpPr>
        <p:spPr>
          <a:xfrm>
            <a:off x="1597359" y="4719339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914200" y="4001800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2197710" y="5671107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1217847" y="6156725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830702" y="6156725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8.6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" name="Google Shape;157;p14"/>
          <p:cNvCxnSpPr/>
          <p:nvPr/>
        </p:nvCxnSpPr>
        <p:spPr>
          <a:xfrm>
            <a:off x="4595394" y="6236862"/>
            <a:ext cx="1111200" cy="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" name="Google Shape;158;p14"/>
          <p:cNvCxnSpPr/>
          <p:nvPr/>
        </p:nvCxnSpPr>
        <p:spPr>
          <a:xfrm flipH="1" rot="10800000">
            <a:off x="5822172" y="5629393"/>
            <a:ext cx="502200" cy="54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" name="Google Shape;159;p14"/>
          <p:cNvCxnSpPr/>
          <p:nvPr/>
        </p:nvCxnSpPr>
        <p:spPr>
          <a:xfrm>
            <a:off x="5683377" y="4662894"/>
            <a:ext cx="641100" cy="85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" name="Google Shape;160;p14"/>
          <p:cNvCxnSpPr/>
          <p:nvPr/>
        </p:nvCxnSpPr>
        <p:spPr>
          <a:xfrm>
            <a:off x="4079186" y="5031130"/>
            <a:ext cx="467400" cy="11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" name="Google Shape;161;p14"/>
          <p:cNvCxnSpPr/>
          <p:nvPr/>
        </p:nvCxnSpPr>
        <p:spPr>
          <a:xfrm>
            <a:off x="4943335" y="4618486"/>
            <a:ext cx="6483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" name="Google Shape;162;p14"/>
          <p:cNvSpPr txBox="1"/>
          <p:nvPr/>
        </p:nvSpPr>
        <p:spPr>
          <a:xfrm>
            <a:off x="4102334" y="4456954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5.2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5985184" y="5804436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6.4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522305" y="5208972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669335" y="5432176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11.3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964919" y="4333496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3.7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14"/>
          <p:cNvCxnSpPr/>
          <p:nvPr/>
        </p:nvCxnSpPr>
        <p:spPr>
          <a:xfrm>
            <a:off x="923585" y="4292408"/>
            <a:ext cx="62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" name="Google Shape;168;p14"/>
          <p:cNvSpPr txBox="1"/>
          <p:nvPr/>
        </p:nvSpPr>
        <p:spPr>
          <a:xfrm>
            <a:off x="5883606" y="4809242"/>
            <a:ext cx="64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9.8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perimeter of polygons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1" name="Google Shape;171;p14"/>
          <p:cNvCxnSpPr/>
          <p:nvPr/>
        </p:nvCxnSpPr>
        <p:spPr>
          <a:xfrm>
            <a:off x="56267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/>
        </p:nvSpPr>
        <p:spPr>
          <a:xfrm>
            <a:off x="468000" y="817200"/>
            <a:ext cx="66240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Using formulas for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shape to a formula that could be used to find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its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177" name="Google Shape;177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50" y="1476300"/>
            <a:ext cx="6624000" cy="134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468000" y="4181975"/>
            <a:ext cx="66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perimeter of each shape using your chosen formula.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179" name="Google Shape;179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4705872"/>
            <a:ext cx="5937093" cy="120589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1200897" y="4766836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15"/>
          <p:cNvCxnSpPr/>
          <p:nvPr/>
        </p:nvCxnSpPr>
        <p:spPr>
          <a:xfrm>
            <a:off x="1212156" y="5121551"/>
            <a:ext cx="50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/>
          <p:nvPr/>
        </p:nvCxnSpPr>
        <p:spPr>
          <a:xfrm flipH="1">
            <a:off x="2376000" y="4737359"/>
            <a:ext cx="45600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" name="Google Shape;183;p15"/>
          <p:cNvSpPr txBox="1"/>
          <p:nvPr/>
        </p:nvSpPr>
        <p:spPr>
          <a:xfrm>
            <a:off x="2195579" y="4908451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15"/>
          <p:cNvCxnSpPr/>
          <p:nvPr/>
        </p:nvCxnSpPr>
        <p:spPr>
          <a:xfrm flipH="1">
            <a:off x="5438727" y="4727421"/>
            <a:ext cx="908400" cy="113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15"/>
          <p:cNvCxnSpPr/>
          <p:nvPr/>
        </p:nvCxnSpPr>
        <p:spPr>
          <a:xfrm flipH="1">
            <a:off x="2591547" y="5988640"/>
            <a:ext cx="18525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" name="Google Shape;186;p15"/>
          <p:cNvSpPr txBox="1"/>
          <p:nvPr/>
        </p:nvSpPr>
        <p:spPr>
          <a:xfrm>
            <a:off x="3190521" y="5924270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15"/>
          <p:cNvCxnSpPr/>
          <p:nvPr/>
        </p:nvCxnSpPr>
        <p:spPr>
          <a:xfrm flipH="1">
            <a:off x="3031760" y="4654230"/>
            <a:ext cx="9900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15"/>
          <p:cNvSpPr txBox="1"/>
          <p:nvPr/>
        </p:nvSpPr>
        <p:spPr>
          <a:xfrm>
            <a:off x="3174396" y="4347900"/>
            <a:ext cx="82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5438724" y="5005817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405087" y="5114089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5632681" y="5880277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15"/>
          <p:cNvCxnSpPr/>
          <p:nvPr/>
        </p:nvCxnSpPr>
        <p:spPr>
          <a:xfrm flipH="1">
            <a:off x="5464201" y="5954864"/>
            <a:ext cx="9336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6453704" y="4731664"/>
            <a:ext cx="5700" cy="11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" name="Google Shape;194;p15"/>
          <p:cNvSpPr txBox="1"/>
          <p:nvPr/>
        </p:nvSpPr>
        <p:spPr>
          <a:xfrm>
            <a:off x="453250" y="7806200"/>
            <a:ext cx="66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Consider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answer. Was the formula useful?</a:t>
            </a:r>
            <a:endParaRPr sz="1200"/>
          </a:p>
        </p:txBody>
      </p:sp>
      <p:sp>
        <p:nvSpPr>
          <p:cNvPr id="195" name="Google Shape;195;p15"/>
          <p:cNvSpPr txBox="1"/>
          <p:nvPr/>
        </p:nvSpPr>
        <p:spPr>
          <a:xfrm>
            <a:off x="3906925" y="1013392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6" name="Google Shape;196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perimeter of polygons</a:t>
            </a:r>
            <a:endParaRPr/>
          </a:p>
        </p:txBody>
      </p:sp>
      <p:sp>
        <p:nvSpPr>
          <p:cNvPr id="197" name="Google Shape;197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98" name="Google Shape;198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453250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3041614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5568132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