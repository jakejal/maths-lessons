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901" r:id="rId3"/>
    <p:sldMasterId id="2147483902" r:id="rId4"/>
    <p:sldMasterId id="2147483903" r:id="rId5"/>
    <p:sldMasterId id="214748390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2" name="Google Shape;3012;g250728d66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3" name="Google Shape;3013;g250728d66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7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Google Shape;3018;g27e6926b1a5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9" name="Google Shape;3019;g27e6926b1a5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2" name="Shape 3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3" name="Google Shape;3023;g1e31228a0c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4" name="Google Shape;3024;g1e31228a0c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7" name="Shape 3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8" name="Google Shape;3028;g31c9be5befd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9" name="Google Shape;3029;g31c9be5befd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3" name="Shape 3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4" name="Google Shape;3034;g31c9be5befd_0_5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5" name="Google Shape;3035;g31c9be5befd_0_5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1" name="Shape 3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" name="Google Shape;3042;g31c9be5befd_0_5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3" name="Google Shape;3043;g31c9be5befd_0_5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7" name="Shape 3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8" name="Google Shape;3048;g31c9be5befd_0_5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9" name="Google Shape;3049;g31c9be5befd_0_5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8" name="Shape 3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9" name="Google Shape;3059;g31c9be5befd_0_5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0" name="Google Shape;3060;g31c9be5befd_0_5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4" name="Shape 3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Google Shape;3075;g31c9be5befd_0_5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6" name="Google Shape;3076;g31c9be5befd_0_5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3" name="Shape 3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Google Shape;3084;g31c9be5befd_0_5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5" name="Google Shape;3085;g31c9be5befd_0_5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3" name="Shape 3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4" name="Google Shape;3114;g31c9be5befd_0_5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5" name="Google Shape;3115;g31c9be5befd_0_5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5" name="Shape 3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6" name="Google Shape;3146;g31c9be5befd_0_5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7" name="Google Shape;3147;g31c9be5befd_0_5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6" name="Shape 3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7" name="Google Shape;3157;g31c9be5befd_0_5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8" name="Google Shape;3158;g31c9be5befd_0_5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3" name="Shape 3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" name="Google Shape;3174;g31c9be5befd_0_5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5" name="Google Shape;3175;g31c9be5befd_0_5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4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" name="Google Shape;3195;g31c9be5befd_0_5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6" name="Google Shape;3196;g31c9be5befd_0_5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5" name="Shape 3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6" name="Google Shape;3216;g31c9be5befd_0_5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7" name="Google Shape;3217;g31c9be5befd_0_5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6" name="Shape 3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7" name="Google Shape;3237;g31c9be5befd_0_5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8" name="Google Shape;3238;g31c9be5befd_0_5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31c9be5befd_0_5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31c9be5befd_0_5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0" name="Shape 3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1" name="Google Shape;3251;g31c9be5befd_0_5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2" name="Google Shape;3252;g31c9be5befd_0_5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6" name="Shape 3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7" name="Google Shape;3267;g31c9be5befd_0_5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8" name="Google Shape;3268;g31c9be5befd_0_5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8" name="Shape 3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9" name="Google Shape;3289;g31c9be5befd_0_5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0" name="Google Shape;3290;g31c9be5befd_0_5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9" name="Shape 3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0" name="Google Shape;3300;g31c9be5befd_0_5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1" name="Google Shape;3301;g31c9be5befd_0_5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4" name="Shape 3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5" name="Google Shape;3325;g31c9be5befd_0_5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6" name="Google Shape;3326;g31c9be5befd_0_5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9" name="Shape 3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0" name="Google Shape;3350;g31c9be5befd_0_5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1" name="Google Shape;3351;g31c9be5befd_0_5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3" name="Shape 3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4" name="Google Shape;3364;g31c9be5befd_0_5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5" name="Google Shape;3365;g31c9be5befd_0_5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3" name="Shape 3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4" name="Google Shape;3374;g31c9be5befd_0_5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5" name="Google Shape;3375;g31c9be5befd_0_5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7" name="Shape 3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8" name="Google Shape;3388;g31c9be5befd_0_5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9" name="Google Shape;3389;g31c9be5befd_0_5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1" name="Shape 3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2" name="Google Shape;3402;g31c9be5befd_0_5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3" name="Google Shape;3403;g31c9be5befd_0_5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1" name="Shape 3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2" name="Google Shape;3412;g31c9be5befd_0_5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3" name="Google Shape;3413;g31c9be5befd_0_5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7" name="Shape 3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8" name="Google Shape;3418;g31c9be5befd_0_4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9" name="Google Shape;3419;g31c9be5befd_0_4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Relationship Id="rId4" Type="http://schemas.openxmlformats.org/officeDocument/2006/relationships/image" Target="../media/image116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16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16.png"/><Relationship Id="rId4" Type="http://schemas.openxmlformats.org/officeDocument/2006/relationships/image" Target="../media/image26.png"/><Relationship Id="rId10" Type="http://schemas.openxmlformats.org/officeDocument/2006/relationships/image" Target="../media/image33.png"/><Relationship Id="rId9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8.png"/><Relationship Id="rId4" Type="http://schemas.openxmlformats.org/officeDocument/2006/relationships/image" Target="../media/image44.png"/><Relationship Id="rId5" Type="http://schemas.openxmlformats.org/officeDocument/2006/relationships/image" Target="../media/image3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45.png"/><Relationship Id="rId4" Type="http://schemas.openxmlformats.org/officeDocument/2006/relationships/image" Target="../media/image40.png"/><Relationship Id="rId5" Type="http://schemas.openxmlformats.org/officeDocument/2006/relationships/image" Target="../media/image3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7.png"/><Relationship Id="rId5" Type="http://schemas.openxmlformats.org/officeDocument/2006/relationships/image" Target="../media/image3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8.png"/><Relationship Id="rId4" Type="http://schemas.openxmlformats.org/officeDocument/2006/relationships/image" Target="../media/image55.png"/><Relationship Id="rId5" Type="http://schemas.openxmlformats.org/officeDocument/2006/relationships/image" Target="../media/image3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44.png"/><Relationship Id="rId4" Type="http://schemas.openxmlformats.org/officeDocument/2006/relationships/image" Target="../media/image3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7.png"/><Relationship Id="rId4" Type="http://schemas.openxmlformats.org/officeDocument/2006/relationships/image" Target="../media/image3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5.png"/><Relationship Id="rId4" Type="http://schemas.openxmlformats.org/officeDocument/2006/relationships/image" Target="../media/image3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44.png"/><Relationship Id="rId4" Type="http://schemas.openxmlformats.org/officeDocument/2006/relationships/image" Target="../media/image3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7.png"/><Relationship Id="rId4" Type="http://schemas.openxmlformats.org/officeDocument/2006/relationships/image" Target="../media/image36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5.png"/><Relationship Id="rId4" Type="http://schemas.openxmlformats.org/officeDocument/2006/relationships/image" Target="../media/image36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7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79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7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7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8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8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8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8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16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96.png"/><Relationship Id="rId4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9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01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2.png"/><Relationship Id="rId3" Type="http://schemas.openxmlformats.org/officeDocument/2006/relationships/image" Target="../media/image108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9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Relationship Id="rId4" Type="http://schemas.openxmlformats.org/officeDocument/2006/relationships/image" Target="../media/image116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116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116.png"/><Relationship Id="rId4" Type="http://schemas.openxmlformats.org/officeDocument/2006/relationships/image" Target="../media/image26.png"/><Relationship Id="rId11" Type="http://schemas.openxmlformats.org/officeDocument/2006/relationships/image" Target="../media/image17.png"/><Relationship Id="rId10" Type="http://schemas.openxmlformats.org/officeDocument/2006/relationships/image" Target="../media/image33.png"/><Relationship Id="rId9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0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0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0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0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Relationship Id="rId5" Type="http://schemas.openxmlformats.org/officeDocument/2006/relationships/image" Target="../media/image131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79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79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79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79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1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1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1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148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116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116.png"/><Relationship Id="rId4" Type="http://schemas.openxmlformats.org/officeDocument/2006/relationships/image" Target="../media/image26.png"/><Relationship Id="rId10" Type="http://schemas.openxmlformats.org/officeDocument/2006/relationships/image" Target="../media/image33.png"/><Relationship Id="rId9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116.png"/><Relationship Id="rId4" Type="http://schemas.openxmlformats.org/officeDocument/2006/relationships/image" Target="../media/image166.png"/><Relationship Id="rId11" Type="http://schemas.openxmlformats.org/officeDocument/2006/relationships/image" Target="../media/image173.png"/><Relationship Id="rId10" Type="http://schemas.openxmlformats.org/officeDocument/2006/relationships/image" Target="../media/image172.png"/><Relationship Id="rId12" Type="http://schemas.openxmlformats.org/officeDocument/2006/relationships/image" Target="../media/image174.png"/><Relationship Id="rId9" Type="http://schemas.openxmlformats.org/officeDocument/2006/relationships/image" Target="../media/image171.png"/><Relationship Id="rId5" Type="http://schemas.openxmlformats.org/officeDocument/2006/relationships/image" Target="../media/image26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Relationship Id="rId8" Type="http://schemas.openxmlformats.org/officeDocument/2006/relationships/image" Target="../media/image170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176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176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176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176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0.png"/><Relationship Id="rId3" Type="http://schemas.openxmlformats.org/officeDocument/2006/relationships/image" Target="../media/image176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176.png"/><Relationship Id="rId4" Type="http://schemas.openxmlformats.org/officeDocument/2006/relationships/image" Target="../media/image36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176.png"/><Relationship Id="rId4" Type="http://schemas.openxmlformats.org/officeDocument/2006/relationships/image" Target="../media/image36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176.png"/><Relationship Id="rId4" Type="http://schemas.openxmlformats.org/officeDocument/2006/relationships/image" Target="../media/image36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176.png"/><Relationship Id="rId4" Type="http://schemas.openxmlformats.org/officeDocument/2006/relationships/image" Target="../media/image36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0.png"/><Relationship Id="rId3" Type="http://schemas.openxmlformats.org/officeDocument/2006/relationships/image" Target="../media/image176.png"/><Relationship Id="rId4" Type="http://schemas.openxmlformats.org/officeDocument/2006/relationships/image" Target="../media/image36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38.png"/><Relationship Id="rId4" Type="http://schemas.openxmlformats.org/officeDocument/2006/relationships/image" Target="../media/image44.png"/><Relationship Id="rId5" Type="http://schemas.openxmlformats.org/officeDocument/2006/relationships/image" Target="../media/image36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45.png"/><Relationship Id="rId4" Type="http://schemas.openxmlformats.org/officeDocument/2006/relationships/image" Target="../media/image40.png"/><Relationship Id="rId5" Type="http://schemas.openxmlformats.org/officeDocument/2006/relationships/image" Target="../media/image36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7.png"/><Relationship Id="rId5" Type="http://schemas.openxmlformats.org/officeDocument/2006/relationships/image" Target="../media/image36.pn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48.png"/><Relationship Id="rId4" Type="http://schemas.openxmlformats.org/officeDocument/2006/relationships/image" Target="../media/image55.png"/><Relationship Id="rId5" Type="http://schemas.openxmlformats.org/officeDocument/2006/relationships/image" Target="../media/image36.pn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0.png"/><Relationship Id="rId3" Type="http://schemas.openxmlformats.org/officeDocument/2006/relationships/image" Target="../media/image197.png"/><Relationship Id="rId4" Type="http://schemas.openxmlformats.org/officeDocument/2006/relationships/image" Target="../media/image199.png"/><Relationship Id="rId5" Type="http://schemas.openxmlformats.org/officeDocument/2006/relationships/image" Target="../media/image36.png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44.png"/><Relationship Id="rId4" Type="http://schemas.openxmlformats.org/officeDocument/2006/relationships/image" Target="../media/image36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47.png"/><Relationship Id="rId4" Type="http://schemas.openxmlformats.org/officeDocument/2006/relationships/image" Target="../media/image36.pn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55.png"/><Relationship Id="rId4" Type="http://schemas.openxmlformats.org/officeDocument/2006/relationships/image" Target="../media/image36.png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0.png"/><Relationship Id="rId3" Type="http://schemas.openxmlformats.org/officeDocument/2006/relationships/image" Target="../media/image199.png"/><Relationship Id="rId4" Type="http://schemas.openxmlformats.org/officeDocument/2006/relationships/image" Target="../media/image36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44.png"/><Relationship Id="rId4" Type="http://schemas.openxmlformats.org/officeDocument/2006/relationships/image" Target="../media/image36.png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47.png"/><Relationship Id="rId4" Type="http://schemas.openxmlformats.org/officeDocument/2006/relationships/image" Target="../media/image36.png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55.png"/><Relationship Id="rId4" Type="http://schemas.openxmlformats.org/officeDocument/2006/relationships/image" Target="../media/image36.png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0.png"/><Relationship Id="rId3" Type="http://schemas.openxmlformats.org/officeDocument/2006/relationships/image" Target="../media/image199.png"/><Relationship Id="rId4" Type="http://schemas.openxmlformats.org/officeDocument/2006/relationships/image" Target="../media/image36.pn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0.png"/><Relationship Id="rId3" Type="http://schemas.openxmlformats.org/officeDocument/2006/relationships/image" Target="../media/image36.pn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79.pn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79.png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79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79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0.png"/><Relationship Id="rId3" Type="http://schemas.openxmlformats.org/officeDocument/2006/relationships/image" Target="../media/image79.png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81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81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81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81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0.png"/><Relationship Id="rId3" Type="http://schemas.openxmlformats.org/officeDocument/2006/relationships/image" Target="../media/image81.png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235.png"/><Relationship Id="rId5" Type="http://schemas.openxmlformats.org/officeDocument/2006/relationships/image" Target="../media/image2.png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41.png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48.pn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44.pn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40.pn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47.png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96.png"/><Relationship Id="rId4" Type="http://schemas.openxmlformats.org/officeDocument/2006/relationships/image" Target="../media/image2.png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52.png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9.png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56.png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01.png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54.png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54.png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61.png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5.png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64.png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7.png"/><Relationship Id="rId3" Type="http://schemas.openxmlformats.org/officeDocument/2006/relationships/image" Target="../media/image270.png"/><Relationship Id="rId4" Type="http://schemas.openxmlformats.org/officeDocument/2006/relationships/image" Target="../media/image267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Relationship Id="rId4" Type="http://schemas.openxmlformats.org/officeDocument/2006/relationships/image" Target="../media/image116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2.png"/><Relationship Id="rId3" Type="http://schemas.openxmlformats.org/officeDocument/2006/relationships/image" Target="../media/image116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2.png"/><Relationship Id="rId3" Type="http://schemas.openxmlformats.org/officeDocument/2006/relationships/image" Target="../media/image116.png"/><Relationship Id="rId4" Type="http://schemas.openxmlformats.org/officeDocument/2006/relationships/image" Target="../media/image26.png"/><Relationship Id="rId11" Type="http://schemas.openxmlformats.org/officeDocument/2006/relationships/image" Target="../media/image17.png"/><Relationship Id="rId10" Type="http://schemas.openxmlformats.org/officeDocument/2006/relationships/image" Target="../media/image33.png"/><Relationship Id="rId9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30.png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0.png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0.png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0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79.png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79.png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79.png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79.png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81.png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81.png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81.png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81.png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" name="Google Shape;70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324000" y="281457"/>
            <a:ext cx="2828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Lesson phase codes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1480224" y="1895406"/>
            <a:ext cx="3106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Check for understanding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1473205" y="1217091"/>
            <a:ext cx="1363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latin typeface="Lexend"/>
                <a:ea typeface="Lexend"/>
                <a:cs typeface="Lexend"/>
                <a:sym typeface="Lexend"/>
              </a:rPr>
              <a:t>Explanation</a:t>
            </a:r>
            <a:endParaRPr i="0" sz="1800" u="none" cap="none" strike="noStrike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5919121" y="12170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Practice task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" name="Google Shape;9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9713" y="1926054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727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872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2"/>
          <p:cNvSpPr/>
          <p:nvPr/>
        </p:nvSpPr>
        <p:spPr>
          <a:xfrm>
            <a:off x="5919121" y="20333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" name="Google Shape;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8872" y="1895429"/>
            <a:ext cx="594518" cy="5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" name="Google Shape;108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1" name="Google Shape;121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" name="Google Shape;130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" name="Google Shape;131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2" name="Google Shape;132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7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36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19"/>
          <p:cNvCxnSpPr>
            <a:endCxn id="14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9" name="Google Shape;14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>
            <p:ph type="title"/>
          </p:nvPr>
        </p:nvSpPr>
        <p:spPr>
          <a:xfrm>
            <a:off x="1327200" y="2098136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2" type="title"/>
          </p:nvPr>
        </p:nvSpPr>
        <p:spPr>
          <a:xfrm>
            <a:off x="1369099" y="3053058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idx="3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 1">
  <p:cSld name="CUSTOM_3_2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0"/>
          <p:cNvCxnSpPr>
            <a:endCxn id="16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>
            <p:ph type="title"/>
          </p:nvPr>
        </p:nvSpPr>
        <p:spPr>
          <a:xfrm>
            <a:off x="1327200" y="17870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0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0"/>
          <p:cNvSpPr txBox="1"/>
          <p:nvPr>
            <p:ph idx="3" type="title"/>
          </p:nvPr>
        </p:nvSpPr>
        <p:spPr>
          <a:xfrm>
            <a:off x="1346644" y="37582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" name="Google Shape;167;p20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20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4 Lesson outline (4)">
  <p:cSld name="CUSTOM_4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60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0" name="Google Shape;18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>
            <p:ph type="title"/>
          </p:nvPr>
        </p:nvSpPr>
        <p:spPr>
          <a:xfrm>
            <a:off x="1340800" y="1462160"/>
            <a:ext cx="6586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2" type="title"/>
          </p:nvPr>
        </p:nvSpPr>
        <p:spPr>
          <a:xfrm>
            <a:off x="1340800" y="2292210"/>
            <a:ext cx="6586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1"/>
          <p:cNvSpPr txBox="1"/>
          <p:nvPr>
            <p:ph idx="3" type="title"/>
          </p:nvPr>
        </p:nvSpPr>
        <p:spPr>
          <a:xfrm>
            <a:off x="1340800" y="3170285"/>
            <a:ext cx="6631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21"/>
          <p:cNvSpPr txBox="1"/>
          <p:nvPr>
            <p:ph idx="4" type="title"/>
          </p:nvPr>
        </p:nvSpPr>
        <p:spPr>
          <a:xfrm>
            <a:off x="1340800" y="3971361"/>
            <a:ext cx="6631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" name="Google Shape;187;p21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8" name="Google Shape;188;p21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1 Explanation blank - purple ">
  <p:cSld name="TITLE_AND_TWO_COLUMNS_1_1_6_2_1_4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4" name="Google Shape;19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2 Explanation blank - jade">
  <p:cSld name="TITLE_AND_TWO_COLUMNS_1_1_6_2_1_2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1" name="Google Shape;201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3 Explanation blank - blue ">
  <p:cSld name="TITLE_AND_TWO_COLUMNS_1_1_6_2_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4 Explanation blank - pink ">
  <p:cSld name="TITLE_AND_TWO_COLUMNS_1_1_6_2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I do We do - purple">
  <p:cSld name="TITLE_AND_TWO_COLUMNS_1_1_9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23" name="Google Shape;22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24" name="Google Shape;224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25" name="Google Shape;22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26" name="Google Shape;22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8" name="Google Shape;22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29" name="Google Shape;22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I do We do - jade">
  <p:cSld name="TITLE_AND_TWO_COLUMNS_1_1_9_2_2_1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6" name="Google Shape;23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8" name="Google Shape;23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39" name="Google Shape;23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1" name="Google Shape;24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2" name="Google Shape;24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3 I do We do - blue">
  <p:cSld name="TITLE_AND_TWO_COLUMNS_1_1_9_2_3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9" name="Google Shape;249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1" name="Google Shape;251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2" name="Google Shape;252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4" name="Google Shape;254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5" name="Google Shape;255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4 I do We do - pink">
  <p:cSld name="TITLE_AND_TWO_COLUMNS_1_1_9_2_2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AE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2" name="Google Shape;262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4" name="Google Shape;264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5" name="Google Shape;265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7" name="Google Shape;267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8" name="Google Shape;268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" name="Google Shape;269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CfU true/false justify - purple">
  <p:cSld name="TITLE_AND_TWO_COLUMNS_1_1_9_1_3_1">
    <p:bg>
      <p:bgPr>
        <a:solidFill>
          <a:srgbClr val="F3EEFB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30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79" name="Google Shape;279;p30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280" name="Google Shape;2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2" name="Google Shape;28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4" name="Google Shape;28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0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6" name="Google Shape;28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0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8" name="Google Shape;28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31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9" name="Google Shape;299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00" name="Google Shape;300;p31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01" name="Google Shape;30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" name="Google Shape;30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5" name="Google Shape;30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1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" name="Google Shape;30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9" name="Google Shape;30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3 CfU true/false justify - blue">
  <p:cSld name="TITLE_AND_TWO_COLUMNS_1_1_9_1_3_2">
    <p:bg>
      <p:bgPr>
        <a:solidFill>
          <a:srgbClr val="EBEDFE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32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3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21" name="Google Shape;321;p32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22" name="Google Shape;3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4" name="Google Shape;3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6" name="Google Shape;32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2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8" name="Google Shape;32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2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0" name="Google Shape;33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4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3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0" name="Google Shape;340;p3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42" name="Google Shape;342;p33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43" name="Google Shape;34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7" name="Google Shape;34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3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9" name="Google Shape;34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3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1" name="Google Shape;35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CfU 3 options - purple">
  <p:cSld name="TITLE_AND_TWO_COLUMNS_1_1_7_1">
    <p:bg>
      <p:bgPr>
        <a:solidFill>
          <a:srgbClr val="F3EEFB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8" name="Google Shape;358;p34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4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4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61" name="Google Shape;36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4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3" name="Google Shape;36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4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5" name="Google Shape;3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4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7" name="Google Shape;36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34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CfU 3 options - jade">
  <p:cSld name="TITLE_AND_TWO_COLUMNS_1_1_7_1_1_1">
    <p:bg>
      <p:bgPr>
        <a:solidFill>
          <a:srgbClr val="E6F2F2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4" name="Google Shape;374;p35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5" name="Google Shape;375;p35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6" name="Google Shape;376;p35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77" name="Google Shape;3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5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5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1" name="Google Shape;38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5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3" name="Google Shape;38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35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3 CfU 3 options - blue">
  <p:cSld name="TITLE_AND_TWO_COLUMNS_1_1_7_2">
    <p:bg>
      <p:bgPr>
        <a:solidFill>
          <a:srgbClr val="EBEDFE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0" name="Google Shape;390;p36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1" name="Google Shape;391;p36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2" name="Google Shape;392;p36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93" name="Google Shape;39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6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5" name="Google Shape;39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6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7" name="Google Shape;3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6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9" name="Google Shape;39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6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4 CfU 3 options - pink">
  <p:cSld name="TITLE_AND_TWO_COLUMNS_1_1_7_1_1_1_1">
    <p:bg>
      <p:bgPr>
        <a:solidFill>
          <a:srgbClr val="FAEAF6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7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09" name="Google Shape;40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7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1" name="Google Shape;41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7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3" name="Google Shape;41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7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5" name="Google Shape;41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37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CfU 4 options - purple">
  <p:cSld name="TITLE_AND_TWO_COLUMNS_1_1_8_1">
    <p:bg>
      <p:bgPr>
        <a:solidFill>
          <a:srgbClr val="F3EEFB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8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8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5" name="Google Shape;425;p38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6" name="Google Shape;426;p38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27" name="Google Shape;427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" name="Google Shape;428;p38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9" name="Google Shape;429;p38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30" name="Google Shape;43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" name="Google Shape;431;p38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2" name="Google Shape;432;p38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33" name="Google Shape;433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" name="Google Shape;434;p38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5" name="Google Shape;435;p38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36" name="Google Shape;436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38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38" name="Google Shape;43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8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CfU 4 options - jade">
  <p:cSld name="TITLE_AND_TWO_COLUMNS_1_1_8_1_1_1">
    <p:bg>
      <p:bgPr>
        <a:solidFill>
          <a:srgbClr val="E6F2F2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5" name="Google Shape;445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9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39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8" name="Google Shape;448;p39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9" name="Google Shape;449;p39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50" name="Google Shape;450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9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2" name="Google Shape;452;p39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53" name="Google Shape;453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4" name="Google Shape;454;p39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5" name="Google Shape;455;p39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56" name="Google Shape;456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39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8" name="Google Shape;458;p39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59" name="Google Shape;459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39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61" name="Google Shape;46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39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CfU 4 options - blue">
  <p:cSld name="TITLE_AND_TWO_COLUMNS_1_1_8_2">
    <p:bg>
      <p:bgPr>
        <a:solidFill>
          <a:srgbClr val="EBEDFE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8" name="Google Shape;468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9" name="Google Shape;469;p40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0" name="Google Shape;470;p40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1" name="Google Shape;471;p40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2" name="Google Shape;472;p40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73" name="Google Shape;473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40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5" name="Google Shape;475;p40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76" name="Google Shape;476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0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0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79" name="Google Shape;47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0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0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82" name="Google Shape;482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0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84" name="Google Shape;48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40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4 CfU 4 options - pink">
  <p:cSld name="TITLE_AND_TWO_COLUMNS_1_1_8_1_1_1_1">
    <p:bg>
      <p:bgPr>
        <a:solidFill>
          <a:srgbClr val="FAEAF6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1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1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4" name="Google Shape;494;p41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5" name="Google Shape;495;p41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96" name="Google Shape;4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41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8" name="Google Shape;498;p41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99" name="Google Shape;499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" name="Google Shape;500;p41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1" name="Google Shape;501;p41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02" name="Google Shape;502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3" name="Google Shape;503;p41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4" name="Google Shape;504;p41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05" name="Google Shape;505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6" name="Google Shape;506;p41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07" name="Google Shape;50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1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CfU blank - purple ">
  <p:cSld name="TITLE_AND_TWO_COLUMNS_1_1_6_2">
    <p:bg>
      <p:bgPr>
        <a:solidFill>
          <a:srgbClr val="F3EEFB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14" name="Google Shape;51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CfU blank - jade ">
  <p:cSld name="TITLE_AND_TWO_COLUMNS_1_1_6_2_3_1">
    <p:bg>
      <p:bgPr>
        <a:solidFill>
          <a:srgbClr val="E6F2F2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21" name="Google Shape;52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3" name="Google Shape;523;p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CfU blank - blue ">
  <p:cSld name="TITLE_AND_TWO_COLUMNS_1_1_6_3">
    <p:bg>
      <p:bgPr>
        <a:solidFill>
          <a:srgbClr val="EBEDFE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28" name="Google Shape;52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0" name="Google Shape;530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CfU blank - pink ">
  <p:cSld name="TITLE_AND_TWO_COLUMNS_1_1_6_2_3_1_1">
    <p:bg>
      <p:bgPr>
        <a:solidFill>
          <a:srgbClr val="FAEAF6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35" name="Google Shape;53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7" name="Google Shape;537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42" name="Google Shape;542;p4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3" name="Google Shape;543;p4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44" name="Google Shape;544;p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45" name="Google Shape;54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51" name="Google Shape;551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2" name="Google Shape;552;p4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3" name="Google Shape;553;p4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54" name="Google Shape;554;p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55" name="Google Shape;55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Practice - blue ">
  <p:cSld name="TITLE_AND_TWO_COLUMNS_1_1_5_1_3_1_2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60" name="Google Shape;560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48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48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63" name="Google Shape;563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64" name="Google Shape;56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Practice - pink">
  <p:cSld name="TITLE_AND_TWO_COLUMNS_1_1_5_1_3_1_1_1_1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69" name="Google Shape;569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9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1" name="Google Shape;571;p49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72" name="Google Shape;572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73" name="Google Shape;57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78" name="Google Shape;578;p50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50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80" name="Google Shape;580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81" name="Google Shape;58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87" name="Google Shape;587;p51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51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89" name="Google Shape;58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0" name="Google Shape;590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91" name="Google Shape;59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3 Feedback - blue">
  <p:cSld name="TITLE_AND_TWO_COLUMNS_1_1_5_1_3_1_2_1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96" name="Google Shape;596;p52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7" name="Google Shape;597;p52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98" name="Google Shape;598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9" name="Google Shape;599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0" name="Google Shape;60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4 Feedback - pink">
  <p:cSld name="TITLE_AND_TWO_COLUMNS_1_1_5_1_3_1_1_1_1_1_1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05" name="Google Shape;605;p53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6" name="Google Shape;606;p53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07" name="Google Shape;607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8" name="Google Shape;608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9" name="Google Shape;60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2" name="Google Shape;612;p5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54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4" name="Google Shape;614;p54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15" name="Google Shape;615;p54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5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6"/>
          <p:cNvSpPr/>
          <p:nvPr/>
        </p:nvSpPr>
        <p:spPr>
          <a:xfrm>
            <a:off x="357653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56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56"/>
          <p:cNvSpPr/>
          <p:nvPr/>
        </p:nvSpPr>
        <p:spPr>
          <a:xfrm>
            <a:off x="6917865" y="715950"/>
            <a:ext cx="1753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56"/>
          <p:cNvSpPr/>
          <p:nvPr/>
        </p:nvSpPr>
        <p:spPr>
          <a:xfrm>
            <a:off x="7049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4" name="Google Shape;624;p56"/>
          <p:cNvSpPr/>
          <p:nvPr/>
        </p:nvSpPr>
        <p:spPr>
          <a:xfrm>
            <a:off x="5980287" y="4113257"/>
            <a:ext cx="1579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Speech bubble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5" name="Google Shape;625;p56"/>
          <p:cNvSpPr/>
          <p:nvPr/>
        </p:nvSpPr>
        <p:spPr>
          <a:xfrm>
            <a:off x="705003" y="1990659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56"/>
          <p:cNvSpPr/>
          <p:nvPr/>
        </p:nvSpPr>
        <p:spPr>
          <a:xfrm>
            <a:off x="2960816" y="1996197"/>
            <a:ext cx="1579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3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57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8708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8295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57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57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4497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148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4" name="Google Shape;634;p57"/>
          <p:cNvCxnSpPr>
            <a:endCxn id="635" idx="2"/>
          </p:cNvCxnSpPr>
          <p:nvPr/>
        </p:nvCxnSpPr>
        <p:spPr>
          <a:xfrm>
            <a:off x="647802" y="1795098"/>
            <a:ext cx="0" cy="2641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35" name="Google Shape;635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8648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4539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57"/>
          <p:cNvSpPr txBox="1"/>
          <p:nvPr>
            <p:ph type="title"/>
          </p:nvPr>
        </p:nvSpPr>
        <p:spPr>
          <a:xfrm>
            <a:off x="1327200" y="15584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8" name="Google Shape;638;p57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57"/>
          <p:cNvSpPr txBox="1"/>
          <p:nvPr>
            <p:ph idx="3" type="title"/>
          </p:nvPr>
        </p:nvSpPr>
        <p:spPr>
          <a:xfrm>
            <a:off x="1346644" y="39868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7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1" name="Google Shape;641;p57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2" name="Google Shape;642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5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5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0" name="Google Shape;650;p59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1" name="Google Shape;651;p59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52" name="Google Shape;65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6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8" name="Google Shape;658;p6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9" name="Google Shape;659;p6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60" name="Google Shape;66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6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62" name="Google Shape;662;p60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6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6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6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8" name="Google Shape;668;p61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69" name="Google Shape;66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6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6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4" name="Google Shape;674;p6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5" name="Google Shape;675;p62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76" name="Google Shape;67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6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78" name="Google Shape;678;p6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79" name="Google Shape;679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0" name="Google Shape;680;p6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81" name="Google Shape;681;p6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63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87" name="Google Shape;68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89" name="Google Shape;689;p6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2" name="Google Shape;692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64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4" name="Google Shape;694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96" name="Google Shape;696;p64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7" name="Google Shape;697;p6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98" name="Google Shape;698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64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0" name="Google Shape;700;p6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5" name="Google Shape;705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6" name="Google Shape;706;p65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07" name="Google Shape;70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2" name="Google Shape;712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6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14" name="Google Shape;71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16" name="Google Shape;716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17" name="Google Shape;717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p6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9" name="Google Shape;719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4" name="Google Shape;72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67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26" name="Google Shape;726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8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68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9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69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9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9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9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38" name="Google Shape;738;p69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739" name="Google Shape;739;p6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740" name="Google Shape;740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741" name="Google Shape;741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742" name="Google Shape;742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743" name="Google Shape;743;p69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7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7" name="Google Shape;747;p7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7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70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70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1" name="Google Shape;751;p70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4" name="Google Shape;754;p7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7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71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71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8" name="Google Shape;758;p71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1" name="Google Shape;761;p7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72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3" name="Google Shape;763;p72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4" name="Google Shape;764;p72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72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6" name="Google Shape;766;p7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9" name="Google Shape;769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73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1" name="Google Shape;771;p73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2" name="Google Shape;772;p73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3" name="Google Shape;773;p73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4" name="Google Shape;774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7" name="Google Shape;77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74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9" name="Google Shape;779;p74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0" name="Google Shape;780;p74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74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2" name="Google Shape;782;p74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3" name="Google Shape;783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6" name="Google Shape;786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75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8" name="Google Shape;788;p75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75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90" name="Google Shape;790;p75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91" name="Google Shape;791;p75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2" name="Google Shape;792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6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5" name="Google Shape;795;p76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76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76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8" name="Google Shape;798;p76"/>
          <p:cNvCxnSpPr>
            <a:endCxn id="7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0" name="Google Shape;80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6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02" name="Google Shape;802;p76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9" name="Google Shape;799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76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6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7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7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7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77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77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7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3" name="Google Shape;813;p77"/>
          <p:cNvCxnSpPr>
            <a:endCxn id="81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14" name="Google Shape;814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77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17" name="Google Shape;817;p77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18" name="Google Shape;818;p77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19" name="Google Shape;819;p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1" name="Google Shape;821;p77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7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78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78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3" name="Google Shape;833;p78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4" name="Google Shape;834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7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8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38" name="Google Shape;838;p78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39" name="Google Shape;839;p78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0" name="Google Shape;840;p78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41" name="Google Shape;841;p7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3" name="Google Shape;843;p78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7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8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9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51" name="Google Shape;85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4" name="Google Shape;854;p8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8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8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59" name="Google Shape;859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Google Shape;861;p8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8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8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66" name="Google Shape;866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8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73" name="Google Shape;873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8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79" name="Google Shape;879;p8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80" name="Google Shape;880;p83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81" name="Google Shape;881;p8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882" name="Google Shape;882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3" name="Google Shape;883;p8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4" name="Google Shape;884;p8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885" name="Google Shape;885;p8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6" name="Google Shape;886;p8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8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92" name="Google Shape;892;p8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93" name="Google Shape;893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94" name="Google Shape;894;p8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895" name="Google Shape;895;p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6" name="Google Shape;896;p8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7" name="Google Shape;897;p8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898" name="Google Shape;898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9" name="Google Shape;899;p8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5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2" name="Google Shape;902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8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05" name="Google Shape;905;p8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06" name="Google Shape;90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07" name="Google Shape;907;p8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08" name="Google Shape;908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9" name="Google Shape;909;p8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0" name="Google Shape;910;p8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11" name="Google Shape;911;p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2" name="Google Shape;912;p8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5" name="Google Shape;915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8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18" name="Google Shape;918;p8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19" name="Google Shape;91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20" name="Google Shape;920;p8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21" name="Google Shape;921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" name="Google Shape;922;p8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3" name="Google Shape;923;p8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24" name="Google Shape;924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8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Google Shape;927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8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8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8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87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35" name="Google Shape;935;p87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36" name="Google Shape;936;p8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937" name="Google Shape;937;p8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38" name="Google Shape;938;p8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8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0" name="Google Shape;940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43" name="Google Shape;943;p8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944" name="Google Shape;944;p8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5" name="Google Shape;945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6" name="Google Shape;946;p8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947" name="Google Shape;947;p8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8" name="Google Shape;948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88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56" name="Google Shape;956;p8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957" name="Google Shape;957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0" name="Google Shape;960;p88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1" name="Google Shape;961;p8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962" name="Google Shape;962;p8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963" name="Google Shape;963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4" name="Google Shape;964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5" name="Google Shape;965;p8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966" name="Google Shape;966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7" name="Google Shape;967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68" name="Google Shape;968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8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3" name="Google Shape;973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8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8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8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8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980" name="Google Shape;980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3" name="Google Shape;983;p8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4" name="Google Shape;984;p8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985" name="Google Shape;985;p8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986" name="Google Shape;986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8" name="Google Shape;988;p8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989" name="Google Shape;989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91" name="Google Shape;991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8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996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9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9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9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9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2" name="Google Shape;1002;p9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03" name="Google Shape;100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6" name="Google Shape;1006;p9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7" name="Google Shape;1007;p9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08" name="Google Shape;1008;p9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09" name="Google Shape;1009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0" name="Google Shape;1010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1" name="Google Shape;1011;p9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12" name="Google Shape;1012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14" name="Google Shape;1014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9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9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22" name="Google Shape;102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5" name="Google Shape;1025;p9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7" name="Google Shape;1027;p9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28" name="Google Shape;1028;p9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29" name="Google Shape;1029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0" name="Google Shape;1030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1" name="Google Shape;1031;p9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32" name="Google Shape;1032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3" name="Google Shape;103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4" name="Google Shape;1034;p9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35" name="Google Shape;1035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6" name="Google Shape;103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Google Shape;1038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9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41" name="Google Shape;1041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4" name="Google Shape;1044;p9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5" name="Google Shape;1045;p9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6" name="Google Shape;1046;p9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47" name="Google Shape;1047;p9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48" name="Google Shape;1048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" name="Google Shape;104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0" name="Google Shape;1050;p9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51" name="Google Shape;1051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9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54" name="Google Shape;1054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60" name="Google Shape;106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3" name="Google Shape;1063;p9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4" name="Google Shape;1064;p9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5" name="Google Shape;1065;p9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6" name="Google Shape;1066;p9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67" name="Google Shape;1067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8" name="Google Shape;1068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9" name="Google Shape;1069;p9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70" name="Google Shape;1070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2" name="Google Shape;1072;p9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73" name="Google Shape;107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4" name="Google Shape;1074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79" name="Google Shape;1079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2" name="Google Shape;1082;p9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3" name="Google Shape;1083;p9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86" name="Google Shape;108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1" name="Google Shape;1091;p9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92" name="Google Shape;109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3" name="Google Shape;109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9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98" name="Google Shape;1098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1" name="Google Shape;1101;p9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3" name="Google Shape;1103;p9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4" name="Google Shape;1104;p9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5" name="Google Shape;1105;p9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06" name="Google Shape;110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7" name="Google Shape;110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8" name="Google Shape;1108;p9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09" name="Google Shape;110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12" name="Google Shape;111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4" name="Google Shape;1114;p9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15" name="Google Shape;111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Google Shape;1118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9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1" name="Google Shape;112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4" name="Google Shape;1124;p9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5" name="Google Shape;1125;p9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7" name="Google Shape;1137;p9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38" name="Google Shape;113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9" name="Google Shape;113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4" name="Google Shape;114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7" name="Google Shape;1147;p9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8" name="Google Shape;1148;p9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9" name="Google Shape;1149;p9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0" name="Google Shape;1150;p9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1" name="Google Shape;1151;p9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52" name="Google Shape;115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3" name="Google Shape;115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4" name="Google Shape;1154;p9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55" name="Google Shape;115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9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58" name="Google Shape;115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9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61" name="Google Shape;1161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7" name="Google Shape;116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0" name="Google Shape;1170;p9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9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2" name="Google Shape;1172;p9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3" name="Google Shape;1173;p9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4" name="Google Shape;1174;p9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75" name="Google Shape;117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6" name="Google Shape;117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7" name="Google Shape;1177;p9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78" name="Google Shape;117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9" name="Google Shape;117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0" name="Google Shape;1180;p9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81" name="Google Shape;118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2" name="Google Shape;118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3" name="Google Shape;1183;p9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84" name="Google Shape;118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5" name="Google Shape;118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" name="Google Shape;1187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0" name="Google Shape;1190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3" name="Google Shape;1193;p9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4" name="Google Shape;1194;p9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5" name="Google Shape;1195;p9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96" name="Google Shape;1196;p9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197" name="Google Shape;1197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8" name="Google Shape;119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9" name="Google Shape;1199;p9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00" name="Google Shape;1200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1" name="Google Shape;120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2" name="Google Shape;1202;p9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03" name="Google Shape;120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4" name="Google Shape;120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9" name="Google Shape;1209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2" name="Google Shape;1212;p10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3" name="Google Shape;1213;p10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4" name="Google Shape;1214;p10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15" name="Google Shape;1215;p10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16" name="Google Shape;1216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7" name="Google Shape;121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8" name="Google Shape;1218;p10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19" name="Google Shape;121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0" name="Google Shape;122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1" name="Google Shape;1221;p10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22" name="Google Shape;122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3" name="Google Shape;122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8" name="Google Shape;122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1" name="Google Shape;1231;p10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32" name="Google Shape;1232;p10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33" name="Google Shape;1233;p10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34" name="Google Shape;1234;p10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0" name="Google Shape;1240;p10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41" name="Google Shape;124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2" name="Google Shape;124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7" name="Google Shape;124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0" name="Google Shape;1250;p10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1" name="Google Shape;1251;p10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2" name="Google Shape;1252;p10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53" name="Google Shape;1253;p10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54" name="Google Shape;125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10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57" name="Google Shape;125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9" name="Google Shape;1259;p10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60" name="Google Shape;126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66" name="Google Shape;1266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0" name="Google Shape;1270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73" name="Google Shape;1273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7" name="Google Shape;1277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80" name="Google Shape;1280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87" name="Google Shape;1287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1" name="Google Shape;1291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4" name="Google Shape;1294;p107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10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296" name="Google Shape;129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9" name="Google Shape;1299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2" name="Google Shape;1302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108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10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05" name="Google Shape;1305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7" name="Google Shape;130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0" name="Google Shape;131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9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10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13" name="Google Shape;1313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5" name="Google Shape;1315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8" name="Google Shape;131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110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11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21" name="Google Shape;1321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3" name="Google Shape;1323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26" name="Google Shape;1326;p111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28" name="Google Shape;1328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" name="Google Shape;1331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4" name="Google Shape;1334;p112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6" name="Google Shape;1336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7" name="Google Shape;133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Google Shape;1339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2" name="Google Shape;1342;p113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4" name="Google Shape;1344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5" name="Google Shape;134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7" name="Google Shape;1347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0" name="Google Shape;1350;p114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2" name="Google Shape;1352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3" name="Google Shape;1353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115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6" name="Google Shape;1356;p1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115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8" name="Google Shape;1358;p115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11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16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2" name="Google Shape;1362;p1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1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4" name="Google Shape;1364;p11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116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7" name="Google Shape;1367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117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118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18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118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118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18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18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118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118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18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19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120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12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12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2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2" name="Google Shape;1392;p12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393" name="Google Shape;1393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2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7" name="Google Shape;1397;p1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12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9" name="Google Shape;1399;p12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2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01" name="Google Shape;1401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12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03" name="Google Shape;1403;p12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5" name="Google Shape;1405;p12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2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8" name="Google Shape;1408;p12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12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10" name="Google Shape;1410;p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2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" name="Google Shape;1413;p12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4" name="Google Shape;1414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6" name="Google Shape;1416;p12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12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18" name="Google Shape;1418;p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2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1" name="Google Shape;1421;p1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2" name="Google Shape;1422;p12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3" name="Google Shape;1423;p12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12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25" name="Google Shape;1425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12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27" name="Google Shape;1427;p12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9" name="Google Shape;1429;p1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12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1" name="Google Shape;1431;p12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12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33" name="Google Shape;1433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4" name="Google Shape;1434;p12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35" name="Google Shape;1435;p12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7" name="Google Shape;1437;p12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8" name="Google Shape;1438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2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0" name="Google Shape;1440;p12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12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2" name="Google Shape;1442;p1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12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5" name="Google Shape;1445;p12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6" name="Google Shape;1446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2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8" name="Google Shape;1448;p12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12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50" name="Google Shape;1450;p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2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" name="Google Shape;1453;p13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4" name="Google Shape;1454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p13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6" name="Google Shape;1456;p13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13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58" name="Google Shape;1458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3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1" name="Google Shape;1461;p1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13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3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32"/>
          <p:cNvSpPr/>
          <p:nvPr/>
        </p:nvSpPr>
        <p:spPr>
          <a:xfrm>
            <a:off x="324000" y="281457"/>
            <a:ext cx="2828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Lesson phase codes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132"/>
          <p:cNvSpPr/>
          <p:nvPr/>
        </p:nvSpPr>
        <p:spPr>
          <a:xfrm>
            <a:off x="1480224" y="1895406"/>
            <a:ext cx="3106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Check for understanding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132"/>
          <p:cNvSpPr/>
          <p:nvPr/>
        </p:nvSpPr>
        <p:spPr>
          <a:xfrm>
            <a:off x="1473205" y="1217091"/>
            <a:ext cx="1363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latin typeface="Lexend"/>
                <a:ea typeface="Lexend"/>
                <a:cs typeface="Lexend"/>
                <a:sym typeface="Lexend"/>
              </a:rPr>
              <a:t>Explanation</a:t>
            </a:r>
            <a:endParaRPr i="0" sz="1800" u="none" cap="none" strike="noStrike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132"/>
          <p:cNvSpPr/>
          <p:nvPr/>
        </p:nvSpPr>
        <p:spPr>
          <a:xfrm>
            <a:off x="5919121" y="12170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Practice task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9" name="Google Shape;1469;p1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9713" y="1926054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" name="Google Shape;1470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727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1" name="Google Shape;1471;p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872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132"/>
          <p:cNvSpPr/>
          <p:nvPr/>
        </p:nvSpPr>
        <p:spPr>
          <a:xfrm>
            <a:off x="5919121" y="20333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3" name="Google Shape;1473;p1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8872" y="1895429"/>
            <a:ext cx="594518" cy="5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1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6" name="Google Shape;1476;p13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3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13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9" name="Google Shape;1479;p13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0" name="Google Shape;1480;p13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3" name="Google Shape;1483;p13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4" name="Google Shape;1484;p13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13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6" name="Google Shape;1486;p13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7" name="Google Shape;1487;p13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1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0" name="Google Shape;1490;p13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13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2" name="Google Shape;1492;p13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3" name="Google Shape;1493;p13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4" name="Google Shape;1494;p13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5" name="Google Shape;1495;p13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3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8" name="Google Shape;1498;p13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13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0" name="Google Shape;1500;p13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1" name="Google Shape;1501;p13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2" name="Google Shape;1502;p13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3" name="Google Shape;1503;p13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1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6" name="Google Shape;1506;p13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13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8" name="Google Shape;1508;p13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9" name="Google Shape;1509;p13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0" name="Google Shape;1510;p13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1" name="Google Shape;1511;p13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2" name="Google Shape;1512;p13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1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5" name="Google Shape;1515;p13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13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7" name="Google Shape;1517;p13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8" name="Google Shape;1518;p13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19" name="Google Shape;1519;p13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0" name="Google Shape;1520;p13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21" name="Google Shape;1521;p13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"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3" name="Google Shape;1523;p13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8708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4" name="Google Shape;1524;p13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8295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5" name="Google Shape;1525;p13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6" name="Google Shape;1526;p13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7" name="Google Shape;1527;p13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4497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13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148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9" name="Google Shape;1529;p139"/>
          <p:cNvCxnSpPr>
            <a:endCxn id="1530" idx="2"/>
          </p:cNvCxnSpPr>
          <p:nvPr/>
        </p:nvCxnSpPr>
        <p:spPr>
          <a:xfrm>
            <a:off x="647802" y="1795098"/>
            <a:ext cx="0" cy="2641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30" name="Google Shape;1530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8648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1" name="Google Shape;1531;p1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4539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139"/>
          <p:cNvSpPr txBox="1"/>
          <p:nvPr>
            <p:ph type="title"/>
          </p:nvPr>
        </p:nvSpPr>
        <p:spPr>
          <a:xfrm>
            <a:off x="1327200" y="15584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3" name="Google Shape;1533;p139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4" name="Google Shape;1534;p139"/>
          <p:cNvSpPr txBox="1"/>
          <p:nvPr>
            <p:ph idx="3" type="title"/>
          </p:nvPr>
        </p:nvSpPr>
        <p:spPr>
          <a:xfrm>
            <a:off x="1346644" y="39868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5" name="Google Shape;1535;p139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6" name="Google Shape;1536;p139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7" name="Google Shape;1537;p1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4 Lesson outline (4)">
  <p:cSld name="CUSTOM_4"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9" name="Google Shape;1539;p14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216650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14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75325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1" name="Google Shape;1541;p14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193472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2" name="Google Shape;1542;p14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16176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14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09513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4" name="Google Shape;1544;p14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1833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14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22287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6" name="Google Shape;1546;p14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18802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7" name="Google Shape;1547;p140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48" name="Google Shape;1548;p1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20436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9" name="Google Shape;1549;p1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227081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0" name="Google Shape;1550;p1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0490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140"/>
          <p:cNvSpPr txBox="1"/>
          <p:nvPr>
            <p:ph type="title"/>
          </p:nvPr>
        </p:nvSpPr>
        <p:spPr>
          <a:xfrm>
            <a:off x="1340800" y="1227075"/>
            <a:ext cx="6586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2" name="Google Shape;1552;p140"/>
          <p:cNvSpPr txBox="1"/>
          <p:nvPr>
            <p:ph idx="2" type="title"/>
          </p:nvPr>
        </p:nvSpPr>
        <p:spPr>
          <a:xfrm>
            <a:off x="1340800" y="2209525"/>
            <a:ext cx="6586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3" name="Google Shape;1553;p140"/>
          <p:cNvSpPr txBox="1"/>
          <p:nvPr>
            <p:ph idx="3" type="title"/>
          </p:nvPr>
        </p:nvSpPr>
        <p:spPr>
          <a:xfrm>
            <a:off x="1340800" y="3240000"/>
            <a:ext cx="6631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4" name="Google Shape;1554;p140"/>
          <p:cNvSpPr txBox="1"/>
          <p:nvPr>
            <p:ph idx="4" type="title"/>
          </p:nvPr>
        </p:nvSpPr>
        <p:spPr>
          <a:xfrm>
            <a:off x="1340800" y="4193475"/>
            <a:ext cx="6631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5" name="Google Shape;1555;p140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6" name="Google Shape;1556;p140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7" name="Google Shape;1557;p1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4191478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5 Lesson outline (5)">
  <p:cSld name="CUSTOM_2"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9" name="Google Shape;1559;p141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0" name="Google Shape;1560;p141"/>
          <p:cNvSpPr/>
          <p:nvPr/>
        </p:nvSpPr>
        <p:spPr>
          <a:xfrm>
            <a:off x="392632" y="3396707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141"/>
          <p:cNvSpPr/>
          <p:nvPr/>
        </p:nvSpPr>
        <p:spPr>
          <a:xfrm>
            <a:off x="232725" y="409920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141"/>
          <p:cNvSpPr/>
          <p:nvPr/>
        </p:nvSpPr>
        <p:spPr>
          <a:xfrm>
            <a:off x="367858" y="267436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141"/>
          <p:cNvSpPr/>
          <p:nvPr/>
        </p:nvSpPr>
        <p:spPr>
          <a:xfrm>
            <a:off x="401275" y="1992182"/>
            <a:ext cx="533100" cy="495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141"/>
          <p:cNvSpPr/>
          <p:nvPr/>
        </p:nvSpPr>
        <p:spPr>
          <a:xfrm>
            <a:off x="435425" y="420415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5" name="Google Shape;1565;p141"/>
          <p:cNvPicPr preferRelativeResize="0"/>
          <p:nvPr/>
        </p:nvPicPr>
        <p:blipFill rotWithShape="1">
          <a:blip r:embed="rId2">
            <a:alphaModFix/>
          </a:blip>
          <a:srcRect b="4396" l="0" r="0" t="4387"/>
          <a:stretch/>
        </p:blipFill>
        <p:spPr>
          <a:xfrm>
            <a:off x="866388" y="1942474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14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405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7" name="Google Shape;1567;p14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083338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14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043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141"/>
          <p:cNvPicPr preferRelativeResize="0"/>
          <p:nvPr/>
        </p:nvPicPr>
        <p:blipFill rotWithShape="1">
          <a:blip r:embed="rId5">
            <a:alphaModFix/>
          </a:blip>
          <a:srcRect b="4396" l="0" r="0" t="4387"/>
          <a:stretch/>
        </p:blipFill>
        <p:spPr>
          <a:xfrm>
            <a:off x="863550" y="3383331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0" name="Google Shape;1570;p14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335114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1" name="Google Shape;1571;p14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6388" y="1238066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2" name="Google Shape;1572;p14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200366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3" name="Google Shape;1573;p141"/>
          <p:cNvPicPr preferRelativeResize="0"/>
          <p:nvPr/>
        </p:nvPicPr>
        <p:blipFill rotWithShape="1">
          <a:blip r:embed="rId7">
            <a:alphaModFix/>
          </a:blip>
          <a:srcRect b="3721" l="0" r="0" t="3711"/>
          <a:stretch/>
        </p:blipFill>
        <p:spPr>
          <a:xfrm>
            <a:off x="866388" y="266069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4" name="Google Shape;1574;p14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912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5" name="Google Shape;1575;p141"/>
          <p:cNvPicPr preferRelativeResize="0"/>
          <p:nvPr/>
        </p:nvPicPr>
        <p:blipFill rotWithShape="1">
          <a:blip r:embed="rId8">
            <a:alphaModFix/>
          </a:blip>
          <a:srcRect b="0" l="758" r="748" t="0"/>
          <a:stretch/>
        </p:blipFill>
        <p:spPr>
          <a:xfrm>
            <a:off x="363341" y="337393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6" name="Google Shape;1576;p141"/>
          <p:cNvPicPr preferRelativeResize="0"/>
          <p:nvPr/>
        </p:nvPicPr>
        <p:blipFill rotWithShape="1">
          <a:blip r:embed="rId9">
            <a:alphaModFix/>
          </a:blip>
          <a:srcRect b="0" l="777" r="777" t="0"/>
          <a:stretch/>
        </p:blipFill>
        <p:spPr>
          <a:xfrm>
            <a:off x="363470" y="1235529"/>
            <a:ext cx="563185" cy="572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7" name="Google Shape;1577;p141"/>
          <p:cNvPicPr preferRelativeResize="0"/>
          <p:nvPr/>
        </p:nvPicPr>
        <p:blipFill rotWithShape="1">
          <a:blip r:embed="rId10">
            <a:alphaModFix/>
          </a:blip>
          <a:srcRect b="0" l="1559" r="1559" t="0"/>
          <a:stretch/>
        </p:blipFill>
        <p:spPr>
          <a:xfrm>
            <a:off x="363329" y="4090770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141"/>
          <p:cNvSpPr txBox="1"/>
          <p:nvPr>
            <p:ph type="title"/>
          </p:nvPr>
        </p:nvSpPr>
        <p:spPr>
          <a:xfrm>
            <a:off x="1327200" y="1329825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9" name="Google Shape;1579;p141"/>
          <p:cNvSpPr txBox="1"/>
          <p:nvPr>
            <p:ph idx="2" type="title"/>
          </p:nvPr>
        </p:nvSpPr>
        <p:spPr>
          <a:xfrm>
            <a:off x="1327200" y="2041819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0" name="Google Shape;1580;p141"/>
          <p:cNvSpPr txBox="1"/>
          <p:nvPr>
            <p:ph idx="3" type="title"/>
          </p:nvPr>
        </p:nvSpPr>
        <p:spPr>
          <a:xfrm>
            <a:off x="1327200" y="2753813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1" name="Google Shape;1581;p141"/>
          <p:cNvSpPr txBox="1"/>
          <p:nvPr>
            <p:ph idx="4" type="title"/>
          </p:nvPr>
        </p:nvSpPr>
        <p:spPr>
          <a:xfrm>
            <a:off x="1327200" y="4177800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2" name="Google Shape;1582;p141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3" name="Google Shape;1583;p141"/>
          <p:cNvSpPr txBox="1"/>
          <p:nvPr>
            <p:ph idx="6" type="title"/>
          </p:nvPr>
        </p:nvSpPr>
        <p:spPr>
          <a:xfrm>
            <a:off x="1327200" y="3465806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4" name="Google Shape;1584;p141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5" name="Google Shape;1585;p141"/>
          <p:cNvPicPr preferRelativeResize="0"/>
          <p:nvPr/>
        </p:nvPicPr>
        <p:blipFill rotWithShape="1">
          <a:blip r:embed="rId11">
            <a:alphaModFix/>
          </a:blip>
          <a:srcRect b="0" l="758" r="748" t="0"/>
          <a:stretch/>
        </p:blipFill>
        <p:spPr>
          <a:xfrm>
            <a:off x="363340" y="194307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6" name="Google Shape;1586;p14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5982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7" name="Google Shape;1587;p141"/>
          <p:cNvPicPr preferRelativeResize="0"/>
          <p:nvPr/>
        </p:nvPicPr>
        <p:blipFill rotWithShape="1">
          <a:blip r:embed="rId12">
            <a:alphaModFix/>
          </a:blip>
          <a:srcRect b="0" l="758" r="748" t="0"/>
          <a:stretch/>
        </p:blipFill>
        <p:spPr>
          <a:xfrm>
            <a:off x="363479" y="2648651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60">
          <p15:clr>
            <a:srgbClr val="E46962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1 Explanation blank - purple ">
  <p:cSld name="TITLE_AND_TWO_COLUMNS_1_1_6_2_1_4"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9" name="Google Shape;1589;p1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0" name="Google Shape;1590;p14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14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2" name="Google Shape;1592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93" name="Google Shape;1593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4" name="Google Shape;1594;p14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2 Explanation blank - jade">
  <p:cSld name="TITLE_AND_TWO_COLUMNS_1_1_6_2_1_2"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6" name="Google Shape;1596;p1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1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14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99" name="Google Shape;1599;p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0" name="Google Shape;1600;p14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3 Explanation blank - blue ">
  <p:cSld name="TITLE_AND_TWO_COLUMNS_1_1_6_2_2"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3" name="Google Shape;1603;p1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4" name="Google Shape;1604;p1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1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606" name="Google Shape;1606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14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4 Explanation blank - pink ">
  <p:cSld name="TITLE_AND_TWO_COLUMNS_1_1_6_2_1_1"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0" name="Google Shape;1610;p1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1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613" name="Google Shape;1613;p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14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5 Explanation blank - orange">
  <p:cSld name="TITLE_AND_TWO_COLUMNS_1_1_6_2_1_3"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1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1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619" name="Google Shape;1619;p1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0" name="Google Shape;1620;p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1" name="Google Shape;1621;p14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I do We do - purple">
  <p:cSld name="TITLE_AND_TWO_COLUMNS_1_1_9_2_2"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147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5" name="Google Shape;1625;p1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6" name="Google Shape;1626;p1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14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28" name="Google Shape;1628;p14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29" name="Google Shape;1629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30" name="Google Shape;1630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1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I do We do - jade">
  <p:cSld name="TITLE_AND_TWO_COLUMNS_1_1_9_2_2_1_1"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148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4" name="Google Shape;1634;p1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1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14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37" name="Google Shape;1637;p14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38" name="Google Shape;1638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39" name="Google Shape;1639;p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0" name="Google Shape;1640;p1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3 I do We do - blue">
  <p:cSld name="TITLE_AND_TWO_COLUMNS_1_1_9_2_3"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49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3" name="Google Shape;1643;p1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4" name="Google Shape;1644;p1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14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46" name="Google Shape;1646;p14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47" name="Google Shape;1647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48" name="Google Shape;1648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9" name="Google Shape;1649;p1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4 I do We do - pink">
  <p:cSld name="TITLE_AND_TWO_COLUMNS_1_1_9_2_2_1_1_1"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150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AE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2" name="Google Shape;1652;p1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p1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15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55" name="Google Shape;1655;p15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56" name="Google Shape;1656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57" name="Google Shape;1657;p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8" name="Google Shape;1658;p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5 I do We do - orange">
  <p:cSld name="TITLE_AND_TWO_COLUMNS_1_1_9_2_2_1_2"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51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F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1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2" name="Google Shape;1662;p1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3" name="Google Shape;1663;p15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64" name="Google Shape;1664;p15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65" name="Google Shape;1665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66" name="Google Shape;1666;p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7" name="Google Shape;1667;p1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CfU true/false justify - purple">
  <p:cSld name="TITLE_AND_TWO_COLUMNS_1_1_9_1_3_1">
    <p:bg>
      <p:bgPr>
        <a:solidFill>
          <a:srgbClr val="F3EEFB"/>
        </a:solidFill>
      </p:bgPr>
    </p:bg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" name="Google Shape;1669;p1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1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15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5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5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152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75" name="Google Shape;1675;p15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76" name="Google Shape;1676;p15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677" name="Google Shape;1677;p152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678" name="Google Shape;1678;p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Google Shape;1679;p15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0" name="Google Shape;1680;p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15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2" name="Google Shape;1682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3" name="Google Shape;1683;p152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4" name="Google Shape;1684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5" name="Google Shape;1685;p152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6" name="Google Shape;1686;p1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7" name="Google Shape;1687;p1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0" name="Google Shape;1690;p1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91" name="Google Shape;1691;p1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15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5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15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153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96" name="Google Shape;1696;p15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97" name="Google Shape;1697;p15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698" name="Google Shape;1698;p153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699" name="Google Shape;1699;p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0" name="Google Shape;1700;p15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1" name="Google Shape;1701;p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15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3" name="Google Shape;1703;p1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153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5" name="Google Shape;1705;p1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6" name="Google Shape;1706;p153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7" name="Google Shape;1707;p1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8" name="Google Shape;1708;p1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3 CfU true/false justify - blue">
  <p:cSld name="TITLE_AND_TWO_COLUMNS_1_1_9_1_3_2">
    <p:bg>
      <p:bgPr>
        <a:solidFill>
          <a:srgbClr val="EBEDFE"/>
        </a:solidFill>
      </p:bgPr>
    </p:bg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1" name="Google Shape;1711;p1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12" name="Google Shape;1712;p1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15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15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5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154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17" name="Google Shape;1717;p15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18" name="Google Shape;1718;p15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719" name="Google Shape;1719;p154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720" name="Google Shape;1720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1" name="Google Shape;1721;p15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2" name="Google Shape;1722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15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4" name="Google Shape;1724;p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5" name="Google Shape;1725;p154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6" name="Google Shape;1726;p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7" name="Google Shape;1727;p154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8" name="Google Shape;1728;p1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9" name="Google Shape;1729;p1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4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2" name="Google Shape;1732;p1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1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15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15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15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155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38" name="Google Shape;1738;p155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39" name="Google Shape;1739;p15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740" name="Google Shape;1740;p155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741" name="Google Shape;1741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15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3" name="Google Shape;1743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4" name="Google Shape;1744;p15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5" name="Google Shape;1745;p1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6" name="Google Shape;1746;p155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7" name="Google Shape;1747;p1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155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9" name="Google Shape;1749;p1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0" name="Google Shape;1750;p1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5 CfU true/false justify - orange">
  <p:cSld name="TITLE_AND_TWO_COLUMNS_1_1_9_1_3_1_1_2">
    <p:bg>
      <p:bgPr>
        <a:solidFill>
          <a:srgbClr val="FFEFE4"/>
        </a:solidFill>
      </p:bgPr>
    </p:bg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15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4" name="Google Shape;1754;p1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55" name="Google Shape;1755;p15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15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15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56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59" name="Google Shape;1759;p156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60" name="Google Shape;1760;p15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761" name="Google Shape;1761;p156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762" name="Google Shape;1762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15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4" name="Google Shape;1764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5" name="Google Shape;1765;p15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6" name="Google Shape;1766;p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156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8" name="Google Shape;1768;p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9" name="Google Shape;1769;p156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0" name="Google Shape;1770;p1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1" name="Google Shape;1771;p1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CfU 3 options - purple">
  <p:cSld name="TITLE_AND_TWO_COLUMNS_1_1_7_1">
    <p:bg>
      <p:bgPr>
        <a:solidFill>
          <a:srgbClr val="F3EEFB"/>
        </a:solidFill>
      </p:bgPr>
    </p:bg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4" name="Google Shape;1774;p1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75" name="Google Shape;1775;p1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15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7" name="Google Shape;1777;p157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78" name="Google Shape;1778;p157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79" name="Google Shape;1779;p157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780" name="Google Shape;1780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Google Shape;1781;p157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2" name="Google Shape;1782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3" name="Google Shape;1783;p157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4" name="Google Shape;1784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5" name="Google Shape;1785;p157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6" name="Google Shape;1786;p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7" name="Google Shape;1787;p1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157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CfU 3 options - jade">
  <p:cSld name="TITLE_AND_TWO_COLUMNS_1_1_7_1_1_1">
    <p:bg>
      <p:bgPr>
        <a:solidFill>
          <a:srgbClr val="E6F2F2"/>
        </a:solidFill>
      </p:bgPr>
    </p:bg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0" name="Google Shape;1790;p1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1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15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3" name="Google Shape;1793;p158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94" name="Google Shape;1794;p158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95" name="Google Shape;1795;p158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796" name="Google Shape;1796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7" name="Google Shape;1797;p158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8" name="Google Shape;1798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9" name="Google Shape;1799;p158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0" name="Google Shape;1800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1" name="Google Shape;1801;p158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2" name="Google Shape;1802;p1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3" name="Google Shape;1803;p1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158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3 CfU 3 options - blue">
  <p:cSld name="TITLE_AND_TWO_COLUMNS_1_1_7_2">
    <p:bg>
      <p:bgPr>
        <a:solidFill>
          <a:srgbClr val="EBEDFE"/>
        </a:solidFill>
      </p:bgPr>
    </p:bg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6" name="Google Shape;1806;p1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7" name="Google Shape;1807;p1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15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9" name="Google Shape;1809;p159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10" name="Google Shape;1810;p159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11" name="Google Shape;1811;p159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812" name="Google Shape;1812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3" name="Google Shape;1813;p159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4" name="Google Shape;1814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Google Shape;1815;p159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6" name="Google Shape;1816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7" name="Google Shape;1817;p159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8" name="Google Shape;1818;p1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1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159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4 CfU 3 options - pink">
  <p:cSld name="TITLE_AND_TWO_COLUMNS_1_1_7_1_1_1_1">
    <p:bg>
      <p:bgPr>
        <a:solidFill>
          <a:srgbClr val="FAEAF6"/>
        </a:solidFill>
      </p:bgPr>
    </p:bg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2" name="Google Shape;1822;p1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23" name="Google Shape;1823;p16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16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5" name="Google Shape;1825;p160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26" name="Google Shape;1826;p160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27" name="Google Shape;1827;p160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828" name="Google Shape;1828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9" name="Google Shape;1829;p160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0" name="Google Shape;1830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1" name="Google Shape;1831;p160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2" name="Google Shape;1832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3" name="Google Shape;1833;p160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4" name="Google Shape;1834;p1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5" name="Google Shape;1835;p1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160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5 CfU 3 options - orange">
  <p:cSld name="TITLE_AND_TWO_COLUMNS_1_1_7_1_1_2">
    <p:bg>
      <p:bgPr>
        <a:solidFill>
          <a:srgbClr val="FFEFE4"/>
        </a:solidFill>
      </p:bgPr>
    </p:bg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16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9" name="Google Shape;1839;p1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0" name="Google Shape;1840;p16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1" name="Google Shape;1841;p161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42" name="Google Shape;1842;p161"/>
          <p:cNvSpPr txBox="1"/>
          <p:nvPr>
            <p:ph idx="2" type="subTitle"/>
          </p:nvPr>
        </p:nvSpPr>
        <p:spPr>
          <a:xfrm>
            <a:off x="809450" y="2907014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43" name="Google Shape;1843;p161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844" name="Google Shape;1844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5" name="Google Shape;1845;p161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6" name="Google Shape;1846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7" name="Google Shape;1847;p161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8" name="Google Shape;1848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Google Shape;1849;p161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0" name="Google Shape;1850;p1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1" name="Google Shape;1851;p1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161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CfU 4 options - purple">
  <p:cSld name="TITLE_AND_TWO_COLUMNS_1_1_8_1">
    <p:bg>
      <p:bgPr>
        <a:solidFill>
          <a:srgbClr val="F3EEFB"/>
        </a:solidFill>
      </p:bgPr>
    </p:bg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4" name="Google Shape;1854;p1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55" name="Google Shape;1855;p16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16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7" name="Google Shape;1857;p16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58" name="Google Shape;1858;p162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59" name="Google Shape;1859;p162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60" name="Google Shape;1860;p162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61" name="Google Shape;1861;p162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1862" name="Google Shape;1862;p1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3" name="Google Shape;1863;p162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4" name="Google Shape;1864;p162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1865" name="Google Shape;1865;p1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6" name="Google Shape;1866;p162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7" name="Google Shape;1867;p162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1868" name="Google Shape;1868;p1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9" name="Google Shape;1869;p162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0" name="Google Shape;1870;p162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1871" name="Google Shape;1871;p1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2" name="Google Shape;1872;p162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73" name="Google Shape;1873;p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4" name="Google Shape;1874;p1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162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CfU 4 options - jade">
  <p:cSld name="TITLE_AND_TWO_COLUMNS_1_1_8_1_1_1">
    <p:bg>
      <p:bgPr>
        <a:solidFill>
          <a:srgbClr val="E6F2F2"/>
        </a:solidFill>
      </p:bgPr>
    </p:bg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7" name="Google Shape;1877;p16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78" name="Google Shape;1878;p1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16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80" name="Google Shape;1880;p16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1" name="Google Shape;1881;p163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2" name="Google Shape;1882;p163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3" name="Google Shape;1883;p163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84" name="Google Shape;1884;p163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1885" name="Google Shape;1885;p1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6" name="Google Shape;1886;p163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7" name="Google Shape;1887;p163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1888" name="Google Shape;1888;p1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9" name="Google Shape;1889;p163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0" name="Google Shape;1890;p163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1891" name="Google Shape;1891;p1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2" name="Google Shape;1892;p163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3" name="Google Shape;1893;p163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1894" name="Google Shape;1894;p1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5" name="Google Shape;1895;p163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96" name="Google Shape;1896;p1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7" name="Google Shape;1897;p1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8" name="Google Shape;1898;p163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CfU 4 options - blue">
  <p:cSld name="TITLE_AND_TWO_COLUMNS_1_1_8_2">
    <p:bg>
      <p:bgPr>
        <a:solidFill>
          <a:srgbClr val="EBEDFE"/>
        </a:solidFill>
      </p:bgPr>
    </p:bg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0" name="Google Shape;1900;p1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01" name="Google Shape;1901;p1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16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3" name="Google Shape;1903;p16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4" name="Google Shape;1904;p164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5" name="Google Shape;1905;p164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6" name="Google Shape;1906;p164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07" name="Google Shape;1907;p164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1908" name="Google Shape;1908;p1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9" name="Google Shape;1909;p164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0" name="Google Shape;1910;p164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1911" name="Google Shape;1911;p1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2" name="Google Shape;1912;p164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3" name="Google Shape;1913;p164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1914" name="Google Shape;1914;p1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5" name="Google Shape;1915;p164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6" name="Google Shape;1916;p164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1917" name="Google Shape;1917;p1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8" name="Google Shape;1918;p164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19" name="Google Shape;1919;p1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0" name="Google Shape;1920;p1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64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4 CfU 4 options - pink">
  <p:cSld name="TITLE_AND_TWO_COLUMNS_1_1_8_1_1_1_1">
    <p:bg>
      <p:bgPr>
        <a:solidFill>
          <a:srgbClr val="FAEAF6"/>
        </a:solidFill>
      </p:bgPr>
    </p:bg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3" name="Google Shape;1923;p1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24" name="Google Shape;1924;p16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16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6" name="Google Shape;1926;p16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27" name="Google Shape;1927;p165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28" name="Google Shape;1928;p165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29" name="Google Shape;1929;p165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30" name="Google Shape;1930;p165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1931" name="Google Shape;1931;p1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2" name="Google Shape;1932;p165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3" name="Google Shape;1933;p165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1934" name="Google Shape;1934;p1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5" name="Google Shape;1935;p165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6" name="Google Shape;1936;p165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1937" name="Google Shape;1937;p1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8" name="Google Shape;1938;p165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9" name="Google Shape;1939;p165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1940" name="Google Shape;1940;p1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1" name="Google Shape;1941;p165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42" name="Google Shape;1942;p1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3" name="Google Shape;1943;p1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4" name="Google Shape;1944;p165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5 CfU 4 options - orange">
  <p:cSld name="TITLE_AND_TWO_COLUMNS_1_1_8_1_1_2">
    <p:bg>
      <p:bgPr>
        <a:solidFill>
          <a:srgbClr val="FFEFE4"/>
        </a:solidFill>
      </p:bgPr>
    </p:bg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6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7" name="Google Shape;1947;p1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48" name="Google Shape;1948;p16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9" name="Google Shape;1949;p16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0" name="Google Shape;1950;p166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1" name="Google Shape;1951;p166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2" name="Google Shape;1952;p166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53" name="Google Shape;1953;p166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1954" name="Google Shape;1954;p1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5" name="Google Shape;1955;p166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6" name="Google Shape;1956;p166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1957" name="Google Shape;1957;p1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8" name="Google Shape;1958;p166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9" name="Google Shape;1959;p166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1960" name="Google Shape;1960;p1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1" name="Google Shape;1961;p166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62" name="Google Shape;1962;p166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1963" name="Google Shape;1963;p1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4" name="Google Shape;1964;p166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65" name="Google Shape;1965;p1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6" name="Google Shape;1966;p1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166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CfU blank - purple ">
  <p:cSld name="TITLE_AND_TWO_COLUMNS_1_1_6_2">
    <p:bg>
      <p:bgPr>
        <a:solidFill>
          <a:srgbClr val="F3EEFB"/>
        </a:solidFill>
      </p:bgPr>
    </p:bg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9" name="Google Shape;1969;p1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70" name="Google Shape;1970;p1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16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972" name="Google Shape;1972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3" name="Google Shape;1973;p1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1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CfU blank - jade ">
  <p:cSld name="TITLE_AND_TWO_COLUMNS_1_1_6_2_3_1">
    <p:bg>
      <p:bgPr>
        <a:solidFill>
          <a:srgbClr val="E6F2F2"/>
        </a:solidFill>
      </p:bgPr>
    </p:bg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6" name="Google Shape;1976;p16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77" name="Google Shape;1977;p1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16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979" name="Google Shape;1979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0" name="Google Shape;1980;p1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1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CfU blank - blue ">
  <p:cSld name="TITLE_AND_TWO_COLUMNS_1_1_6_3">
    <p:bg>
      <p:bgPr>
        <a:solidFill>
          <a:srgbClr val="EBEDFE"/>
        </a:solidFill>
      </p:bgPr>
    </p:bg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3" name="Google Shape;1983;p1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84" name="Google Shape;1984;p1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16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986" name="Google Shape;1986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7" name="Google Shape;1987;p1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1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CfU blank - pink ">
  <p:cSld name="TITLE_AND_TWO_COLUMNS_1_1_6_2_3_1_1">
    <p:bg>
      <p:bgPr>
        <a:solidFill>
          <a:srgbClr val="FAEAF6"/>
        </a:solidFill>
      </p:bgPr>
    </p:bg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0" name="Google Shape;1990;p17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1" name="Google Shape;1991;p17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1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993" name="Google Shape;1993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4" name="Google Shape;1994;p17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1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5 CfU blank - orange">
  <p:cSld name="TITLE_AND_TWO_COLUMNS_1_1_6_2_3_2">
    <p:bg>
      <p:bgPr>
        <a:solidFill>
          <a:srgbClr val="FFEFE4"/>
        </a:solidFill>
      </p:bgPr>
    </p:bg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17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8" name="Google Shape;1998;p17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9" name="Google Shape;1999;p17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00" name="Google Shape;2000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2" name="Google Shape;2002;p1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"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4" name="Google Shape;2004;p1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05" name="Google Shape;2005;p17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1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07" name="Google Shape;2007;p172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8" name="Google Shape;2008;p172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09" name="Google Shape;2009;p17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10" name="Google Shape;2010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17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"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3" name="Google Shape;2013;p17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14" name="Google Shape;2014;p17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17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16" name="Google Shape;2016;p17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7" name="Google Shape;2017;p173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8" name="Google Shape;2018;p173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19" name="Google Shape;2019;p17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20" name="Google Shape;2020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Practice - blue ">
  <p:cSld name="TITLE_AND_TWO_COLUMNS_1_1_5_1_3_1_2"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2" name="Google Shape;2022;p17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3" name="Google Shape;2023;p17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1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25" name="Google Shape;2025;p17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6" name="Google Shape;2026;p174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7" name="Google Shape;2027;p174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28" name="Google Shape;2028;p1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29" name="Google Shape;2029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Practice - pink">
  <p:cSld name="TITLE_AND_TWO_COLUMNS_1_1_5_1_3_1_1_1_1_1"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1" name="Google Shape;2031;p17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2" name="Google Shape;2032;p1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1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34" name="Google Shape;2034;p1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5" name="Google Shape;2035;p175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175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37" name="Google Shape;2037;p1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38" name="Google Shape;2038;p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5 Practice - orange">
  <p:cSld name="TITLE_AND_TWO_COLUMNS_1_1_5_1_3_1_1_1_2"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1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1" name="Google Shape;2041;p17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42" name="Google Shape;2042;p17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43" name="Google Shape;2043;p17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4" name="Google Shape;2044;p17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17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46" name="Google Shape;2046;p1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47" name="Google Shape;2047;p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"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Google Shape;2049;p1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0" name="Google Shape;2050;p17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1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52" name="Google Shape;2052;p17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17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54" name="Google Shape;2054;p1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55" name="Google Shape;2055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6" name="Google Shape;2056;p17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"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Google Shape;2058;p17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9" name="Google Shape;2059;p17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1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61" name="Google Shape;2061;p178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2" name="Google Shape;2062;p178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63" name="Google Shape;2063;p1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4" name="Google Shape;2064;p17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5" name="Google Shape;2065;p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3 Feedback - blue">
  <p:cSld name="TITLE_AND_TWO_COLUMNS_1_1_5_1_3_1_2_1"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7" name="Google Shape;2067;p17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8" name="Google Shape;2068;p17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1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70" name="Google Shape;2070;p179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1" name="Google Shape;2071;p179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72" name="Google Shape;2072;p1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3" name="Google Shape;2073;p17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4" name="Google Shape;2074;p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4 Feedback - pink">
  <p:cSld name="TITLE_AND_TWO_COLUMNS_1_1_5_1_3_1_1_1_1_1_1"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6" name="Google Shape;2076;p18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77" name="Google Shape;2077;p1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1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79" name="Google Shape;2079;p180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0" name="Google Shape;2080;p180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81" name="Google Shape;2081;p1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2" name="Google Shape;2082;p18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3" name="Google Shape;2083;p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5 Feedback - orange">
  <p:cSld name="TITLE_AND_TWO_COLUMNS_1_1_5_1_3_1_1_1_2_1"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1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86" name="Google Shape;2086;p18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87" name="Google Shape;2087;p1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8" name="Google Shape;2088;p181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9" name="Google Shape;2089;p181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90" name="Google Shape;2090;p1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1" name="Google Shape;2091;p18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92" name="Google Shape;2092;p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">
    <p:spTree>
      <p:nvGrpSpPr>
        <p:cNvPr id="2093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p1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5" name="Google Shape;2095;p18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96" name="Google Shape;2096;p182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7" name="Google Shape;2097;p182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8" name="Google Shape;2098;p18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0" name="Google Shape;2100;p1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101" name="Google Shape;2101;p18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184"/>
          <p:cNvSpPr/>
          <p:nvPr/>
        </p:nvSpPr>
        <p:spPr>
          <a:xfrm>
            <a:off x="357653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4" name="Google Shape;2104;p18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184"/>
          <p:cNvSpPr/>
          <p:nvPr/>
        </p:nvSpPr>
        <p:spPr>
          <a:xfrm>
            <a:off x="6917865" y="715950"/>
            <a:ext cx="1753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6" name="Google Shape;2106;p184"/>
          <p:cNvSpPr/>
          <p:nvPr/>
        </p:nvSpPr>
        <p:spPr>
          <a:xfrm>
            <a:off x="7049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7" name="Google Shape;2107;p184"/>
          <p:cNvSpPr/>
          <p:nvPr/>
        </p:nvSpPr>
        <p:spPr>
          <a:xfrm>
            <a:off x="5980287" y="4113257"/>
            <a:ext cx="1579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Speech bubble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184"/>
          <p:cNvSpPr/>
          <p:nvPr/>
        </p:nvSpPr>
        <p:spPr>
          <a:xfrm>
            <a:off x="705003" y="1990659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9" name="Google Shape;2109;p184"/>
          <p:cNvSpPr/>
          <p:nvPr/>
        </p:nvSpPr>
        <p:spPr>
          <a:xfrm>
            <a:off x="2960816" y="1996197"/>
            <a:ext cx="1579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2114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5" name="Google Shape;2115;p18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6" name="Google Shape;2116;p186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7" name="Google Shape;2117;p18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8" name="Google Shape;2118;p18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9" name="Google Shape;2119;p18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2120" name="Google Shape;2120;p18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21" name="Google Shape;2121;p1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2" name="Google Shape;2122;p18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23" name="Google Shape;2123;p1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4" name="Google Shape;2124;p1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6" name="Google Shape;2126;p18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7" name="Google Shape;2127;p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128" name="Google Shape;2128;p18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29" name="Google Shape;2129;p18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0" name="Google Shape;2130;p1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18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18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4" name="Google Shape;2134;p18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5" name="Google Shape;2135;p18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36" name="Google Shape;2136;p18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7" name="Google Shape;2137;p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8" name="Google Shape;2138;p1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139" name="Google Shape;2139;p18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0" name="Google Shape;2140;p18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2" name="Google Shape;2142;p18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3" name="Google Shape;2143;p18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4" name="Google Shape;2144;p18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5" name="Google Shape;2145;p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6" name="Google Shape;2146;p18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47" name="Google Shape;2147;p1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8" name="Google Shape;2148;p18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49" name="Google Shape;2149;p1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2150" name="Google Shape;2150;p18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1" name="Google Shape;2151;p18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3" name="Google Shape;2153;p19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4" name="Google Shape;2154;p19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55" name="Google Shape;2155;p19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6" name="Google Shape;2156;p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7" name="Google Shape;2157;p19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58" name="Google Shape;2158;p1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9" name="Google Shape;2159;p19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60" name="Google Shape;2160;p19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1" name="Google Shape;2161;p19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162" name="Google Shape;2162;p1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567499" y="723791"/>
            <a:ext cx="252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oking and nutrition" showMasterSp="0">
  <p:cSld name="Title Slide 2_1_1_1_1_1_1_1_1_1_1_3_1">
    <p:bg>
      <p:bgPr>
        <a:solidFill>
          <a:srgbClr val="BEF2BD"/>
        </a:solidFill>
      </p:bgPr>
    </p:bg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4" name="Google Shape;2164;p19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563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5" name="Google Shape;2165;p19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6" name="Google Shape;2166;p191"/>
          <p:cNvSpPr txBox="1"/>
          <p:nvPr/>
        </p:nvSpPr>
        <p:spPr>
          <a:xfrm>
            <a:off x="323850" y="3781525"/>
            <a:ext cx="3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Cooking and nutrition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7" name="Google Shape;2167;p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8" name="Google Shape;2168;p19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69" name="Google Shape;2169;p1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0" name="Google Shape;2170;p19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71" name="Google Shape;2171;p19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2" name="Google Shape;2172;p19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173" name="Google Shape;2173;p1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95">
            <a:off x="6646318" y="1007366"/>
            <a:ext cx="2202009" cy="179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5" name="Google Shape;2175;p19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6" name="Google Shape;2176;p19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77" name="Google Shape;2177;p192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8" name="Google Shape;2178;p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9" name="Google Shape;2179;p19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80" name="Google Shape;2180;p1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1" name="Google Shape;2181;p19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82" name="Google Shape;2182;p1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2183" name="Google Shape;2183;p19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4" name="Google Shape;2184;p19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6" name="Google Shape;2186;p19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187" name="Google Shape;2187;p19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8" name="Google Shape;2188;p19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9" name="Google Shape;2189;p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0" name="Google Shape;2190;p1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191" name="Google Shape;2191;p19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2" name="Google Shape;2192;p19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4" name="Google Shape;2194;p19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5" name="Google Shape;2195;p19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6" name="Google Shape;2196;p19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7" name="Google Shape;2197;p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8" name="Google Shape;2198;p19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99" name="Google Shape;2199;p1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0" name="Google Shape;2200;p19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01" name="Google Shape;2201;p19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2" name="Google Shape;2202;p19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03" name="Google Shape;2203;p1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657352" y="759276"/>
            <a:ext cx="2315647" cy="231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5" name="Google Shape;2205;p19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6" name="Google Shape;2206;p1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07" name="Google Shape;2207;p19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8" name="Google Shape;2208;p19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9" name="Google Shape;2209;p1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0" name="Google Shape;2210;p19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1" name="Google Shape;2211;p19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3" name="Google Shape;2213;p19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4" name="Google Shape;2214;p19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15" name="Google Shape;2215;p19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6" name="Google Shape;2216;p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7" name="Google Shape;2217;p19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18" name="Google Shape;2218;p19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9" name="Google Shape;2219;p19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20" name="Google Shape;2220;p19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1" name="Google Shape;2221;p19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22" name="Google Shape;2222;p1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9998">
            <a:off x="6679063" y="775065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4" name="Google Shape;2224;p19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225" name="Google Shape;2225;p19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26" name="Google Shape;2226;p19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27" name="Google Shape;2227;p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8" name="Google Shape;2228;p19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29" name="Google Shape;2229;p1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0" name="Google Shape;2230;p197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31" name="Google Shape;2231;p19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32" name="Google Shape;2232;p19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3" name="Google Shape;2233;p19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5" name="Google Shape;2235;p1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36" name="Google Shape;2236;p19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7" name="Google Shape;2237;p19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38" name="Google Shape;2238;p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9" name="Google Shape;2239;p198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19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1" name="Google Shape;2241;p19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3" name="Google Shape;2243;p1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44" name="Google Shape;2244;p19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5" name="Google Shape;2245;p19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6" name="Google Shape;2246;p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7" name="Google Shape;2247;p199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19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9" name="Google Shape;2249;p19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1" name="Google Shape;2251;p20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2" name="Google Shape;2252;p20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53" name="Google Shape;2253;p200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4" name="Google Shape;2254;p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5" name="Google Shape;2255;p20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56" name="Google Shape;2256;p20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7" name="Google Shape;2257;p20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58" name="Google Shape;2258;p20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9" name="Google Shape;2259;p20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60" name="Google Shape;2260;p2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2" name="Google Shape;2262;p20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263" name="Google Shape;2263;p20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4" name="Google Shape;2264;p20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5" name="Google Shape;2265;p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6" name="Google Shape;2266;p20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67" name="Google Shape;2267;p20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8" name="Google Shape;2268;p201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69" name="Google Shape;2269;p2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0" name="Google Shape;2270;p20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1" name="Google Shape;2271;p20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3" name="Google Shape;2273;p20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4" name="Google Shape;2274;p20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5" name="Google Shape;2275;p202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6" name="Google Shape;2276;p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7" name="Google Shape;2277;p20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78" name="Google Shape;2278;p2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9" name="Google Shape;2279;p20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280" name="Google Shape;2280;p2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2281" name="Google Shape;2281;p20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2" name="Google Shape;2282;p20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2283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4" name="Google Shape;2284;p20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5" name="Google Shape;2285;p20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6" name="Google Shape;2286;p203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7" name="Google Shape;2287;p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8" name="Google Shape;2288;p20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89" name="Google Shape;2289;p2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0" name="Google Shape;2290;p20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291" name="Google Shape;2291;p2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20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3" name="Google Shape;2293;p20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5" name="Google Shape;2295;p20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6" name="Google Shape;2296;p20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7" name="Google Shape;2297;p204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8" name="Google Shape;2298;p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9" name="Google Shape;2299;p20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00" name="Google Shape;2300;p2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1" name="Google Shape;2301;p20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02" name="Google Shape;2302;p2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2303" name="Google Shape;2303;p20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4" name="Google Shape;2304;p20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20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7" name="Google Shape;2307;p20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8" name="Google Shape;2308;p2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9" name="Google Shape;2309;p205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0" name="Google Shape;2310;p20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11" name="Google Shape;2311;p2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2" name="Google Shape;2312;p205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13" name="Google Shape;2313;p20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4" name="Google Shape;2314;p20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5" name="Google Shape;2315;p20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7" name="Google Shape;2317;p20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8" name="Google Shape;2318;p20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19" name="Google Shape;2319;p20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0" name="Google Shape;2320;p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1" name="Google Shape;2321;p20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22" name="Google Shape;2322;p20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3" name="Google Shape;2323;p20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24" name="Google Shape;2324;p20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5" name="Google Shape;2325;p20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26" name="Google Shape;2326;p2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1">
            <a:off x="6638540" y="856133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327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8" name="Google Shape;2328;p2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29" name="Google Shape;2329;p207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0" name="Google Shape;2330;p207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208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208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208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5" name="Google Shape;2335;p208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6" name="Google Shape;2336;p208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7" name="Google Shape;2337;p208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8" name="Google Shape;2338;p208"/>
          <p:cNvPicPr preferRelativeResize="0"/>
          <p:nvPr/>
        </p:nvPicPr>
        <p:blipFill rotWithShape="1">
          <a:blip r:embed="rId2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9" name="Google Shape;2339;p208"/>
          <p:cNvPicPr preferRelativeResize="0"/>
          <p:nvPr/>
        </p:nvPicPr>
        <p:blipFill rotWithShape="1">
          <a:blip r:embed="rId2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0" name="Google Shape;2340;p208"/>
          <p:cNvPicPr preferRelativeResize="0"/>
          <p:nvPr/>
        </p:nvPicPr>
        <p:blipFill rotWithShape="1">
          <a:blip r:embed="rId2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1" name="Google Shape;2341;p208"/>
          <p:cNvPicPr preferRelativeResize="0"/>
          <p:nvPr/>
        </p:nvPicPr>
        <p:blipFill rotWithShape="1">
          <a:blip r:embed="rId2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2" name="Google Shape;2342;p208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3" name="Google Shape;2343;p208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4" name="Google Shape;2344;p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13" y="1948533"/>
            <a:ext cx="206796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5" name="Google Shape;2345;p2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125" y="1828475"/>
            <a:ext cx="1738025" cy="14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346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7" name="Google Shape;2347;p209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348" name="Google Shape;2348;p209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49" name="Google Shape;2349;p209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50" name="Google Shape;2350;p20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1" name="Google Shape;2351;p209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2" name="Google Shape;2352;p209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3" name="Google Shape;2353;p209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4" name="Google Shape;2354;p209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5" name="Google Shape;2355;p209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6" name="Google Shape;2356;p209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7" name="Google Shape;2357;p209"/>
          <p:cNvSpPr txBox="1"/>
          <p:nvPr>
            <p:ph idx="7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9" name="Google Shape;2359;p210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360" name="Google Shape;2360;p210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61" name="Google Shape;2361;p210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62" name="Google Shape;2362;p21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210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4" name="Google Shape;2364;p210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5" name="Google Shape;2365;p210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6" name="Google Shape;2366;p210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7" name="Google Shape;2367;p210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8" name="Google Shape;2368;p210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9" name="Google Shape;2369;p210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0" name="Google Shape;2370;p210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1" name="Google Shape;2371;p210"/>
          <p:cNvSpPr txBox="1"/>
          <p:nvPr>
            <p:ph idx="9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3" name="Google Shape;2373;p211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374" name="Google Shape;2374;p211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75" name="Google Shape;2375;p211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6" name="Google Shape;2376;p21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211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8" name="Google Shape;2378;p211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9" name="Google Shape;2379;p211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0" name="Google Shape;2380;p211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1" name="Google Shape;2381;p211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2" name="Google Shape;2382;p211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3" name="Google Shape;2383;p211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4" name="Google Shape;2384;p211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5" name="Google Shape;2385;p211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6" name="Google Shape;2386;p211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7" name="Google Shape;2387;p211"/>
          <p:cNvSpPr txBox="1"/>
          <p:nvPr>
            <p:ph idx="14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388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9" name="Google Shape;2389;p212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390" name="Google Shape;2390;p212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91" name="Google Shape;2391;p212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2" name="Google Shape;2392;p2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3" name="Google Shape;2393;p212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94" name="Google Shape;2394;p212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95" name="Google Shape;2395;p212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96" name="Google Shape;2396;p212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97" name="Google Shape;2397;p212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2398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9" name="Google Shape;2399;p213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0" name="Google Shape;2400;p213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1" name="Google Shape;2401;p213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2" name="Google Shape;2402;p213"/>
          <p:cNvCxnSpPr>
            <a:endCxn id="2403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04" name="Google Shape;2404;p2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405" name="Google Shape;2405;p213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403" name="Google Shape;2403;p2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6" name="Google Shape;2406;p213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407" name="Google Shape;2407;p213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08" name="Google Shape;2408;p213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09" name="Google Shape;2409;p21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0" name="Google Shape;2410;p213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411" name="Google Shape;2411;p213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3" name="Google Shape;2413;p21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4" name="Google Shape;2414;p21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5" name="Google Shape;2415;p214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6" name="Google Shape;2416;p21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7" name="Google Shape;2417;p21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8" name="Google Shape;2418;p21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9" name="Google Shape;2419;p214"/>
          <p:cNvCxnSpPr>
            <a:endCxn id="2420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20" name="Google Shape;2420;p2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1" name="Google Shape;2421;p2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2" name="Google Shape;2422;p2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3" name="Google Shape;2423;p214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424" name="Google Shape;2424;p214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25" name="Google Shape;2425;p214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6" name="Google Shape;2426;p21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7" name="Google Shape;2427;p214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428" name="Google Shape;2428;p214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29" name="Google Shape;2429;p214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30" name="Google Shape;2430;p214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2" name="Google Shape;2432;p21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3" name="Google Shape;2433;p21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4" name="Google Shape;2434;p215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5" name="Google Shape;2435;p21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6" name="Google Shape;2436;p21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7" name="Google Shape;2437;p21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8" name="Google Shape;2438;p215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9" name="Google Shape;2439;p21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0" name="Google Shape;2440;p215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41" name="Google Shape;2441;p2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2" name="Google Shape;2442;p2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3" name="Google Shape;2443;p2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4" name="Google Shape;2444;p2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5" name="Google Shape;2445;p215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446" name="Google Shape;2446;p215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47" name="Google Shape;2447;p215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8" name="Google Shape;2448;p21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9" name="Google Shape;2449;p215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450" name="Google Shape;2450;p215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51" name="Google Shape;2451;p215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52" name="Google Shape;2452;p215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53" name="Google Shape;2453;p215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454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5" name="Google Shape;2455;p216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2456" name="Google Shape;2456;p2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7" name="Google Shape;2457;p216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8" name="Google Shape;2458;p21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459" name="Google Shape;2459;p2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0" name="Google Shape;2460;p21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1" name="Google Shape;2461;p21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2" name="Google Shape;2462;p21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463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4" name="Google Shape;2464;p217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2465" name="Google Shape;2465;p217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6" name="Google Shape;2466;p217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7" name="Google Shape;2467;p21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8" name="Google Shape;2468;p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9" name="Google Shape;2469;p217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70" name="Google Shape;2470;p21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1" name="Google Shape;2471;p21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472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3" name="Google Shape;2473;p2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74" name="Google Shape;2474;p2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21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76" name="Google Shape;2476;p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7" name="Google Shape;2477;p218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78" name="Google Shape;2478;p21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9" name="Google Shape;2479;p21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1" name="Google Shape;2481;p2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2" name="Google Shape;2482;p21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21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84" name="Google Shape;2484;p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5" name="Google Shape;2485;p219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86" name="Google Shape;2486;p21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7" name="Google Shape;2487;p21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488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22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90" name="Google Shape;2490;p2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1" name="Google Shape;2491;p2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p220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93" name="Google Shape;2493;p22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494" name="Google Shape;2494;p22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95" name="Google Shape;2495;p2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6" name="Google Shape;2496;p22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97" name="Google Shape;2497;p22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98" name="Google Shape;2498;p2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9" name="Google Shape;2499;p22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00" name="Google Shape;2500;p220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01" name="Google Shape;2501;p220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02" name="Google Shape;2502;p220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503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p22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5" name="Google Shape;2505;p2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06" name="Google Shape;2506;p2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221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508" name="Google Shape;2508;p22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09" name="Google Shape;2509;p2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0" name="Google Shape;2510;p22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11" name="Google Shape;2511;p22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12" name="Google Shape;2512;p2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3" name="Google Shape;2513;p22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14" name="Google Shape;2514;p221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15" name="Google Shape;2515;p221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6" name="Google Shape;2516;p221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17" name="Google Shape;2517;p221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p222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0" name="Google Shape;2520;p2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1" name="Google Shape;2521;p2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p222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523" name="Google Shape;2523;p22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24" name="Google Shape;2524;p2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5" name="Google Shape;2525;p22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26" name="Google Shape;2526;p22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27" name="Google Shape;2527;p2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8" name="Google Shape;2528;p22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29" name="Google Shape;2529;p22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30" name="Google Shape;2530;p222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31" name="Google Shape;2531;p222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32" name="Google Shape;2532;p222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533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p22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5" name="Google Shape;2535;p2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6" name="Google Shape;2536;p2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p223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538" name="Google Shape;2538;p22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9" name="Google Shape;2539;p2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0" name="Google Shape;2540;p22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41" name="Google Shape;2541;p22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42" name="Google Shape;2542;p2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3" name="Google Shape;2543;p22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44" name="Google Shape;2544;p22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45" name="Google Shape;2545;p223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6" name="Google Shape;2546;p223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7" name="Google Shape;2547;p223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2548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9" name="Google Shape;2549;p2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0" name="Google Shape;2550;p2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1" name="Google Shape;2551;p2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52" name="Google Shape;2552;p2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p224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4" name="Google Shape;2554;p224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5" name="Google Shape;2555;p224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6" name="Google Shape;2556;p224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7" name="Google Shape;2557;p22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558" name="Google Shape;2558;p224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9" name="Google Shape;2559;p224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60" name="Google Shape;2560;p2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1" name="Google Shape;2561;p22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2" name="Google Shape;2562;p22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3" name="Google Shape;2563;p224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2564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5" name="Google Shape;2565;p2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66" name="Google Shape;2566;p2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7" name="Google Shape;2567;p2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8" name="Google Shape;2568;p22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69" name="Google Shape;2569;p2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0" name="Google Shape;2570;p2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1" name="Google Shape;2571;p225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2" name="Google Shape;2572;p225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3" name="Google Shape;2573;p225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74" name="Google Shape;2574;p225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75" name="Google Shape;2575;p22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576" name="Google Shape;2576;p225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7" name="Google Shape;2577;p225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8" name="Google Shape;2578;p22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79" name="Google Shape;2579;p225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1" name="Google Shape;2581;p2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82" name="Google Shape;2582;p2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3" name="Google Shape;2583;p2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4" name="Google Shape;2584;p22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85" name="Google Shape;2585;p2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6" name="Google Shape;2586;p2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7" name="Google Shape;2587;p226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8" name="Google Shape;2588;p226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9" name="Google Shape;2589;p226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90" name="Google Shape;2590;p226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91" name="Google Shape;2591;p22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592" name="Google Shape;2592;p226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3" name="Google Shape;2593;p226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4" name="Google Shape;2594;p22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95" name="Google Shape;2595;p226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2596" name="Shape 2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7" name="Google Shape;2597;p2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98" name="Google Shape;2598;p2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9" name="Google Shape;2599;p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0" name="Google Shape;2600;p22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01" name="Google Shape;2601;p2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2" name="Google Shape;2602;p2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3" name="Google Shape;2603;p227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4" name="Google Shape;2604;p227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5" name="Google Shape;2605;p227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06" name="Google Shape;2606;p227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07" name="Google Shape;2607;p22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608" name="Google Shape;2608;p227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9" name="Google Shape;2609;p227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0" name="Google Shape;2610;p22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11" name="Google Shape;2611;p227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2612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3" name="Google Shape;2613;p2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4" name="Google Shape;2614;p2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5" name="Google Shape;2615;p228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16" name="Google Shape;2616;p2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7" name="Google Shape;2617;p2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8" name="Google Shape;2618;p22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19" name="Google Shape;2619;p228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20" name="Google Shape;2620;p228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21" name="Google Shape;2621;p22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622" name="Google Shape;2622;p2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3" name="Google Shape;2623;p2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24" name="Google Shape;2624;p22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625" name="Google Shape;2625;p2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6" name="Google Shape;2626;p2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27" name="Google Shape;2627;p22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628" name="Google Shape;2628;p2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9" name="Google Shape;2629;p2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30" name="Google Shape;2630;p228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1" name="Google Shape;2631;p228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2632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3" name="Google Shape;2633;p2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34" name="Google Shape;2634;p2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5" name="Google Shape;2635;p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6" name="Google Shape;2636;p2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7" name="Google Shape;2637;p22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8" name="Google Shape;2638;p229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9" name="Google Shape;2639;p229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40" name="Google Shape;2640;p22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641" name="Google Shape;2641;p2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2" name="Google Shape;2642;p2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43" name="Google Shape;2643;p22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644" name="Google Shape;2644;p2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5" name="Google Shape;2645;p2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46" name="Google Shape;2646;p22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647" name="Google Shape;2647;p2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8" name="Google Shape;2648;p2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49" name="Google Shape;2649;p22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50" name="Google Shape;2650;p229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51" name="Google Shape;2651;p229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2652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3" name="Google Shape;2653;p2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4" name="Google Shape;2654;p2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55" name="Google Shape;2655;p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6" name="Google Shape;2656;p2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7" name="Google Shape;2657;p23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8" name="Google Shape;2658;p230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9" name="Google Shape;2659;p230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60" name="Google Shape;2660;p23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661" name="Google Shape;2661;p2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2" name="Google Shape;2662;p2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63" name="Google Shape;2663;p23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664" name="Google Shape;2664;p2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5" name="Google Shape;2665;p2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66" name="Google Shape;2666;p23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667" name="Google Shape;2667;p2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8" name="Google Shape;2668;p2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69" name="Google Shape;2669;p23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0" name="Google Shape;2670;p230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1" name="Google Shape;2671;p230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2672" name="Shape 2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3" name="Google Shape;2673;p2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4" name="Google Shape;2674;p2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5" name="Google Shape;2675;p2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6" name="Google Shape;2676;p2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7" name="Google Shape;2677;p23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8" name="Google Shape;2678;p231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9" name="Google Shape;2679;p231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80" name="Google Shape;2680;p23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681" name="Google Shape;2681;p2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2" name="Google Shape;2682;p2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3" name="Google Shape;2683;p23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684" name="Google Shape;2684;p2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5" name="Google Shape;2685;p2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6" name="Google Shape;2686;p23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687" name="Google Shape;2687;p2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8" name="Google Shape;2688;p2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89" name="Google Shape;2689;p23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0" name="Google Shape;2690;p231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1" name="Google Shape;2691;p231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2692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3" name="Google Shape;2693;p2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4" name="Google Shape;2694;p2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95" name="Google Shape;2695;p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6" name="Google Shape;2696;p2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7" name="Google Shape;2697;p23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98" name="Google Shape;2698;p232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99" name="Google Shape;2699;p232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00" name="Google Shape;2700;p232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01" name="Google Shape;2701;p23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702" name="Google Shape;2702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3" name="Google Shape;2703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04" name="Google Shape;2704;p23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705" name="Google Shape;2705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6" name="Google Shape;2706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07" name="Google Shape;2707;p23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708" name="Google Shape;2708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9" name="Google Shape;2709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10" name="Google Shape;2710;p23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711" name="Google Shape;2711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2" name="Google Shape;2712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13" name="Google Shape;2713;p23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4" name="Google Shape;2714;p23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5" name="Google Shape;2715;p232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2716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7" name="Google Shape;2717;p2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18" name="Google Shape;2718;p2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9" name="Google Shape;2719;p2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0" name="Google Shape;2720;p2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1" name="Google Shape;2721;p23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22" name="Google Shape;2722;p233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23" name="Google Shape;2723;p233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24" name="Google Shape;2724;p233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25" name="Google Shape;2725;p23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726" name="Google Shape;2726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7" name="Google Shape;2727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8" name="Google Shape;2728;p23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729" name="Google Shape;2729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0" name="Google Shape;2730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1" name="Google Shape;2731;p23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732" name="Google Shape;2732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3" name="Google Shape;2733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4" name="Google Shape;2734;p23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735" name="Google Shape;2735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6" name="Google Shape;2736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37" name="Google Shape;2737;p23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8" name="Google Shape;2738;p233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9" name="Google Shape;2739;p233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2740" name="Shape 2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1" name="Google Shape;2741;p2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2" name="Google Shape;2742;p2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3" name="Google Shape;2743;p23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44" name="Google Shape;2744;p2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5" name="Google Shape;2745;p2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6" name="Google Shape;2746;p23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47" name="Google Shape;2747;p234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48" name="Google Shape;2748;p234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49" name="Google Shape;2749;p234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50" name="Google Shape;2750;p23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751" name="Google Shape;2751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2" name="Google Shape;2752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53" name="Google Shape;2753;p23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754" name="Google Shape;2754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5" name="Google Shape;2755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56" name="Google Shape;2756;p23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757" name="Google Shape;2757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8" name="Google Shape;2758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59" name="Google Shape;2759;p23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760" name="Google Shape;2760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1" name="Google Shape;2761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62" name="Google Shape;2762;p234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63" name="Google Shape;2763;p234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2764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" name="Google Shape;2765;p2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66" name="Google Shape;2766;p2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7" name="Google Shape;2767;p23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68" name="Google Shape;2768;p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9" name="Google Shape;2769;p2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0" name="Google Shape;2770;p23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1" name="Google Shape;2771;p235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2" name="Google Shape;2772;p235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3" name="Google Shape;2773;p235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74" name="Google Shape;2774;p23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775" name="Google Shape;2775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6" name="Google Shape;2776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7" name="Google Shape;2777;p23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778" name="Google Shape;2778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9" name="Google Shape;2779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80" name="Google Shape;2780;p23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781" name="Google Shape;2781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2" name="Google Shape;2782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83" name="Google Shape;2783;p23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784" name="Google Shape;2784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5" name="Google Shape;2785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86" name="Google Shape;2786;p235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7" name="Google Shape;2787;p235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788" name="Shape 2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9" name="Google Shape;2789;p2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90" name="Google Shape;2790;p2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1" name="Google Shape;2791;p2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2" name="Google Shape;2792;p2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3" name="Google Shape;2793;p236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794" name="Google Shape;2794;p236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795" name="Google Shape;2795;p236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796" name="Google Shape;2796;p23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797" name="Google Shape;2797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8" name="Google Shape;2798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99" name="Google Shape;2799;p23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800" name="Google Shape;2800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1" name="Google Shape;2801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02" name="Google Shape;2802;p23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803" name="Google Shape;2803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4" name="Google Shape;2804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05" name="Google Shape;2805;p23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6" name="Google Shape;2806;p236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7" name="Google Shape;2807;p236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2808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9" name="Google Shape;2809;p2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10" name="Google Shape;2810;p2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1" name="Google Shape;2811;p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2" name="Google Shape;2812;p2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3" name="Google Shape;2813;p237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14" name="Google Shape;2814;p237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15" name="Google Shape;2815;p237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16" name="Google Shape;2816;p23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817" name="Google Shape;2817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8" name="Google Shape;2818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9" name="Google Shape;2819;p23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820" name="Google Shape;2820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1" name="Google Shape;2821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2" name="Google Shape;2822;p23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823" name="Google Shape;2823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4" name="Google Shape;2824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25" name="Google Shape;2825;p23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6" name="Google Shape;2826;p237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7" name="Google Shape;2827;p237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2828" name="Shape 2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9" name="Google Shape;2829;p2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0" name="Google Shape;2830;p2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1" name="Google Shape;2831;p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2" name="Google Shape;2832;p2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3" name="Google Shape;2833;p238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34" name="Google Shape;2834;p238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35" name="Google Shape;2835;p238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36" name="Google Shape;2836;p23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837" name="Google Shape;2837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8" name="Google Shape;2838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39" name="Google Shape;2839;p23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840" name="Google Shape;2840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1" name="Google Shape;2841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42" name="Google Shape;2842;p23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843" name="Google Shape;2843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4" name="Google Shape;2844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45" name="Google Shape;2845;p23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6" name="Google Shape;2846;p238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7" name="Google Shape;2847;p238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2848" name="Shape 2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9" name="Google Shape;2849;p2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50" name="Google Shape;2850;p2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1" name="Google Shape;2851;p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2" name="Google Shape;2852;p2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3" name="Google Shape;2853;p239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54" name="Google Shape;2854;p239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55" name="Google Shape;2855;p239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56" name="Google Shape;2856;p23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857" name="Google Shape;2857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8" name="Google Shape;2858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9" name="Google Shape;2859;p23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860" name="Google Shape;2860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1" name="Google Shape;2861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2" name="Google Shape;2862;p23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863" name="Google Shape;2863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4" name="Google Shape;2864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65" name="Google Shape;2865;p23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6" name="Google Shape;2866;p239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7" name="Google Shape;2867;p239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2868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9" name="Google Shape;2869;p2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70" name="Google Shape;2870;p2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1" name="Google Shape;2871;p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2" name="Google Shape;2872;p2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3" name="Google Shape;2873;p24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4" name="Google Shape;2874;p24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75" name="Google Shape;2875;p24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2876" name="Shape 2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7" name="Google Shape;2877;p2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78" name="Google Shape;2878;p2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9" name="Google Shape;2879;p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0" name="Google Shape;2880;p2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1" name="Google Shape;2881;p24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82" name="Google Shape;2882;p24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83" name="Google Shape;2883;p24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2884" name="Shape 2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5" name="Google Shape;2885;p2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6" name="Google Shape;2886;p2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7" name="Google Shape;2887;p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8" name="Google Shape;2888;p2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9" name="Google Shape;2889;p24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0" name="Google Shape;2890;p24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91" name="Google Shape;2891;p24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2892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3" name="Google Shape;2893;p2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4" name="Google Shape;2894;p2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5" name="Google Shape;2895;p24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896" name="Google Shape;2896;p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7" name="Google Shape;2897;p2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8" name="Google Shape;2898;p24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9" name="Google Shape;2899;p24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2900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1" name="Google Shape;2901;p2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02" name="Google Shape;2902;p2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03" name="Google Shape;2903;p2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4" name="Google Shape;2904;p2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5" name="Google Shape;2905;p24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6" name="Google Shape;2906;p24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7" name="Google Shape;2907;p24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08" name="Google Shape;2908;p24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2909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0" name="Google Shape;2910;p2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11" name="Google Shape;2911;p2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p2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13" name="Google Shape;2913;p2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4" name="Google Shape;2914;p24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5" name="Google Shape;2915;p245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6" name="Google Shape;2916;p24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17" name="Google Shape;2917;p24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2918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9" name="Google Shape;2919;p2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0" name="Google Shape;2920;p2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1" name="Google Shape;2921;p2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22" name="Google Shape;2922;p2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3" name="Google Shape;2923;p24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4" name="Google Shape;2924;p246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5" name="Google Shape;2925;p24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26" name="Google Shape;2926;p24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2927" name="Shape 2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8" name="Google Shape;2928;p2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9" name="Google Shape;2929;p2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0" name="Google Shape;2930;p2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31" name="Google Shape;2931;p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2" name="Google Shape;2932;p24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3" name="Google Shape;2933;p247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4" name="Google Shape;2934;p24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35" name="Google Shape;2935;p24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2936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7" name="Google Shape;2937;p2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38" name="Google Shape;2938;p2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9" name="Google Shape;2939;p2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0" name="Google Shape;2940;p2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1" name="Google Shape;2941;p2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2" name="Google Shape;2942;p248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3" name="Google Shape;2943;p24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44" name="Google Shape;2944;p24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2945" name="Shape 2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6" name="Google Shape;2946;p2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47" name="Google Shape;2947;p2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8" name="Google Shape;2948;p2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49" name="Google Shape;2949;p2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0" name="Google Shape;2950;p2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1" name="Google Shape;2951;p249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2" name="Google Shape;2952;p24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53" name="Google Shape;2953;p24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2954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5" name="Google Shape;2955;p2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6" name="Google Shape;2956;p2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7" name="Google Shape;2957;p2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58" name="Google Shape;2958;p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9" name="Google Shape;2959;p2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0" name="Google Shape;2960;p25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1" name="Google Shape;2961;p25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62" name="Google Shape;2962;p25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2963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4" name="Google Shape;2964;p2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65" name="Google Shape;2965;p2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6" name="Google Shape;2966;p2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67" name="Google Shape;2967;p2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8" name="Google Shape;2968;p2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9" name="Google Shape;2969;p25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0" name="Google Shape;2970;p25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71" name="Google Shape;2971;p25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2972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3" name="Google Shape;2973;p252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2974" name="Google Shape;2974;p252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75" name="Google Shape;2975;p252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6" name="Google Shape;2976;p2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7" name="Google Shape;2977;p252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78" name="Google Shape;2978;p25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79" name="Google Shape;2979;p25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2980" name="Shape 2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1" name="Google Shape;2981;p253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2982" name="Google Shape;2982;p253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83" name="Google Shape;2983;p253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84" name="Google Shape;2984;p25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85" name="Google Shape;2985;p2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6" name="Google Shape;2986;p25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87" name="Google Shape;2987;p25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2988" name="Shape 2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9" name="Google Shape;2989;p254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0" name="Google Shape;2990;p25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1" name="Google Shape;2991;p254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2" name="Google Shape;2992;p254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3" name="Google Shape;2993;p254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4" name="Google Shape;2994;p254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5" name="Google Shape;2995;p254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6" name="Google Shape;2996;p254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7" name="Google Shape;2997;p254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2998" name="Shape 2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9" name="Google Shape;2999;p2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3000" name="Google Shape;3000;p255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3001" name="Shape 3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2" name="Google Shape;3002;p256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03" name="Google Shape;3003;p256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3004" name="Shape 3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5" name="Google Shape;3005;p2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6" name="Google Shape;3006;p2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07" name="Google Shape;3007;p25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8" name="Google Shape;3008;p257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09" name="Google Shape;3009;p257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10" name="Google Shape;3010;p257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58" Type="http://schemas.openxmlformats.org/officeDocument/2006/relationships/theme" Target="../theme/theme1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5.xml"/><Relationship Id="rId42" Type="http://schemas.openxmlformats.org/officeDocument/2006/relationships/slideLayout" Target="../slideLayouts/slideLayout97.xml"/><Relationship Id="rId41" Type="http://schemas.openxmlformats.org/officeDocument/2006/relationships/slideLayout" Target="../slideLayouts/slideLayout96.xml"/><Relationship Id="rId44" Type="http://schemas.openxmlformats.org/officeDocument/2006/relationships/slideLayout" Target="../slideLayouts/slideLayout99.xml"/><Relationship Id="rId43" Type="http://schemas.openxmlformats.org/officeDocument/2006/relationships/slideLayout" Target="../slideLayouts/slideLayout98.xml"/><Relationship Id="rId46" Type="http://schemas.openxmlformats.org/officeDocument/2006/relationships/slideLayout" Target="../slideLayouts/slideLayout101.xml"/><Relationship Id="rId45" Type="http://schemas.openxmlformats.org/officeDocument/2006/relationships/slideLayout" Target="../slideLayouts/slideLayout100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48" Type="http://schemas.openxmlformats.org/officeDocument/2006/relationships/slideLayout" Target="../slideLayouts/slideLayout103.xml"/><Relationship Id="rId47" Type="http://schemas.openxmlformats.org/officeDocument/2006/relationships/slideLayout" Target="../slideLayouts/slideLayout102.xml"/><Relationship Id="rId49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86.xml"/><Relationship Id="rId30" Type="http://schemas.openxmlformats.org/officeDocument/2006/relationships/slideLayout" Target="../slideLayouts/slideLayout85.xml"/><Relationship Id="rId33" Type="http://schemas.openxmlformats.org/officeDocument/2006/relationships/slideLayout" Target="../slideLayouts/slideLayout88.xml"/><Relationship Id="rId32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90.xml"/><Relationship Id="rId34" Type="http://schemas.openxmlformats.org/officeDocument/2006/relationships/slideLayout" Target="../slideLayouts/slideLayout89.xml"/><Relationship Id="rId37" Type="http://schemas.openxmlformats.org/officeDocument/2006/relationships/slideLayout" Target="../slideLayouts/slideLayout92.xml"/><Relationship Id="rId36" Type="http://schemas.openxmlformats.org/officeDocument/2006/relationships/slideLayout" Target="../slideLayouts/slideLayout91.xml"/><Relationship Id="rId39" Type="http://schemas.openxmlformats.org/officeDocument/2006/relationships/slideLayout" Target="../slideLayouts/slideLayout94.xml"/><Relationship Id="rId38" Type="http://schemas.openxmlformats.org/officeDocument/2006/relationships/slideLayout" Target="../slideLayouts/slideLayout93.xml"/><Relationship Id="rId62" Type="http://schemas.openxmlformats.org/officeDocument/2006/relationships/slideLayout" Target="../slideLayouts/slideLayout117.xml"/><Relationship Id="rId61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75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18.xml"/><Relationship Id="rId22" Type="http://schemas.openxmlformats.org/officeDocument/2006/relationships/slideLayout" Target="../slideLayouts/slideLayout77.xml"/><Relationship Id="rId21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115.xml"/><Relationship Id="rId26" Type="http://schemas.openxmlformats.org/officeDocument/2006/relationships/slideLayout" Target="../slideLayouts/slideLayout81.xml"/><Relationship Id="rId25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83.xml"/><Relationship Id="rId27" Type="http://schemas.openxmlformats.org/officeDocument/2006/relationships/slideLayout" Target="../slideLayouts/slideLayout82.xml"/><Relationship Id="rId29" Type="http://schemas.openxmlformats.org/officeDocument/2006/relationships/slideLayout" Target="../slideLayouts/slideLayout84.xml"/><Relationship Id="rId51" Type="http://schemas.openxmlformats.org/officeDocument/2006/relationships/slideLayout" Target="../slideLayouts/slideLayout106.xml"/><Relationship Id="rId50" Type="http://schemas.openxmlformats.org/officeDocument/2006/relationships/slideLayout" Target="../slideLayouts/slideLayout105.xml"/><Relationship Id="rId53" Type="http://schemas.openxmlformats.org/officeDocument/2006/relationships/slideLayout" Target="../slideLayouts/slideLayout108.xml"/><Relationship Id="rId52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66.xml"/><Relationship Id="rId5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65.xml"/><Relationship Id="rId54" Type="http://schemas.openxmlformats.org/officeDocument/2006/relationships/slideLayout" Target="../slideLayouts/slideLayout109.xml"/><Relationship Id="rId13" Type="http://schemas.openxmlformats.org/officeDocument/2006/relationships/slideLayout" Target="../slideLayouts/slideLayout68.xml"/><Relationship Id="rId5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67.xml"/><Relationship Id="rId56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70.xml"/><Relationship Id="rId59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69.xml"/><Relationship Id="rId58" Type="http://schemas.openxmlformats.org/officeDocument/2006/relationships/slideLayout" Target="../slideLayouts/slideLayout113.xml"/><Relationship Id="rId17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74.xml"/><Relationship Id="rId18" Type="http://schemas.openxmlformats.org/officeDocument/2006/relationships/slideLayout" Target="../slideLayouts/slideLayout73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57.xml"/><Relationship Id="rId42" Type="http://schemas.openxmlformats.org/officeDocument/2006/relationships/slideLayout" Target="../slideLayouts/slideLayout159.xml"/><Relationship Id="rId41" Type="http://schemas.openxmlformats.org/officeDocument/2006/relationships/slideLayout" Target="../slideLayouts/slideLayout158.xml"/><Relationship Id="rId44" Type="http://schemas.openxmlformats.org/officeDocument/2006/relationships/slideLayout" Target="../slideLayouts/slideLayout161.xml"/><Relationship Id="rId43" Type="http://schemas.openxmlformats.org/officeDocument/2006/relationships/slideLayout" Target="../slideLayouts/slideLayout160.xml"/><Relationship Id="rId46" Type="http://schemas.openxmlformats.org/officeDocument/2006/relationships/slideLayout" Target="../slideLayouts/slideLayout163.xml"/><Relationship Id="rId45" Type="http://schemas.openxmlformats.org/officeDocument/2006/relationships/slideLayout" Target="../slideLayouts/slideLayout162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48" Type="http://schemas.openxmlformats.org/officeDocument/2006/relationships/slideLayout" Target="../slideLayouts/slideLayout165.xml"/><Relationship Id="rId47" Type="http://schemas.openxmlformats.org/officeDocument/2006/relationships/slideLayout" Target="../slideLayouts/slideLayout164.xml"/><Relationship Id="rId49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4.xml"/><Relationship Id="rId8" Type="http://schemas.openxmlformats.org/officeDocument/2006/relationships/slideLayout" Target="../slideLayouts/slideLayout125.xml"/><Relationship Id="rId31" Type="http://schemas.openxmlformats.org/officeDocument/2006/relationships/slideLayout" Target="../slideLayouts/slideLayout148.xml"/><Relationship Id="rId30" Type="http://schemas.openxmlformats.org/officeDocument/2006/relationships/slideLayout" Target="../slideLayouts/slideLayout147.xml"/><Relationship Id="rId33" Type="http://schemas.openxmlformats.org/officeDocument/2006/relationships/slideLayout" Target="../slideLayouts/slideLayout150.xml"/><Relationship Id="rId32" Type="http://schemas.openxmlformats.org/officeDocument/2006/relationships/slideLayout" Target="../slideLayouts/slideLayout149.xml"/><Relationship Id="rId35" Type="http://schemas.openxmlformats.org/officeDocument/2006/relationships/slideLayout" Target="../slideLayouts/slideLayout152.xml"/><Relationship Id="rId34" Type="http://schemas.openxmlformats.org/officeDocument/2006/relationships/slideLayout" Target="../slideLayouts/slideLayout151.xml"/><Relationship Id="rId37" Type="http://schemas.openxmlformats.org/officeDocument/2006/relationships/slideLayout" Target="../slideLayouts/slideLayout154.xml"/><Relationship Id="rId36" Type="http://schemas.openxmlformats.org/officeDocument/2006/relationships/slideLayout" Target="../slideLayouts/slideLayout153.xml"/><Relationship Id="rId39" Type="http://schemas.openxmlformats.org/officeDocument/2006/relationships/slideLayout" Target="../slideLayouts/slideLayout156.xml"/><Relationship Id="rId38" Type="http://schemas.openxmlformats.org/officeDocument/2006/relationships/slideLayout" Target="../slideLayouts/slideLayout155.xml"/><Relationship Id="rId62" Type="http://schemas.openxmlformats.org/officeDocument/2006/relationships/slideLayout" Target="../slideLayouts/slideLayout179.xml"/><Relationship Id="rId61" Type="http://schemas.openxmlformats.org/officeDocument/2006/relationships/slideLayout" Target="../slideLayouts/slideLayout178.xml"/><Relationship Id="rId20" Type="http://schemas.openxmlformats.org/officeDocument/2006/relationships/slideLayout" Target="../slideLayouts/slideLayout137.xml"/><Relationship Id="rId64" Type="http://schemas.openxmlformats.org/officeDocument/2006/relationships/slideLayout" Target="../slideLayouts/slideLayout181.xml"/><Relationship Id="rId63" Type="http://schemas.openxmlformats.org/officeDocument/2006/relationships/slideLayout" Target="../slideLayouts/slideLayout180.xml"/><Relationship Id="rId22" Type="http://schemas.openxmlformats.org/officeDocument/2006/relationships/slideLayout" Target="../slideLayouts/slideLayout139.xml"/><Relationship Id="rId21" Type="http://schemas.openxmlformats.org/officeDocument/2006/relationships/slideLayout" Target="../slideLayouts/slideLayout138.xml"/><Relationship Id="rId65" Type="http://schemas.openxmlformats.org/officeDocument/2006/relationships/theme" Target="../theme/theme4.xml"/><Relationship Id="rId24" Type="http://schemas.openxmlformats.org/officeDocument/2006/relationships/slideLayout" Target="../slideLayouts/slideLayout141.xml"/><Relationship Id="rId23" Type="http://schemas.openxmlformats.org/officeDocument/2006/relationships/slideLayout" Target="../slideLayouts/slideLayout140.xml"/><Relationship Id="rId60" Type="http://schemas.openxmlformats.org/officeDocument/2006/relationships/slideLayout" Target="../slideLayouts/slideLayout177.xml"/><Relationship Id="rId26" Type="http://schemas.openxmlformats.org/officeDocument/2006/relationships/slideLayout" Target="../slideLayouts/slideLayout143.xml"/><Relationship Id="rId25" Type="http://schemas.openxmlformats.org/officeDocument/2006/relationships/slideLayout" Target="../slideLayouts/slideLayout142.xml"/><Relationship Id="rId28" Type="http://schemas.openxmlformats.org/officeDocument/2006/relationships/slideLayout" Target="../slideLayouts/slideLayout145.xml"/><Relationship Id="rId27" Type="http://schemas.openxmlformats.org/officeDocument/2006/relationships/slideLayout" Target="../slideLayouts/slideLayout144.xml"/><Relationship Id="rId29" Type="http://schemas.openxmlformats.org/officeDocument/2006/relationships/slideLayout" Target="../slideLayouts/slideLayout146.xml"/><Relationship Id="rId51" Type="http://schemas.openxmlformats.org/officeDocument/2006/relationships/slideLayout" Target="../slideLayouts/slideLayout168.xml"/><Relationship Id="rId50" Type="http://schemas.openxmlformats.org/officeDocument/2006/relationships/slideLayout" Target="../slideLayouts/slideLayout167.xml"/><Relationship Id="rId53" Type="http://schemas.openxmlformats.org/officeDocument/2006/relationships/slideLayout" Target="../slideLayouts/slideLayout170.xml"/><Relationship Id="rId52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28.xml"/><Relationship Id="rId55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27.xml"/><Relationship Id="rId54" Type="http://schemas.openxmlformats.org/officeDocument/2006/relationships/slideLayout" Target="../slideLayouts/slideLayout171.xml"/><Relationship Id="rId13" Type="http://schemas.openxmlformats.org/officeDocument/2006/relationships/slideLayout" Target="../slideLayouts/slideLayout130.xml"/><Relationship Id="rId57" Type="http://schemas.openxmlformats.org/officeDocument/2006/relationships/slideLayout" Target="../slideLayouts/slideLayout174.xml"/><Relationship Id="rId12" Type="http://schemas.openxmlformats.org/officeDocument/2006/relationships/slideLayout" Target="../slideLayouts/slideLayout129.xml"/><Relationship Id="rId56" Type="http://schemas.openxmlformats.org/officeDocument/2006/relationships/slideLayout" Target="../slideLayouts/slideLayout173.xml"/><Relationship Id="rId15" Type="http://schemas.openxmlformats.org/officeDocument/2006/relationships/slideLayout" Target="../slideLayouts/slideLayout132.xml"/><Relationship Id="rId59" Type="http://schemas.openxmlformats.org/officeDocument/2006/relationships/slideLayout" Target="../slideLayouts/slideLayout176.xml"/><Relationship Id="rId14" Type="http://schemas.openxmlformats.org/officeDocument/2006/relationships/slideLayout" Target="../slideLayouts/slideLayout131.xml"/><Relationship Id="rId58" Type="http://schemas.openxmlformats.org/officeDocument/2006/relationships/slideLayout" Target="../slideLayouts/slideLayout175.xml"/><Relationship Id="rId17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3.xml"/><Relationship Id="rId19" Type="http://schemas.openxmlformats.org/officeDocument/2006/relationships/slideLayout" Target="../slideLayouts/slideLayout136.xml"/><Relationship Id="rId18" Type="http://schemas.openxmlformats.org/officeDocument/2006/relationships/slideLayout" Target="../slideLayouts/slideLayout135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20.xml"/><Relationship Id="rId42" Type="http://schemas.openxmlformats.org/officeDocument/2006/relationships/slideLayout" Target="../slideLayouts/slideLayout222.xml"/><Relationship Id="rId41" Type="http://schemas.openxmlformats.org/officeDocument/2006/relationships/slideLayout" Target="../slideLayouts/slideLayout221.xml"/><Relationship Id="rId44" Type="http://schemas.openxmlformats.org/officeDocument/2006/relationships/slideLayout" Target="../slideLayouts/slideLayout224.xml"/><Relationship Id="rId43" Type="http://schemas.openxmlformats.org/officeDocument/2006/relationships/slideLayout" Target="../slideLayouts/slideLayout223.xml"/><Relationship Id="rId46" Type="http://schemas.openxmlformats.org/officeDocument/2006/relationships/slideLayout" Target="../slideLayouts/slideLayout226.xml"/><Relationship Id="rId45" Type="http://schemas.openxmlformats.org/officeDocument/2006/relationships/slideLayout" Target="../slideLayouts/slideLayout225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4.xml"/><Relationship Id="rId9" Type="http://schemas.openxmlformats.org/officeDocument/2006/relationships/slideLayout" Target="../slideLayouts/slideLayout189.xml"/><Relationship Id="rId48" Type="http://schemas.openxmlformats.org/officeDocument/2006/relationships/slideLayout" Target="../slideLayouts/slideLayout228.xml"/><Relationship Id="rId47" Type="http://schemas.openxmlformats.org/officeDocument/2006/relationships/slideLayout" Target="../slideLayouts/slideLayout227.xml"/><Relationship Id="rId49" Type="http://schemas.openxmlformats.org/officeDocument/2006/relationships/slideLayout" Target="../slideLayouts/slideLayout229.xml"/><Relationship Id="rId5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8.xml"/><Relationship Id="rId73" Type="http://schemas.openxmlformats.org/officeDocument/2006/relationships/slideLayout" Target="../slideLayouts/slideLayout253.xml"/><Relationship Id="rId72" Type="http://schemas.openxmlformats.org/officeDocument/2006/relationships/slideLayout" Target="../slideLayouts/slideLayout252.xml"/><Relationship Id="rId31" Type="http://schemas.openxmlformats.org/officeDocument/2006/relationships/slideLayout" Target="../slideLayouts/slideLayout211.xml"/><Relationship Id="rId30" Type="http://schemas.openxmlformats.org/officeDocument/2006/relationships/slideLayout" Target="../slideLayouts/slideLayout210.xml"/><Relationship Id="rId74" Type="http://schemas.openxmlformats.org/officeDocument/2006/relationships/theme" Target="../theme/theme2.xml"/><Relationship Id="rId33" Type="http://schemas.openxmlformats.org/officeDocument/2006/relationships/slideLayout" Target="../slideLayouts/slideLayout213.xml"/><Relationship Id="rId32" Type="http://schemas.openxmlformats.org/officeDocument/2006/relationships/slideLayout" Target="../slideLayouts/slideLayout212.xml"/><Relationship Id="rId35" Type="http://schemas.openxmlformats.org/officeDocument/2006/relationships/slideLayout" Target="../slideLayouts/slideLayout215.xml"/><Relationship Id="rId34" Type="http://schemas.openxmlformats.org/officeDocument/2006/relationships/slideLayout" Target="../slideLayouts/slideLayout214.xml"/><Relationship Id="rId71" Type="http://schemas.openxmlformats.org/officeDocument/2006/relationships/slideLayout" Target="../slideLayouts/slideLayout251.xml"/><Relationship Id="rId70" Type="http://schemas.openxmlformats.org/officeDocument/2006/relationships/slideLayout" Target="../slideLayouts/slideLayout250.xml"/><Relationship Id="rId37" Type="http://schemas.openxmlformats.org/officeDocument/2006/relationships/slideLayout" Target="../slideLayouts/slideLayout217.xml"/><Relationship Id="rId36" Type="http://schemas.openxmlformats.org/officeDocument/2006/relationships/slideLayout" Target="../slideLayouts/slideLayout216.xml"/><Relationship Id="rId39" Type="http://schemas.openxmlformats.org/officeDocument/2006/relationships/slideLayout" Target="../slideLayouts/slideLayout219.xml"/><Relationship Id="rId38" Type="http://schemas.openxmlformats.org/officeDocument/2006/relationships/slideLayout" Target="../slideLayouts/slideLayout218.xml"/><Relationship Id="rId62" Type="http://schemas.openxmlformats.org/officeDocument/2006/relationships/slideLayout" Target="../slideLayouts/slideLayout242.xml"/><Relationship Id="rId61" Type="http://schemas.openxmlformats.org/officeDocument/2006/relationships/slideLayout" Target="../slideLayouts/slideLayout241.xml"/><Relationship Id="rId20" Type="http://schemas.openxmlformats.org/officeDocument/2006/relationships/slideLayout" Target="../slideLayouts/slideLayout200.xml"/><Relationship Id="rId64" Type="http://schemas.openxmlformats.org/officeDocument/2006/relationships/slideLayout" Target="../slideLayouts/slideLayout244.xml"/><Relationship Id="rId63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02.xml"/><Relationship Id="rId66" Type="http://schemas.openxmlformats.org/officeDocument/2006/relationships/slideLayout" Target="../slideLayouts/slideLayout246.xml"/><Relationship Id="rId21" Type="http://schemas.openxmlformats.org/officeDocument/2006/relationships/slideLayout" Target="../slideLayouts/slideLayout201.xml"/><Relationship Id="rId65" Type="http://schemas.openxmlformats.org/officeDocument/2006/relationships/slideLayout" Target="../slideLayouts/slideLayout245.xml"/><Relationship Id="rId24" Type="http://schemas.openxmlformats.org/officeDocument/2006/relationships/slideLayout" Target="../slideLayouts/slideLayout204.xml"/><Relationship Id="rId68" Type="http://schemas.openxmlformats.org/officeDocument/2006/relationships/slideLayout" Target="../slideLayouts/slideLayout248.xml"/><Relationship Id="rId23" Type="http://schemas.openxmlformats.org/officeDocument/2006/relationships/slideLayout" Target="../slideLayouts/slideLayout203.xml"/><Relationship Id="rId67" Type="http://schemas.openxmlformats.org/officeDocument/2006/relationships/slideLayout" Target="../slideLayouts/slideLayout247.xml"/><Relationship Id="rId60" Type="http://schemas.openxmlformats.org/officeDocument/2006/relationships/slideLayout" Target="../slideLayouts/slideLayout240.xml"/><Relationship Id="rId26" Type="http://schemas.openxmlformats.org/officeDocument/2006/relationships/slideLayout" Target="../slideLayouts/slideLayout206.xml"/><Relationship Id="rId25" Type="http://schemas.openxmlformats.org/officeDocument/2006/relationships/slideLayout" Target="../slideLayouts/slideLayout205.xml"/><Relationship Id="rId69" Type="http://schemas.openxmlformats.org/officeDocument/2006/relationships/slideLayout" Target="../slideLayouts/slideLayout249.xml"/><Relationship Id="rId28" Type="http://schemas.openxmlformats.org/officeDocument/2006/relationships/slideLayout" Target="../slideLayouts/slideLayout208.xml"/><Relationship Id="rId27" Type="http://schemas.openxmlformats.org/officeDocument/2006/relationships/slideLayout" Target="../slideLayouts/slideLayout207.xml"/><Relationship Id="rId29" Type="http://schemas.openxmlformats.org/officeDocument/2006/relationships/slideLayout" Target="../slideLayouts/slideLayout209.xml"/><Relationship Id="rId51" Type="http://schemas.openxmlformats.org/officeDocument/2006/relationships/slideLayout" Target="../slideLayouts/slideLayout231.xml"/><Relationship Id="rId50" Type="http://schemas.openxmlformats.org/officeDocument/2006/relationships/slideLayout" Target="../slideLayouts/slideLayout230.xml"/><Relationship Id="rId53" Type="http://schemas.openxmlformats.org/officeDocument/2006/relationships/slideLayout" Target="../slideLayouts/slideLayout233.xml"/><Relationship Id="rId52" Type="http://schemas.openxmlformats.org/officeDocument/2006/relationships/slideLayout" Target="../slideLayouts/slideLayout232.xml"/><Relationship Id="rId11" Type="http://schemas.openxmlformats.org/officeDocument/2006/relationships/slideLayout" Target="../slideLayouts/slideLayout191.xml"/><Relationship Id="rId55" Type="http://schemas.openxmlformats.org/officeDocument/2006/relationships/slideLayout" Target="../slideLayouts/slideLayout235.xml"/><Relationship Id="rId10" Type="http://schemas.openxmlformats.org/officeDocument/2006/relationships/slideLayout" Target="../slideLayouts/slideLayout190.xml"/><Relationship Id="rId54" Type="http://schemas.openxmlformats.org/officeDocument/2006/relationships/slideLayout" Target="../slideLayouts/slideLayout234.xml"/><Relationship Id="rId13" Type="http://schemas.openxmlformats.org/officeDocument/2006/relationships/slideLayout" Target="../slideLayouts/slideLayout193.xml"/><Relationship Id="rId57" Type="http://schemas.openxmlformats.org/officeDocument/2006/relationships/slideLayout" Target="../slideLayouts/slideLayout237.xml"/><Relationship Id="rId12" Type="http://schemas.openxmlformats.org/officeDocument/2006/relationships/slideLayout" Target="../slideLayouts/slideLayout192.xml"/><Relationship Id="rId56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195.xml"/><Relationship Id="rId59" Type="http://schemas.openxmlformats.org/officeDocument/2006/relationships/slideLayout" Target="../slideLayouts/slideLayout239.xml"/><Relationship Id="rId14" Type="http://schemas.openxmlformats.org/officeDocument/2006/relationships/slideLayout" Target="../slideLayouts/slideLayout194.xml"/><Relationship Id="rId58" Type="http://schemas.openxmlformats.org/officeDocument/2006/relationships/slideLayout" Target="../slideLayouts/slideLayout238.xml"/><Relationship Id="rId17" Type="http://schemas.openxmlformats.org/officeDocument/2006/relationships/slideLayout" Target="../slideLayouts/slideLayout197.xml"/><Relationship Id="rId16" Type="http://schemas.openxmlformats.org/officeDocument/2006/relationships/slideLayout" Target="../slideLayouts/slideLayout196.xml"/><Relationship Id="rId19" Type="http://schemas.openxmlformats.org/officeDocument/2006/relationships/slideLayout" Target="../slideLayouts/slideLayout199.xml"/><Relationship Id="rId18" Type="http://schemas.openxmlformats.org/officeDocument/2006/relationships/slideLayout" Target="../slideLayouts/slideLayout1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8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5" name="Google Shape;645;p58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646" name="Google Shape;64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  <p:sldLayoutId id="2147483736" r:id="rId34"/>
    <p:sldLayoutId id="2147483737" r:id="rId35"/>
    <p:sldLayoutId id="2147483738" r:id="rId36"/>
    <p:sldLayoutId id="2147483739" r:id="rId37"/>
    <p:sldLayoutId id="2147483740" r:id="rId38"/>
    <p:sldLayoutId id="2147483741" r:id="rId39"/>
    <p:sldLayoutId id="2147483742" r:id="rId40"/>
    <p:sldLayoutId id="2147483743" r:id="rId41"/>
    <p:sldLayoutId id="2147483744" r:id="rId42"/>
    <p:sldLayoutId id="2147483745" r:id="rId43"/>
    <p:sldLayoutId id="2147483746" r:id="rId44"/>
    <p:sldLayoutId id="2147483747" r:id="rId45"/>
    <p:sldLayoutId id="2147483748" r:id="rId46"/>
    <p:sldLayoutId id="2147483749" r:id="rId47"/>
    <p:sldLayoutId id="2147483750" r:id="rId48"/>
    <p:sldLayoutId id="2147483751" r:id="rId49"/>
    <p:sldLayoutId id="2147483752" r:id="rId50"/>
    <p:sldLayoutId id="2147483753" r:id="rId51"/>
    <p:sldLayoutId id="2147483754" r:id="rId52"/>
    <p:sldLayoutId id="2147483755" r:id="rId53"/>
    <p:sldLayoutId id="2147483756" r:id="rId54"/>
    <p:sldLayoutId id="2147483757" r:id="rId55"/>
    <p:sldLayoutId id="2147483758" r:id="rId56"/>
    <p:sldLayoutId id="2147483759" r:id="rId57"/>
    <p:sldLayoutId id="2147483760" r:id="rId58"/>
    <p:sldLayoutId id="2147483761" r:id="rId59"/>
    <p:sldLayoutId id="2147483762" r:id="rId60"/>
    <p:sldLayoutId id="2147483763" r:id="rId61"/>
    <p:sldLayoutId id="2147483764" r:id="rId62"/>
    <p:sldLayoutId id="2147483765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2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386" name="Google Shape;1386;p12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2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  <p:sldLayoutId id="2147483804" r:id="rId40"/>
    <p:sldLayoutId id="2147483805" r:id="rId41"/>
    <p:sldLayoutId id="2147483806" r:id="rId42"/>
    <p:sldLayoutId id="2147483807" r:id="rId43"/>
    <p:sldLayoutId id="2147483808" r:id="rId44"/>
    <p:sldLayoutId id="2147483809" r:id="rId45"/>
    <p:sldLayoutId id="2147483810" r:id="rId46"/>
    <p:sldLayoutId id="2147483811" r:id="rId47"/>
    <p:sldLayoutId id="2147483812" r:id="rId48"/>
    <p:sldLayoutId id="2147483813" r:id="rId49"/>
    <p:sldLayoutId id="2147483814" r:id="rId50"/>
    <p:sldLayoutId id="2147483815" r:id="rId51"/>
    <p:sldLayoutId id="2147483816" r:id="rId52"/>
    <p:sldLayoutId id="2147483817" r:id="rId53"/>
    <p:sldLayoutId id="2147483818" r:id="rId54"/>
    <p:sldLayoutId id="2147483819" r:id="rId55"/>
    <p:sldLayoutId id="2147483820" r:id="rId56"/>
    <p:sldLayoutId id="2147483821" r:id="rId57"/>
    <p:sldLayoutId id="2147483822" r:id="rId58"/>
    <p:sldLayoutId id="2147483823" r:id="rId59"/>
    <p:sldLayoutId id="2147483824" r:id="rId60"/>
    <p:sldLayoutId id="2147483825" r:id="rId61"/>
    <p:sldLayoutId id="2147483826" r:id="rId62"/>
    <p:sldLayoutId id="2147483827" r:id="rId63"/>
    <p:sldLayoutId id="2147483828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p185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112" name="Google Shape;2112;p185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2113" name="Google Shape;2113;p18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  <p:sldLayoutId id="2147483845" r:id="rId18"/>
    <p:sldLayoutId id="2147483846" r:id="rId19"/>
    <p:sldLayoutId id="2147483847" r:id="rId20"/>
    <p:sldLayoutId id="2147483848" r:id="rId21"/>
    <p:sldLayoutId id="2147483849" r:id="rId22"/>
    <p:sldLayoutId id="2147483850" r:id="rId23"/>
    <p:sldLayoutId id="2147483851" r:id="rId24"/>
    <p:sldLayoutId id="2147483852" r:id="rId25"/>
    <p:sldLayoutId id="2147483853" r:id="rId26"/>
    <p:sldLayoutId id="2147483854" r:id="rId27"/>
    <p:sldLayoutId id="2147483855" r:id="rId28"/>
    <p:sldLayoutId id="2147483856" r:id="rId29"/>
    <p:sldLayoutId id="2147483857" r:id="rId30"/>
    <p:sldLayoutId id="2147483858" r:id="rId31"/>
    <p:sldLayoutId id="2147483859" r:id="rId32"/>
    <p:sldLayoutId id="2147483860" r:id="rId33"/>
    <p:sldLayoutId id="2147483861" r:id="rId34"/>
    <p:sldLayoutId id="2147483862" r:id="rId35"/>
    <p:sldLayoutId id="2147483863" r:id="rId36"/>
    <p:sldLayoutId id="2147483864" r:id="rId37"/>
    <p:sldLayoutId id="2147483865" r:id="rId38"/>
    <p:sldLayoutId id="2147483866" r:id="rId39"/>
    <p:sldLayoutId id="2147483867" r:id="rId40"/>
    <p:sldLayoutId id="2147483868" r:id="rId41"/>
    <p:sldLayoutId id="2147483869" r:id="rId42"/>
    <p:sldLayoutId id="2147483870" r:id="rId43"/>
    <p:sldLayoutId id="2147483871" r:id="rId44"/>
    <p:sldLayoutId id="2147483872" r:id="rId45"/>
    <p:sldLayoutId id="2147483873" r:id="rId46"/>
    <p:sldLayoutId id="2147483874" r:id="rId47"/>
    <p:sldLayoutId id="2147483875" r:id="rId48"/>
    <p:sldLayoutId id="2147483876" r:id="rId49"/>
    <p:sldLayoutId id="2147483877" r:id="rId50"/>
    <p:sldLayoutId id="2147483878" r:id="rId51"/>
    <p:sldLayoutId id="2147483879" r:id="rId52"/>
    <p:sldLayoutId id="2147483880" r:id="rId53"/>
    <p:sldLayoutId id="2147483881" r:id="rId54"/>
    <p:sldLayoutId id="2147483882" r:id="rId55"/>
    <p:sldLayoutId id="2147483883" r:id="rId56"/>
    <p:sldLayoutId id="2147483884" r:id="rId57"/>
    <p:sldLayoutId id="2147483885" r:id="rId58"/>
    <p:sldLayoutId id="2147483886" r:id="rId59"/>
    <p:sldLayoutId id="2147483887" r:id="rId60"/>
    <p:sldLayoutId id="2147483888" r:id="rId61"/>
    <p:sldLayoutId id="2147483889" r:id="rId62"/>
    <p:sldLayoutId id="2147483890" r:id="rId63"/>
    <p:sldLayoutId id="2147483891" r:id="rId64"/>
    <p:sldLayoutId id="2147483892" r:id="rId65"/>
    <p:sldLayoutId id="2147483893" r:id="rId66"/>
    <p:sldLayoutId id="2147483894" r:id="rId67"/>
    <p:sldLayoutId id="2147483895" r:id="rId68"/>
    <p:sldLayoutId id="2147483896" r:id="rId69"/>
    <p:sldLayoutId id="2147483897" r:id="rId70"/>
    <p:sldLayoutId id="2147483898" r:id="rId71"/>
    <p:sldLayoutId id="2147483899" r:id="rId72"/>
    <p:sldLayoutId id="2147483900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2991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  <p15:guide id="24" pos="363">
          <p15:clr>
            <a:srgbClr val="FF99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30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4" name="Shape 3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5" name="Google Shape;3015;p25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perimeter of polygons</a:t>
            </a:r>
            <a:endParaRPr/>
          </a:p>
        </p:txBody>
      </p:sp>
      <p:sp>
        <p:nvSpPr>
          <p:cNvPr id="3016" name="Google Shape;3016;p258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20" name="Shape 3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1" name="Google Shape;3021;p259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5" name="Shape 3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Google Shape;3026;p260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highlight>
                  <a:srgbClr val="FFFFFF"/>
                </a:highlight>
              </a:rPr>
              <a:t>I can use the properties of a range of polygons to deduce their perimeters, including generalising a perimeter formula where appropriate.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0" name="Shape 3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" name="Google Shape;3031;p261"/>
          <p:cNvSpPr txBox="1"/>
          <p:nvPr>
            <p:ph idx="1" type="subTitle"/>
          </p:nvPr>
        </p:nvSpPr>
        <p:spPr>
          <a:xfrm>
            <a:off x="324000" y="993650"/>
            <a:ext cx="84960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polygon is a flat (2D), closed figure made up of straight line segments.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032" name="Google Shape;3032;p261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/>
              <a:t>perimeter</a:t>
            </a:r>
            <a:r>
              <a:rPr lang="en-GB"/>
              <a:t> is the distance around a 2D </a:t>
            </a:r>
            <a:r>
              <a:rPr lang="en-GB"/>
              <a:t>shape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6" name="Shape 3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7" name="Google Shape;3037;p262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Finding the perimeter of polygons</a:t>
            </a:r>
            <a:endParaRPr sz="1800"/>
          </a:p>
        </p:txBody>
      </p:sp>
      <p:sp>
        <p:nvSpPr>
          <p:cNvPr id="3038" name="Google Shape;3038;p262"/>
          <p:cNvSpPr txBox="1"/>
          <p:nvPr>
            <p:ph idx="3" type="title"/>
          </p:nvPr>
        </p:nvSpPr>
        <p:spPr>
          <a:xfrm>
            <a:off x="1225225" y="30698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formulas for perimeter</a:t>
            </a:r>
            <a:endParaRPr/>
          </a:p>
        </p:txBody>
      </p:sp>
      <p:pic>
        <p:nvPicPr>
          <p:cNvPr id="3039" name="Google Shape;3039;p2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59" y="2056675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0" name="Google Shape;3040;p262"/>
          <p:cNvSpPr txBox="1"/>
          <p:nvPr>
            <p:ph type="title"/>
          </p:nvPr>
        </p:nvSpPr>
        <p:spPr>
          <a:xfrm>
            <a:off x="1225225" y="21335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perimeter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4" name="Shape 3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Google Shape;3045;p26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perimeter</a:t>
            </a:r>
            <a:endParaRPr/>
          </a:p>
        </p:txBody>
      </p:sp>
      <p:sp>
        <p:nvSpPr>
          <p:cNvPr id="3046" name="Google Shape;3046;p263"/>
          <p:cNvSpPr txBox="1"/>
          <p:nvPr>
            <p:ph idx="1" type="body"/>
          </p:nvPr>
        </p:nvSpPr>
        <p:spPr>
          <a:xfrm>
            <a:off x="324000" y="810000"/>
            <a:ext cx="8237700" cy="279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is the distance around a 2D shape.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This can be calculated by summing all of the edges together.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Repeated addition can be calculated more efficiently through the use of number bonds and multiplication.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0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p26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perimeter</a:t>
            </a:r>
            <a:endParaRPr/>
          </a:p>
        </p:txBody>
      </p:sp>
      <p:sp>
        <p:nvSpPr>
          <p:cNvPr id="3052" name="Google Shape;3052;p264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perimeter of this square can be found in different ways.</a:t>
            </a:r>
            <a:endParaRPr/>
          </a:p>
        </p:txBody>
      </p:sp>
      <p:grpSp>
        <p:nvGrpSpPr>
          <p:cNvPr id="3053" name="Google Shape;3053;p264"/>
          <p:cNvGrpSpPr/>
          <p:nvPr/>
        </p:nvGrpSpPr>
        <p:grpSpPr>
          <a:xfrm>
            <a:off x="1684800" y="2775625"/>
            <a:ext cx="1754550" cy="1257300"/>
            <a:chOff x="1684800" y="2775625"/>
            <a:chExt cx="1754550" cy="1257300"/>
          </a:xfrm>
        </p:grpSpPr>
        <p:sp>
          <p:nvSpPr>
            <p:cNvPr id="3054" name="Google Shape;3054;p264"/>
            <p:cNvSpPr txBox="1"/>
            <p:nvPr/>
          </p:nvSpPr>
          <p:spPr>
            <a:xfrm>
              <a:off x="2335050" y="3240000"/>
              <a:ext cx="1104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 units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55" name="Google Shape;3055;p264"/>
            <p:cNvCxnSpPr/>
            <p:nvPr/>
          </p:nvCxnSpPr>
          <p:spPr>
            <a:xfrm flipH="1" rot="10800000">
              <a:off x="1684800" y="2775625"/>
              <a:ext cx="1257300" cy="1257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056" name="Google Shape;3056;p264"/>
          <p:cNvSpPr/>
          <p:nvPr/>
        </p:nvSpPr>
        <p:spPr>
          <a:xfrm rot="2700000">
            <a:off x="718318" y="1846229"/>
            <a:ext cx="1716997" cy="1716997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7" name="Google Shape;3057;p264"/>
          <p:cNvSpPr txBox="1"/>
          <p:nvPr/>
        </p:nvSpPr>
        <p:spPr>
          <a:xfrm>
            <a:off x="3865175" y="1442700"/>
            <a:ext cx="4696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Perimeter = 5 + 5 + 5 + 5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           = 20 units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Perimeter = 5 × 4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           = 20 units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1" name="Shape 3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" name="Google Shape;3062;p265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perimeter</a:t>
            </a:r>
            <a:endParaRPr/>
          </a:p>
        </p:txBody>
      </p:sp>
      <p:sp>
        <p:nvSpPr>
          <p:cNvPr id="3063" name="Google Shape;3063;p265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method do you prefer? When might you use each?</a:t>
            </a:r>
            <a:endParaRPr/>
          </a:p>
        </p:txBody>
      </p:sp>
      <p:sp>
        <p:nvSpPr>
          <p:cNvPr id="3064" name="Google Shape;3064;p265"/>
          <p:cNvSpPr txBox="1"/>
          <p:nvPr/>
        </p:nvSpPr>
        <p:spPr>
          <a:xfrm>
            <a:off x="324000" y="2696400"/>
            <a:ext cx="4101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Lucas’s method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Perimeter = 3 + 4 + 4 + 4 + 7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7 + 4 + 4 + 7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11 + 4 + 7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15 + 7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22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5" name="Google Shape;3065;p265"/>
          <p:cNvSpPr txBox="1"/>
          <p:nvPr/>
        </p:nvSpPr>
        <p:spPr>
          <a:xfrm>
            <a:off x="5275525" y="2696400"/>
            <a:ext cx="3544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Andeep’s method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Perimeter = 3 + 7 + 3 × 4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= 10 + 12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= 22 cm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66" name="Google Shape;3066;p265"/>
          <p:cNvGrpSpPr/>
          <p:nvPr/>
        </p:nvGrpSpPr>
        <p:grpSpPr>
          <a:xfrm>
            <a:off x="3561600" y="1217925"/>
            <a:ext cx="1762475" cy="1614900"/>
            <a:chOff x="3532375" y="1030950"/>
            <a:chExt cx="1762475" cy="1614900"/>
          </a:xfrm>
        </p:grpSpPr>
        <p:pic>
          <p:nvPicPr>
            <p:cNvPr descr="&lt;math xmlns=&quot;http://www.w3.org/1998/Math/MathML&quot; data-is-equatio=&quot;1&quot; data-equatio-url=&quot;https://equatio-api.texthelp.com/desmos/get/13-06-2023/eu-2736bfb8-2c23-41c6-8ed2-052adf574324&quot; data-equatio-type=&quot;image&quot;&gt;&lt;mglyph src=&quot;https://equatio-api.texthelp.com/desmos/get/13-06-2023/eu-2736bfb8-2c23-41c6-8ed2-052adf574324&quot; alt=&quot;Equatio Image&quot;/&gt;&lt;/math&gt;" id="3067" name="Google Shape;3067;p265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10188" y="1080000"/>
              <a:ext cx="1665325" cy="15658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68" name="Google Shape;3068;p265"/>
            <p:cNvCxnSpPr/>
            <p:nvPr/>
          </p:nvCxnSpPr>
          <p:spPr>
            <a:xfrm>
              <a:off x="3532375" y="1717025"/>
              <a:ext cx="302700" cy="885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069" name="Google Shape;3069;p265"/>
            <p:cNvCxnSpPr/>
            <p:nvPr/>
          </p:nvCxnSpPr>
          <p:spPr>
            <a:xfrm flipH="1">
              <a:off x="3554950" y="1066525"/>
              <a:ext cx="484200" cy="506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070" name="Google Shape;3070;p265"/>
            <p:cNvCxnSpPr/>
            <p:nvPr/>
          </p:nvCxnSpPr>
          <p:spPr>
            <a:xfrm>
              <a:off x="4168650" y="1030950"/>
              <a:ext cx="1126200" cy="557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071" name="Google Shape;3071;p265"/>
          <p:cNvSpPr txBox="1"/>
          <p:nvPr/>
        </p:nvSpPr>
        <p:spPr>
          <a:xfrm>
            <a:off x="3154175" y="1217925"/>
            <a:ext cx="75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2" name="Google Shape;3072;p265"/>
          <p:cNvSpPr txBox="1"/>
          <p:nvPr/>
        </p:nvSpPr>
        <p:spPr>
          <a:xfrm>
            <a:off x="2991450" y="2110050"/>
            <a:ext cx="75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3" name="Google Shape;3073;p265"/>
          <p:cNvSpPr txBox="1"/>
          <p:nvPr/>
        </p:nvSpPr>
        <p:spPr>
          <a:xfrm>
            <a:off x="4661650" y="1121825"/>
            <a:ext cx="75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7" name="Shape 3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Google Shape;3078;p266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perimeter</a:t>
            </a:r>
            <a:endParaRPr/>
          </a:p>
        </p:txBody>
      </p:sp>
      <p:sp>
        <p:nvSpPr>
          <p:cNvPr id="3079" name="Google Shape;3079;p266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method do you prefer? When might you use each?</a:t>
            </a:r>
            <a:endParaRPr/>
          </a:p>
        </p:txBody>
      </p:sp>
      <p:sp>
        <p:nvSpPr>
          <p:cNvPr id="3080" name="Google Shape;3080;p266"/>
          <p:cNvSpPr txBox="1"/>
          <p:nvPr/>
        </p:nvSpPr>
        <p:spPr>
          <a:xfrm>
            <a:off x="324000" y="1172400"/>
            <a:ext cx="4101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Lucas’s method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Perimeter = 3 + 4 + 4 + 4 + 7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7 + 4 + 4 + 7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11 + 4 + 7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15 + 7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22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81" name="Google Shape;3081;p266"/>
          <p:cNvSpPr txBox="1"/>
          <p:nvPr/>
        </p:nvSpPr>
        <p:spPr>
          <a:xfrm>
            <a:off x="5275525" y="1172400"/>
            <a:ext cx="3544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Andeep’s method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Perimeter = 3 + 7 + 3 × 4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= 10 + 12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= 22 cm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2" name="Google Shape;3082;p266"/>
          <p:cNvSpPr txBox="1"/>
          <p:nvPr/>
        </p:nvSpPr>
        <p:spPr>
          <a:xfrm>
            <a:off x="324000" y="3519600"/>
            <a:ext cx="8496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I prefer Andeep’s method because it involves fewer steps.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13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 would use Lucas’s method when all the values are different.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6" name="Shape 3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7" name="Google Shape;3087;p26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perimeter</a:t>
            </a:r>
            <a:endParaRPr/>
          </a:p>
        </p:txBody>
      </p:sp>
      <p:sp>
        <p:nvSpPr>
          <p:cNvPr id="3088" name="Google Shape;3088;p267"/>
          <p:cNvSpPr txBox="1"/>
          <p:nvPr>
            <p:ph idx="1" type="body"/>
          </p:nvPr>
        </p:nvSpPr>
        <p:spPr>
          <a:xfrm>
            <a:off x="324000" y="810000"/>
            <a:ext cx="8237700" cy="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Calculate the perimeter of each polygon.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Evaluate your approach and determine if you could be more efficient.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13-06-2023/eu-5bbbec29-f1e3-40fb-b7a9-f458378939d4&quot; data-equatio-type=&quot;image&quot;&gt;&lt;mglyph src=&quot;https://equatio-api.texthelp.com/desmos/get/13-06-2023/eu-5bbbec29-f1e3-40fb-b7a9-f458378939d4&quot; alt=&quot;Equatio Image&quot;/&gt;&lt;/math&gt;" id="3089" name="Google Shape;3089;p267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014775"/>
            <a:ext cx="8237701" cy="18273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90" name="Google Shape;3090;p267"/>
          <p:cNvCxnSpPr/>
          <p:nvPr/>
        </p:nvCxnSpPr>
        <p:spPr>
          <a:xfrm flipH="1">
            <a:off x="1686825" y="2907925"/>
            <a:ext cx="7500" cy="61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91" name="Google Shape;3091;p267"/>
          <p:cNvSpPr txBox="1"/>
          <p:nvPr/>
        </p:nvSpPr>
        <p:spPr>
          <a:xfrm>
            <a:off x="1648375" y="298337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92" name="Google Shape;3092;p267"/>
          <p:cNvCxnSpPr/>
          <p:nvPr/>
        </p:nvCxnSpPr>
        <p:spPr>
          <a:xfrm>
            <a:off x="2995325" y="2635625"/>
            <a:ext cx="0" cy="118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93" name="Google Shape;3093;p267"/>
          <p:cNvCxnSpPr/>
          <p:nvPr/>
        </p:nvCxnSpPr>
        <p:spPr>
          <a:xfrm>
            <a:off x="3072100" y="3895575"/>
            <a:ext cx="1209000" cy="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94" name="Google Shape;3094;p267"/>
          <p:cNvCxnSpPr/>
          <p:nvPr/>
        </p:nvCxnSpPr>
        <p:spPr>
          <a:xfrm>
            <a:off x="4076975" y="2923050"/>
            <a:ext cx="297300" cy="88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95" name="Google Shape;3095;p267"/>
          <p:cNvCxnSpPr/>
          <p:nvPr/>
        </p:nvCxnSpPr>
        <p:spPr>
          <a:xfrm>
            <a:off x="3072100" y="2563350"/>
            <a:ext cx="929400" cy="29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96" name="Google Shape;3096;p267"/>
          <p:cNvCxnSpPr/>
          <p:nvPr/>
        </p:nvCxnSpPr>
        <p:spPr>
          <a:xfrm>
            <a:off x="5730425" y="3366250"/>
            <a:ext cx="351000" cy="47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97" name="Google Shape;3097;p267"/>
          <p:cNvSpPr txBox="1"/>
          <p:nvPr/>
        </p:nvSpPr>
        <p:spPr>
          <a:xfrm>
            <a:off x="3256750" y="233397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8" name="Google Shape;3098;p267"/>
          <p:cNvSpPr txBox="1"/>
          <p:nvPr/>
        </p:nvSpPr>
        <p:spPr>
          <a:xfrm>
            <a:off x="4152150" y="296672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9" name="Google Shape;3099;p267"/>
          <p:cNvSpPr txBox="1"/>
          <p:nvPr/>
        </p:nvSpPr>
        <p:spPr>
          <a:xfrm>
            <a:off x="2333825" y="3308638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0" name="Google Shape;3100;p267"/>
          <p:cNvSpPr txBox="1"/>
          <p:nvPr/>
        </p:nvSpPr>
        <p:spPr>
          <a:xfrm>
            <a:off x="3256750" y="38080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1" name="Google Shape;3101;p267"/>
          <p:cNvSpPr txBox="1"/>
          <p:nvPr/>
        </p:nvSpPr>
        <p:spPr>
          <a:xfrm>
            <a:off x="5352188" y="33901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02" name="Google Shape;3102;p267"/>
          <p:cNvCxnSpPr/>
          <p:nvPr/>
        </p:nvCxnSpPr>
        <p:spPr>
          <a:xfrm>
            <a:off x="6147550" y="3895575"/>
            <a:ext cx="985200" cy="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03" name="Google Shape;3103;p267"/>
          <p:cNvCxnSpPr/>
          <p:nvPr/>
        </p:nvCxnSpPr>
        <p:spPr>
          <a:xfrm flipH="1" rot="10800000">
            <a:off x="7169800" y="3195375"/>
            <a:ext cx="1430400" cy="70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04" name="Google Shape;3104;p267"/>
          <p:cNvCxnSpPr/>
          <p:nvPr/>
        </p:nvCxnSpPr>
        <p:spPr>
          <a:xfrm flipH="1" rot="10800000">
            <a:off x="7231000" y="3061650"/>
            <a:ext cx="1308000" cy="19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05" name="Google Shape;3105;p267"/>
          <p:cNvCxnSpPr/>
          <p:nvPr/>
        </p:nvCxnSpPr>
        <p:spPr>
          <a:xfrm flipH="1">
            <a:off x="7276500" y="2014775"/>
            <a:ext cx="7200" cy="130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06" name="Google Shape;3106;p267"/>
          <p:cNvCxnSpPr/>
          <p:nvPr/>
        </p:nvCxnSpPr>
        <p:spPr>
          <a:xfrm flipH="1" rot="10800000">
            <a:off x="5730425" y="1992750"/>
            <a:ext cx="1447800" cy="128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07" name="Google Shape;3107;p267"/>
          <p:cNvSpPr txBox="1"/>
          <p:nvPr/>
        </p:nvSpPr>
        <p:spPr>
          <a:xfrm>
            <a:off x="6260988" y="38080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8" name="Google Shape;3108;p267"/>
          <p:cNvSpPr txBox="1"/>
          <p:nvPr/>
        </p:nvSpPr>
        <p:spPr>
          <a:xfrm>
            <a:off x="7616063" y="34663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9" name="Google Shape;3109;p267"/>
          <p:cNvSpPr txBox="1"/>
          <p:nvPr/>
        </p:nvSpPr>
        <p:spPr>
          <a:xfrm>
            <a:off x="7517738" y="275212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4.4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0" name="Google Shape;3110;p267"/>
          <p:cNvSpPr txBox="1"/>
          <p:nvPr/>
        </p:nvSpPr>
        <p:spPr>
          <a:xfrm>
            <a:off x="7178213" y="22450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5.3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1" name="Google Shape;3111;p267"/>
          <p:cNvSpPr txBox="1"/>
          <p:nvPr/>
        </p:nvSpPr>
        <p:spPr>
          <a:xfrm>
            <a:off x="5836938" y="22450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7.5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2" name="Google Shape;3112;p267"/>
          <p:cNvSpPr txBox="1"/>
          <p:nvPr>
            <p:ph idx="2" type="body"/>
          </p:nvPr>
        </p:nvSpPr>
        <p:spPr>
          <a:xfrm>
            <a:off x="324000" y="1395600"/>
            <a:ext cx="8216400" cy="7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a)                                     b)                                       c)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6" name="Shape 3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7" name="Google Shape;3117;p26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perimeter</a:t>
            </a:r>
            <a:endParaRPr/>
          </a:p>
        </p:txBody>
      </p:sp>
      <p:sp>
        <p:nvSpPr>
          <p:cNvPr id="3118" name="Google Shape;3118;p268"/>
          <p:cNvSpPr txBox="1"/>
          <p:nvPr>
            <p:ph idx="1" type="body"/>
          </p:nvPr>
        </p:nvSpPr>
        <p:spPr>
          <a:xfrm>
            <a:off x="324000" y="810000"/>
            <a:ext cx="8237700" cy="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Calculate the perimeter of each polygon.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Evaluate your approach and determine if you could be more efficient.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13-06-2023/eu-99c04a57-0e30-404a-bd44-66d305b5efd6&quot; data-equatio-type=&quot;image&quot;&gt;&lt;mglyph src=&quot;https://equatio-api.texthelp.com/desmos/get/13-06-2023/eu-99c04a57-0e30-404a-bd44-66d305b5efd6&quot; alt=&quot;Equatio Image&quot;/&gt;&lt;/math&gt;" id="3119" name="Google Shape;3119;p26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177" y="1984563"/>
            <a:ext cx="7033473" cy="239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20" name="Google Shape;3120;p268"/>
          <p:cNvSpPr txBox="1"/>
          <p:nvPr>
            <p:ph idx="2" type="body"/>
          </p:nvPr>
        </p:nvSpPr>
        <p:spPr>
          <a:xfrm>
            <a:off x="324000" y="1292700"/>
            <a:ext cx="8237700" cy="7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d)                                                                e)                                          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3121" name="Google Shape;3121;p268"/>
          <p:cNvCxnSpPr/>
          <p:nvPr/>
        </p:nvCxnSpPr>
        <p:spPr>
          <a:xfrm flipH="1">
            <a:off x="786550" y="2013125"/>
            <a:ext cx="22800" cy="235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22" name="Google Shape;3122;p268"/>
          <p:cNvSpPr txBox="1"/>
          <p:nvPr/>
        </p:nvSpPr>
        <p:spPr>
          <a:xfrm>
            <a:off x="282225" y="282990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ft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23" name="Google Shape;3123;p268"/>
          <p:cNvCxnSpPr/>
          <p:nvPr/>
        </p:nvCxnSpPr>
        <p:spPr>
          <a:xfrm flipH="1">
            <a:off x="2549125" y="3547050"/>
            <a:ext cx="7500" cy="82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24" name="Google Shape;3124;p268"/>
          <p:cNvCxnSpPr/>
          <p:nvPr/>
        </p:nvCxnSpPr>
        <p:spPr>
          <a:xfrm>
            <a:off x="879300" y="4433600"/>
            <a:ext cx="16110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25" name="Google Shape;3125;p268"/>
          <p:cNvCxnSpPr/>
          <p:nvPr/>
        </p:nvCxnSpPr>
        <p:spPr>
          <a:xfrm flipH="1" rot="10800000">
            <a:off x="1686775" y="3648150"/>
            <a:ext cx="7941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26" name="Google Shape;3126;p268"/>
          <p:cNvCxnSpPr/>
          <p:nvPr/>
        </p:nvCxnSpPr>
        <p:spPr>
          <a:xfrm flipH="1">
            <a:off x="1762325" y="1976250"/>
            <a:ext cx="27000" cy="160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27" name="Google Shape;3127;p268"/>
          <p:cNvCxnSpPr/>
          <p:nvPr/>
        </p:nvCxnSpPr>
        <p:spPr>
          <a:xfrm flipH="1">
            <a:off x="5035275" y="2368650"/>
            <a:ext cx="1038600" cy="41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28" name="Google Shape;3128;p268"/>
          <p:cNvSpPr txBox="1"/>
          <p:nvPr/>
        </p:nvSpPr>
        <p:spPr>
          <a:xfrm>
            <a:off x="1762325" y="248192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ft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9" name="Google Shape;3129;p268"/>
          <p:cNvSpPr txBox="1"/>
          <p:nvPr/>
        </p:nvSpPr>
        <p:spPr>
          <a:xfrm>
            <a:off x="867000" y="1541538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ft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0" name="Google Shape;3130;p268"/>
          <p:cNvSpPr txBox="1"/>
          <p:nvPr/>
        </p:nvSpPr>
        <p:spPr>
          <a:xfrm>
            <a:off x="2549125" y="3729288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ft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1" name="Google Shape;3131;p268"/>
          <p:cNvSpPr txBox="1"/>
          <p:nvPr/>
        </p:nvSpPr>
        <p:spPr>
          <a:xfrm>
            <a:off x="1264950" y="436572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ft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2" name="Google Shape;3132;p268"/>
          <p:cNvSpPr txBox="1"/>
          <p:nvPr/>
        </p:nvSpPr>
        <p:spPr>
          <a:xfrm>
            <a:off x="5999838" y="436572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8.6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33" name="Google Shape;3133;p268"/>
          <p:cNvCxnSpPr/>
          <p:nvPr/>
        </p:nvCxnSpPr>
        <p:spPr>
          <a:xfrm>
            <a:off x="5691450" y="4470750"/>
            <a:ext cx="1456500" cy="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34" name="Google Shape;3134;p268"/>
          <p:cNvCxnSpPr/>
          <p:nvPr/>
        </p:nvCxnSpPr>
        <p:spPr>
          <a:xfrm flipH="1" rot="10800000">
            <a:off x="7299225" y="3674825"/>
            <a:ext cx="658200" cy="7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35" name="Google Shape;3135;p268"/>
          <p:cNvCxnSpPr/>
          <p:nvPr/>
        </p:nvCxnSpPr>
        <p:spPr>
          <a:xfrm>
            <a:off x="7117325" y="2407950"/>
            <a:ext cx="840000" cy="111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36" name="Google Shape;3136;p268"/>
          <p:cNvCxnSpPr/>
          <p:nvPr/>
        </p:nvCxnSpPr>
        <p:spPr>
          <a:xfrm>
            <a:off x="5014925" y="2890550"/>
            <a:ext cx="612600" cy="151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37" name="Google Shape;3137;p268"/>
          <p:cNvCxnSpPr/>
          <p:nvPr/>
        </p:nvCxnSpPr>
        <p:spPr>
          <a:xfrm>
            <a:off x="6147450" y="2349750"/>
            <a:ext cx="849300" cy="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38" name="Google Shape;3138;p268"/>
          <p:cNvSpPr txBox="1"/>
          <p:nvPr/>
        </p:nvSpPr>
        <p:spPr>
          <a:xfrm>
            <a:off x="5045263" y="21380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5.2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9" name="Google Shape;3139;p268"/>
          <p:cNvSpPr txBox="1"/>
          <p:nvPr/>
        </p:nvSpPr>
        <p:spPr>
          <a:xfrm>
            <a:off x="7512863" y="390402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6.4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0" name="Google Shape;3140;p268"/>
          <p:cNvSpPr txBox="1"/>
          <p:nvPr/>
        </p:nvSpPr>
        <p:spPr>
          <a:xfrm>
            <a:off x="1716913" y="31939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ft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1" name="Google Shape;3141;p268"/>
          <p:cNvSpPr txBox="1"/>
          <p:nvPr/>
        </p:nvSpPr>
        <p:spPr>
          <a:xfrm>
            <a:off x="4477787" y="3416150"/>
            <a:ext cx="9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11.3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2" name="Google Shape;3142;p268"/>
          <p:cNvSpPr txBox="1"/>
          <p:nvPr/>
        </p:nvSpPr>
        <p:spPr>
          <a:xfrm>
            <a:off x="6175738" y="19762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3.7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43" name="Google Shape;3143;p268"/>
          <p:cNvCxnSpPr/>
          <p:nvPr/>
        </p:nvCxnSpPr>
        <p:spPr>
          <a:xfrm>
            <a:off x="879300" y="1922400"/>
            <a:ext cx="815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44" name="Google Shape;3144;p268"/>
          <p:cNvSpPr txBox="1"/>
          <p:nvPr/>
        </p:nvSpPr>
        <p:spPr>
          <a:xfrm>
            <a:off x="7379738" y="25997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9.8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8" name="Shape 3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9" name="Google Shape;3149;p26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perimeter</a:t>
            </a:r>
            <a:endParaRPr/>
          </a:p>
        </p:txBody>
      </p:sp>
      <p:sp>
        <p:nvSpPr>
          <p:cNvPr id="3150" name="Google Shape;3150;p269"/>
          <p:cNvSpPr txBox="1"/>
          <p:nvPr>
            <p:ph idx="1" type="body"/>
          </p:nvPr>
        </p:nvSpPr>
        <p:spPr>
          <a:xfrm>
            <a:off x="324000" y="810000"/>
            <a:ext cx="8237700" cy="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Calculate the perimeter of each polygon.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Evaluate your approach and determine if you could be more efficient.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13-06-2023/eu-5bbbec29-f1e3-40fb-b7a9-f458378939d4&quot; data-equatio-type=&quot;image&quot;&gt;&lt;mglyph src=&quot;https://equatio-api.texthelp.com/desmos/get/13-06-2023/eu-5bbbec29-f1e3-40fb-b7a9-f458378939d4&quot; alt=&quot;Equatio Image&quot;/&gt;&lt;/math&gt;" id="3151" name="Google Shape;3151;p269" title="Equatio Image"/>
          <p:cNvPicPr preferRelativeResize="0"/>
          <p:nvPr/>
        </p:nvPicPr>
        <p:blipFill rotWithShape="1">
          <a:blip r:embed="rId3">
            <a:alphaModFix/>
          </a:blip>
          <a:srcRect b="0" l="0" r="74544" t="0"/>
          <a:stretch/>
        </p:blipFill>
        <p:spPr>
          <a:xfrm>
            <a:off x="324000" y="2014775"/>
            <a:ext cx="2096900" cy="182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2" name="Google Shape;3152;p269"/>
          <p:cNvSpPr txBox="1"/>
          <p:nvPr>
            <p:ph idx="2" type="body"/>
          </p:nvPr>
        </p:nvSpPr>
        <p:spPr>
          <a:xfrm>
            <a:off x="324000" y="1395600"/>
            <a:ext cx="8216400" cy="7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a)                                   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3153" name="Google Shape;3153;p269"/>
          <p:cNvCxnSpPr/>
          <p:nvPr/>
        </p:nvCxnSpPr>
        <p:spPr>
          <a:xfrm flipH="1">
            <a:off x="1686825" y="2907925"/>
            <a:ext cx="7500" cy="61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54" name="Google Shape;3154;p269"/>
          <p:cNvSpPr txBox="1"/>
          <p:nvPr/>
        </p:nvSpPr>
        <p:spPr>
          <a:xfrm>
            <a:off x="1648375" y="298337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5" name="Google Shape;3155;p269"/>
          <p:cNvSpPr txBox="1"/>
          <p:nvPr/>
        </p:nvSpPr>
        <p:spPr>
          <a:xfrm>
            <a:off x="2887200" y="1890900"/>
            <a:ext cx="5082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Perimeter = 3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6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18 mm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This is more efficient than repeated addition as there are fewer steps in the overall calculation.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9" name="Shape 3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0" name="Google Shape;3160;p27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perimeter</a:t>
            </a:r>
            <a:endParaRPr/>
          </a:p>
        </p:txBody>
      </p:sp>
      <p:sp>
        <p:nvSpPr>
          <p:cNvPr id="3161" name="Google Shape;3161;p270"/>
          <p:cNvSpPr txBox="1"/>
          <p:nvPr>
            <p:ph idx="1" type="body"/>
          </p:nvPr>
        </p:nvSpPr>
        <p:spPr>
          <a:xfrm>
            <a:off x="324000" y="810000"/>
            <a:ext cx="8237700" cy="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Calculate the perimeter of each polygon.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Evaluate your approach and determine if you could be more efficient.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13-06-2023/eu-5bbbec29-f1e3-40fb-b7a9-f458378939d4&quot; data-equatio-type=&quot;image&quot;&gt;&lt;mglyph src=&quot;https://equatio-api.texthelp.com/desmos/get/13-06-2023/eu-5bbbec29-f1e3-40fb-b7a9-f458378939d4&quot; alt=&quot;Equatio Image&quot;/&gt;&lt;/math&gt;" id="3162" name="Google Shape;3162;p270" title="Equatio Image"/>
          <p:cNvPicPr preferRelativeResize="0"/>
          <p:nvPr/>
        </p:nvPicPr>
        <p:blipFill rotWithShape="1">
          <a:blip r:embed="rId3">
            <a:alphaModFix/>
          </a:blip>
          <a:srcRect b="0" l="31114" r="45374" t="0"/>
          <a:stretch/>
        </p:blipFill>
        <p:spPr>
          <a:xfrm>
            <a:off x="877265" y="2014775"/>
            <a:ext cx="1936799" cy="182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3" name="Google Shape;3163;p270"/>
          <p:cNvSpPr txBox="1"/>
          <p:nvPr>
            <p:ph idx="2" type="body"/>
          </p:nvPr>
        </p:nvSpPr>
        <p:spPr>
          <a:xfrm>
            <a:off x="324000" y="1395600"/>
            <a:ext cx="8216400" cy="7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b)                                     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3164" name="Google Shape;3164;p270"/>
          <p:cNvCxnSpPr/>
          <p:nvPr/>
        </p:nvCxnSpPr>
        <p:spPr>
          <a:xfrm>
            <a:off x="985390" y="2635625"/>
            <a:ext cx="0" cy="118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65" name="Google Shape;3165;p270"/>
          <p:cNvCxnSpPr/>
          <p:nvPr/>
        </p:nvCxnSpPr>
        <p:spPr>
          <a:xfrm>
            <a:off x="1062165" y="3895575"/>
            <a:ext cx="1209000" cy="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66" name="Google Shape;3166;p270"/>
          <p:cNvCxnSpPr/>
          <p:nvPr/>
        </p:nvCxnSpPr>
        <p:spPr>
          <a:xfrm>
            <a:off x="2067040" y="2923050"/>
            <a:ext cx="297300" cy="88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67" name="Google Shape;3167;p270"/>
          <p:cNvCxnSpPr/>
          <p:nvPr/>
        </p:nvCxnSpPr>
        <p:spPr>
          <a:xfrm>
            <a:off x="1062165" y="2563350"/>
            <a:ext cx="929400" cy="29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68" name="Google Shape;3168;p270"/>
          <p:cNvSpPr txBox="1"/>
          <p:nvPr/>
        </p:nvSpPr>
        <p:spPr>
          <a:xfrm>
            <a:off x="1246815" y="233397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9" name="Google Shape;3169;p270"/>
          <p:cNvSpPr txBox="1"/>
          <p:nvPr/>
        </p:nvSpPr>
        <p:spPr>
          <a:xfrm>
            <a:off x="2142215" y="296672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0" name="Google Shape;3170;p270"/>
          <p:cNvSpPr txBox="1"/>
          <p:nvPr/>
        </p:nvSpPr>
        <p:spPr>
          <a:xfrm>
            <a:off x="323890" y="3308638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1" name="Google Shape;3171;p270"/>
          <p:cNvSpPr txBox="1"/>
          <p:nvPr/>
        </p:nvSpPr>
        <p:spPr>
          <a:xfrm>
            <a:off x="1246815" y="38080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2" name="Google Shape;3172;p270"/>
          <p:cNvSpPr txBox="1"/>
          <p:nvPr/>
        </p:nvSpPr>
        <p:spPr>
          <a:xfrm>
            <a:off x="2887200" y="1890900"/>
            <a:ext cx="50829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Perimeter = 2(4 + 5)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18 cm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This is more efficient than repeated addition as there are fewer steps in the overall calculation.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This is more efficient than 2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4 + 2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5 as my way involves two steps, rather than three.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6" name="Shape 3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" name="Google Shape;3177;p27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perimeter</a:t>
            </a:r>
            <a:endParaRPr/>
          </a:p>
        </p:txBody>
      </p:sp>
      <p:sp>
        <p:nvSpPr>
          <p:cNvPr id="3178" name="Google Shape;3178;p271"/>
          <p:cNvSpPr txBox="1"/>
          <p:nvPr>
            <p:ph idx="1" type="body"/>
          </p:nvPr>
        </p:nvSpPr>
        <p:spPr>
          <a:xfrm>
            <a:off x="324000" y="810000"/>
            <a:ext cx="8237700" cy="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Calculate the perimeter of each polygon.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Evaluate your approach and determine if you could be more efficient.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13-06-2023/eu-5bbbec29-f1e3-40fb-b7a9-f458378939d4&quot; data-equatio-type=&quot;image&quot;&gt;&lt;mglyph src=&quot;https://equatio-api.texthelp.com/desmos/get/13-06-2023/eu-5bbbec29-f1e3-40fb-b7a9-f458378939d4&quot; alt=&quot;Equatio Image&quot;/&gt;&lt;/math&gt;" id="3179" name="Google Shape;3179;p271" title="Equatio Image"/>
          <p:cNvPicPr preferRelativeResize="0"/>
          <p:nvPr/>
        </p:nvPicPr>
        <p:blipFill rotWithShape="1">
          <a:blip r:embed="rId3">
            <a:alphaModFix/>
          </a:blip>
          <a:srcRect b="0" l="61818" r="0" t="0"/>
          <a:stretch/>
        </p:blipFill>
        <p:spPr>
          <a:xfrm>
            <a:off x="394459" y="2014775"/>
            <a:ext cx="3145223" cy="182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0" name="Google Shape;3180;p271"/>
          <p:cNvSpPr txBox="1"/>
          <p:nvPr>
            <p:ph idx="2" type="body"/>
          </p:nvPr>
        </p:nvSpPr>
        <p:spPr>
          <a:xfrm>
            <a:off x="324000" y="1395600"/>
            <a:ext cx="8216400" cy="7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c)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3181" name="Google Shape;3181;p271"/>
          <p:cNvCxnSpPr/>
          <p:nvPr/>
        </p:nvCxnSpPr>
        <p:spPr>
          <a:xfrm>
            <a:off x="708409" y="3366250"/>
            <a:ext cx="351000" cy="47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82" name="Google Shape;3182;p271"/>
          <p:cNvSpPr txBox="1"/>
          <p:nvPr/>
        </p:nvSpPr>
        <p:spPr>
          <a:xfrm>
            <a:off x="330171" y="33901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83" name="Google Shape;3183;p271"/>
          <p:cNvCxnSpPr/>
          <p:nvPr/>
        </p:nvCxnSpPr>
        <p:spPr>
          <a:xfrm>
            <a:off x="1125534" y="3895575"/>
            <a:ext cx="985200" cy="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84" name="Google Shape;3184;p271"/>
          <p:cNvCxnSpPr/>
          <p:nvPr/>
        </p:nvCxnSpPr>
        <p:spPr>
          <a:xfrm flipH="1" rot="10800000">
            <a:off x="2147784" y="3195375"/>
            <a:ext cx="1430400" cy="70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85" name="Google Shape;3185;p271"/>
          <p:cNvCxnSpPr/>
          <p:nvPr/>
        </p:nvCxnSpPr>
        <p:spPr>
          <a:xfrm flipH="1" rot="10800000">
            <a:off x="2208984" y="3061650"/>
            <a:ext cx="1308000" cy="19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86" name="Google Shape;3186;p271"/>
          <p:cNvCxnSpPr/>
          <p:nvPr/>
        </p:nvCxnSpPr>
        <p:spPr>
          <a:xfrm flipH="1">
            <a:off x="2254484" y="2014775"/>
            <a:ext cx="7200" cy="130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87" name="Google Shape;3187;p271"/>
          <p:cNvCxnSpPr/>
          <p:nvPr/>
        </p:nvCxnSpPr>
        <p:spPr>
          <a:xfrm flipH="1" rot="10800000">
            <a:off x="708409" y="1992750"/>
            <a:ext cx="1447800" cy="128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88" name="Google Shape;3188;p271"/>
          <p:cNvSpPr txBox="1"/>
          <p:nvPr/>
        </p:nvSpPr>
        <p:spPr>
          <a:xfrm>
            <a:off x="1238971" y="38080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9" name="Google Shape;3189;p271"/>
          <p:cNvSpPr txBox="1"/>
          <p:nvPr/>
        </p:nvSpPr>
        <p:spPr>
          <a:xfrm>
            <a:off x="2594046" y="34663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0" name="Google Shape;3190;p271"/>
          <p:cNvSpPr txBox="1"/>
          <p:nvPr/>
        </p:nvSpPr>
        <p:spPr>
          <a:xfrm>
            <a:off x="2495721" y="275212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4.4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1" name="Google Shape;3191;p271"/>
          <p:cNvSpPr txBox="1"/>
          <p:nvPr/>
        </p:nvSpPr>
        <p:spPr>
          <a:xfrm>
            <a:off x="2156196" y="22450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5.3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2" name="Google Shape;3192;p271"/>
          <p:cNvSpPr txBox="1"/>
          <p:nvPr/>
        </p:nvSpPr>
        <p:spPr>
          <a:xfrm>
            <a:off x="814921" y="22450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7.5 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3" name="Google Shape;3193;p271"/>
          <p:cNvSpPr txBox="1"/>
          <p:nvPr/>
        </p:nvSpPr>
        <p:spPr>
          <a:xfrm>
            <a:off x="3715350" y="1790100"/>
            <a:ext cx="5082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Perimeter = 2 + 3 + 6 + 4.4 + 5.3 + 7.5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28.2 in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 could not see a more efficient way as I could not spot any useful number bonds nor could I use multiplication in place of repeated addition.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7" name="Shape 3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p27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perimeter</a:t>
            </a:r>
            <a:endParaRPr/>
          </a:p>
        </p:txBody>
      </p:sp>
      <p:sp>
        <p:nvSpPr>
          <p:cNvPr id="3199" name="Google Shape;3199;p272"/>
          <p:cNvSpPr txBox="1"/>
          <p:nvPr>
            <p:ph idx="1" type="body"/>
          </p:nvPr>
        </p:nvSpPr>
        <p:spPr>
          <a:xfrm>
            <a:off x="324000" y="810000"/>
            <a:ext cx="8237700" cy="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Calculate the perimeter of each polygon.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Evaluate your approach and determine if you could be more efficient.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13-06-2023/eu-99c04a57-0e30-404a-bd44-66d305b5efd6&quot; data-equatio-type=&quot;image&quot;&gt;&lt;mglyph src=&quot;https://equatio-api.texthelp.com/desmos/get/13-06-2023/eu-99c04a57-0e30-404a-bd44-66d305b5efd6&quot; alt=&quot;Equatio Image&quot;/&gt;&lt;/math&gt;" id="3200" name="Google Shape;3200;p272" title="Equatio Image"/>
          <p:cNvPicPr preferRelativeResize="0"/>
          <p:nvPr/>
        </p:nvPicPr>
        <p:blipFill rotWithShape="1">
          <a:blip r:embed="rId3">
            <a:alphaModFix/>
          </a:blip>
          <a:srcRect b="0" l="0" r="71123" t="0"/>
          <a:stretch/>
        </p:blipFill>
        <p:spPr>
          <a:xfrm>
            <a:off x="856177" y="1984575"/>
            <a:ext cx="2031026" cy="2394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1" name="Google Shape;3201;p272"/>
          <p:cNvCxnSpPr/>
          <p:nvPr/>
        </p:nvCxnSpPr>
        <p:spPr>
          <a:xfrm flipH="1">
            <a:off x="786550" y="2013125"/>
            <a:ext cx="22800" cy="235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02" name="Google Shape;3202;p272"/>
          <p:cNvSpPr txBox="1"/>
          <p:nvPr/>
        </p:nvSpPr>
        <p:spPr>
          <a:xfrm>
            <a:off x="282225" y="282990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ft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03" name="Google Shape;3203;p272"/>
          <p:cNvCxnSpPr/>
          <p:nvPr/>
        </p:nvCxnSpPr>
        <p:spPr>
          <a:xfrm flipH="1">
            <a:off x="2549125" y="3547050"/>
            <a:ext cx="7500" cy="82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04" name="Google Shape;3204;p272"/>
          <p:cNvCxnSpPr/>
          <p:nvPr/>
        </p:nvCxnSpPr>
        <p:spPr>
          <a:xfrm>
            <a:off x="879300" y="4433600"/>
            <a:ext cx="16110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05" name="Google Shape;3205;p272"/>
          <p:cNvCxnSpPr/>
          <p:nvPr/>
        </p:nvCxnSpPr>
        <p:spPr>
          <a:xfrm flipH="1" rot="10800000">
            <a:off x="1686775" y="3648150"/>
            <a:ext cx="7941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06" name="Google Shape;3206;p272"/>
          <p:cNvCxnSpPr/>
          <p:nvPr/>
        </p:nvCxnSpPr>
        <p:spPr>
          <a:xfrm flipH="1">
            <a:off x="1762325" y="1976250"/>
            <a:ext cx="27000" cy="160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07" name="Google Shape;3207;p272"/>
          <p:cNvSpPr txBox="1"/>
          <p:nvPr/>
        </p:nvSpPr>
        <p:spPr>
          <a:xfrm>
            <a:off x="1762325" y="248192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ft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8" name="Google Shape;3208;p272"/>
          <p:cNvSpPr txBox="1"/>
          <p:nvPr/>
        </p:nvSpPr>
        <p:spPr>
          <a:xfrm>
            <a:off x="867000" y="1541538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ft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9" name="Google Shape;3209;p272"/>
          <p:cNvSpPr txBox="1"/>
          <p:nvPr/>
        </p:nvSpPr>
        <p:spPr>
          <a:xfrm>
            <a:off x="2549125" y="3729288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ft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0" name="Google Shape;3210;p272"/>
          <p:cNvSpPr txBox="1"/>
          <p:nvPr/>
        </p:nvSpPr>
        <p:spPr>
          <a:xfrm>
            <a:off x="1264950" y="436572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ft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1" name="Google Shape;3211;p272"/>
          <p:cNvSpPr txBox="1"/>
          <p:nvPr/>
        </p:nvSpPr>
        <p:spPr>
          <a:xfrm>
            <a:off x="1716913" y="31939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ft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12" name="Google Shape;3212;p272"/>
          <p:cNvCxnSpPr/>
          <p:nvPr/>
        </p:nvCxnSpPr>
        <p:spPr>
          <a:xfrm>
            <a:off x="879300" y="1922400"/>
            <a:ext cx="815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13" name="Google Shape;3213;p272"/>
          <p:cNvSpPr txBox="1"/>
          <p:nvPr>
            <p:ph idx="2" type="body"/>
          </p:nvPr>
        </p:nvSpPr>
        <p:spPr>
          <a:xfrm>
            <a:off x="324000" y="1292700"/>
            <a:ext cx="8237700" cy="7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d)                                                                                                       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214" name="Google Shape;3214;p272"/>
          <p:cNvSpPr txBox="1"/>
          <p:nvPr/>
        </p:nvSpPr>
        <p:spPr>
          <a:xfrm>
            <a:off x="3242425" y="1790100"/>
            <a:ext cx="5555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Perimeter = 2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(6 + 4)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20 ft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 could see lots of ways to work this perimeter out. I realised there were two lots of 6 and two lots of 4 so I used the distributive law to be more efficient.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8" name="Shape 3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9" name="Google Shape;3219;p27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perimeter</a:t>
            </a:r>
            <a:endParaRPr/>
          </a:p>
        </p:txBody>
      </p:sp>
      <p:sp>
        <p:nvSpPr>
          <p:cNvPr id="3220" name="Google Shape;3220;p273"/>
          <p:cNvSpPr txBox="1"/>
          <p:nvPr>
            <p:ph idx="1" type="body"/>
          </p:nvPr>
        </p:nvSpPr>
        <p:spPr>
          <a:xfrm>
            <a:off x="324000" y="810000"/>
            <a:ext cx="8237700" cy="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Calculate the perimeter of each polygon.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Evaluate your approach and determine if you could be more efficient.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13-06-2023/eu-99c04a57-0e30-404a-bd44-66d305b5efd6&quot; data-equatio-type=&quot;image&quot;&gt;&lt;mglyph src=&quot;https://equatio-api.texthelp.com/desmos/get/13-06-2023/eu-99c04a57-0e30-404a-bd44-66d305b5efd6&quot; alt=&quot;Equatio Image&quot;/&gt;&lt;/math&gt;" id="3221" name="Google Shape;3221;p273" title="Equatio Image"/>
          <p:cNvPicPr preferRelativeResize="0"/>
          <p:nvPr/>
        </p:nvPicPr>
        <p:blipFill rotWithShape="1">
          <a:blip r:embed="rId3">
            <a:alphaModFix/>
          </a:blip>
          <a:srcRect b="0" l="56413" r="0" t="0"/>
          <a:stretch/>
        </p:blipFill>
        <p:spPr>
          <a:xfrm>
            <a:off x="673282" y="1984575"/>
            <a:ext cx="3065649" cy="2394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22" name="Google Shape;3222;p273"/>
          <p:cNvCxnSpPr/>
          <p:nvPr/>
        </p:nvCxnSpPr>
        <p:spPr>
          <a:xfrm flipH="1">
            <a:off x="884557" y="2368650"/>
            <a:ext cx="1038600" cy="41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23" name="Google Shape;3223;p273"/>
          <p:cNvSpPr txBox="1"/>
          <p:nvPr/>
        </p:nvSpPr>
        <p:spPr>
          <a:xfrm>
            <a:off x="1849119" y="436572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8.6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24" name="Google Shape;3224;p273"/>
          <p:cNvCxnSpPr/>
          <p:nvPr/>
        </p:nvCxnSpPr>
        <p:spPr>
          <a:xfrm>
            <a:off x="1540732" y="4470750"/>
            <a:ext cx="1456500" cy="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25" name="Google Shape;3225;p273"/>
          <p:cNvCxnSpPr/>
          <p:nvPr/>
        </p:nvCxnSpPr>
        <p:spPr>
          <a:xfrm flipH="1" rot="10800000">
            <a:off x="3148507" y="3674825"/>
            <a:ext cx="658200" cy="7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26" name="Google Shape;3226;p273"/>
          <p:cNvCxnSpPr/>
          <p:nvPr/>
        </p:nvCxnSpPr>
        <p:spPr>
          <a:xfrm>
            <a:off x="2966607" y="2407950"/>
            <a:ext cx="840000" cy="111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27" name="Google Shape;3227;p273"/>
          <p:cNvCxnSpPr/>
          <p:nvPr/>
        </p:nvCxnSpPr>
        <p:spPr>
          <a:xfrm>
            <a:off x="864207" y="2890550"/>
            <a:ext cx="612600" cy="151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28" name="Google Shape;3228;p273"/>
          <p:cNvCxnSpPr/>
          <p:nvPr/>
        </p:nvCxnSpPr>
        <p:spPr>
          <a:xfrm>
            <a:off x="1996732" y="2349750"/>
            <a:ext cx="849300" cy="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29" name="Google Shape;3229;p273"/>
          <p:cNvSpPr txBox="1"/>
          <p:nvPr/>
        </p:nvSpPr>
        <p:spPr>
          <a:xfrm>
            <a:off x="894544" y="21380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5.2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0" name="Google Shape;3230;p273"/>
          <p:cNvSpPr txBox="1"/>
          <p:nvPr/>
        </p:nvSpPr>
        <p:spPr>
          <a:xfrm>
            <a:off x="3362144" y="3904025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6.4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1" name="Google Shape;3231;p273"/>
          <p:cNvSpPr txBox="1"/>
          <p:nvPr/>
        </p:nvSpPr>
        <p:spPr>
          <a:xfrm>
            <a:off x="327069" y="3416150"/>
            <a:ext cx="9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11.3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2" name="Google Shape;3232;p273"/>
          <p:cNvSpPr txBox="1"/>
          <p:nvPr/>
        </p:nvSpPr>
        <p:spPr>
          <a:xfrm>
            <a:off x="2025019" y="19762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3.7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3" name="Google Shape;3233;p273"/>
          <p:cNvSpPr txBox="1"/>
          <p:nvPr/>
        </p:nvSpPr>
        <p:spPr>
          <a:xfrm>
            <a:off x="3229019" y="2599750"/>
            <a:ext cx="83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9.8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4" name="Google Shape;3234;p273"/>
          <p:cNvSpPr txBox="1"/>
          <p:nvPr>
            <p:ph idx="2" type="body"/>
          </p:nvPr>
        </p:nvSpPr>
        <p:spPr>
          <a:xfrm>
            <a:off x="324000" y="1292700"/>
            <a:ext cx="8237700" cy="7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e)                                         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235" name="Google Shape;3235;p273"/>
          <p:cNvSpPr txBox="1"/>
          <p:nvPr/>
        </p:nvSpPr>
        <p:spPr>
          <a:xfrm>
            <a:off x="4198800" y="2094900"/>
            <a:ext cx="4840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Perimeter = 15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3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= 45 m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 spotted that 8.6 and 6.4 sum to 15.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 then saw 5.2 + 9.8 = 15 and 11.3 + 3.7 = 15. I then realised I had 3 lots of 15.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9" name="Shape 3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0" name="Google Shape;3240;p274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Finding the perimeter of polygons</a:t>
            </a:r>
            <a:endParaRPr sz="1800"/>
          </a:p>
        </p:txBody>
      </p:sp>
      <p:sp>
        <p:nvSpPr>
          <p:cNvPr id="3241" name="Google Shape;3241;p274"/>
          <p:cNvSpPr txBox="1"/>
          <p:nvPr>
            <p:ph idx="3" type="title"/>
          </p:nvPr>
        </p:nvSpPr>
        <p:spPr>
          <a:xfrm>
            <a:off x="1225225" y="30698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formulas for perimeter</a:t>
            </a:r>
            <a:endParaRPr/>
          </a:p>
        </p:txBody>
      </p:sp>
      <p:pic>
        <p:nvPicPr>
          <p:cNvPr id="3242" name="Google Shape;3242;p2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59" y="2992626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3" name="Google Shape;3243;p274"/>
          <p:cNvSpPr txBox="1"/>
          <p:nvPr>
            <p:ph type="title"/>
          </p:nvPr>
        </p:nvSpPr>
        <p:spPr>
          <a:xfrm>
            <a:off x="1225225" y="21335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perimeter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7" name="Shape 3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Google Shape;3248;p27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formulas for perimeter</a:t>
            </a:r>
            <a:endParaRPr/>
          </a:p>
        </p:txBody>
      </p:sp>
      <p:sp>
        <p:nvSpPr>
          <p:cNvPr id="3249" name="Google Shape;3249;p275"/>
          <p:cNvSpPr txBox="1"/>
          <p:nvPr>
            <p:ph idx="1" type="body"/>
          </p:nvPr>
        </p:nvSpPr>
        <p:spPr>
          <a:xfrm>
            <a:off x="324000" y="810000"/>
            <a:ext cx="8237700" cy="21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can always be calculated through summing all of the edge lengths.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Using the properties of certain polygons, we can write a formula to calculate the perimeter in an efficient way.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3" name="Shape 3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4" name="Google Shape;3254;p276"/>
          <p:cNvSpPr txBox="1"/>
          <p:nvPr>
            <p:ph idx="2" type="subTitle"/>
          </p:nvPr>
        </p:nvSpPr>
        <p:spPr>
          <a:xfrm>
            <a:off x="324000" y="810000"/>
            <a:ext cx="3982200" cy="34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square has four sides of equal length.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perimeter 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/>
              <a:t>) of the square can be written as:</a:t>
            </a:r>
            <a:endParaRPr/>
          </a:p>
        </p:txBody>
      </p:sp>
      <p:sp>
        <p:nvSpPr>
          <p:cNvPr id="3255" name="Google Shape;3255;p276"/>
          <p:cNvSpPr/>
          <p:nvPr/>
        </p:nvSpPr>
        <p:spPr>
          <a:xfrm>
            <a:off x="1443925" y="1803100"/>
            <a:ext cx="1407900" cy="1407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6" name="Google Shape;3256;p27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formulas for perimeter</a:t>
            </a:r>
            <a:endParaRPr/>
          </a:p>
        </p:txBody>
      </p:sp>
      <p:sp>
        <p:nvSpPr>
          <p:cNvPr id="3257" name="Google Shape;3257;p276"/>
          <p:cNvSpPr txBox="1"/>
          <p:nvPr>
            <p:ph idx="1" type="subTitle"/>
          </p:nvPr>
        </p:nvSpPr>
        <p:spPr>
          <a:xfrm>
            <a:off x="4824000" y="810000"/>
            <a:ext cx="39822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regular octagon has 8 sides of equal length.</a:t>
            </a:r>
            <a:endParaRPr/>
          </a:p>
        </p:txBody>
      </p:sp>
      <p:cxnSp>
        <p:nvCxnSpPr>
          <p:cNvPr id="3258" name="Google Shape;3258;p276"/>
          <p:cNvCxnSpPr/>
          <p:nvPr/>
        </p:nvCxnSpPr>
        <p:spPr>
          <a:xfrm flipH="1">
            <a:off x="3010300" y="1792650"/>
            <a:ext cx="15300" cy="1459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59" name="Google Shape;3259;p276"/>
          <p:cNvSpPr txBox="1"/>
          <p:nvPr/>
        </p:nvSpPr>
        <p:spPr>
          <a:xfrm>
            <a:off x="2987600" y="2260750"/>
            <a:ext cx="37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0" name="Google Shape;3260;p276"/>
          <p:cNvSpPr txBox="1"/>
          <p:nvPr/>
        </p:nvSpPr>
        <p:spPr>
          <a:xfrm>
            <a:off x="1897600" y="4255800"/>
            <a:ext cx="111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4-06-2023/eu-31f84ecb-02fe-4562-805a-8944373eddd3&quot; data-equatio-type=&quot;image&quot;&gt;&lt;mglyph src=&quot;https://equatio-api.texthelp.com/desmos/get/14-06-2023/eu-31f84ecb-02fe-4562-805a-8944373eddd3&quot; alt=&quot;Equatio Image&quot;/&gt;&lt;/math&gt;" id="3261" name="Google Shape;3261;p276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1675" y="1776312"/>
            <a:ext cx="1466850" cy="1460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62" name="Google Shape;3262;p276"/>
          <p:cNvCxnSpPr/>
          <p:nvPr/>
        </p:nvCxnSpPr>
        <p:spPr>
          <a:xfrm flipH="1">
            <a:off x="6013475" y="1990275"/>
            <a:ext cx="205500" cy="47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63" name="Google Shape;3263;p276"/>
          <p:cNvSpPr txBox="1"/>
          <p:nvPr/>
        </p:nvSpPr>
        <p:spPr>
          <a:xfrm>
            <a:off x="5850600" y="1941075"/>
            <a:ext cx="37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4" name="Google Shape;3264;p276"/>
          <p:cNvSpPr txBox="1"/>
          <p:nvPr/>
        </p:nvSpPr>
        <p:spPr>
          <a:xfrm>
            <a:off x="4824000" y="3498000"/>
            <a:ext cx="398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perimeter (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of the octagon can be written as: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5" name="Google Shape;3265;p276"/>
          <p:cNvSpPr txBox="1"/>
          <p:nvPr/>
        </p:nvSpPr>
        <p:spPr>
          <a:xfrm>
            <a:off x="6850600" y="4255800"/>
            <a:ext cx="111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9" name="Shape 3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0" name="Google Shape;3270;p277"/>
          <p:cNvSpPr txBox="1"/>
          <p:nvPr>
            <p:ph idx="2" type="subTitle"/>
          </p:nvPr>
        </p:nvSpPr>
        <p:spPr>
          <a:xfrm>
            <a:off x="324000" y="810000"/>
            <a:ext cx="3982200" cy="360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a rectangle.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perimeter 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/>
              <a:t>) of the rectangle can be written as:</a:t>
            </a:r>
            <a:endParaRPr/>
          </a:p>
        </p:txBody>
      </p:sp>
      <p:sp>
        <p:nvSpPr>
          <p:cNvPr id="3271" name="Google Shape;3271;p277"/>
          <p:cNvSpPr/>
          <p:nvPr/>
        </p:nvSpPr>
        <p:spPr>
          <a:xfrm>
            <a:off x="632166" y="1774375"/>
            <a:ext cx="2915700" cy="1063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2" name="Google Shape;3272;p27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formulas for perimeter</a:t>
            </a:r>
            <a:endParaRPr/>
          </a:p>
        </p:txBody>
      </p:sp>
      <p:sp>
        <p:nvSpPr>
          <p:cNvPr id="3273" name="Google Shape;3273;p277"/>
          <p:cNvSpPr txBox="1"/>
          <p:nvPr>
            <p:ph idx="1" type="subTitle"/>
          </p:nvPr>
        </p:nvSpPr>
        <p:spPr>
          <a:xfrm>
            <a:off x="4824000" y="810000"/>
            <a:ext cx="3982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is a kite.</a:t>
            </a:r>
            <a:endParaRPr/>
          </a:p>
        </p:txBody>
      </p:sp>
      <p:sp>
        <p:nvSpPr>
          <p:cNvPr id="3274" name="Google Shape;3274;p277"/>
          <p:cNvSpPr txBox="1"/>
          <p:nvPr/>
        </p:nvSpPr>
        <p:spPr>
          <a:xfrm>
            <a:off x="3597200" y="2032150"/>
            <a:ext cx="37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5" name="Google Shape;3275;p277"/>
          <p:cNvSpPr txBox="1"/>
          <p:nvPr/>
        </p:nvSpPr>
        <p:spPr>
          <a:xfrm>
            <a:off x="2202400" y="42558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6" name="Google Shape;3276;p277"/>
          <p:cNvSpPr txBox="1"/>
          <p:nvPr/>
        </p:nvSpPr>
        <p:spPr>
          <a:xfrm>
            <a:off x="4824000" y="3498000"/>
            <a:ext cx="398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perimeter (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of the kite can be written as: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77" name="Google Shape;3277;p277"/>
          <p:cNvCxnSpPr/>
          <p:nvPr/>
        </p:nvCxnSpPr>
        <p:spPr>
          <a:xfrm flipH="1">
            <a:off x="3638350" y="1745400"/>
            <a:ext cx="7500" cy="112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78" name="Google Shape;3278;p277"/>
          <p:cNvCxnSpPr/>
          <p:nvPr/>
        </p:nvCxnSpPr>
        <p:spPr>
          <a:xfrm flipH="1" rot="10800000">
            <a:off x="614500" y="2957425"/>
            <a:ext cx="2940600" cy="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79" name="Google Shape;3279;p277"/>
          <p:cNvSpPr txBox="1"/>
          <p:nvPr/>
        </p:nvSpPr>
        <p:spPr>
          <a:xfrm>
            <a:off x="1903563" y="2838275"/>
            <a:ext cx="37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0" name="Google Shape;3280;p277"/>
          <p:cNvSpPr txBox="1"/>
          <p:nvPr/>
        </p:nvSpPr>
        <p:spPr>
          <a:xfrm>
            <a:off x="6393400" y="42558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281" name="Google Shape;3281;p277"/>
          <p:cNvGrpSpPr/>
          <p:nvPr/>
        </p:nvGrpSpPr>
        <p:grpSpPr>
          <a:xfrm>
            <a:off x="6141800" y="1252800"/>
            <a:ext cx="1391925" cy="2116650"/>
            <a:chOff x="6141800" y="1252800"/>
            <a:chExt cx="1391925" cy="2116650"/>
          </a:xfrm>
        </p:grpSpPr>
        <p:grpSp>
          <p:nvGrpSpPr>
            <p:cNvPr id="3282" name="Google Shape;3282;p277"/>
            <p:cNvGrpSpPr/>
            <p:nvPr/>
          </p:nvGrpSpPr>
          <p:grpSpPr>
            <a:xfrm>
              <a:off x="6141800" y="1310363"/>
              <a:ext cx="1391925" cy="2059088"/>
              <a:chOff x="6141800" y="1310363"/>
              <a:chExt cx="1391925" cy="2059088"/>
            </a:xfrm>
          </p:grpSpPr>
          <p:pic>
            <p:nvPicPr>
              <p:cNvPr descr="&lt;math xmlns=&quot;http://www.w3.org/1998/Math/MathML&quot; data-is-equatio=&quot;1&quot; data-equatio-url=&quot;https://equatio-api.texthelp.com/desmos/get/14-06-2023/eu-c843f52e-99df-4cb9-8b3c-ee311b47ba2e&quot; data-equatio-type=&quot;image&quot;&gt;&lt;mglyph src=&quot;https://equatio-api.texthelp.com/desmos/get/14-06-2023/eu-c843f52e-99df-4cb9-8b3c-ee311b47ba2e&quot; alt=&quot;Equatio Image&quot;/&gt;&lt;/math&gt;" id="3283" name="Google Shape;3283;p277" title="Equatio Image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150325" y="1310363"/>
                <a:ext cx="1329550" cy="200078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284" name="Google Shape;3284;p277"/>
              <p:cNvCxnSpPr/>
              <p:nvPr/>
            </p:nvCxnSpPr>
            <p:spPr>
              <a:xfrm flipH="1">
                <a:off x="6141800" y="1310375"/>
                <a:ext cx="599100" cy="603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3285" name="Google Shape;3285;p277"/>
              <p:cNvCxnSpPr/>
              <p:nvPr/>
            </p:nvCxnSpPr>
            <p:spPr>
              <a:xfrm flipH="1">
                <a:off x="6860525" y="2030550"/>
                <a:ext cx="673200" cy="13389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sp>
          <p:nvSpPr>
            <p:cNvPr id="3286" name="Google Shape;3286;p277"/>
            <p:cNvSpPr txBox="1"/>
            <p:nvPr/>
          </p:nvSpPr>
          <p:spPr>
            <a:xfrm>
              <a:off x="6141800" y="1252800"/>
              <a:ext cx="373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i="1"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7" name="Google Shape;3287;p277"/>
            <p:cNvSpPr txBox="1"/>
            <p:nvPr/>
          </p:nvSpPr>
          <p:spPr>
            <a:xfrm>
              <a:off x="7160525" y="2453700"/>
              <a:ext cx="373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i="1"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1" name="Shape 3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4-06-2023/eu-7c65565e-eecc-4f2c-a05c-681b15a29a74&quot; data-equatio-type=&quot;image&quot;&gt;&lt;mglyph src=&quot;https://equatio-api.texthelp.com/desmos/get/14-06-2023/eu-7c65565e-eecc-4f2c-a05c-681b15a29a74&quot; alt=&quot;Equatio Image&quot;/&gt;&lt;/math&gt;" id="3292" name="Google Shape;3292;p278" title="Equatio Image"/>
          <p:cNvPicPr preferRelativeResize="0"/>
          <p:nvPr/>
        </p:nvPicPr>
        <p:blipFill rotWithShape="1">
          <a:blip r:embed="rId3">
            <a:alphaModFix/>
          </a:blip>
          <a:srcRect b="0" l="82041" r="0" t="0"/>
          <a:stretch/>
        </p:blipFill>
        <p:spPr>
          <a:xfrm>
            <a:off x="6715173" y="1620000"/>
            <a:ext cx="1432324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3" name="Google Shape;3293;p27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formulas for perimeter</a:t>
            </a:r>
            <a:endParaRPr/>
          </a:p>
        </p:txBody>
      </p:sp>
      <p:sp>
        <p:nvSpPr>
          <p:cNvPr id="3294" name="Google Shape;3294;p278"/>
          <p:cNvSpPr txBox="1"/>
          <p:nvPr>
            <p:ph idx="1" type="body"/>
          </p:nvPr>
        </p:nvSpPr>
        <p:spPr>
          <a:xfrm>
            <a:off x="324000" y="810000"/>
            <a:ext cx="84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a) Match the shape to a formula that could be used to find its perimeter.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14-06-2023/eu-7c65565e-eecc-4f2c-a05c-681b15a29a74&quot; data-equatio-type=&quot;image&quot;&gt;&lt;mglyph src=&quot;https://equatio-api.texthelp.com/desmos/get/14-06-2023/eu-7c65565e-eecc-4f2c-a05c-681b15a29a74&quot; alt=&quot;Equatio Image&quot;/&gt;&lt;/math&gt;" id="3295" name="Google Shape;3295;p278" title="Equatio Image"/>
          <p:cNvPicPr preferRelativeResize="0"/>
          <p:nvPr/>
        </p:nvPicPr>
        <p:blipFill rotWithShape="1">
          <a:blip r:embed="rId3">
            <a:alphaModFix/>
          </a:blip>
          <a:srcRect b="0" l="0" r="31665" t="0"/>
          <a:stretch/>
        </p:blipFill>
        <p:spPr>
          <a:xfrm>
            <a:off x="324000" y="1620000"/>
            <a:ext cx="5450399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6" name="Google Shape;3296;p278"/>
          <p:cNvSpPr txBox="1"/>
          <p:nvPr/>
        </p:nvSpPr>
        <p:spPr>
          <a:xfrm>
            <a:off x="324000" y="37800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7" name="Google Shape;3297;p278"/>
          <p:cNvSpPr txBox="1"/>
          <p:nvPr/>
        </p:nvSpPr>
        <p:spPr>
          <a:xfrm>
            <a:off x="3513150" y="37800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8" name="Google Shape;3298;p278"/>
          <p:cNvSpPr txBox="1"/>
          <p:nvPr/>
        </p:nvSpPr>
        <p:spPr>
          <a:xfrm>
            <a:off x="6626100" y="37800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2" name="Shape 3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Google Shape;3303;p27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formulas for perimeter</a:t>
            </a:r>
            <a:endParaRPr/>
          </a:p>
        </p:txBody>
      </p:sp>
      <p:sp>
        <p:nvSpPr>
          <p:cNvPr id="3304" name="Google Shape;3304;p279"/>
          <p:cNvSpPr txBox="1"/>
          <p:nvPr>
            <p:ph idx="1" type="body"/>
          </p:nvPr>
        </p:nvSpPr>
        <p:spPr>
          <a:xfrm>
            <a:off x="324000" y="8100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b) Calculate the perimeter of each shape using your chosen formula.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14-06-2023/eu-7c65565e-eecc-4f2c-a05c-681b15a29a74&quot; data-equatio-type=&quot;image&quot;&gt;&lt;mglyph src=&quot;https://equatio-api.texthelp.com/desmos/get/14-06-2023/eu-7c65565e-eecc-4f2c-a05c-681b15a29a74&quot; alt=&quot;Equatio Image&quot;/&gt;&lt;/math&gt;" id="3305" name="Google Shape;3305;p279" title="Equatio Image"/>
          <p:cNvPicPr preferRelativeResize="0"/>
          <p:nvPr/>
        </p:nvPicPr>
        <p:blipFill rotWithShape="1">
          <a:blip r:embed="rId3">
            <a:alphaModFix/>
          </a:blip>
          <a:srcRect b="0" l="0" r="31665" t="0"/>
          <a:stretch/>
        </p:blipFill>
        <p:spPr>
          <a:xfrm>
            <a:off x="324000" y="1620000"/>
            <a:ext cx="5450399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6" name="Google Shape;3306;p279"/>
          <p:cNvSpPr txBox="1"/>
          <p:nvPr/>
        </p:nvSpPr>
        <p:spPr>
          <a:xfrm>
            <a:off x="324000" y="37800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7" name="Google Shape;3307;p279"/>
          <p:cNvSpPr txBox="1"/>
          <p:nvPr/>
        </p:nvSpPr>
        <p:spPr>
          <a:xfrm>
            <a:off x="3513150" y="37800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8" name="Google Shape;3308;p279"/>
          <p:cNvSpPr txBox="1"/>
          <p:nvPr/>
        </p:nvSpPr>
        <p:spPr>
          <a:xfrm>
            <a:off x="6626100" y="37800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9" name="Google Shape;3309;p279"/>
          <p:cNvSpPr txBox="1"/>
          <p:nvPr/>
        </p:nvSpPr>
        <p:spPr>
          <a:xfrm>
            <a:off x="1308575" y="1778100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10" name="Google Shape;3310;p279"/>
          <p:cNvCxnSpPr/>
          <p:nvPr/>
        </p:nvCxnSpPr>
        <p:spPr>
          <a:xfrm>
            <a:off x="1323700" y="2178425"/>
            <a:ext cx="68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11" name="Google Shape;3311;p279"/>
          <p:cNvCxnSpPr/>
          <p:nvPr/>
        </p:nvCxnSpPr>
        <p:spPr>
          <a:xfrm flipH="1">
            <a:off x="2887200" y="1662300"/>
            <a:ext cx="612600" cy="153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12" name="Google Shape;3312;p279"/>
          <p:cNvSpPr txBox="1"/>
          <p:nvPr/>
        </p:nvSpPr>
        <p:spPr>
          <a:xfrm>
            <a:off x="2610700" y="1907125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13" name="Google Shape;3313;p279"/>
          <p:cNvCxnSpPr/>
          <p:nvPr/>
        </p:nvCxnSpPr>
        <p:spPr>
          <a:xfrm flipH="1">
            <a:off x="6849225" y="1648950"/>
            <a:ext cx="1220400" cy="152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14" name="Google Shape;3314;p279"/>
          <p:cNvCxnSpPr/>
          <p:nvPr/>
        </p:nvCxnSpPr>
        <p:spPr>
          <a:xfrm flipH="1">
            <a:off x="3176925" y="3343275"/>
            <a:ext cx="2488500" cy="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15" name="Google Shape;3315;p279"/>
          <p:cNvSpPr txBox="1"/>
          <p:nvPr/>
        </p:nvSpPr>
        <p:spPr>
          <a:xfrm>
            <a:off x="3981438" y="3256800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16" name="Google Shape;3316;p279"/>
          <p:cNvCxnSpPr/>
          <p:nvPr/>
        </p:nvCxnSpPr>
        <p:spPr>
          <a:xfrm flipH="1">
            <a:off x="3768225" y="1550625"/>
            <a:ext cx="1329900" cy="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17" name="Google Shape;3317;p279"/>
          <p:cNvSpPr txBox="1"/>
          <p:nvPr/>
        </p:nvSpPr>
        <p:spPr>
          <a:xfrm>
            <a:off x="3959775" y="1139100"/>
            <a:ext cx="11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8" name="Google Shape;3318;p279"/>
          <p:cNvSpPr txBox="1"/>
          <p:nvPr/>
        </p:nvSpPr>
        <p:spPr>
          <a:xfrm>
            <a:off x="6846513" y="2010975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9" name="Google Shape;3319;p279"/>
          <p:cNvSpPr txBox="1"/>
          <p:nvPr/>
        </p:nvSpPr>
        <p:spPr>
          <a:xfrm>
            <a:off x="8147488" y="2168400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0" name="Google Shape;3320;p279"/>
          <p:cNvSpPr txBox="1"/>
          <p:nvPr/>
        </p:nvSpPr>
        <p:spPr>
          <a:xfrm>
            <a:off x="7109838" y="3197700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21" name="Google Shape;3321;p279"/>
          <p:cNvCxnSpPr/>
          <p:nvPr/>
        </p:nvCxnSpPr>
        <p:spPr>
          <a:xfrm flipH="1">
            <a:off x="6883400" y="3297900"/>
            <a:ext cx="1254300" cy="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22" name="Google Shape;3322;p279"/>
          <p:cNvCxnSpPr/>
          <p:nvPr/>
        </p:nvCxnSpPr>
        <p:spPr>
          <a:xfrm>
            <a:off x="8212800" y="1654650"/>
            <a:ext cx="7800" cy="1550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ata-is-equatio=&quot;1&quot; data-equatio-url=&quot;https://equatio-api.texthelp.com/desmos/get/14-06-2023/eu-7c65565e-eecc-4f2c-a05c-681b15a29a74&quot; data-equatio-type=&quot;image&quot;&gt;&lt;mglyph src=&quot;https://equatio-api.texthelp.com/desmos/get/14-06-2023/eu-7c65565e-eecc-4f2c-a05c-681b15a29a74&quot; alt=&quot;Equatio Image&quot;/&gt;&lt;/math&gt;" id="3323" name="Google Shape;3323;p279" title="Equatio Image"/>
          <p:cNvPicPr preferRelativeResize="0"/>
          <p:nvPr/>
        </p:nvPicPr>
        <p:blipFill rotWithShape="1">
          <a:blip r:embed="rId3">
            <a:alphaModFix/>
          </a:blip>
          <a:srcRect b="0" l="82041" r="0" t="0"/>
          <a:stretch/>
        </p:blipFill>
        <p:spPr>
          <a:xfrm>
            <a:off x="6715173" y="1620000"/>
            <a:ext cx="1432324" cy="16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7" name="Shape 3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" name="Google Shape;3328;p28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formulas for perimeter</a:t>
            </a:r>
            <a:endParaRPr/>
          </a:p>
        </p:txBody>
      </p:sp>
      <p:sp>
        <p:nvSpPr>
          <p:cNvPr id="3329" name="Google Shape;3329;p280"/>
          <p:cNvSpPr txBox="1"/>
          <p:nvPr>
            <p:ph idx="1" type="body"/>
          </p:nvPr>
        </p:nvSpPr>
        <p:spPr>
          <a:xfrm>
            <a:off x="324000" y="8100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c) Consider each answer. Was the formula useful?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14-06-2023/eu-7c65565e-eecc-4f2c-a05c-681b15a29a74&quot; data-equatio-type=&quot;image&quot;&gt;&lt;mglyph src=&quot;https://equatio-api.texthelp.com/desmos/get/14-06-2023/eu-7c65565e-eecc-4f2c-a05c-681b15a29a74&quot; alt=&quot;Equatio Image&quot;/&gt;&lt;/math&gt;" id="3330" name="Google Shape;3330;p280" title="Equatio Image"/>
          <p:cNvPicPr preferRelativeResize="0"/>
          <p:nvPr/>
        </p:nvPicPr>
        <p:blipFill rotWithShape="1">
          <a:blip r:embed="rId3">
            <a:alphaModFix/>
          </a:blip>
          <a:srcRect b="0" l="0" r="31665" t="0"/>
          <a:stretch/>
        </p:blipFill>
        <p:spPr>
          <a:xfrm>
            <a:off x="324000" y="1620000"/>
            <a:ext cx="5450399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1" name="Google Shape;3331;p280"/>
          <p:cNvSpPr txBox="1"/>
          <p:nvPr/>
        </p:nvSpPr>
        <p:spPr>
          <a:xfrm>
            <a:off x="324000" y="37800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2" name="Google Shape;3332;p280"/>
          <p:cNvSpPr txBox="1"/>
          <p:nvPr/>
        </p:nvSpPr>
        <p:spPr>
          <a:xfrm>
            <a:off x="3513150" y="37800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3" name="Google Shape;3333;p280"/>
          <p:cNvSpPr txBox="1"/>
          <p:nvPr/>
        </p:nvSpPr>
        <p:spPr>
          <a:xfrm>
            <a:off x="6626100" y="37800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4" name="Google Shape;3334;p280"/>
          <p:cNvSpPr txBox="1"/>
          <p:nvPr/>
        </p:nvSpPr>
        <p:spPr>
          <a:xfrm>
            <a:off x="1308575" y="1778100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35" name="Google Shape;3335;p280"/>
          <p:cNvCxnSpPr/>
          <p:nvPr/>
        </p:nvCxnSpPr>
        <p:spPr>
          <a:xfrm>
            <a:off x="1323700" y="2178425"/>
            <a:ext cx="68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36" name="Google Shape;3336;p280"/>
          <p:cNvCxnSpPr/>
          <p:nvPr/>
        </p:nvCxnSpPr>
        <p:spPr>
          <a:xfrm flipH="1">
            <a:off x="2887200" y="1662300"/>
            <a:ext cx="612600" cy="153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37" name="Google Shape;3337;p280"/>
          <p:cNvSpPr txBox="1"/>
          <p:nvPr/>
        </p:nvSpPr>
        <p:spPr>
          <a:xfrm>
            <a:off x="2610700" y="1907125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38" name="Google Shape;3338;p280"/>
          <p:cNvCxnSpPr/>
          <p:nvPr/>
        </p:nvCxnSpPr>
        <p:spPr>
          <a:xfrm flipH="1">
            <a:off x="6849225" y="1648950"/>
            <a:ext cx="1220400" cy="152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39" name="Google Shape;3339;p280"/>
          <p:cNvCxnSpPr/>
          <p:nvPr/>
        </p:nvCxnSpPr>
        <p:spPr>
          <a:xfrm flipH="1">
            <a:off x="3176925" y="3343275"/>
            <a:ext cx="2488500" cy="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40" name="Google Shape;3340;p280"/>
          <p:cNvSpPr txBox="1"/>
          <p:nvPr/>
        </p:nvSpPr>
        <p:spPr>
          <a:xfrm>
            <a:off x="3981438" y="3256800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41" name="Google Shape;3341;p280"/>
          <p:cNvCxnSpPr/>
          <p:nvPr/>
        </p:nvCxnSpPr>
        <p:spPr>
          <a:xfrm flipH="1">
            <a:off x="3768225" y="1550625"/>
            <a:ext cx="1329900" cy="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42" name="Google Shape;3342;p280"/>
          <p:cNvSpPr txBox="1"/>
          <p:nvPr/>
        </p:nvSpPr>
        <p:spPr>
          <a:xfrm>
            <a:off x="3959775" y="1139100"/>
            <a:ext cx="11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3" name="Google Shape;3343;p280"/>
          <p:cNvSpPr txBox="1"/>
          <p:nvPr/>
        </p:nvSpPr>
        <p:spPr>
          <a:xfrm>
            <a:off x="6846513" y="2010975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4" name="Google Shape;3344;p280"/>
          <p:cNvSpPr txBox="1"/>
          <p:nvPr/>
        </p:nvSpPr>
        <p:spPr>
          <a:xfrm>
            <a:off x="8147488" y="2168400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5" name="Google Shape;3345;p280"/>
          <p:cNvSpPr txBox="1"/>
          <p:nvPr/>
        </p:nvSpPr>
        <p:spPr>
          <a:xfrm>
            <a:off x="7109838" y="3197700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46" name="Google Shape;3346;p280"/>
          <p:cNvCxnSpPr/>
          <p:nvPr/>
        </p:nvCxnSpPr>
        <p:spPr>
          <a:xfrm flipH="1">
            <a:off x="6883400" y="3297900"/>
            <a:ext cx="1254300" cy="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7" name="Google Shape;3347;p280"/>
          <p:cNvCxnSpPr/>
          <p:nvPr/>
        </p:nvCxnSpPr>
        <p:spPr>
          <a:xfrm>
            <a:off x="8212800" y="1654650"/>
            <a:ext cx="7800" cy="1550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ata-is-equatio=&quot;1&quot; data-equatio-url=&quot;https://equatio-api.texthelp.com/desmos/get/14-06-2023/eu-7c65565e-eecc-4f2c-a05c-681b15a29a74&quot; data-equatio-type=&quot;image&quot;&gt;&lt;mglyph src=&quot;https://equatio-api.texthelp.com/desmos/get/14-06-2023/eu-7c65565e-eecc-4f2c-a05c-681b15a29a74&quot; alt=&quot;Equatio Image&quot;/&gt;&lt;/math&gt;" id="3348" name="Google Shape;3348;p280" title="Equatio Image"/>
          <p:cNvPicPr preferRelativeResize="0"/>
          <p:nvPr/>
        </p:nvPicPr>
        <p:blipFill rotWithShape="1">
          <a:blip r:embed="rId3">
            <a:alphaModFix/>
          </a:blip>
          <a:srcRect b="0" l="82041" r="0" t="0"/>
          <a:stretch/>
        </p:blipFill>
        <p:spPr>
          <a:xfrm>
            <a:off x="6715173" y="1620000"/>
            <a:ext cx="1432324" cy="16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2" name="Shape 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4-06-2023/eu-7c65565e-eecc-4f2c-a05c-681b15a29a74&quot; data-equatio-type=&quot;image&quot;&gt;&lt;mglyph src=&quot;https://equatio-api.texthelp.com/desmos/get/14-06-2023/eu-7c65565e-eecc-4f2c-a05c-681b15a29a74&quot; alt=&quot;Equatio Image&quot;/&gt;&lt;/math&gt;" id="3353" name="Google Shape;3353;p281" title="Equatio Image"/>
          <p:cNvPicPr preferRelativeResize="0"/>
          <p:nvPr/>
        </p:nvPicPr>
        <p:blipFill rotWithShape="1">
          <a:blip r:embed="rId3">
            <a:alphaModFix/>
          </a:blip>
          <a:srcRect b="0" l="82041" r="0" t="0"/>
          <a:stretch/>
        </p:blipFill>
        <p:spPr>
          <a:xfrm>
            <a:off x="6715173" y="1620000"/>
            <a:ext cx="1432324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4" name="Google Shape;3354;p28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formulas for perimeter</a:t>
            </a:r>
            <a:endParaRPr/>
          </a:p>
        </p:txBody>
      </p:sp>
      <p:sp>
        <p:nvSpPr>
          <p:cNvPr id="3355" name="Google Shape;3355;p281"/>
          <p:cNvSpPr txBox="1"/>
          <p:nvPr>
            <p:ph idx="1" type="body"/>
          </p:nvPr>
        </p:nvSpPr>
        <p:spPr>
          <a:xfrm>
            <a:off x="324000" y="810000"/>
            <a:ext cx="82377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a) Match the shape to a formula that could be used to find its perimeter.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14-06-2023/eu-7c65565e-eecc-4f2c-a05c-681b15a29a74&quot; data-equatio-type=&quot;image&quot;&gt;&lt;mglyph src=&quot;https://equatio-api.texthelp.com/desmos/get/14-06-2023/eu-7c65565e-eecc-4f2c-a05c-681b15a29a74&quot; alt=&quot;Equatio Image&quot;/&gt;&lt;/math&gt;" id="3356" name="Google Shape;3356;p281" title="Equatio Image"/>
          <p:cNvPicPr preferRelativeResize="0"/>
          <p:nvPr/>
        </p:nvPicPr>
        <p:blipFill rotWithShape="1">
          <a:blip r:embed="rId3">
            <a:alphaModFix/>
          </a:blip>
          <a:srcRect b="0" l="0" r="31665" t="0"/>
          <a:stretch/>
        </p:blipFill>
        <p:spPr>
          <a:xfrm>
            <a:off x="324000" y="1620000"/>
            <a:ext cx="5450399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7" name="Google Shape;3357;p281"/>
          <p:cNvSpPr txBox="1"/>
          <p:nvPr/>
        </p:nvSpPr>
        <p:spPr>
          <a:xfrm>
            <a:off x="324000" y="37800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8" name="Google Shape;3358;p281"/>
          <p:cNvSpPr txBox="1"/>
          <p:nvPr/>
        </p:nvSpPr>
        <p:spPr>
          <a:xfrm>
            <a:off x="3513150" y="37800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9" name="Google Shape;3359;p281"/>
          <p:cNvSpPr txBox="1"/>
          <p:nvPr/>
        </p:nvSpPr>
        <p:spPr>
          <a:xfrm>
            <a:off x="6626100" y="37800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60" name="Google Shape;3360;p281"/>
          <p:cNvCxnSpPr>
            <a:endCxn id="3359" idx="0"/>
          </p:cNvCxnSpPr>
          <p:nvPr/>
        </p:nvCxnSpPr>
        <p:spPr>
          <a:xfrm>
            <a:off x="1724400" y="3290400"/>
            <a:ext cx="5831400" cy="489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1" name="Google Shape;3361;p281"/>
          <p:cNvCxnSpPr>
            <a:endCxn id="3357" idx="0"/>
          </p:cNvCxnSpPr>
          <p:nvPr/>
        </p:nvCxnSpPr>
        <p:spPr>
          <a:xfrm flipH="1">
            <a:off x="1253700" y="3297900"/>
            <a:ext cx="3201600" cy="482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2" name="Google Shape;3362;p281"/>
          <p:cNvCxnSpPr>
            <a:endCxn id="3358" idx="0"/>
          </p:cNvCxnSpPr>
          <p:nvPr/>
        </p:nvCxnSpPr>
        <p:spPr>
          <a:xfrm flipH="1">
            <a:off x="4442850" y="3245100"/>
            <a:ext cx="2637600" cy="534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6" name="Shape 3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7" name="Google Shape;3367;p28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formulas for perimeter</a:t>
            </a:r>
            <a:endParaRPr/>
          </a:p>
        </p:txBody>
      </p:sp>
      <p:sp>
        <p:nvSpPr>
          <p:cNvPr id="3368" name="Google Shape;3368;p282"/>
          <p:cNvSpPr txBox="1"/>
          <p:nvPr>
            <p:ph idx="1" type="body"/>
          </p:nvPr>
        </p:nvSpPr>
        <p:spPr>
          <a:xfrm>
            <a:off x="324000" y="8100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b) Calculate the perimeter of each shape using your chosen formula.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14-06-2023/eu-7c65565e-eecc-4f2c-a05c-681b15a29a74&quot; data-equatio-type=&quot;image&quot;&gt;&lt;mglyph src=&quot;https://equatio-api.texthelp.com/desmos/get/14-06-2023/eu-7c65565e-eecc-4f2c-a05c-681b15a29a74&quot; alt=&quot;Equatio Image&quot;/&gt;&lt;/math&gt;" id="3369" name="Google Shape;3369;p282" title="Equatio Image"/>
          <p:cNvPicPr preferRelativeResize="0"/>
          <p:nvPr/>
        </p:nvPicPr>
        <p:blipFill rotWithShape="1">
          <a:blip r:embed="rId3">
            <a:alphaModFix/>
          </a:blip>
          <a:srcRect b="0" l="0" r="76687" t="0"/>
          <a:stretch/>
        </p:blipFill>
        <p:spPr>
          <a:xfrm>
            <a:off x="324000" y="1620000"/>
            <a:ext cx="18594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0" name="Google Shape;3370;p282"/>
          <p:cNvSpPr txBox="1"/>
          <p:nvPr/>
        </p:nvSpPr>
        <p:spPr>
          <a:xfrm>
            <a:off x="2887200" y="1620000"/>
            <a:ext cx="2321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       = 10 × 5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 = 50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Perimeter is 50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71" name="Google Shape;3371;p282"/>
          <p:cNvSpPr txBox="1"/>
          <p:nvPr/>
        </p:nvSpPr>
        <p:spPr>
          <a:xfrm>
            <a:off x="1308575" y="1778100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72" name="Google Shape;3372;p282"/>
          <p:cNvCxnSpPr/>
          <p:nvPr/>
        </p:nvCxnSpPr>
        <p:spPr>
          <a:xfrm>
            <a:off x="1323700" y="2178425"/>
            <a:ext cx="68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6" name="Shape 3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7" name="Google Shape;3377;p28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formulas for perimeter</a:t>
            </a:r>
            <a:endParaRPr/>
          </a:p>
        </p:txBody>
      </p:sp>
      <p:sp>
        <p:nvSpPr>
          <p:cNvPr id="3378" name="Google Shape;3378;p283"/>
          <p:cNvSpPr txBox="1"/>
          <p:nvPr>
            <p:ph idx="1" type="body"/>
          </p:nvPr>
        </p:nvSpPr>
        <p:spPr>
          <a:xfrm>
            <a:off x="324000" y="8100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b) Calculate the perimeter of each shape using your chosen formula.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14-06-2023/eu-7c65565e-eecc-4f2c-a05c-681b15a29a74&quot; data-equatio-type=&quot;image&quot;&gt;&lt;mglyph src=&quot;https://equatio-api.texthelp.com/desmos/get/14-06-2023/eu-7c65565e-eecc-4f2c-a05c-681b15a29a74&quot; alt=&quot;Equatio Image&quot;/&gt;&lt;/math&gt;" id="3379" name="Google Shape;3379;p283" title="Equatio Image"/>
          <p:cNvPicPr preferRelativeResize="0"/>
          <p:nvPr/>
        </p:nvPicPr>
        <p:blipFill rotWithShape="1">
          <a:blip r:embed="rId3">
            <a:alphaModFix/>
          </a:blip>
          <a:srcRect b="0" l="29532" r="31666" t="0"/>
          <a:stretch/>
        </p:blipFill>
        <p:spPr>
          <a:xfrm>
            <a:off x="393500" y="1620000"/>
            <a:ext cx="30949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0" name="Google Shape;3380;p283"/>
          <p:cNvSpPr txBox="1"/>
          <p:nvPr/>
        </p:nvSpPr>
        <p:spPr>
          <a:xfrm>
            <a:off x="4320000" y="1620000"/>
            <a:ext cx="2488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3.4 + 2 × 6 + 8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23.4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Perimeter is 23.4 cm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81" name="Google Shape;3381;p283"/>
          <p:cNvCxnSpPr/>
          <p:nvPr/>
        </p:nvCxnSpPr>
        <p:spPr>
          <a:xfrm flipH="1">
            <a:off x="601200" y="1662300"/>
            <a:ext cx="612600" cy="153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82" name="Google Shape;3382;p283"/>
          <p:cNvSpPr txBox="1"/>
          <p:nvPr/>
        </p:nvSpPr>
        <p:spPr>
          <a:xfrm>
            <a:off x="324700" y="1907125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83" name="Google Shape;3383;p283"/>
          <p:cNvCxnSpPr/>
          <p:nvPr/>
        </p:nvCxnSpPr>
        <p:spPr>
          <a:xfrm flipH="1">
            <a:off x="890925" y="3343275"/>
            <a:ext cx="2488500" cy="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84" name="Google Shape;3384;p283"/>
          <p:cNvSpPr txBox="1"/>
          <p:nvPr/>
        </p:nvSpPr>
        <p:spPr>
          <a:xfrm>
            <a:off x="1695438" y="3256800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85" name="Google Shape;3385;p283"/>
          <p:cNvCxnSpPr/>
          <p:nvPr/>
        </p:nvCxnSpPr>
        <p:spPr>
          <a:xfrm flipH="1">
            <a:off x="1482225" y="1550625"/>
            <a:ext cx="1329900" cy="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86" name="Google Shape;3386;p283"/>
          <p:cNvSpPr txBox="1"/>
          <p:nvPr/>
        </p:nvSpPr>
        <p:spPr>
          <a:xfrm>
            <a:off x="1673775" y="1139100"/>
            <a:ext cx="11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0" name="Shape 3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1" name="Google Shape;3391;p28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formulas for perimeter</a:t>
            </a:r>
            <a:endParaRPr/>
          </a:p>
        </p:txBody>
      </p:sp>
      <p:sp>
        <p:nvSpPr>
          <p:cNvPr id="3392" name="Google Shape;3392;p284"/>
          <p:cNvSpPr txBox="1"/>
          <p:nvPr>
            <p:ph idx="1" type="body"/>
          </p:nvPr>
        </p:nvSpPr>
        <p:spPr>
          <a:xfrm>
            <a:off x="324000" y="8100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b) Calculate the perimeter of each shape using your chosen formula.</a:t>
            </a:r>
            <a:endParaRPr sz="1800"/>
          </a:p>
        </p:txBody>
      </p:sp>
      <p:sp>
        <p:nvSpPr>
          <p:cNvPr id="3393" name="Google Shape;3393;p284"/>
          <p:cNvSpPr txBox="1"/>
          <p:nvPr/>
        </p:nvSpPr>
        <p:spPr>
          <a:xfrm>
            <a:off x="3369600" y="1620000"/>
            <a:ext cx="24048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5 + 3 + 4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12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Perimeter is 12 cm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94" name="Google Shape;3394;p284"/>
          <p:cNvCxnSpPr/>
          <p:nvPr/>
        </p:nvCxnSpPr>
        <p:spPr>
          <a:xfrm flipH="1">
            <a:off x="462792" y="1648950"/>
            <a:ext cx="1220400" cy="152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95" name="Google Shape;3395;p284"/>
          <p:cNvSpPr txBox="1"/>
          <p:nvPr/>
        </p:nvSpPr>
        <p:spPr>
          <a:xfrm>
            <a:off x="460080" y="2010975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6" name="Google Shape;3396;p284"/>
          <p:cNvSpPr txBox="1"/>
          <p:nvPr/>
        </p:nvSpPr>
        <p:spPr>
          <a:xfrm>
            <a:off x="1761055" y="2168400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7" name="Google Shape;3397;p284"/>
          <p:cNvSpPr txBox="1"/>
          <p:nvPr/>
        </p:nvSpPr>
        <p:spPr>
          <a:xfrm>
            <a:off x="723405" y="3197700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98" name="Google Shape;3398;p284"/>
          <p:cNvCxnSpPr/>
          <p:nvPr/>
        </p:nvCxnSpPr>
        <p:spPr>
          <a:xfrm flipH="1">
            <a:off x="496967" y="3297900"/>
            <a:ext cx="1254300" cy="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99" name="Google Shape;3399;p284"/>
          <p:cNvCxnSpPr/>
          <p:nvPr/>
        </p:nvCxnSpPr>
        <p:spPr>
          <a:xfrm>
            <a:off x="1826367" y="1654650"/>
            <a:ext cx="7800" cy="1550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ata-is-equatio=&quot;1&quot; data-equatio-url=&quot;https://equatio-api.texthelp.com/desmos/get/14-06-2023/eu-7c65565e-eecc-4f2c-a05c-681b15a29a74&quot; data-equatio-type=&quot;image&quot;&gt;&lt;mglyph src=&quot;https://equatio-api.texthelp.com/desmos/get/14-06-2023/eu-7c65565e-eecc-4f2c-a05c-681b15a29a74&quot; alt=&quot;Equatio Image&quot;/&gt;&lt;/math&gt;" id="3400" name="Google Shape;3400;p284" title="Equatio Image"/>
          <p:cNvPicPr preferRelativeResize="0"/>
          <p:nvPr/>
        </p:nvPicPr>
        <p:blipFill rotWithShape="1">
          <a:blip r:embed="rId3">
            <a:alphaModFix/>
          </a:blip>
          <a:srcRect b="0" l="82041" r="0" t="0"/>
          <a:stretch/>
        </p:blipFill>
        <p:spPr>
          <a:xfrm>
            <a:off x="328740" y="1620000"/>
            <a:ext cx="1432324" cy="16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4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p28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formulas for perimeter</a:t>
            </a:r>
            <a:endParaRPr/>
          </a:p>
        </p:txBody>
      </p:sp>
      <p:sp>
        <p:nvSpPr>
          <p:cNvPr id="3406" name="Google Shape;3406;p285"/>
          <p:cNvSpPr txBox="1"/>
          <p:nvPr>
            <p:ph idx="1" type="body"/>
          </p:nvPr>
        </p:nvSpPr>
        <p:spPr>
          <a:xfrm>
            <a:off x="324000" y="8100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c) Consider each answer. Was the formula useful?</a:t>
            </a:r>
            <a:endParaRPr sz="1800"/>
          </a:p>
        </p:txBody>
      </p:sp>
      <p:sp>
        <p:nvSpPr>
          <p:cNvPr id="3407" name="Google Shape;3407;p285"/>
          <p:cNvSpPr txBox="1"/>
          <p:nvPr/>
        </p:nvSpPr>
        <p:spPr>
          <a:xfrm>
            <a:off x="324000" y="11892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8" name="Google Shape;3408;p285"/>
          <p:cNvSpPr txBox="1"/>
          <p:nvPr/>
        </p:nvSpPr>
        <p:spPr>
          <a:xfrm>
            <a:off x="3513150" y="11892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9" name="Google Shape;3409;p285"/>
          <p:cNvSpPr txBox="1"/>
          <p:nvPr/>
        </p:nvSpPr>
        <p:spPr>
          <a:xfrm>
            <a:off x="6626100" y="1189200"/>
            <a:ext cx="18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0" name="Google Shape;3410;p285"/>
          <p:cNvSpPr txBox="1"/>
          <p:nvPr/>
        </p:nvSpPr>
        <p:spPr>
          <a:xfrm>
            <a:off x="324000" y="2039400"/>
            <a:ext cx="82377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formula for the star was helpful as I didn’t have to do lots of addition.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formula for the isosceles trapezium was sort of helpful as it was only doubling one value.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formula for the triangle was not helpful as it was the same as just adding.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4" name="Shape 3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5" name="Google Shape;3415;p286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perimeter of polygons</a:t>
            </a:r>
            <a:endParaRPr/>
          </a:p>
        </p:txBody>
      </p:sp>
      <p:sp>
        <p:nvSpPr>
          <p:cNvPr id="3416" name="Google Shape;3416;p286"/>
          <p:cNvSpPr txBox="1"/>
          <p:nvPr>
            <p:ph idx="1" type="body"/>
          </p:nvPr>
        </p:nvSpPr>
        <p:spPr>
          <a:xfrm>
            <a:off x="324000" y="810000"/>
            <a:ext cx="8237700" cy="31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is the distance around a 2D shape.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This can always be found by summing the lengths of all edges.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some polygons, it may be more efficient to consider multiplication and/or number bonds.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0" name="Shape 3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1" name="Google Shape;3421;p287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3422" name="Google Shape;3422;p2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June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ak theme - May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