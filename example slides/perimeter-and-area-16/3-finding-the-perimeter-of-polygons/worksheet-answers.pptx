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4a89f37add_0_129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4a89f37add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55902936ba_0_54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55902936b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" name="Google Shape;16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2" name="Google Shape;52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7" name="Google Shape;57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5" name="Google Shape;65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0" name="Google Shape;70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" name="Google Shape;78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5" name="Google Shape;105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0" name="Google Shape;110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1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4" name="Google Shape;11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2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3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2" name="Google Shape;12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3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3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3-06-2023/eu-5bbbec29-f1e3-40fb-b7a9-f458378939d4&quot; data-equatio-type=&quot;image&quot;&gt;&lt;mglyph src=&quot;https://equatio-api.texthelp.com/desmos/get/13-06-2023/eu-5bbbec29-f1e3-40fb-b7a9-f458378939d4&quot; alt=&quot;Equatio Image&quot;/&gt;&lt;/math&gt;" id="129" name="Google Shape;129;p1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2168328"/>
            <a:ext cx="6593187" cy="146251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4"/>
          <p:cNvSpPr txBox="1"/>
          <p:nvPr/>
        </p:nvSpPr>
        <p:spPr>
          <a:xfrm>
            <a:off x="468000" y="1397400"/>
            <a:ext cx="8237700" cy="3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Efficiently calculating perimeter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perimeter of each polygon.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Evaluate your approach and determine if you could be more efficient.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                                       b)                                                    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                                                                                 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1" name="Google Shape;131;p14"/>
          <p:cNvCxnSpPr/>
          <p:nvPr/>
        </p:nvCxnSpPr>
        <p:spPr>
          <a:xfrm flipH="1">
            <a:off x="1558763" y="2883176"/>
            <a:ext cx="6000" cy="49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2" name="Google Shape;132;p14"/>
          <p:cNvSpPr txBox="1"/>
          <p:nvPr/>
        </p:nvSpPr>
        <p:spPr>
          <a:xfrm>
            <a:off x="1527986" y="2943564"/>
            <a:ext cx="67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 mm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3" name="Google Shape;133;p14"/>
          <p:cNvCxnSpPr/>
          <p:nvPr/>
        </p:nvCxnSpPr>
        <p:spPr>
          <a:xfrm>
            <a:off x="2606041" y="2665236"/>
            <a:ext cx="0" cy="950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4" name="Google Shape;134;p14"/>
          <p:cNvCxnSpPr/>
          <p:nvPr/>
        </p:nvCxnSpPr>
        <p:spPr>
          <a:xfrm>
            <a:off x="2667489" y="3673659"/>
            <a:ext cx="967500" cy="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5" name="Google Shape;135;p14"/>
          <p:cNvCxnSpPr/>
          <p:nvPr/>
        </p:nvCxnSpPr>
        <p:spPr>
          <a:xfrm>
            <a:off x="3471759" y="2895282"/>
            <a:ext cx="237900" cy="708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6" name="Google Shape;136;p14"/>
          <p:cNvCxnSpPr/>
          <p:nvPr/>
        </p:nvCxnSpPr>
        <p:spPr>
          <a:xfrm>
            <a:off x="2667489" y="2607390"/>
            <a:ext cx="744000" cy="239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7" name="Google Shape;137;p14"/>
          <p:cNvCxnSpPr/>
          <p:nvPr/>
        </p:nvCxnSpPr>
        <p:spPr>
          <a:xfrm>
            <a:off x="4795126" y="3250005"/>
            <a:ext cx="280800" cy="384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8" name="Google Shape;138;p14"/>
          <p:cNvSpPr txBox="1"/>
          <p:nvPr/>
        </p:nvSpPr>
        <p:spPr>
          <a:xfrm>
            <a:off x="2815277" y="2423805"/>
            <a:ext cx="67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3531926" y="2930238"/>
            <a:ext cx="67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2075998" y="2930243"/>
            <a:ext cx="67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2815277" y="3603607"/>
            <a:ext cx="67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4492397" y="3269133"/>
            <a:ext cx="67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 in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3" name="Google Shape;143;p14"/>
          <p:cNvCxnSpPr/>
          <p:nvPr/>
        </p:nvCxnSpPr>
        <p:spPr>
          <a:xfrm>
            <a:off x="5128979" y="3673659"/>
            <a:ext cx="788400" cy="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4" name="Google Shape;144;p14"/>
          <p:cNvCxnSpPr/>
          <p:nvPr/>
        </p:nvCxnSpPr>
        <p:spPr>
          <a:xfrm flipH="1" rot="10800000">
            <a:off x="5947155" y="3113380"/>
            <a:ext cx="1144800" cy="56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5" name="Google Shape;145;p14"/>
          <p:cNvCxnSpPr/>
          <p:nvPr/>
        </p:nvCxnSpPr>
        <p:spPr>
          <a:xfrm flipH="1" rot="10800000">
            <a:off x="5996137" y="3006163"/>
            <a:ext cx="1047000" cy="15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6" name="Google Shape;146;p14"/>
          <p:cNvCxnSpPr/>
          <p:nvPr/>
        </p:nvCxnSpPr>
        <p:spPr>
          <a:xfrm flipH="1">
            <a:off x="6032616" y="2168328"/>
            <a:ext cx="5700" cy="1047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7" name="Google Shape;147;p14"/>
          <p:cNvCxnSpPr/>
          <p:nvPr/>
        </p:nvCxnSpPr>
        <p:spPr>
          <a:xfrm flipH="1" rot="10800000">
            <a:off x="4795126" y="2150751"/>
            <a:ext cx="1158900" cy="1026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8" name="Google Shape;148;p14"/>
          <p:cNvSpPr txBox="1"/>
          <p:nvPr/>
        </p:nvSpPr>
        <p:spPr>
          <a:xfrm>
            <a:off x="5219771" y="3603607"/>
            <a:ext cx="67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 in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4"/>
          <p:cNvSpPr txBox="1"/>
          <p:nvPr/>
        </p:nvSpPr>
        <p:spPr>
          <a:xfrm>
            <a:off x="6304329" y="3330121"/>
            <a:ext cx="67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6 in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4"/>
          <p:cNvSpPr txBox="1"/>
          <p:nvPr/>
        </p:nvSpPr>
        <p:spPr>
          <a:xfrm>
            <a:off x="6225632" y="2758479"/>
            <a:ext cx="67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4.4 in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14"/>
          <p:cNvSpPr txBox="1"/>
          <p:nvPr/>
        </p:nvSpPr>
        <p:spPr>
          <a:xfrm>
            <a:off x="5953888" y="2352633"/>
            <a:ext cx="67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5.3 in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4"/>
          <p:cNvSpPr txBox="1"/>
          <p:nvPr/>
        </p:nvSpPr>
        <p:spPr>
          <a:xfrm>
            <a:off x="4880375" y="2352633"/>
            <a:ext cx="67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7.5 in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3-06-2023/eu-99c04a57-0e30-404a-bd44-66d305b5efd6&quot; data-equatio-type=&quot;image&quot;&gt;&lt;mglyph src=&quot;https://equatio-api.texthelp.com/desmos/get/13-06-2023/eu-99c04a57-0e30-404a-bd44-66d305b5efd6&quot; alt=&quot;Equatio Image&quot;/&gt;&lt;/math&gt;" id="153" name="Google Shape;153;p14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9091" y="4289224"/>
            <a:ext cx="5772959" cy="19652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" name="Google Shape;154;p14"/>
          <p:cNvCxnSpPr/>
          <p:nvPr/>
        </p:nvCxnSpPr>
        <p:spPr>
          <a:xfrm flipH="1">
            <a:off x="882056" y="4312667"/>
            <a:ext cx="18600" cy="1931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5" name="Google Shape;155;p14"/>
          <p:cNvSpPr txBox="1"/>
          <p:nvPr/>
        </p:nvSpPr>
        <p:spPr>
          <a:xfrm>
            <a:off x="468000" y="4983059"/>
            <a:ext cx="689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6 ft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6" name="Google Shape;156;p14"/>
          <p:cNvCxnSpPr/>
          <p:nvPr/>
        </p:nvCxnSpPr>
        <p:spPr>
          <a:xfrm flipH="1">
            <a:off x="2328490" y="5571681"/>
            <a:ext cx="6300" cy="67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7" name="Google Shape;157;p14"/>
          <p:cNvCxnSpPr/>
          <p:nvPr/>
        </p:nvCxnSpPr>
        <p:spPr>
          <a:xfrm>
            <a:off x="958069" y="6299342"/>
            <a:ext cx="1322400" cy="6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8" name="Google Shape;158;p14"/>
          <p:cNvCxnSpPr/>
          <p:nvPr/>
        </p:nvCxnSpPr>
        <p:spPr>
          <a:xfrm flipH="1" rot="10800000">
            <a:off x="1620831" y="5529431"/>
            <a:ext cx="651900" cy="6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9" name="Google Shape;159;p14"/>
          <p:cNvCxnSpPr/>
          <p:nvPr/>
        </p:nvCxnSpPr>
        <p:spPr>
          <a:xfrm flipH="1">
            <a:off x="1682803" y="4282401"/>
            <a:ext cx="22200" cy="1315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0" name="Google Shape;160;p14"/>
          <p:cNvCxnSpPr/>
          <p:nvPr/>
        </p:nvCxnSpPr>
        <p:spPr>
          <a:xfrm flipH="1">
            <a:off x="4369091" y="4604475"/>
            <a:ext cx="852600" cy="34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1" name="Google Shape;161;p14"/>
          <p:cNvSpPr txBox="1"/>
          <p:nvPr/>
        </p:nvSpPr>
        <p:spPr>
          <a:xfrm>
            <a:off x="1682842" y="4697448"/>
            <a:ext cx="689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ft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14"/>
          <p:cNvSpPr txBox="1"/>
          <p:nvPr/>
        </p:nvSpPr>
        <p:spPr>
          <a:xfrm>
            <a:off x="947974" y="3925598"/>
            <a:ext cx="689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 ft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4"/>
          <p:cNvSpPr txBox="1"/>
          <p:nvPr/>
        </p:nvSpPr>
        <p:spPr>
          <a:xfrm>
            <a:off x="2328634" y="5721257"/>
            <a:ext cx="689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 ft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4"/>
          <p:cNvSpPr txBox="1"/>
          <p:nvPr/>
        </p:nvSpPr>
        <p:spPr>
          <a:xfrm>
            <a:off x="1274604" y="6243632"/>
            <a:ext cx="689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ft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14"/>
          <p:cNvSpPr txBox="1"/>
          <p:nvPr/>
        </p:nvSpPr>
        <p:spPr>
          <a:xfrm>
            <a:off x="5160922" y="6243632"/>
            <a:ext cx="689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8.6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6" name="Google Shape;166;p14"/>
          <p:cNvCxnSpPr/>
          <p:nvPr/>
        </p:nvCxnSpPr>
        <p:spPr>
          <a:xfrm>
            <a:off x="4907803" y="6329834"/>
            <a:ext cx="1195500" cy="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7" name="Google Shape;167;p14"/>
          <p:cNvCxnSpPr/>
          <p:nvPr/>
        </p:nvCxnSpPr>
        <p:spPr>
          <a:xfrm flipH="1" rot="10800000">
            <a:off x="6227438" y="5676500"/>
            <a:ext cx="540300" cy="585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8" name="Google Shape;168;p14"/>
          <p:cNvCxnSpPr/>
          <p:nvPr/>
        </p:nvCxnSpPr>
        <p:spPr>
          <a:xfrm>
            <a:off x="6078137" y="4636731"/>
            <a:ext cx="689400" cy="917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9" name="Google Shape;169;p14"/>
          <p:cNvCxnSpPr/>
          <p:nvPr/>
        </p:nvCxnSpPr>
        <p:spPr>
          <a:xfrm>
            <a:off x="4352522" y="5032839"/>
            <a:ext cx="502800" cy="1241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0" name="Google Shape;170;p14"/>
          <p:cNvCxnSpPr/>
          <p:nvPr/>
        </p:nvCxnSpPr>
        <p:spPr>
          <a:xfrm>
            <a:off x="5282080" y="4588962"/>
            <a:ext cx="697200" cy="3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1" name="Google Shape;171;p14"/>
          <p:cNvSpPr txBox="1"/>
          <p:nvPr/>
        </p:nvSpPr>
        <p:spPr>
          <a:xfrm>
            <a:off x="4377423" y="4415203"/>
            <a:ext cx="689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5.2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14"/>
          <p:cNvSpPr txBox="1"/>
          <p:nvPr/>
        </p:nvSpPr>
        <p:spPr>
          <a:xfrm>
            <a:off x="6402788" y="5864678"/>
            <a:ext cx="689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6.4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14"/>
          <p:cNvSpPr txBox="1"/>
          <p:nvPr/>
        </p:nvSpPr>
        <p:spPr>
          <a:xfrm>
            <a:off x="1602107" y="5224142"/>
            <a:ext cx="689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 ft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14"/>
          <p:cNvSpPr txBox="1"/>
          <p:nvPr/>
        </p:nvSpPr>
        <p:spPr>
          <a:xfrm>
            <a:off x="3911649" y="5464241"/>
            <a:ext cx="738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11.3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14"/>
          <p:cNvSpPr txBox="1"/>
          <p:nvPr/>
        </p:nvSpPr>
        <p:spPr>
          <a:xfrm>
            <a:off x="5305298" y="4282401"/>
            <a:ext cx="689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3.7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6" name="Google Shape;176;p14"/>
          <p:cNvCxnSpPr/>
          <p:nvPr/>
        </p:nvCxnSpPr>
        <p:spPr>
          <a:xfrm>
            <a:off x="958069" y="4238202"/>
            <a:ext cx="669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7" name="Google Shape;177;p14"/>
          <p:cNvSpPr txBox="1"/>
          <p:nvPr/>
        </p:nvSpPr>
        <p:spPr>
          <a:xfrm>
            <a:off x="6293521" y="4794157"/>
            <a:ext cx="689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9.8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14"/>
          <p:cNvSpPr txBox="1"/>
          <p:nvPr/>
        </p:nvSpPr>
        <p:spPr>
          <a:xfrm>
            <a:off x="474850" y="6510988"/>
            <a:ext cx="29436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E.g. For A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Perimeter = 3 </a:t>
            </a: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6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           = 18 mm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This is more efficient than repeated addition as there are less steps in the overall calculation.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" name="Google Shape;179;p14"/>
          <p:cNvSpPr txBox="1"/>
          <p:nvPr/>
        </p:nvSpPr>
        <p:spPr>
          <a:xfrm>
            <a:off x="3423450" y="6508650"/>
            <a:ext cx="3656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E.g. For B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Perimeter = 2(4 + 5)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           = 18 cm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This is more efficient than repeated addition as there are less steps in the overall calculation.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This is more efficient than 2 </a:t>
            </a: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4 + 2 </a:t>
            </a: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5 as my way involves two steps, rather than three.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" name="Google Shape;180;p14"/>
          <p:cNvSpPr txBox="1"/>
          <p:nvPr/>
        </p:nvSpPr>
        <p:spPr>
          <a:xfrm>
            <a:off x="474975" y="7765900"/>
            <a:ext cx="29436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E.g. For C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Perimeter = 2 + 3 + 6 + 4.4 + 5.3 + 7.5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           = 28.2 in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I could not see a more efficient way as I could not spot any useful number bonds nor could I use multiplication in place of repeated addition.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14"/>
          <p:cNvSpPr txBox="1"/>
          <p:nvPr/>
        </p:nvSpPr>
        <p:spPr>
          <a:xfrm>
            <a:off x="3411600" y="7918300"/>
            <a:ext cx="36804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E.g. For D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Perimeter = 2 </a:t>
            </a: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(6 + 4)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           = 20 ft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I could see lots of ways to work this perimeter out. I realised there were two lots of 6 and two lots of 4 so I used the distributive law to be more efficient.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" name="Google Shape;182;p14"/>
          <p:cNvSpPr txBox="1"/>
          <p:nvPr/>
        </p:nvSpPr>
        <p:spPr>
          <a:xfrm>
            <a:off x="474975" y="9155425"/>
            <a:ext cx="6617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E.g. For E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Perimeter = 15 </a:t>
            </a: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3		</a:t>
            </a:r>
            <a: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 spotted that 8.6 and 6.4 sum to 15. 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           = 45 m 		</a:t>
            </a:r>
            <a: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 then saw 5.2 + 9.8 = 15 and 11.3 + 3.7 = 15.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				</a:t>
            </a:r>
            <a: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 then realised I had 3 lots of 15.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" name="Google Shape;183;p14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perimeter of polygons</a:t>
            </a:r>
            <a:endParaRPr/>
          </a:p>
        </p:txBody>
      </p:sp>
      <p:sp>
        <p:nvSpPr>
          <p:cNvPr id="184" name="Google Shape;184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85" name="Google Shape;185;p14"/>
          <p:cNvCxnSpPr/>
          <p:nvPr/>
        </p:nvCxnSpPr>
        <p:spPr>
          <a:xfrm>
            <a:off x="562675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"/>
          <p:cNvSpPr txBox="1"/>
          <p:nvPr/>
        </p:nvSpPr>
        <p:spPr>
          <a:xfrm>
            <a:off x="468000" y="893400"/>
            <a:ext cx="66240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Using formulas for perimeter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a) Match the shape to a formula that could be used to find its perimeter.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4-06-2023/eu-7c65565e-eecc-4f2c-a05c-681b15a29a74&quot; data-equatio-type=&quot;image&quot;&gt;&lt;mglyph src=&quot;https://equatio-api.texthelp.com/desmos/get/14-06-2023/eu-7c65565e-eecc-4f2c-a05c-681b15a29a74&quot; alt=&quot;Equatio Image&quot;/&gt;&lt;/math&gt;" id="191" name="Google Shape;191;p15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550" y="1552500"/>
            <a:ext cx="6624000" cy="13454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5"/>
          <p:cNvCxnSpPr>
            <a:endCxn id="193" idx="0"/>
          </p:cNvCxnSpPr>
          <p:nvPr/>
        </p:nvCxnSpPr>
        <p:spPr>
          <a:xfrm>
            <a:off x="1126932" y="2932950"/>
            <a:ext cx="5195700" cy="6462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15"/>
          <p:cNvCxnSpPr>
            <a:endCxn id="195" idx="0"/>
          </p:cNvCxnSpPr>
          <p:nvPr/>
        </p:nvCxnSpPr>
        <p:spPr>
          <a:xfrm flipH="1">
            <a:off x="1207750" y="2943150"/>
            <a:ext cx="2572200" cy="6360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15"/>
          <p:cNvCxnSpPr>
            <a:endCxn id="197" idx="0"/>
          </p:cNvCxnSpPr>
          <p:nvPr/>
        </p:nvCxnSpPr>
        <p:spPr>
          <a:xfrm flipH="1">
            <a:off x="3796114" y="2932950"/>
            <a:ext cx="2719500" cy="6462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" name="Google Shape;198;p15"/>
          <p:cNvSpPr txBox="1"/>
          <p:nvPr/>
        </p:nvSpPr>
        <p:spPr>
          <a:xfrm>
            <a:off x="468000" y="4486775"/>
            <a:ext cx="662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perimeter of each shape using your chosen formula.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4-06-2023/eu-7c65565e-eecc-4f2c-a05c-681b15a29a74&quot; data-equatio-type=&quot;image&quot;&gt;&lt;mglyph src=&quot;https://equatio-api.texthelp.com/desmos/get/14-06-2023/eu-7c65565e-eecc-4f2c-a05c-681b15a29a74&quot; alt=&quot;Equatio Image&quot;/&gt;&lt;/math&gt;" id="199" name="Google Shape;199;p15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5010672"/>
            <a:ext cx="5937093" cy="1205893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5"/>
          <p:cNvSpPr txBox="1"/>
          <p:nvPr/>
        </p:nvSpPr>
        <p:spPr>
          <a:xfrm>
            <a:off x="1200897" y="5071636"/>
            <a:ext cx="687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1" name="Google Shape;201;p15"/>
          <p:cNvCxnSpPr/>
          <p:nvPr/>
        </p:nvCxnSpPr>
        <p:spPr>
          <a:xfrm>
            <a:off x="1212156" y="5426351"/>
            <a:ext cx="50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2" name="Google Shape;202;p15"/>
          <p:cNvCxnSpPr/>
          <p:nvPr/>
        </p:nvCxnSpPr>
        <p:spPr>
          <a:xfrm flipH="1">
            <a:off x="2376000" y="5042159"/>
            <a:ext cx="45600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3" name="Google Shape;203;p15"/>
          <p:cNvSpPr txBox="1"/>
          <p:nvPr/>
        </p:nvSpPr>
        <p:spPr>
          <a:xfrm>
            <a:off x="2195579" y="5213251"/>
            <a:ext cx="687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6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4" name="Google Shape;204;p15"/>
          <p:cNvCxnSpPr/>
          <p:nvPr/>
        </p:nvCxnSpPr>
        <p:spPr>
          <a:xfrm flipH="1">
            <a:off x="5438727" y="5032221"/>
            <a:ext cx="908400" cy="1137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5" name="Google Shape;205;p15"/>
          <p:cNvCxnSpPr/>
          <p:nvPr/>
        </p:nvCxnSpPr>
        <p:spPr>
          <a:xfrm flipH="1">
            <a:off x="2591547" y="6293440"/>
            <a:ext cx="1852500" cy="5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6" name="Google Shape;206;p15"/>
          <p:cNvSpPr txBox="1"/>
          <p:nvPr/>
        </p:nvSpPr>
        <p:spPr>
          <a:xfrm>
            <a:off x="3190521" y="6229070"/>
            <a:ext cx="687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8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7" name="Google Shape;207;p15"/>
          <p:cNvCxnSpPr/>
          <p:nvPr/>
        </p:nvCxnSpPr>
        <p:spPr>
          <a:xfrm flipH="1">
            <a:off x="3031760" y="4959030"/>
            <a:ext cx="990000" cy="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8" name="Google Shape;208;p15"/>
          <p:cNvSpPr txBox="1"/>
          <p:nvPr/>
        </p:nvSpPr>
        <p:spPr>
          <a:xfrm>
            <a:off x="3174396" y="4652700"/>
            <a:ext cx="825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3.4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15"/>
          <p:cNvSpPr txBox="1"/>
          <p:nvPr/>
        </p:nvSpPr>
        <p:spPr>
          <a:xfrm>
            <a:off x="5438724" y="5310617"/>
            <a:ext cx="687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15"/>
          <p:cNvSpPr txBox="1"/>
          <p:nvPr/>
        </p:nvSpPr>
        <p:spPr>
          <a:xfrm>
            <a:off x="6405087" y="5418889"/>
            <a:ext cx="687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15"/>
          <p:cNvSpPr txBox="1"/>
          <p:nvPr/>
        </p:nvSpPr>
        <p:spPr>
          <a:xfrm>
            <a:off x="5632681" y="6185077"/>
            <a:ext cx="687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2" name="Google Shape;212;p15"/>
          <p:cNvCxnSpPr/>
          <p:nvPr/>
        </p:nvCxnSpPr>
        <p:spPr>
          <a:xfrm flipH="1">
            <a:off x="5464201" y="6259664"/>
            <a:ext cx="933600" cy="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3" name="Google Shape;213;p15"/>
          <p:cNvCxnSpPr/>
          <p:nvPr/>
        </p:nvCxnSpPr>
        <p:spPr>
          <a:xfrm>
            <a:off x="6453704" y="5036464"/>
            <a:ext cx="5700" cy="115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4" name="Google Shape;214;p15"/>
          <p:cNvSpPr txBox="1"/>
          <p:nvPr/>
        </p:nvSpPr>
        <p:spPr>
          <a:xfrm>
            <a:off x="434925" y="7864800"/>
            <a:ext cx="666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Consider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each answer. Was the formula useful?</a:t>
            </a:r>
            <a:endParaRPr sz="1200"/>
          </a:p>
        </p:txBody>
      </p:sp>
      <p:sp>
        <p:nvSpPr>
          <p:cNvPr id="215" name="Google Shape;215;p15"/>
          <p:cNvSpPr txBox="1"/>
          <p:nvPr/>
        </p:nvSpPr>
        <p:spPr>
          <a:xfrm>
            <a:off x="471550" y="8209325"/>
            <a:ext cx="66240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E.g.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The formula for the star was helpful as I didn’t have to do lots of addition.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The formula for the isosceles trapezium was sort of helpful as it was only doubling one value.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The formula for the triangle was not helpful as it was the same as just adding.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" name="Google Shape;216;p15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perimeter of polygons</a:t>
            </a:r>
            <a:endParaRPr/>
          </a:p>
        </p:txBody>
      </p:sp>
      <p:sp>
        <p:nvSpPr>
          <p:cNvPr id="217" name="Google Shape;217;p1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 </a:t>
            </a:r>
            <a:endParaRPr sz="1263"/>
          </a:p>
        </p:txBody>
      </p:sp>
      <p:sp>
        <p:nvSpPr>
          <p:cNvPr id="218" name="Google Shape;218;p15"/>
          <p:cNvSpPr txBox="1"/>
          <p:nvPr/>
        </p:nvSpPr>
        <p:spPr>
          <a:xfrm>
            <a:off x="3906925" y="10133925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9" name="Google Shape;219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5" name="Google Shape;195;p15"/>
          <p:cNvSpPr txBox="1"/>
          <p:nvPr/>
        </p:nvSpPr>
        <p:spPr>
          <a:xfrm>
            <a:off x="453250" y="3579150"/>
            <a:ext cx="150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15"/>
          <p:cNvSpPr txBox="1"/>
          <p:nvPr/>
        </p:nvSpPr>
        <p:spPr>
          <a:xfrm>
            <a:off x="3041614" y="3579150"/>
            <a:ext cx="150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15"/>
          <p:cNvSpPr txBox="1"/>
          <p:nvPr/>
        </p:nvSpPr>
        <p:spPr>
          <a:xfrm>
            <a:off x="5568132" y="3579150"/>
            <a:ext cx="150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10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15"/>
          <p:cNvSpPr txBox="1"/>
          <p:nvPr/>
        </p:nvSpPr>
        <p:spPr>
          <a:xfrm>
            <a:off x="468000" y="6548800"/>
            <a:ext cx="1859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10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  = 10 × 5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  = 50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Perimeter is 50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1" name="Google Shape;221;p15"/>
          <p:cNvSpPr txBox="1"/>
          <p:nvPr/>
        </p:nvSpPr>
        <p:spPr>
          <a:xfrm>
            <a:off x="2639550" y="6527575"/>
            <a:ext cx="1756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   = 3.4 + 2 × 6 + 8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   = 23.4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Perimeter is 23.4 cm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15"/>
          <p:cNvSpPr txBox="1"/>
          <p:nvPr/>
        </p:nvSpPr>
        <p:spPr>
          <a:xfrm>
            <a:off x="5176500" y="6509488"/>
            <a:ext cx="1509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   = 5 + 3 + 4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   = 12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Perimeter is 12 cm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