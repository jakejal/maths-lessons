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18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226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250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96.xml"/>
  <Override ContentType="application/vnd.openxmlformats-officedocument.presentationml.slideLayout+xml" PartName="/ppt/slideLayouts/slideLayout234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88.xml"/>
  <Override ContentType="application/vnd.openxmlformats-officedocument.presentationml.slideLayout+xml" PartName="/ppt/slideLayouts/slideLayout242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262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8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257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14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193.xml"/>
  <Override ContentType="application/vnd.openxmlformats-officedocument.presentationml.slideLayout+xml" PartName="/ppt/slideLayouts/slideLayout185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238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206.xml"/>
  <Override ContentType="application/vnd.openxmlformats-officedocument.presentationml.slideLayout+xml" PartName="/ppt/slideLayouts/slideLayout223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249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210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253.xml"/>
  <Override ContentType="application/vnd.openxmlformats-officedocument.presentationml.slideLayout+xml" PartName="/ppt/slideLayouts/slideLayout189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235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21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17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22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80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51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95.xml"/>
  <Override ContentType="application/vnd.openxmlformats-officedocument.presentationml.slideLayout+xml" PartName="/ppt/slideLayouts/slideLayout245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202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231.xml"/>
  <Override ContentType="application/vnd.openxmlformats-officedocument.presentationml.slideLayout+xml" PartName="/ppt/slideLayouts/slideLayout184.xml"/>
  <Override ContentType="application/vnd.openxmlformats-officedocument.presentationml.slideLayout+xml" PartName="/ppt/slideLayouts/slideLayout230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23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256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21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220.xml"/>
  <Override ContentType="application/vnd.openxmlformats-officedocument.presentationml.slideLayout+xml" PartName="/ppt/slideLayouts/slideLayout263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203.xml"/>
  <Override ContentType="application/vnd.openxmlformats-officedocument.presentationml.slideLayout+xml" PartName="/ppt/slideLayouts/slideLayout246.xml"/>
  <Override ContentType="application/vnd.openxmlformats-officedocument.presentationml.slideLayout+xml" PartName="/ppt/slideLayouts/slideLayout229.xml"/>
  <Override ContentType="application/vnd.openxmlformats-officedocument.presentationml.slideLayout+xml" PartName="/ppt/slideLayouts/slideLayout190.xml"/>
  <Override ContentType="application/vnd.openxmlformats-officedocument.presentationml.slideLayout+xml" PartName="/ppt/slideLayouts/slideLayout224.xml"/>
  <Override ContentType="application/vnd.openxmlformats-officedocument.presentationml.slideLayout+xml" PartName="/ppt/slideLayouts/slideLayout207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241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99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260.xml"/>
  <Override ContentType="application/vnd.openxmlformats-officedocument.presentationml.slideLayout+xml" PartName="/ppt/slideLayouts/slideLayout198.xml"/>
  <Override ContentType="application/vnd.openxmlformats-officedocument.presentationml.slideLayout+xml" PartName="/ppt/slideLayouts/slideLayout252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216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59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232.xml"/>
  <Override ContentType="application/vnd.openxmlformats-officedocument.presentationml.slideLayout+xml" PartName="/ppt/slideLayouts/slideLayout208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228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94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244.xml"/>
  <Override ContentType="application/vnd.openxmlformats-officedocument.presentationml.slideLayout+xml" PartName="/ppt/slideLayouts/slideLayout201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221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204.xml"/>
  <Override ContentType="application/vnd.openxmlformats-officedocument.presentationml.slideLayout+xml" PartName="/ppt/slideLayouts/slideLayout212.xml"/>
  <Override ContentType="application/vnd.openxmlformats-officedocument.presentationml.slideLayout+xml" PartName="/ppt/slideLayouts/slideLayout183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247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26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255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87.xml"/>
  <Override ContentType="application/vnd.openxmlformats-officedocument.presentationml.slideLayout+xml" PartName="/ppt/slideLayouts/slideLayout236.xml"/>
  <Override ContentType="application/vnd.openxmlformats-officedocument.presentationml.slideLayout+xml" PartName="/ppt/slideLayouts/slideLayout19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24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200.xml"/>
  <Override ContentType="application/vnd.openxmlformats-officedocument.presentationml.slideLayout+xml" PartName="/ppt/slideLayouts/slideLayout243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9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233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82.xml"/>
  <Override ContentType="application/vnd.openxmlformats-officedocument.presentationml.slideLayout+xml" PartName="/ppt/slideLayouts/slideLayout215.xml"/>
  <Override ContentType="application/vnd.openxmlformats-officedocument.presentationml.slideLayout+xml" PartName="/ppt/slideLayouts/slideLayout258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261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09.xml"/>
  <Override ContentType="application/vnd.openxmlformats-officedocument.presentationml.slideLayout+xml" PartName="/ppt/slideLayouts/slideLayout227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248.xml"/>
  <Override ContentType="application/vnd.openxmlformats-officedocument.presentationml.slideLayout+xml" PartName="/ppt/slideLayouts/slideLayout205.xml"/>
  <Override ContentType="application/vnd.openxmlformats-officedocument.presentationml.slideLayout+xml" PartName="/ppt/slideLayouts/slideLayout222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192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211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237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254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86.xml"/>
  <Override ContentType="application/vnd.openxmlformats-officedocument.presentationml.slideLayout+xml" PartName="/ppt/slideLayouts/slideLayout160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912" r:id="rId3"/>
    <p:sldMasterId id="2147483913" r:id="rId4"/>
    <p:sldMasterId id="2147483914" r:id="rId5"/>
    <p:sldMasterId id="214748391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6" name="Shape 3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7" name="Google Shape;3167;g25074be5e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8" name="Google Shape;3168;g25074be5e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2" name="Shape 3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3" name="Google Shape;3173;g27e63e0bc9a_0_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4" name="Google Shape;3174;g27e63e0bc9a_0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7" name="Shape 3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8" name="Google Shape;3178;g1e31228a0c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9" name="Google Shape;3179;g1e31228a0c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2" name="Shape 3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3" name="Google Shape;3183;g31e83889ca9_0_8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4" name="Google Shape;3184;g31e83889ca9_0_8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7" name="Shape 3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8" name="Google Shape;3188;g31e83889ca9_0_1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9" name="Google Shape;3189;g31e83889ca9_0_1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6" name="Shape 3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7" name="Google Shape;3197;g31e83889ca9_0_3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8" name="Google Shape;3198;g31e83889ca9_0_3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4" name="Shape 3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" name="Google Shape;3205;g31e83889ca9_0_4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6" name="Google Shape;3206;g31e83889ca9_0_4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3" name="Shape 3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4" name="Google Shape;3214;g31e83889ca9_0_4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5" name="Google Shape;3215;g31e83889ca9_0_4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3" name="Shape 3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4" name="Google Shape;3224;g31e83889ca9_0_4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5" name="Google Shape;3225;g31e83889ca9_0_4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1" name="Shape 3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2" name="Google Shape;3232;g31e83889ca9_0_4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3" name="Google Shape;3233;g31e83889ca9_0_4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9" name="Shape 3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0" name="Google Shape;3260;g31e83889ca9_0_2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1" name="Google Shape;3261;g31e83889ca9_0_2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8" name="Shape 3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9" name="Google Shape;3269;g31e83889ca9_0_4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0" name="Google Shape;3270;g31e83889ca9_0_4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3" name="Shape 3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4" name="Google Shape;3284;g31e83889ca9_0_4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5" name="Google Shape;3285;g31e83889ca9_0_4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0" name="Shape 3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1" name="Google Shape;3301;g31e83889ca9_0_4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2" name="Google Shape;3302;g31e83889ca9_0_4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7" name="Shape 3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8" name="Google Shape;3318;g31e83889ca9_0_4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9" name="Google Shape;3319;g31e83889ca9_0_4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4" name="Shape 3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5" name="Google Shape;3335;g31e83889ca9_0_4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6" name="Google Shape;3336;g31e83889ca9_0_4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5" name="Shape 3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6" name="Google Shape;3356;g31e83889ca9_0_4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7" name="Google Shape;3357;g31e83889ca9_0_4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3" name="Shape 3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4" name="Google Shape;3394;g31e83889ca9_0_4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5" name="Google Shape;3395;g31e83889ca9_0_4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0" name="Shape 3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1" name="Google Shape;3411;g31e83889ca9_0_4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2" name="Google Shape;3412;g31e83889ca9_0_4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4" name="Shape 3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5" name="Google Shape;3435;g31e83889ca9_0_4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6" name="Google Shape;3436;g31e83889ca9_0_4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3" name="Shape 3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4" name="Google Shape;3454;g31e83889ca9_0_4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5" name="Google Shape;3455;g31e83889ca9_0_4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2" name="Shape 3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3" name="Google Shape;3473;g31e83889ca9_0_4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4" name="Google Shape;3474;g31e83889ca9_0_4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5" name="Shape 3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6" name="Google Shape;3496;g31e83889ca9_0_46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7" name="Google Shape;3497;g31e83889ca9_0_4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9" name="Shape 3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0" name="Google Shape;3520;g31e83889ca9_0_4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1" name="Google Shape;3521;g31e83889ca9_0_4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3" name="Shape 3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4" name="Google Shape;3544;g31e83889ca9_0_2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5" name="Google Shape;3545;g31e83889ca9_0_2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2" name="Shape 3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" name="Google Shape;3553;g31e83889ca9_0_47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4" name="Google Shape;3554;g31e83889ca9_0_4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4" name="Shape 3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31e83889ca9_0_47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31e83889ca9_0_4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2" name="Shape 3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3" name="Google Shape;3583;g31e83889ca9_0_48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4" name="Google Shape;3584;g31e83889ca9_0_4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8" name="Shape 3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9" name="Google Shape;3589;g31e83889ca9_0_48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0" name="Google Shape;3590;g31e83889ca9_0_48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4" name="Shape 3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5" name="Google Shape;3595;g31e83889ca9_0_4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6" name="Google Shape;3596;g31e83889ca9_0_4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1" name="Shape 3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2" name="Google Shape;3602;g31e83889ca9_0_4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3" name="Google Shape;3603;g31e83889ca9_0_4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7" name="Shape 3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8" name="Google Shape;3608;g31e83889ca9_0_57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9" name="Google Shape;3609;g31e83889ca9_0_5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95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26.png"/><Relationship Id="rId7" Type="http://schemas.openxmlformats.org/officeDocument/2006/relationships/image" Target="../media/image28.png"/><Relationship Id="rId8" Type="http://schemas.openxmlformats.org/officeDocument/2006/relationships/image" Target="../media/image2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95.png"/><Relationship Id="rId4" Type="http://schemas.openxmlformats.org/officeDocument/2006/relationships/image" Target="../media/image22.png"/><Relationship Id="rId10" Type="http://schemas.openxmlformats.org/officeDocument/2006/relationships/image" Target="../media/image30.png"/><Relationship Id="rId9" Type="http://schemas.openxmlformats.org/officeDocument/2006/relationships/image" Target="../media/image27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95.png"/><Relationship Id="rId4" Type="http://schemas.openxmlformats.org/officeDocument/2006/relationships/image" Target="../media/image34.png"/><Relationship Id="rId11" Type="http://schemas.openxmlformats.org/officeDocument/2006/relationships/image" Target="../media/image38.png"/><Relationship Id="rId10" Type="http://schemas.openxmlformats.org/officeDocument/2006/relationships/image" Target="../media/image37.png"/><Relationship Id="rId12" Type="http://schemas.openxmlformats.org/officeDocument/2006/relationships/image" Target="../media/image42.png"/><Relationship Id="rId9" Type="http://schemas.openxmlformats.org/officeDocument/2006/relationships/image" Target="../media/image35.png"/><Relationship Id="rId5" Type="http://schemas.openxmlformats.org/officeDocument/2006/relationships/image" Target="../media/image22.png"/><Relationship Id="rId6" Type="http://schemas.openxmlformats.org/officeDocument/2006/relationships/image" Target="../media/image17.png"/><Relationship Id="rId7" Type="http://schemas.openxmlformats.org/officeDocument/2006/relationships/image" Target="../media/image14.png"/><Relationship Id="rId8" Type="http://schemas.openxmlformats.org/officeDocument/2006/relationships/image" Target="../media/image3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4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4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41.png"/><Relationship Id="rId4" Type="http://schemas.openxmlformats.org/officeDocument/2006/relationships/image" Target="../media/image4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41.png"/><Relationship Id="rId4" Type="http://schemas.openxmlformats.org/officeDocument/2006/relationships/image" Target="../media/image4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41.png"/><Relationship Id="rId4" Type="http://schemas.openxmlformats.org/officeDocument/2006/relationships/image" Target="../media/image45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45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50.png"/><Relationship Id="rId4" Type="http://schemas.openxmlformats.org/officeDocument/2006/relationships/image" Target="../media/image52.png"/><Relationship Id="rId5" Type="http://schemas.openxmlformats.org/officeDocument/2006/relationships/image" Target="../media/image4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54.png"/><Relationship Id="rId4" Type="http://schemas.openxmlformats.org/officeDocument/2006/relationships/image" Target="../media/image57.png"/><Relationship Id="rId5" Type="http://schemas.openxmlformats.org/officeDocument/2006/relationships/image" Target="../media/image4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58.png"/><Relationship Id="rId4" Type="http://schemas.openxmlformats.org/officeDocument/2006/relationships/image" Target="../media/image60.png"/><Relationship Id="rId5" Type="http://schemas.openxmlformats.org/officeDocument/2006/relationships/image" Target="../media/image45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45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9.png"/><Relationship Id="rId4" Type="http://schemas.openxmlformats.org/officeDocument/2006/relationships/image" Target="../media/image45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52.png"/><Relationship Id="rId4" Type="http://schemas.openxmlformats.org/officeDocument/2006/relationships/image" Target="../media/image45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57.png"/><Relationship Id="rId4" Type="http://schemas.openxmlformats.org/officeDocument/2006/relationships/image" Target="../media/image45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60.png"/><Relationship Id="rId4" Type="http://schemas.openxmlformats.org/officeDocument/2006/relationships/image" Target="../media/image45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65.png"/><Relationship Id="rId4" Type="http://schemas.openxmlformats.org/officeDocument/2006/relationships/image" Target="../media/image45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9.png"/><Relationship Id="rId4" Type="http://schemas.openxmlformats.org/officeDocument/2006/relationships/image" Target="../media/image45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52.png"/><Relationship Id="rId4" Type="http://schemas.openxmlformats.org/officeDocument/2006/relationships/image" Target="../media/image45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57.png"/><Relationship Id="rId4" Type="http://schemas.openxmlformats.org/officeDocument/2006/relationships/image" Target="../media/image45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60.png"/><Relationship Id="rId4" Type="http://schemas.openxmlformats.org/officeDocument/2006/relationships/image" Target="../media/image45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65.png"/><Relationship Id="rId4" Type="http://schemas.openxmlformats.org/officeDocument/2006/relationships/image" Target="../media/image45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9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9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9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9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9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9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96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96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96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96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05.png"/><Relationship Id="rId4" Type="http://schemas.openxmlformats.org/officeDocument/2006/relationships/image" Target="../media/image4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04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07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10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7.png"/><Relationship Id="rId3" Type="http://schemas.openxmlformats.org/officeDocument/2006/relationships/image" Target="../media/image115.png"/><Relationship Id="rId4" Type="http://schemas.openxmlformats.org/officeDocument/2006/relationships/image" Target="../media/image114.png"/><Relationship Id="rId5" Type="http://schemas.openxmlformats.org/officeDocument/2006/relationships/image" Target="../media/image116.png"/><Relationship Id="rId6" Type="http://schemas.openxmlformats.org/officeDocument/2006/relationships/image" Target="../media/image118.png"/><Relationship Id="rId7" Type="http://schemas.openxmlformats.org/officeDocument/2006/relationships/image" Target="../media/image120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7.png"/><Relationship Id="rId4" Type="http://schemas.openxmlformats.org/officeDocument/2006/relationships/image" Target="../media/image95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image" Target="../media/image16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95.png"/><Relationship Id="rId4" Type="http://schemas.openxmlformats.org/officeDocument/2006/relationships/image" Target="../media/image15.png"/><Relationship Id="rId9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26.png"/><Relationship Id="rId7" Type="http://schemas.openxmlformats.org/officeDocument/2006/relationships/image" Target="../media/image28.png"/><Relationship Id="rId8" Type="http://schemas.openxmlformats.org/officeDocument/2006/relationships/image" Target="../media/image27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95.png"/><Relationship Id="rId4" Type="http://schemas.openxmlformats.org/officeDocument/2006/relationships/image" Target="../media/image22.png"/><Relationship Id="rId11" Type="http://schemas.openxmlformats.org/officeDocument/2006/relationships/image" Target="../media/image16.png"/><Relationship Id="rId10" Type="http://schemas.openxmlformats.org/officeDocument/2006/relationships/image" Target="../media/image30.png"/><Relationship Id="rId9" Type="http://schemas.openxmlformats.org/officeDocument/2006/relationships/image" Target="../media/image27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135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135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135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135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135.png"/><Relationship Id="rId4" Type="http://schemas.openxmlformats.org/officeDocument/2006/relationships/image" Target="../media/image45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135.png"/><Relationship Id="rId4" Type="http://schemas.openxmlformats.org/officeDocument/2006/relationships/image" Target="../media/image45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135.png"/><Relationship Id="rId4" Type="http://schemas.openxmlformats.org/officeDocument/2006/relationships/image" Target="../media/image45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135.png"/><Relationship Id="rId4" Type="http://schemas.openxmlformats.org/officeDocument/2006/relationships/image" Target="../media/image45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9.png"/><Relationship Id="rId3" Type="http://schemas.openxmlformats.org/officeDocument/2006/relationships/image" Target="../media/image39.png"/><Relationship Id="rId4" Type="http://schemas.openxmlformats.org/officeDocument/2006/relationships/image" Target="../media/image45.png"/><Relationship Id="rId5" Type="http://schemas.openxmlformats.org/officeDocument/2006/relationships/image" Target="../media/image138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Relationship Id="rId5" Type="http://schemas.openxmlformats.org/officeDocument/2006/relationships/image" Target="../media/image139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Relationship Id="rId5" Type="http://schemas.openxmlformats.org/officeDocument/2006/relationships/image" Target="../media/image139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Relationship Id="rId5" Type="http://schemas.openxmlformats.org/officeDocument/2006/relationships/image" Target="../media/image139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94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94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94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94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96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96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96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96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105.png"/><Relationship Id="rId4" Type="http://schemas.openxmlformats.org/officeDocument/2006/relationships/image" Target="../media/image4.png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04.png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07.png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10.png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7.png"/><Relationship Id="rId3" Type="http://schemas.openxmlformats.org/officeDocument/2006/relationships/image" Target="../media/image115.png"/><Relationship Id="rId4" Type="http://schemas.openxmlformats.org/officeDocument/2006/relationships/image" Target="../media/image114.png"/><Relationship Id="rId5" Type="http://schemas.openxmlformats.org/officeDocument/2006/relationships/image" Target="../media/image116.png"/><Relationship Id="rId6" Type="http://schemas.openxmlformats.org/officeDocument/2006/relationships/image" Target="../media/image118.png"/><Relationship Id="rId7" Type="http://schemas.openxmlformats.org/officeDocument/2006/relationships/image" Target="../media/image120.png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Relationship Id="rId3" Type="http://schemas.openxmlformats.org/officeDocument/2006/relationships/image" Target="../media/image17.png"/><Relationship Id="rId4" Type="http://schemas.openxmlformats.org/officeDocument/2006/relationships/image" Target="../media/image95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image" Target="../media/image16.png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Relationship Id="rId3" Type="http://schemas.openxmlformats.org/officeDocument/2006/relationships/image" Target="../media/image95.png"/><Relationship Id="rId4" Type="http://schemas.openxmlformats.org/officeDocument/2006/relationships/image" Target="../media/image15.png"/><Relationship Id="rId9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26.png"/><Relationship Id="rId7" Type="http://schemas.openxmlformats.org/officeDocument/2006/relationships/image" Target="../media/image28.png"/><Relationship Id="rId8" Type="http://schemas.openxmlformats.org/officeDocument/2006/relationships/image" Target="../media/image27.png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Relationship Id="rId3" Type="http://schemas.openxmlformats.org/officeDocument/2006/relationships/image" Target="../media/image95.png"/><Relationship Id="rId4" Type="http://schemas.openxmlformats.org/officeDocument/2006/relationships/image" Target="../media/image22.png"/><Relationship Id="rId11" Type="http://schemas.openxmlformats.org/officeDocument/2006/relationships/image" Target="../media/image16.png"/><Relationship Id="rId10" Type="http://schemas.openxmlformats.org/officeDocument/2006/relationships/image" Target="../media/image30.png"/><Relationship Id="rId9" Type="http://schemas.openxmlformats.org/officeDocument/2006/relationships/image" Target="../media/image27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135.png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135.png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135.png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135.png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135.png"/><Relationship Id="rId4" Type="http://schemas.openxmlformats.org/officeDocument/2006/relationships/image" Target="../media/image45.png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135.png"/><Relationship Id="rId4" Type="http://schemas.openxmlformats.org/officeDocument/2006/relationships/image" Target="../media/image45.png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135.png"/><Relationship Id="rId4" Type="http://schemas.openxmlformats.org/officeDocument/2006/relationships/image" Target="../media/image45.png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135.png"/><Relationship Id="rId4" Type="http://schemas.openxmlformats.org/officeDocument/2006/relationships/image" Target="../media/image45.png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9.png"/><Relationship Id="rId3" Type="http://schemas.openxmlformats.org/officeDocument/2006/relationships/image" Target="../media/image39.png"/><Relationship Id="rId4" Type="http://schemas.openxmlformats.org/officeDocument/2006/relationships/image" Target="../media/image45.png"/><Relationship Id="rId5" Type="http://schemas.openxmlformats.org/officeDocument/2006/relationships/image" Target="../media/image138.png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Relationship Id="rId5" Type="http://schemas.openxmlformats.org/officeDocument/2006/relationships/image" Target="../media/image139.png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Relationship Id="rId5" Type="http://schemas.openxmlformats.org/officeDocument/2006/relationships/image" Target="../media/image139.png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Relationship Id="rId5" Type="http://schemas.openxmlformats.org/officeDocument/2006/relationships/image" Target="../media/image139.png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1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1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/Relationships>
</file>

<file path=ppt/slideLayouts/_rels/slideLayout1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Layouts/_rels/slideLayout1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94.png"/></Relationships>
</file>

<file path=ppt/slideLayouts/_rels/slideLayout1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94.png"/></Relationships>
</file>

<file path=ppt/slideLayouts/_rels/slideLayout1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94.png"/></Relationships>
</file>

<file path=ppt/slideLayouts/_rels/slideLayout1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94.png"/></Relationships>
</file>

<file path=ppt/slideLayouts/_rels/slideLayout1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96.png"/></Relationships>
</file>

<file path=ppt/slideLayouts/_rels/slideLayout1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96.png"/></Relationships>
</file>

<file path=ppt/slideLayouts/_rels/slideLayout1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96.png"/></Relationships>
</file>

<file path=ppt/slideLayouts/_rels/slideLayout1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96.png"/></Relationships>
</file>

<file path=ppt/slideLayouts/_rels/slideLayout1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1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1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1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1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1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1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94.png"/></Relationships>
</file>

<file path=ppt/slideLayouts/_rels/slideLayout1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96.png"/></Relationships>
</file>

<file path=ppt/slideLayouts/_rels/slideLayout1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94.png"/></Relationships>
</file>

<file path=ppt/slideLayouts/_rels/slideLayout1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96.png"/></Relationships>
</file>

<file path=ppt/slideLayouts/_rels/slideLayout1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1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203.png"/><Relationship Id="rId5" Type="http://schemas.openxmlformats.org/officeDocument/2006/relationships/image" Target="../media/image4.png"/></Relationships>
</file>

<file path=ppt/slideLayouts/_rels/slideLayout1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1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Layouts/_rels/slideLayout1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204.png"/></Relationships>
</file>

<file path=ppt/slideLayouts/_rels/slideLayout1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211.png"/></Relationships>
</file>

<file path=ppt/slideLayouts/_rels/slideLayout1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210.png"/></Relationships>
</file>

<file path=ppt/slideLayouts/_rels/slideLayout1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215.png"/></Relationships>
</file>

<file path=ppt/slideLayouts/_rels/slideLayout2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2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214.png"/></Relationships>
</file>

<file path=ppt/slideLayouts/_rels/slideLayout2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105.png"/><Relationship Id="rId4" Type="http://schemas.openxmlformats.org/officeDocument/2006/relationships/image" Target="../media/image4.png"/></Relationships>
</file>

<file path=ppt/slideLayouts/_rels/slideLayout2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213.png"/></Relationships>
</file>

<file path=ppt/slideLayouts/_rels/slideLayout2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04.png"/></Relationships>
</file>

<file path=ppt/slideLayouts/_rels/slideLayout2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222.png"/></Relationships>
</file>

<file path=ppt/slideLayouts/_rels/slideLayout2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10.png"/></Relationships>
</file>

<file path=ppt/slideLayouts/_rels/slideLayout2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221.png"/></Relationships>
</file>

<file path=ppt/slideLayouts/_rels/slideLayout2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221.png"/></Relationships>
</file>

<file path=ppt/slideLayouts/_rels/slideLayout2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225.png"/></Relationships>
</file>

<file path=ppt/slideLayouts/_rels/slideLayout2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07.png"/></Relationships>
</file>

<file path=ppt/slideLayouts/_rels/slideLayout2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226.png"/></Relationships>
</file>

<file path=ppt/slideLayouts/_rels/slideLayout2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2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8.png"/><Relationship Id="rId3" Type="http://schemas.openxmlformats.org/officeDocument/2006/relationships/image" Target="../media/image231.png"/><Relationship Id="rId4" Type="http://schemas.openxmlformats.org/officeDocument/2006/relationships/image" Target="../media/image230.png"/></Relationships>
</file>

<file path=ppt/slideLayouts/_rels/slideLayout2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png"/></Relationships>
</file>

<file path=ppt/slideLayouts/_rels/slideLayout2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png"/></Relationships>
</file>

<file path=ppt/slideLayouts/_rels/slideLayout2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png"/></Relationships>
</file>

<file path=ppt/slideLayouts/_rels/slideLayout2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png"/></Relationships>
</file>

<file path=ppt/slideLayouts/_rels/slideLayout2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png"/><Relationship Id="rId3" Type="http://schemas.openxmlformats.org/officeDocument/2006/relationships/image" Target="../media/image17.png"/><Relationship Id="rId4" Type="http://schemas.openxmlformats.org/officeDocument/2006/relationships/image" Target="../media/image95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image" Target="../media/image16.png"/></Relationships>
</file>

<file path=ppt/slideLayouts/_rels/slideLayout2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png"/><Relationship Id="rId3" Type="http://schemas.openxmlformats.org/officeDocument/2006/relationships/image" Target="../media/image95.png"/><Relationship Id="rId4" Type="http://schemas.openxmlformats.org/officeDocument/2006/relationships/image" Target="../media/image15.png"/><Relationship Id="rId9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26.png"/><Relationship Id="rId7" Type="http://schemas.openxmlformats.org/officeDocument/2006/relationships/image" Target="../media/image28.png"/><Relationship Id="rId8" Type="http://schemas.openxmlformats.org/officeDocument/2006/relationships/image" Target="../media/image27.png"/></Relationships>
</file>

<file path=ppt/slideLayouts/_rels/slideLayout2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png"/><Relationship Id="rId3" Type="http://schemas.openxmlformats.org/officeDocument/2006/relationships/image" Target="../media/image95.png"/><Relationship Id="rId4" Type="http://schemas.openxmlformats.org/officeDocument/2006/relationships/image" Target="../media/image22.png"/><Relationship Id="rId11" Type="http://schemas.openxmlformats.org/officeDocument/2006/relationships/image" Target="../media/image16.png"/><Relationship Id="rId10" Type="http://schemas.openxmlformats.org/officeDocument/2006/relationships/image" Target="../media/image30.png"/><Relationship Id="rId9" Type="http://schemas.openxmlformats.org/officeDocument/2006/relationships/image" Target="../media/image27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Layouts/_rels/slideLayout2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9.png"/><Relationship Id="rId3" Type="http://schemas.openxmlformats.org/officeDocument/2006/relationships/image" Target="../media/image135.png"/></Relationships>
</file>

<file path=ppt/slideLayouts/_rels/slideLayout2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0.png"/><Relationship Id="rId3" Type="http://schemas.openxmlformats.org/officeDocument/2006/relationships/image" Target="../media/image135.png"/></Relationships>
</file>

<file path=ppt/slideLayouts/_rels/slideLayout2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3.png"/><Relationship Id="rId3" Type="http://schemas.openxmlformats.org/officeDocument/2006/relationships/image" Target="../media/image135.png"/></Relationships>
</file>

<file path=ppt/slideLayouts/_rels/slideLayout2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135.png"/></Relationships>
</file>

<file path=ppt/slideLayouts/_rels/slideLayout2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9.png"/><Relationship Id="rId3" Type="http://schemas.openxmlformats.org/officeDocument/2006/relationships/image" Target="../media/image135.png"/><Relationship Id="rId4" Type="http://schemas.openxmlformats.org/officeDocument/2006/relationships/image" Target="../media/image45.png"/></Relationships>
</file>

<file path=ppt/slideLayouts/_rels/slideLayout2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0.png"/><Relationship Id="rId3" Type="http://schemas.openxmlformats.org/officeDocument/2006/relationships/image" Target="../media/image135.png"/><Relationship Id="rId4" Type="http://schemas.openxmlformats.org/officeDocument/2006/relationships/image" Target="../media/image45.png"/></Relationships>
</file>

<file path=ppt/slideLayouts/_rels/slideLayout2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3.png"/><Relationship Id="rId3" Type="http://schemas.openxmlformats.org/officeDocument/2006/relationships/image" Target="../media/image135.png"/><Relationship Id="rId4" Type="http://schemas.openxmlformats.org/officeDocument/2006/relationships/image" Target="../media/image45.png"/></Relationships>
</file>

<file path=ppt/slideLayouts/_rels/slideLayout2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135.png"/><Relationship Id="rId4" Type="http://schemas.openxmlformats.org/officeDocument/2006/relationships/image" Target="../media/image45.png"/></Relationships>
</file>

<file path=ppt/slideLayouts/_rels/slideLayout2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9.png"/><Relationship Id="rId3" Type="http://schemas.openxmlformats.org/officeDocument/2006/relationships/image" Target="../media/image39.png"/><Relationship Id="rId4" Type="http://schemas.openxmlformats.org/officeDocument/2006/relationships/image" Target="../media/image45.png"/></Relationships>
</file>

<file path=ppt/slideLayouts/_rels/slideLayout2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2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2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2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2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2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2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2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2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2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2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2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2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2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2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2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2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2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/Relationships>
</file>

<file path=ppt/slideLayouts/_rels/slideLayout2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Layouts/_rels/slideLayout2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9.png"/><Relationship Id="rId3" Type="http://schemas.openxmlformats.org/officeDocument/2006/relationships/image" Target="../media/image94.png"/></Relationships>
</file>

<file path=ppt/slideLayouts/_rels/slideLayout2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0.png"/><Relationship Id="rId3" Type="http://schemas.openxmlformats.org/officeDocument/2006/relationships/image" Target="../media/image94.png"/></Relationships>
</file>

<file path=ppt/slideLayouts/_rels/slideLayout2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3.png"/><Relationship Id="rId3" Type="http://schemas.openxmlformats.org/officeDocument/2006/relationships/image" Target="../media/image94.png"/></Relationships>
</file>

<file path=ppt/slideLayouts/_rels/slideLayout2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94.png"/></Relationships>
</file>

<file path=ppt/slideLayouts/_rels/slideLayout2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9.png"/><Relationship Id="rId3" Type="http://schemas.openxmlformats.org/officeDocument/2006/relationships/image" Target="../media/image96.png"/></Relationships>
</file>

<file path=ppt/slideLayouts/_rels/slideLayout2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0.png"/><Relationship Id="rId3" Type="http://schemas.openxmlformats.org/officeDocument/2006/relationships/image" Target="../media/image96.png"/></Relationships>
</file>

<file path=ppt/slideLayouts/_rels/slideLayout2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3.png"/><Relationship Id="rId3" Type="http://schemas.openxmlformats.org/officeDocument/2006/relationships/image" Target="../media/image96.png"/></Relationships>
</file>

<file path=ppt/slideLayouts/_rels/slideLayout2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96.png"/></Relationships>
</file>

<file path=ppt/slideLayouts/_rels/slideLayout2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png"/></Relationships>
</file>

<file path=ppt/slideLayouts/_rels/slideLayout2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png"/></Relationships>
</file>

<file path=ppt/slideLayouts/_rels/slideLayout2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2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" name="Google Shape;45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6" name="Google Shape;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4" name="Google Shape;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3" name="Google Shape;6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" name="Google Shape;70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1" name="Google Shape;7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" name="Google Shape;78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" name="Google Shape;7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" name="Google Shape;84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324000" y="281457"/>
            <a:ext cx="2828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Lesson phase codes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2"/>
          <p:cNvSpPr/>
          <p:nvPr/>
        </p:nvSpPr>
        <p:spPr>
          <a:xfrm>
            <a:off x="1480224" y="1895406"/>
            <a:ext cx="31065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Check for understanding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/>
          <p:nvPr/>
        </p:nvSpPr>
        <p:spPr>
          <a:xfrm>
            <a:off x="1473205" y="1217091"/>
            <a:ext cx="13635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latin typeface="Lexend"/>
                <a:ea typeface="Lexend"/>
                <a:cs typeface="Lexend"/>
                <a:sym typeface="Lexend"/>
              </a:rPr>
              <a:t>Explanation</a:t>
            </a:r>
            <a:endParaRPr i="0" sz="1800" u="none" cap="none" strike="noStrike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" name="Google Shape;89;p12"/>
          <p:cNvSpPr/>
          <p:nvPr/>
        </p:nvSpPr>
        <p:spPr>
          <a:xfrm>
            <a:off x="5919121" y="1217091"/>
            <a:ext cx="14856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Practice task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" name="Google Shape;9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9713" y="1926054"/>
            <a:ext cx="594518" cy="59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727" y="1079129"/>
            <a:ext cx="594518" cy="59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8872" y="1079129"/>
            <a:ext cx="594518" cy="5945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2"/>
          <p:cNvSpPr/>
          <p:nvPr/>
        </p:nvSpPr>
        <p:spPr>
          <a:xfrm>
            <a:off x="5919121" y="2033391"/>
            <a:ext cx="14856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" name="Google Shape;9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8872" y="1895429"/>
            <a:ext cx="594518" cy="59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7" name="Google Shape;107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8" name="Google Shape;108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1" name="Google Shape;121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0" name="Google Shape;130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1" name="Google Shape;131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2" name="Google Shape;132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40" name="Google Shape;140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41" name="Google Shape;141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870825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8295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9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8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449725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148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" name="Google Shape;150;p19"/>
          <p:cNvCxnSpPr>
            <a:endCxn id="151" idx="2"/>
          </p:cNvCxnSpPr>
          <p:nvPr/>
        </p:nvCxnSpPr>
        <p:spPr>
          <a:xfrm>
            <a:off x="647802" y="1795098"/>
            <a:ext cx="0" cy="26418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8648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4539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/>
          <p:nvPr>
            <p:ph type="title"/>
          </p:nvPr>
        </p:nvSpPr>
        <p:spPr>
          <a:xfrm>
            <a:off x="1327200" y="1558425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4" name="Google Shape;154;p19"/>
          <p:cNvSpPr txBox="1"/>
          <p:nvPr>
            <p:ph idx="2" type="title"/>
          </p:nvPr>
        </p:nvSpPr>
        <p:spPr>
          <a:xfrm>
            <a:off x="1369099" y="2830769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" name="Google Shape;155;p19"/>
          <p:cNvSpPr txBox="1"/>
          <p:nvPr>
            <p:ph idx="3" type="title"/>
          </p:nvPr>
        </p:nvSpPr>
        <p:spPr>
          <a:xfrm>
            <a:off x="1346644" y="3986875"/>
            <a:ext cx="661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" name="Google Shape;156;p19"/>
          <p:cNvSpPr txBox="1"/>
          <p:nvPr>
            <p:ph idx="4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" name="Google Shape;157;p19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8" name="Google Shape;158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4 Lesson outline (4)">
  <p:cSld name="CUSTOM_4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216650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75325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4193472"/>
            <a:ext cx="7168824" cy="563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4161763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09513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183313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222875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18802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" name="Google Shape;168;p20"/>
          <p:cNvCxnSpPr/>
          <p:nvPr/>
        </p:nvCxnSpPr>
        <p:spPr>
          <a:xfrm>
            <a:off x="647802" y="1794949"/>
            <a:ext cx="0" cy="28647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9" name="Google Shape;169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20436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227081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0490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>
            <p:ph type="title"/>
          </p:nvPr>
        </p:nvSpPr>
        <p:spPr>
          <a:xfrm>
            <a:off x="1340800" y="1227075"/>
            <a:ext cx="6586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3" name="Google Shape;173;p20"/>
          <p:cNvSpPr txBox="1"/>
          <p:nvPr>
            <p:ph idx="2" type="title"/>
          </p:nvPr>
        </p:nvSpPr>
        <p:spPr>
          <a:xfrm>
            <a:off x="1340800" y="2209525"/>
            <a:ext cx="6586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4" name="Google Shape;174;p20"/>
          <p:cNvSpPr txBox="1"/>
          <p:nvPr>
            <p:ph idx="3" type="title"/>
          </p:nvPr>
        </p:nvSpPr>
        <p:spPr>
          <a:xfrm>
            <a:off x="1340800" y="3240000"/>
            <a:ext cx="6631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5" name="Google Shape;175;p20"/>
          <p:cNvSpPr txBox="1"/>
          <p:nvPr>
            <p:ph idx="4" type="title"/>
          </p:nvPr>
        </p:nvSpPr>
        <p:spPr>
          <a:xfrm>
            <a:off x="1340800" y="4193475"/>
            <a:ext cx="6631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6" name="Google Shape;176;p20"/>
          <p:cNvSpPr txBox="1"/>
          <p:nvPr>
            <p:ph idx="5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7" name="Google Shape;177;p20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" name="Google Shape;178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4191478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5 Lesson outline (5)">
  <p:cSld name="CUSTOM_2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21"/>
          <p:cNvCxnSpPr/>
          <p:nvPr/>
        </p:nvCxnSpPr>
        <p:spPr>
          <a:xfrm>
            <a:off x="647802" y="1794949"/>
            <a:ext cx="0" cy="28647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21"/>
          <p:cNvSpPr/>
          <p:nvPr/>
        </p:nvSpPr>
        <p:spPr>
          <a:xfrm>
            <a:off x="392632" y="3396707"/>
            <a:ext cx="533100" cy="533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1"/>
          <p:cNvSpPr/>
          <p:nvPr/>
        </p:nvSpPr>
        <p:spPr>
          <a:xfrm>
            <a:off x="232725" y="4099200"/>
            <a:ext cx="533100" cy="533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1"/>
          <p:cNvSpPr/>
          <p:nvPr/>
        </p:nvSpPr>
        <p:spPr>
          <a:xfrm>
            <a:off x="367858" y="2674360"/>
            <a:ext cx="533100" cy="533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401275" y="1992182"/>
            <a:ext cx="533100" cy="495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"/>
          <p:cNvSpPr/>
          <p:nvPr/>
        </p:nvSpPr>
        <p:spPr>
          <a:xfrm>
            <a:off x="435425" y="4204150"/>
            <a:ext cx="533100" cy="533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21"/>
          <p:cNvPicPr preferRelativeResize="0"/>
          <p:nvPr/>
        </p:nvPicPr>
        <p:blipFill rotWithShape="1">
          <a:blip r:embed="rId2">
            <a:alphaModFix/>
          </a:blip>
          <a:srcRect b="4396" l="0" r="0" t="4387"/>
          <a:stretch/>
        </p:blipFill>
        <p:spPr>
          <a:xfrm>
            <a:off x="866388" y="1942474"/>
            <a:ext cx="7168824" cy="563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40513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4083338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40434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5">
            <a:alphaModFix/>
          </a:blip>
          <a:srcRect b="4396" l="0" r="0" t="4387"/>
          <a:stretch/>
        </p:blipFill>
        <p:spPr>
          <a:xfrm>
            <a:off x="863550" y="3383331"/>
            <a:ext cx="7168824" cy="563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335114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6388" y="1238066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200366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7">
            <a:alphaModFix/>
          </a:blip>
          <a:srcRect b="3721" l="0" r="0" t="3711"/>
          <a:stretch/>
        </p:blipFill>
        <p:spPr>
          <a:xfrm>
            <a:off x="866388" y="2660695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9124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/>
          <p:cNvPicPr preferRelativeResize="0"/>
          <p:nvPr/>
        </p:nvPicPr>
        <p:blipFill rotWithShape="1">
          <a:blip r:embed="rId8">
            <a:alphaModFix/>
          </a:blip>
          <a:srcRect b="0" l="758" r="748" t="0"/>
          <a:stretch/>
        </p:blipFill>
        <p:spPr>
          <a:xfrm>
            <a:off x="363341" y="337393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 rotWithShape="1">
          <a:blip r:embed="rId9">
            <a:alphaModFix/>
          </a:blip>
          <a:srcRect b="0" l="777" r="777" t="0"/>
          <a:stretch/>
        </p:blipFill>
        <p:spPr>
          <a:xfrm>
            <a:off x="363470" y="1235529"/>
            <a:ext cx="563185" cy="572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 rotWithShape="1">
          <a:blip r:embed="rId10">
            <a:alphaModFix/>
          </a:blip>
          <a:srcRect b="0" l="1559" r="1559" t="0"/>
          <a:stretch/>
        </p:blipFill>
        <p:spPr>
          <a:xfrm>
            <a:off x="363329" y="4090770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327200" y="1329825"/>
            <a:ext cx="6586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327200" y="2041819"/>
            <a:ext cx="6586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327200" y="2753813"/>
            <a:ext cx="6631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327200" y="4177800"/>
            <a:ext cx="6631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21"/>
          <p:cNvSpPr txBox="1"/>
          <p:nvPr>
            <p:ph idx="5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4" name="Google Shape;204;p21"/>
          <p:cNvSpPr txBox="1"/>
          <p:nvPr>
            <p:ph idx="6" type="title"/>
          </p:nvPr>
        </p:nvSpPr>
        <p:spPr>
          <a:xfrm>
            <a:off x="1327200" y="3465806"/>
            <a:ext cx="6631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5" name="Google Shape;205;p21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6" name="Google Shape;206;p21"/>
          <p:cNvPicPr preferRelativeResize="0"/>
          <p:nvPr/>
        </p:nvPicPr>
        <p:blipFill rotWithShape="1">
          <a:blip r:embed="rId11">
            <a:alphaModFix/>
          </a:blip>
          <a:srcRect b="0" l="758" r="748" t="0"/>
          <a:stretch/>
        </p:blipFill>
        <p:spPr>
          <a:xfrm>
            <a:off x="363340" y="194307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5982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/>
          <p:cNvPicPr preferRelativeResize="0"/>
          <p:nvPr/>
        </p:nvPicPr>
        <p:blipFill rotWithShape="1">
          <a:blip r:embed="rId12">
            <a:alphaModFix/>
          </a:blip>
          <a:srcRect b="0" l="758" r="748" t="0"/>
          <a:stretch/>
        </p:blipFill>
        <p:spPr>
          <a:xfrm>
            <a:off x="363479" y="2648651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060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1 Explanation blank - purple ">
  <p:cSld name="TITLE_AND_TWO_COLUMNS_1_1_6_2_1_4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4" name="Google Shape;21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2 Explanation blank - jade">
  <p:cSld name="TITLE_AND_TWO_COLUMNS_1_1_6_2_1_2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/>
          <p:nvPr/>
        </p:nvSpPr>
        <p:spPr>
          <a:xfrm>
            <a:off x="-1" y="-2"/>
            <a:ext cx="9144178" cy="54020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20" name="Google Shape;22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3 Explanation blank - blue ">
  <p:cSld name="TITLE_AND_TWO_COLUMNS_1_1_6_2_2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/>
          <p:nvPr/>
        </p:nvSpPr>
        <p:spPr>
          <a:xfrm>
            <a:off x="-1" y="-2"/>
            <a:ext cx="9144178" cy="5402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27" name="Google Shape;2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4 Explanation blank - pink ">
  <p:cSld name="TITLE_AND_TWO_COLUMNS_1_1_6_2_1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/>
          <p:nvPr/>
        </p:nvSpPr>
        <p:spPr>
          <a:xfrm>
            <a:off x="0" y="1"/>
            <a:ext cx="9144178" cy="5402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34" name="Google Shape;23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5 Explanation blank - orange">
  <p:cSld name="TITLE_AND_TWO_COLUMNS_1_1_6_2_1_3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40" name="Google Shape;24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I do We do - purple">
  <p:cSld name="TITLE_AND_TWO_COLUMNS_1_1_9_2_2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6" name="Google Shape;246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9" name="Google Shape;249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2 I do We do - jade">
  <p:cSld name="TITLE_AND_TWO_COLUMNS_1_1_9_2_2_1_1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8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5" name="Google Shape;255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8" name="Google Shape;258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9" name="Google Shape;259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60" name="Google Shape;26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3 I do We do - blue">
  <p:cSld name="TITLE_AND_TWO_COLUMNS_1_1_9_2_3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9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69" name="Google Shape;26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4 I do We do - pink">
  <p:cSld name="TITLE_AND_TWO_COLUMNS_1_1_9_2_2_1_1_1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0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FAEA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3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78" name="Google Shape;27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5 I do We do - orange">
  <p:cSld name="TITLE_AND_TWO_COLUMNS_1_1_9_2_2_1_2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1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FF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5" name="Google Shape;285;p3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6" name="Google Shape;286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7" name="Google Shape;28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2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3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8" name="Google Shape;298;p32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299" name="Google Shape;29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1" name="Google Shape;30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3" name="Google Shape;30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2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5" name="Google Shape;30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2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7" name="Google Shape;307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3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7" name="Google Shape;317;p33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19" name="Google Shape;319;p33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20" name="Google Shape;32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2" name="Google Shape;32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4" name="Google Shape;32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3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6" name="Google Shape;32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3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8" name="Google Shape;32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3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4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4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9" name="Google Shape;339;p3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40" name="Google Shape;340;p34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41" name="Google Shape;34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3" name="Google Shape;34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5" name="Google Shape;34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4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7" name="Google Shape;34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4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9" name="Google Shape;349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4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5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9" name="Google Shape;359;p35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61" name="Google Shape;361;p35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62" name="Google Shape;36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4" name="Google Shape;36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6" name="Google Shape;36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5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8" name="Google Shape;36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5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0" name="Google Shape;370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5 CfU true/false justify - orange">
  <p:cSld name="TITLE_AND_TWO_COLUMNS_1_1_9_1_3_1_1_2">
    <p:bg>
      <p:bgPr>
        <a:solidFill>
          <a:srgbClr val="FFEFE4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5" name="Google Shape;375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6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36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36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6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0" name="Google Shape;380;p36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1" name="Google Shape;381;p3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82" name="Google Shape;382;p36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83" name="Google Shape;38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6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5" name="Google Shape;38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6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7" name="Google Shape;38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6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9" name="Google Shape;38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6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91" name="Google Shape;39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CfU 3 options - purple">
  <p:cSld name="TITLE_AND_TWO_COLUMNS_1_1_7_1">
    <p:bg>
      <p:bgPr>
        <a:solidFill>
          <a:srgbClr val="F3EEFB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8" name="Google Shape;398;p37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9" name="Google Shape;399;p37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0" name="Google Shape;400;p37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01" name="Google Shape;40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7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3" name="Google Shape;40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7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5" name="Google Shape;40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37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7" name="Google Shape;40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p37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2 CfU 3 options - jade">
  <p:cSld name="TITLE_AND_TWO_COLUMNS_1_1_7_1_1_1">
    <p:bg>
      <p:bgPr>
        <a:solidFill>
          <a:srgbClr val="E6F2F2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4" name="Google Shape;414;p38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5" name="Google Shape;415;p38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17" name="Google Shape;41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8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9" name="Google Shape;41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8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21" name="Google Shape;42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8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23" name="Google Shape;42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38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3 CfU 3 options - blue">
  <p:cSld name="TITLE_AND_TWO_COLUMNS_1_1_7_2">
    <p:bg>
      <p:bgPr>
        <a:solidFill>
          <a:srgbClr val="EBEDFE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0" name="Google Shape;430;p39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1" name="Google Shape;431;p39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2" name="Google Shape;432;p39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33" name="Google Shape;43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9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35" name="Google Shape;43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9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37" name="Google Shape;43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9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39" name="Google Shape;43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1" name="Google Shape;441;p39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4 CfU 3 options - pink">
  <p:cSld name="TITLE_AND_TWO_COLUMNS_1_1_7_1_1_1_1">
    <p:bg>
      <p:bgPr>
        <a:solidFill>
          <a:srgbClr val="FAEAF6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4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6" name="Google Shape;446;p40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7" name="Google Shape;447;p40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8" name="Google Shape;448;p40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49" name="Google Shape;4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40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51" name="Google Shape;45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0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53" name="Google Shape;45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0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55" name="Google Shape;45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7" name="Google Shape;457;p40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5 CfU 3 options - orange">
  <p:cSld name="TITLE_AND_TWO_COLUMNS_1_1_7_1_1_2">
    <p:bg>
      <p:bgPr>
        <a:solidFill>
          <a:srgbClr val="FFEFE4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0" name="Google Shape;460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2" name="Google Shape;462;p41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41"/>
          <p:cNvSpPr txBox="1"/>
          <p:nvPr>
            <p:ph idx="2" type="subTitle"/>
          </p:nvPr>
        </p:nvSpPr>
        <p:spPr>
          <a:xfrm>
            <a:off x="809450" y="2907014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41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65" name="Google Shape;46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1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67" name="Google Shape;4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41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69" name="Google Shape;46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1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71" name="Google Shape;47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3" name="Google Shape;473;p41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CfU 4 options - purple">
  <p:cSld name="TITLE_AND_TWO_COLUMNS_1_1_8_1">
    <p:bg>
      <p:bgPr>
        <a:solidFill>
          <a:srgbClr val="F3EEFB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4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8" name="Google Shape;478;p4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9" name="Google Shape;479;p42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0" name="Google Shape;480;p42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1" name="Google Shape;481;p42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2" name="Google Shape;482;p42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483" name="Google Shape;483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4" name="Google Shape;484;p42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5" name="Google Shape;485;p42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486" name="Google Shape;486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7" name="Google Shape;487;p42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8" name="Google Shape;488;p42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489" name="Google Shape;489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0" name="Google Shape;490;p42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1" name="Google Shape;491;p42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492" name="Google Shape;492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3" name="Google Shape;493;p42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94" name="Google Shape;49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6" name="Google Shape;496;p42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CfU 4 options - jade">
  <p:cSld name="TITLE_AND_TWO_COLUMNS_1_1_8_1_1_1">
    <p:bg>
      <p:bgPr>
        <a:solidFill>
          <a:srgbClr val="E6F2F2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4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1" name="Google Shape;501;p4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2" name="Google Shape;502;p43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3" name="Google Shape;503;p43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4" name="Google Shape;504;p43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5" name="Google Shape;505;p43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506" name="Google Shape;506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7" name="Google Shape;507;p43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08" name="Google Shape;508;p43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509" name="Google Shape;509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0" name="Google Shape;510;p43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1" name="Google Shape;511;p43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512" name="Google Shape;512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3" name="Google Shape;513;p43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4" name="Google Shape;514;p43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515" name="Google Shape;515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6" name="Google Shape;516;p43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17" name="Google Shape;517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9" name="Google Shape;519;p43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3 CfU 4 options - blue">
  <p:cSld name="TITLE_AND_TWO_COLUMNS_1_1_8_2">
    <p:bg>
      <p:bgPr>
        <a:solidFill>
          <a:srgbClr val="EBEDFE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4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4" name="Google Shape;524;p4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5" name="Google Shape;525;p44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6" name="Google Shape;526;p44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7" name="Google Shape;527;p44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28" name="Google Shape;528;p44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529" name="Google Shape;529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0" name="Google Shape;530;p44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1" name="Google Shape;531;p44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532" name="Google Shape;532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3" name="Google Shape;533;p44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4" name="Google Shape;534;p44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535" name="Google Shape;535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6" name="Google Shape;536;p44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7" name="Google Shape;537;p44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538" name="Google Shape;538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9" name="Google Shape;539;p44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40" name="Google Shape;540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2" name="Google Shape;542;p44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4 CfU 4 options - pink">
  <p:cSld name="TITLE_AND_TWO_COLUMNS_1_1_8_1_1_1_1">
    <p:bg>
      <p:bgPr>
        <a:solidFill>
          <a:srgbClr val="FAEAF6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Google Shape;544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4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7" name="Google Shape;547;p4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8" name="Google Shape;548;p45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9" name="Google Shape;549;p45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0" name="Google Shape;550;p45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51" name="Google Shape;551;p45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552" name="Google Shape;552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3" name="Google Shape;553;p45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4" name="Google Shape;554;p45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555" name="Google Shape;555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5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5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558" name="Google Shape;558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5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5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561" name="Google Shape;561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5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63" name="Google Shape;563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5" name="Google Shape;565;p45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5 CfU 4 options - orange">
  <p:cSld name="TITLE_AND_TWO_COLUMNS_1_1_8_1_1_2">
    <p:bg>
      <p:bgPr>
        <a:solidFill>
          <a:srgbClr val="FFEFE4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8" name="Google Shape;568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1" name="Google Shape;571;p46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2" name="Google Shape;572;p46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3" name="Google Shape;573;p46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74" name="Google Shape;574;p46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575" name="Google Shape;575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6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6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578" name="Google Shape;578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6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6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581" name="Google Shape;581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6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6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584" name="Google Shape;584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6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86" name="Google Shape;586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6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1 CfU blank - purple ">
  <p:cSld name="TITLE_AND_TWO_COLUMNS_1_1_6_2">
    <p:bg>
      <p:bgPr>
        <a:solidFill>
          <a:srgbClr val="F3EEFB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593" name="Google Shape;59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5" name="Google Shape;595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2 CfU blank - jade ">
  <p:cSld name="TITLE_AND_TWO_COLUMNS_1_1_6_2_3_1">
    <p:bg>
      <p:bgPr>
        <a:solidFill>
          <a:srgbClr val="E6F2F2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Google Shape;597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00" name="Google Shape;60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2" name="Google Shape;602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3 CfU blank - blue ">
  <p:cSld name="TITLE_AND_TWO_COLUMNS_1_1_6_3">
    <p:bg>
      <p:bgPr>
        <a:solidFill>
          <a:srgbClr val="EBEDFE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07" name="Google Shape;60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9" name="Google Shape;609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4 CfU blank - pink ">
  <p:cSld name="TITLE_AND_TWO_COLUMNS_1_1_6_2_3_1_1">
    <p:bg>
      <p:bgPr>
        <a:solidFill>
          <a:srgbClr val="FAEAF6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14" name="Google Shape;61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6" name="Google Shape;616;p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5 CfU blank - orange">
  <p:cSld name="TITLE_AND_TWO_COLUMNS_1_1_6_2_3_2">
    <p:bg>
      <p:bgPr>
        <a:solidFill>
          <a:srgbClr val="FFEFE4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9" name="Google Shape;619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1" name="Google Shape;62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3" name="Google Shape;623;p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1 Practice - purple ">
  <p:cSld name="TITLE_AND_TWO_COLUMNS_1_1_5_1_3_1_1"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28" name="Google Shape;628;p52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9" name="Google Shape;629;p52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30" name="Google Shape;630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31" name="Google Shape;63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2 Practice - jade">
  <p:cSld name="TITLE_AND_TWO_COLUMNS_1_1_5_1_3_1_1_1_1"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634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7" name="Google Shape;637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8" name="Google Shape;638;p53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9" name="Google Shape;639;p53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40" name="Google Shape;640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41" name="Google Shape;64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3 Practice - blue ">
  <p:cSld name="TITLE_AND_TWO_COLUMNS_1_1_5_1_3_1_2"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6" name="Google Shape;646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54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54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49" name="Google Shape;64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0" name="Google Shape;65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4 Practice - pink">
  <p:cSld name="TITLE_AND_TWO_COLUMNS_1_1_5_1_3_1_1_1_1_1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Google Shape;652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5" name="Google Shape;655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6" name="Google Shape;656;p55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5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58" name="Google Shape;658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9" name="Google Shape;65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5 Practice - orange">
  <p:cSld name="TITLE_AND_TWO_COLUMNS_1_1_5_1_3_1_1_1_2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5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2" name="Google Shape;662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6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6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67" name="Google Shape;667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8" name="Google Shape;66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1 Feedback - purple">
  <p:cSld name="TITLE_AND_TWO_COLUMNS_1_1_5_1_3_1_1_1"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0" name="Google Shape;670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3" name="Google Shape;673;p57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7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75" name="Google Shape;675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6" name="Google Shape;67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2 Feedback - jade">
  <p:cSld name="TITLE_AND_TWO_COLUMNS_1_1_5_1_3_1_1_1_1_2"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9" name="Google Shape;679;p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5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5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2" name="Google Shape;682;p58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3" name="Google Shape;683;p58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84" name="Google Shape;684;p5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5" name="Google Shape;685;p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86" name="Google Shape;686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3 Feedback - blue">
  <p:cSld name="TITLE_AND_TWO_COLUMNS_1_1_5_1_3_1_2_1"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8" name="Google Shape;688;p5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5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1" name="Google Shape;691;p59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2" name="Google Shape;692;p59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93" name="Google Shape;693;p5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4" name="Google Shape;694;p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5" name="Google Shape;69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4 Feedback - pink">
  <p:cSld name="TITLE_AND_TWO_COLUMNS_1_1_5_1_3_1_1_1_1_1_1"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6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6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6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60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1" name="Google Shape;701;p60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02" name="Google Shape;702;p6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4" name="Google Shape;70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5 Feedback - orange">
  <p:cSld name="TITLE_AND_TWO_COLUMNS_1_1_5_1_3_1_1_1_2_1"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6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7" name="Google Shape;707;p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6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61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0" name="Google Shape;710;p61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11" name="Google Shape;711;p6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2" name="Google Shape;712;p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3" name="Google Shape;71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">
  <p:cSld name="TITLE_AND_TWO_COLUMNS_1_1_5_1_2"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6" name="Google Shape;716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62"/>
          <p:cNvSpPr txBox="1"/>
          <p:nvPr>
            <p:ph type="title"/>
          </p:nvPr>
        </p:nvSpPr>
        <p:spPr>
          <a:xfrm>
            <a:off x="1684800" y="115237"/>
            <a:ext cx="68184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8" name="Google Shape;718;p62"/>
          <p:cNvSpPr txBox="1"/>
          <p:nvPr>
            <p:ph idx="1" type="body"/>
          </p:nvPr>
        </p:nvSpPr>
        <p:spPr>
          <a:xfrm>
            <a:off x="324000" y="759300"/>
            <a:ext cx="81138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9" name="Google Shape;719;p62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1" name="Google Shape;721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63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64"/>
          <p:cNvSpPr/>
          <p:nvPr/>
        </p:nvSpPr>
        <p:spPr>
          <a:xfrm>
            <a:off x="357653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5" name="Google Shape;725;p64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64"/>
          <p:cNvSpPr/>
          <p:nvPr/>
        </p:nvSpPr>
        <p:spPr>
          <a:xfrm>
            <a:off x="6917865" y="715950"/>
            <a:ext cx="1753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64"/>
          <p:cNvSpPr/>
          <p:nvPr/>
        </p:nvSpPr>
        <p:spPr>
          <a:xfrm>
            <a:off x="7049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8" name="Google Shape;728;p64"/>
          <p:cNvSpPr/>
          <p:nvPr/>
        </p:nvSpPr>
        <p:spPr>
          <a:xfrm>
            <a:off x="5980287" y="4113257"/>
            <a:ext cx="15792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Speech bubble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64"/>
          <p:cNvSpPr/>
          <p:nvPr/>
        </p:nvSpPr>
        <p:spPr>
          <a:xfrm>
            <a:off x="705003" y="1990659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64"/>
          <p:cNvSpPr/>
          <p:nvPr/>
        </p:nvSpPr>
        <p:spPr>
          <a:xfrm>
            <a:off x="2960816" y="1996197"/>
            <a:ext cx="15792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6" name="Google Shape;736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6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9" name="Google Shape;739;p66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40" name="Google Shape;740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4" name="Google Shape;744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6" name="Google Shape;746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7" name="Google Shape;747;p67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48" name="Google Shape;748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50" name="Google Shape;750;p6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2" name="Google Shape;752;p6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5" name="Google Shape;755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6" name="Google Shape;756;p68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7" name="Google Shape;757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0" name="Google Shape;760;p6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2" name="Google Shape;762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3" name="Google Shape;763;p69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4" name="Google Shape;764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66" name="Google Shape;766;p6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67" name="Google Shape;767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8" name="Google Shape;768;p69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69" name="Google Shape;769;p6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1" name="Google Shape;771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3" name="Google Shape;773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4" name="Google Shape;774;p70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5" name="Google Shape;775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77" name="Google Shape;777;p70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0" name="Google Shape;780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1" name="Google Shape;781;p71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2" name="Google Shape;782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4" name="Google Shape;784;p71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5" name="Google Shape;785;p7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86" name="Google Shape;786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7" name="Google Shape;787;p71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8" name="Google Shape;788;p7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0" name="Google Shape;790;p7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7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3" name="Google Shape;793;p7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4" name="Google Shape;794;p72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5" name="Google Shape;795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7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" name="Google Shape;798;p7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7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0" name="Google Shape;800;p7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7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2" name="Google Shape;802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7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04" name="Google Shape;804;p7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05" name="Google Shape;805;p7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6" name="Google Shape;806;p73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7" name="Google Shape;807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Google Shape;809;p7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2" name="Google Shape;812;p7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4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4" name="Google Shape;814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75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76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6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6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6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6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6" name="Google Shape;826;p76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27" name="Google Shape;827;p7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28" name="Google Shape;828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29" name="Google Shape;829;p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30" name="Google Shape;830;p7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31" name="Google Shape;831;p76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5" name="Google Shape;835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77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8" name="Google Shape;838;p77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9" name="Google Shape;839;p77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2" name="Google Shape;842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78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45" name="Google Shape;845;p78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46" name="Google Shape;846;p78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9" name="Google Shape;849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79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1" name="Google Shape;851;p79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2" name="Google Shape;852;p79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3" name="Google Shape;853;p79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4" name="Google Shape;854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8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7" name="Google Shape;857;p8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80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9" name="Google Shape;859;p80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0" name="Google Shape;860;p80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1" name="Google Shape;861;p80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2" name="Google Shape;862;p8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8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5" name="Google Shape;865;p8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81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7" name="Google Shape;867;p81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8" name="Google Shape;868;p81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9" name="Google Shape;869;p81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0" name="Google Shape;870;p81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81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8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4" name="Google Shape;874;p8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82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6" name="Google Shape;876;p82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7" name="Google Shape;877;p82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78" name="Google Shape;878;p82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79" name="Google Shape;879;p82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8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83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3" name="Google Shape;883;p83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" name="Google Shape;884;p83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83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6" name="Google Shape;886;p83"/>
          <p:cNvCxnSpPr>
            <a:endCxn id="88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88" name="Google Shape;888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83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90" name="Google Shape;890;p83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87" name="Google Shape;887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83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83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83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5" name="Google Shape;895;p84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84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84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1" name="Google Shape;901;p84"/>
          <p:cNvCxnSpPr>
            <a:endCxn id="90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2" name="Google Shape;902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8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84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5" name="Google Shape;905;p84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6" name="Google Shape;906;p84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7" name="Google Shape;907;p8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84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9" name="Google Shape;909;p84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84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84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3" name="Google Shape;913;p85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8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5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8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85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8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85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8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1" name="Google Shape;921;p85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22" name="Google Shape;922;p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8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8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85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6" name="Google Shape;926;p85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7" name="Google Shape;927;p85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8" name="Google Shape;928;p85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29" name="Google Shape;929;p8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85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1" name="Google Shape;931;p85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85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85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5" name="Google Shape;935;p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86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38" name="Google Shape;938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39" name="Google Shape;939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" name="Google Shape;942;p8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45" name="Google Shape;945;p8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6" name="Google Shape;946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47" name="Google Shape;947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9" name="Google Shape;949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8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2" name="Google Shape;952;p88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4" name="Google Shape;954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6" name="Google Shape;956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8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8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9" name="Google Shape;959;p89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0" name="Google Shape;960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1" name="Google Shape;961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4" name="Google Shape;964;p9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9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67" name="Google Shape;967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68" name="Google Shape;968;p90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69" name="Google Shape;969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70" name="Google Shape;970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1" name="Google Shape;971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72" name="Google Shape;972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73" name="Google Shape;973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4" name="Google Shape;974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91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7" name="Google Shape;977;p9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9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0" name="Google Shape;980;p9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1" name="Google Shape;981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2" name="Google Shape;982;p91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3" name="Google Shape;983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4" name="Google Shape;984;p91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5" name="Google Shape;985;p91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6" name="Google Shape;986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7" name="Google Shape;987;p91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92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0" name="Google Shape;990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92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3" name="Google Shape;993;p92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4" name="Google Shape;994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5" name="Google Shape;995;p92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6" name="Google Shape;996;p9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7" name="Google Shape;997;p92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8" name="Google Shape;998;p92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9" name="Google Shape;999;p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0" name="Google Shape;1000;p92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93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3" name="Google Shape;1003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9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93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6" name="Google Shape;1006;p93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7" name="Google Shape;1007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8" name="Google Shape;1008;p93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9" name="Google Shape;1009;p9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0" name="Google Shape;1010;p93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1" name="Google Shape;1011;p93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2" name="Google Shape;1012;p9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3" name="Google Shape;1013;p93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5" name="Google Shape;1015;p9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6" name="Google Shape;1016;p9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9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94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3" name="Google Shape;1023;p94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4" name="Google Shape;1024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25" name="Google Shape;1025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6" name="Google Shape;1026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28" name="Google Shape;1028;p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31" name="Google Shape;1031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32" name="Google Shape;1032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3" name="Google Shape;1033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4" name="Google Shape;1034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35" name="Google Shape;1035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6" name="Google Shape;1036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Google Shape;1038;p9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9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9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9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95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4" name="Google Shape;1044;p9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45" name="Google Shape;1045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8" name="Google Shape;1048;p95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9" name="Google Shape;1049;p95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50" name="Google Shape;1050;p95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51" name="Google Shape;1051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2" name="Google Shape;1052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3" name="Google Shape;1053;p95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54" name="Google Shape;1054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5" name="Google Shape;1055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56" name="Google Shape;1056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9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9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1" name="Google Shape;1061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96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96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96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96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7" name="Google Shape;1067;p9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68" name="Google Shape;1068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1" name="Google Shape;1071;p96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2" name="Google Shape;1072;p96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73" name="Google Shape;1073;p96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74" name="Google Shape;1074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5" name="Google Shape;1075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6" name="Google Shape;1076;p96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77" name="Google Shape;1077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8" name="Google Shape;1078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79" name="Google Shape;1079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0" name="Google Shape;1080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96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96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4" name="Google Shape;1084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85" name="Google Shape;1085;p9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97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7" name="Google Shape;1087;p97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97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97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0" name="Google Shape;1090;p97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91" name="Google Shape;1091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4" name="Google Shape;1094;p97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5" name="Google Shape;1095;p97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96" name="Google Shape;1096;p97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97" name="Google Shape;1097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8" name="Google Shape;1098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9" name="Google Shape;1099;p97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00" name="Google Shape;1100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1" name="Google Shape;1101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02" name="Google Shape;1102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3" name="Google Shape;1103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97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97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7" name="Google Shape;1107;p9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8" name="Google Shape;1108;p9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10" name="Google Shape;1110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3" name="Google Shape;1113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4" name="Google Shape;1114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5" name="Google Shape;1115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16" name="Google Shape;1116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17" name="Google Shape;1117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8" name="Google Shape;1118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9" name="Google Shape;1119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20" name="Google Shape;1120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1" name="Google Shape;1121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2" name="Google Shape;1122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23" name="Google Shape;1123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4" name="Google Shape;1124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" name="Google Shape;1126;p9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9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9" name="Google Shape;1129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2" name="Google Shape;1132;p9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3" name="Google Shape;1133;p99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4" name="Google Shape;1134;p99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35" name="Google Shape;1135;p9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36" name="Google Shape;1136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7" name="Google Shape;113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8" name="Google Shape;1138;p9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9" name="Google Shape;1139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0" name="Google Shape;1140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1" name="Google Shape;1141;p9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42" name="Google Shape;1142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3" name="Google Shape;1143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5" name="Google Shape;1145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10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8" name="Google Shape;1148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1" name="Google Shape;1151;p100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2" name="Google Shape;1152;p100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3" name="Google Shape;1153;p100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54" name="Google Shape;1154;p100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55" name="Google Shape;1155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6" name="Google Shape;1156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7" name="Google Shape;1157;p100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8" name="Google Shape;1158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9" name="Google Shape;1159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0" name="Google Shape;1160;p100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61" name="Google Shape;1161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2" name="Google Shape;1162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4" name="Google Shape;1164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10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10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7" name="Google Shape;1167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0" name="Google Shape;1170;p101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1" name="Google Shape;1171;p101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2" name="Google Shape;1172;p101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73" name="Google Shape;1173;p101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74" name="Google Shape;1174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5" name="Google Shape;1175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6" name="Google Shape;1176;p101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7" name="Google Shape;1177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8" name="Google Shape;1178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9" name="Google Shape;1179;p101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80" name="Google Shape;1180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1" name="Google Shape;1181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3" name="Google Shape;1183;p10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4" name="Google Shape;1184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86" name="Google Shape;1186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7" name="Google Shape;1187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9" name="Google Shape;1189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0" name="Google Shape;1190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1" name="Google Shape;1191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2" name="Google Shape;1192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93" name="Google Shape;1193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194" name="Google Shape;1194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5" name="Google Shape;119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6" name="Google Shape;1196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197" name="Google Shape;1197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8" name="Google Shape;1198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9" name="Google Shape;1199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00" name="Google Shape;1200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1" name="Google Shape;1201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2" name="Google Shape;1202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03" name="Google Shape;1203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4" name="Google Shape;1204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6" name="Google Shape;1206;p10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10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9" name="Google Shape;1209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2" name="Google Shape;1212;p10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3" name="Google Shape;1213;p103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4" name="Google Shape;1214;p103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5" name="Google Shape;1215;p103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16" name="Google Shape;1216;p10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17" name="Google Shape;1217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8" name="Google Shape;1218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9" name="Google Shape;1219;p10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20" name="Google Shape;1220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1" name="Google Shape;1221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2" name="Google Shape;1222;p10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23" name="Google Shape;1223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4" name="Google Shape;1224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5" name="Google Shape;1225;p10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26" name="Google Shape;1226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7" name="Google Shape;1227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" name="Google Shape;1229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30" name="Google Shape;1230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10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32" name="Google Shape;1232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3" name="Google Shape;1233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35" name="Google Shape;1235;p10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6" name="Google Shape;1236;p104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7" name="Google Shape;1237;p104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8" name="Google Shape;1238;p104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39" name="Google Shape;1239;p104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40" name="Google Shape;1240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1" name="Google Shape;1241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2" name="Google Shape;1242;p104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43" name="Google Shape;1243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4" name="Google Shape;1244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5" name="Google Shape;1245;p104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46" name="Google Shape;1246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7" name="Google Shape;1247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8" name="Google Shape;1248;p104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49" name="Google Shape;1249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0" name="Google Shape;1250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2" name="Google Shape;1252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53" name="Google Shape;1253;p10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10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55" name="Google Shape;1255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Google Shape;1256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8" name="Google Shape;1258;p10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9" name="Google Shape;1259;p105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0" name="Google Shape;1260;p105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1" name="Google Shape;1261;p105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62" name="Google Shape;1262;p105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63" name="Google Shape;1263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4" name="Google Shape;1264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5" name="Google Shape;1265;p105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66" name="Google Shape;1266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7" name="Google Shape;1267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8" name="Google Shape;1268;p105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69" name="Google Shape;1269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0" name="Google Shape;1270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1" name="Google Shape;1271;p105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72" name="Google Shape;1272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3" name="Google Shape;1273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5" name="Google Shape;1275;p10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76" name="Google Shape;1276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78" name="Google Shape;1278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9" name="Google Shape;1279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0" name="Google Shape;1280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1" name="Google Shape;1281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82" name="Google Shape;1282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83" name="Google Shape;1283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84" name="Google Shape;1284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85" name="Google Shape;1285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6" name="Google Shape;1286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7" name="Google Shape;1287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88" name="Google Shape;1288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9" name="Google Shape;1289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0" name="Google Shape;1290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91" name="Google Shape;1291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2" name="Google Shape;1292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4" name="Google Shape;1294;p10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95" name="Google Shape;1295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10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7" name="Google Shape;1297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8" name="Google Shape;1298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10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0" name="Google Shape;1300;p107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1" name="Google Shape;1301;p107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2" name="Google Shape;1302;p107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03" name="Google Shape;1303;p10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04" name="Google Shape;1304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5" name="Google Shape;1305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6" name="Google Shape;1306;p10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7" name="Google Shape;1307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8" name="Google Shape;1308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9" name="Google Shape;1309;p10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10" name="Google Shape;1310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1" name="Google Shape;1311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3" name="Google Shape;1313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4" name="Google Shape;1314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10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16" name="Google Shape;1316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7" name="Google Shape;1317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10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9" name="Google Shape;1319;p108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0" name="Google Shape;1320;p108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1" name="Google Shape;1321;p108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22" name="Google Shape;1322;p108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23" name="Google Shape;1323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4" name="Google Shape;1324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5" name="Google Shape;1325;p108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26" name="Google Shape;1326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7" name="Google Shape;1327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8" name="Google Shape;1328;p108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9" name="Google Shape;1329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0" name="Google Shape;1330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2" name="Google Shape;1332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3" name="Google Shape;1333;p10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10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35" name="Google Shape;1335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7" name="Google Shape;1337;p10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8" name="Google Shape;1338;p109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9" name="Google Shape;1339;p109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40" name="Google Shape;1340;p109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41" name="Google Shape;1341;p109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42" name="Google Shape;1342;p10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3" name="Google Shape;1343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4" name="Google Shape;1344;p109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45" name="Google Shape;1345;p10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6" name="Google Shape;1346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7" name="Google Shape;1347;p109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8" name="Google Shape;1348;p10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9" name="Google Shape;1349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" name="Google Shape;1351;p1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54" name="Google Shape;1354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5" name="Google Shape;1355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8" name="Google Shape;1358;p11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9" name="Google Shape;1359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1" name="Google Shape;1361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2" name="Google Shape;1362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3" name="Google Shape;1363;p11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5" name="Google Shape;1365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6" name="Google Shape;1366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8" name="Google Shape;1368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9" name="Google Shape;1369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0" name="Google Shape;1370;p11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" name="Google Shape;1372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3" name="Google Shape;1373;p1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5" name="Google Shape;1375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6" name="Google Shape;1376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7" name="Google Shape;1377;p11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9" name="Google Shape;1379;p1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0" name="Google Shape;1380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2" name="Google Shape;1382;p114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3" name="Google Shape;1383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84" name="Google Shape;1384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7" name="Google Shape;1387;p11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0" name="Google Shape;1390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1" name="Google Shape;1391;p115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3" name="Google Shape;1393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5" name="Google Shape;1395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8" name="Google Shape;1398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9" name="Google Shape;1399;p116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1" name="Google Shape;1401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3" name="Google Shape;1403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1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6" name="Google Shape;1406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117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8" name="Google Shape;1408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9" name="Google Shape;1409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1" name="Google Shape;1411;p1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2" name="Google Shape;1412;p11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4" name="Google Shape;1414;p118"/>
          <p:cNvSpPr txBox="1"/>
          <p:nvPr/>
        </p:nvSpPr>
        <p:spPr>
          <a:xfrm>
            <a:off x="324000" y="45525"/>
            <a:ext cx="96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6" name="Google Shape;1416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7" name="Google Shape;1417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9" name="Google Shape;1419;p11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0" name="Google Shape;1420;p11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11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2" name="Google Shape;1422;p119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11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4" name="Google Shape;1424;p11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25" name="Google Shape;1425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7" name="Google Shape;1427;p12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12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1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0" name="Google Shape;1430;p120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12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2" name="Google Shape;1432;p12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3" name="Google Shape;1433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5" name="Google Shape;1435;p1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12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1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8" name="Google Shape;1438;p121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p12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0" name="Google Shape;1440;p12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1" name="Google Shape;1441;p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122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4" name="Google Shape;1444;p12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5" name="Google Shape;1445;p122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6" name="Google Shape;1446;p122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122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123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0" name="Google Shape;1450;p12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1" name="Google Shape;1451;p123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2" name="Google Shape;1452;p123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3" name="Google Shape;1453;p123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5" name="Google Shape;1455;p1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56" name="Google Shape;1456;p124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125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125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p125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125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125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125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4" name="Google Shape;1464;p125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5" name="Google Shape;1465;p125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6" name="Google Shape;1466;p125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8" name="Google Shape;1468;p1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69" name="Google Shape;1469;p126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127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7" name="Google Shape;1477;p12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478" name="Google Shape;1478;p12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9" name="Google Shape;1479;p129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0" name="Google Shape;1480;p129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81" name="Google Shape;1481;p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2" name="Google Shape;1482;p1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83" name="Google Shape;1483;p12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5" name="Google Shape;1485;p1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86" name="Google Shape;1486;p13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7" name="Google Shape;1487;p13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8" name="Google Shape;1488;p130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89" name="Google Shape;1489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0" name="Google Shape;1490;p13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491" name="Google Shape;1491;p130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3" name="Google Shape;1493;p13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4" name="Google Shape;1494;p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95" name="Google Shape;1495;p13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6" name="Google Shape;1496;p13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7" name="Google Shape;1497;p131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98" name="Google Shape;1498;p1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9" name="Google Shape;1499;p13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1" name="Google Shape;1501;p13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502" name="Google Shape;1502;p13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03" name="Google Shape;1503;p13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4" name="Google Shape;1504;p132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05" name="Google Shape;1505;p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6" name="Google Shape;1506;p13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1507" name="Google Shape;1507;p13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08" name="Google Shape;1508;p1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9" name="Google Shape;1509;p132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10" name="Google Shape;1510;p13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2" name="Google Shape;1512;p1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13" name="Google Shape;1513;p13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14" name="Google Shape;1514;p13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5" name="Google Shape;1515;p133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16" name="Google Shape;1516;p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7" name="Google Shape;1517;p13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518" name="Google Shape;1518;p13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13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21" name="Google Shape;1521;p13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2" name="Google Shape;1522;p134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23" name="Google Shape;1523;p1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4" name="Google Shape;1524;p13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525" name="Google Shape;1525;p134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6" name="Google Shape;1526;p13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27" name="Google Shape;1527;p1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8" name="Google Shape;1528;p134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29" name="Google Shape;1529;p13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1" name="Google Shape;1531;p13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2" name="Google Shape;1532;p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33" name="Google Shape;1533;p13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4" name="Google Shape;1534;p13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5" name="Google Shape;1535;p135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36" name="Google Shape;1536;p1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7" name="Google Shape;1537;p13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9" name="Google Shape;1539;p13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540" name="Google Shape;1540;p13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41" name="Google Shape;1541;p13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2" name="Google Shape;1542;p136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43" name="Google Shape;1543;p1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4" name="Google Shape;1544;p13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1545" name="Google Shape;1545;p13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46" name="Google Shape;1546;p1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7" name="Google Shape;1547;p136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48" name="Google Shape;1548;p13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0" name="Google Shape;1550;p13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1" name="Google Shape;1551;p1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52" name="Google Shape;1552;p13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3" name="Google Shape;1553;p13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4" name="Google Shape;1554;p137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55" name="Google Shape;1555;p1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6" name="Google Shape;1556;p13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8" name="Google Shape;1558;p1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559" name="Google Shape;1559;p138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0" name="Google Shape;1560;p138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139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3" name="Google Shape;1563;p139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4" name="Google Shape;1564;p139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5" name="Google Shape;1565;p139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66" name="Google Shape;1566;p139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567" name="Google Shape;1567;p13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568" name="Google Shape;1568;p1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569" name="Google Shape;1569;p1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570" name="Google Shape;1570;p13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571" name="Google Shape;1571;p139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2" name="Google Shape;1572;p1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573" name="Google Shape;1573;p13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14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6" name="Google Shape;1576;p14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77" name="Google Shape;1577;p14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p140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79" name="Google Shape;1579;p140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80" name="Google Shape;1580;p140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81" name="Google Shape;1581;p140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82" name="Google Shape;1582;p140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83" name="Google Shape;1583;p140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1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86" name="Google Shape;1586;p14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87" name="Google Shape;1587;p141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8" name="Google Shape;1588;p141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89" name="Google Shape;1589;p141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90" name="Google Shape;1590;p141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91" name="Google Shape;1591;p141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92" name="Google Shape;1592;p141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93" name="Google Shape;1593;p141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94" name="Google Shape;1594;p141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95" name="Google Shape;1595;p141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14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8" name="Google Shape;1598;p14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99" name="Google Shape;1599;p14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142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1" name="Google Shape;1601;p142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2" name="Google Shape;1602;p142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3" name="Google Shape;1603;p142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4" name="Google Shape;1604;p142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5" name="Google Shape;1605;p142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6" name="Google Shape;1606;p142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7" name="Google Shape;1607;p142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8" name="Google Shape;1608;p142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9" name="Google Shape;1609;p142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1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12" name="Google Shape;1612;p14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13" name="Google Shape;1613;p14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p14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15" name="Google Shape;1615;p14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16" name="Google Shape;1616;p143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17" name="Google Shape;1617;p143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p144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20" name="Google Shape;1620;p144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1" name="Google Shape;1621;p144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2" name="Google Shape;1622;p144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3" name="Google Shape;1623;p144"/>
          <p:cNvCxnSpPr>
            <a:endCxn id="1624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5" name="Google Shape;1625;p1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26" name="Google Shape;1626;p144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27" name="Google Shape;1627;p144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24" name="Google Shape;1624;p1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8" name="Google Shape;1628;p144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9" name="Google Shape;1629;p144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0" name="Google Shape;1630;p144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2" name="Google Shape;1632;p145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3" name="Google Shape;1633;p14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4" name="Google Shape;1634;p145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5" name="Google Shape;1635;p14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Google Shape;1636;p145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7" name="Google Shape;1637;p14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8" name="Google Shape;1638;p145"/>
          <p:cNvCxnSpPr>
            <a:endCxn id="1639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39" name="Google Shape;1639;p1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0" name="Google Shape;1640;p1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41" name="Google Shape;1641;p145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2" name="Google Shape;1642;p145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3" name="Google Shape;1643;p145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44" name="Google Shape;1644;p14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645" name="Google Shape;1645;p145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6" name="Google Shape;1646;p145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47" name="Google Shape;1647;p145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8" name="Google Shape;1648;p145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0" name="Google Shape;1650;p146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1" name="Google Shape;1651;p146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2" name="Google Shape;1652;p146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3" name="Google Shape;1653;p146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4" name="Google Shape;1654;p146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5" name="Google Shape;1655;p146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6" name="Google Shape;1656;p146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7" name="Google Shape;1657;p146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58" name="Google Shape;1658;p146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59" name="Google Shape;1659;p1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0" name="Google Shape;1660;p14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1" name="Google Shape;1661;p14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662" name="Google Shape;1662;p146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63" name="Google Shape;1663;p146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64" name="Google Shape;1664;p146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65" name="Google Shape;1665;p146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66" name="Google Shape;1666;p14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667" name="Google Shape;1667;p146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8" name="Google Shape;1668;p146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9" name="Google Shape;1669;p146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0" name="Google Shape;1670;p146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2" name="Google Shape;1672;p1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3" name="Google Shape;1673;p147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p1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75" name="Google Shape;1675;p1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76" name="Google Shape;1676;p1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7" name="Google Shape;1677;p14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9" name="Google Shape;1679;p1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80" name="Google Shape;1680;p1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p1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82" name="Google Shape;1682;p148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3" name="Google Shape;1683;p1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84" name="Google Shape;1684;p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6" name="Google Shape;1686;p1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87" name="Google Shape;1687;p1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8" name="Google Shape;1688;p1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89" name="Google Shape;1689;p149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0" name="Google Shape;1690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91" name="Google Shape;1691;p1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3" name="Google Shape;1693;p1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94" name="Google Shape;1694;p1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1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96" name="Google Shape;1696;p15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7" name="Google Shape;1697;p1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98" name="Google Shape;1698;p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151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01" name="Google Shape;1701;p1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2" name="Google Shape;1702;p1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15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04" name="Google Shape;1704;p15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05" name="Google Shape;1705;p151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706" name="Google Shape;1706;p151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707" name="Google Shape;1707;p1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8" name="Google Shape;1708;p151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09" name="Google Shape;1709;p151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710" name="Google Shape;1710;p15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1" name="Google Shape;1711;p151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p152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14" name="Google Shape;1714;p1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15" name="Google Shape;1715;p1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152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17" name="Google Shape;1717;p152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18" name="Google Shape;1718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719" name="Google Shape;1719;p152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720" name="Google Shape;1720;p1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1" name="Google Shape;1721;p152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22" name="Google Shape;1722;p152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723" name="Google Shape;1723;p15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4" name="Google Shape;1724;p152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p153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27" name="Google Shape;1727;p1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28" name="Google Shape;1728;p1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153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30" name="Google Shape;1730;p153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31" name="Google Shape;1731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732" name="Google Shape;1732;p153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733" name="Google Shape;1733;p15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4" name="Google Shape;1734;p153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35" name="Google Shape;1735;p153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736" name="Google Shape;1736;p15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7" name="Google Shape;1737;p153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738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15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0" name="Google Shape;1740;p1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41" name="Google Shape;1741;p15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2" name="Google Shape;1742;p15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43" name="Google Shape;1743;p15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44" name="Google Shape;1744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745" name="Google Shape;1745;p15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746" name="Google Shape;1746;p15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7" name="Google Shape;1747;p15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48" name="Google Shape;1748;p15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749" name="Google Shape;1749;p15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0" name="Google Shape;1750;p15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2" name="Google Shape;1752;p1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3" name="Google Shape;1753;p1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4" name="Google Shape;1754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55" name="Google Shape;1755;p1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15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7" name="Google Shape;1757;p15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8" name="Google Shape;1758;p15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9" name="Google Shape;1759;p155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60" name="Google Shape;1760;p155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61" name="Google Shape;1761;p15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762" name="Google Shape;1762;p155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63" name="Google Shape;1763;p15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4" name="Google Shape;1764;p15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5" name="Google Shape;1765;p1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6" name="Google Shape;1766;p1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7" name="Google Shape;1767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768" name="Google Shape;1768;p155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769" name="Google Shape;1769;p15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0" name="Google Shape;1770;p1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71" name="Google Shape;1771;p155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772" name="Google Shape;1772;p15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3" name="Google Shape;1773;p1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5" name="Google Shape;1775;p1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76" name="Google Shape;1776;p1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156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8" name="Google Shape;1778;p156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9" name="Google Shape;1779;p156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0" name="Google Shape;1780;p156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81" name="Google Shape;1781;p15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782" name="Google Shape;1782;p1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3" name="Google Shape;1783;p1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4" name="Google Shape;1784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85" name="Google Shape;1785;p156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86" name="Google Shape;1786;p156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787" name="Google Shape;1787;p156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788" name="Google Shape;1788;p15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9" name="Google Shape;1789;p15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90" name="Google Shape;1790;p156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791" name="Google Shape;1791;p15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2" name="Google Shape;1792;p15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93" name="Google Shape;1793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4" name="Google Shape;1794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5" name="Google Shape;1795;p156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6" name="Google Shape;1796;p156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8" name="Google Shape;1798;p1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99" name="Google Shape;1799;p1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0" name="Google Shape;1800;p157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1" name="Google Shape;1801;p157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2" name="Google Shape;1802;p157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3" name="Google Shape;1803;p157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04" name="Google Shape;1804;p157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805" name="Google Shape;1805;p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6" name="Google Shape;1806;p1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7" name="Google Shape;1807;p1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08" name="Google Shape;1808;p157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09" name="Google Shape;1809;p157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10" name="Google Shape;1810;p157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811" name="Google Shape;1811;p15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2" name="Google Shape;1812;p15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13" name="Google Shape;1813;p157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814" name="Google Shape;1814;p15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5" name="Google Shape;1815;p15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16" name="Google Shape;1816;p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7" name="Google Shape;1817;p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8" name="Google Shape;1818;p157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9" name="Google Shape;1819;p157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1" name="Google Shape;1821;p1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22" name="Google Shape;1822;p15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3" name="Google Shape;1823;p15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4" name="Google Shape;1824;p15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5" name="Google Shape;1825;p15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6" name="Google Shape;1826;p158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27" name="Google Shape;1827;p15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828" name="Google Shape;1828;p1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9" name="Google Shape;1829;p1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0" name="Google Shape;1830;p1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31" name="Google Shape;1831;p158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32" name="Google Shape;1832;p15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33" name="Google Shape;1833;p15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834" name="Google Shape;1834;p15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5" name="Google Shape;1835;p15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36" name="Google Shape;1836;p15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837" name="Google Shape;1837;p15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8" name="Google Shape;1838;p15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39" name="Google Shape;1839;p1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0" name="Google Shape;1840;p1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1" name="Google Shape;1841;p15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2" name="Google Shape;1842;p15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843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4" name="Google Shape;1844;p1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5" name="Google Shape;1845;p1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6" name="Google Shape;1846;p15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847" name="Google Shape;1847;p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8" name="Google Shape;1848;p1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9" name="Google Shape;1849;p15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0" name="Google Shape;1850;p15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51" name="Google Shape;1851;p159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52" name="Google Shape;1852;p159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53" name="Google Shape;1853;p15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854" name="Google Shape;1854;p15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5" name="Google Shape;1855;p15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56" name="Google Shape;1856;p15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857" name="Google Shape;1857;p15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8" name="Google Shape;1858;p15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59" name="Google Shape;1859;p15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860" name="Google Shape;1860;p15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1" name="Google Shape;1861;p15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862" name="Shape 1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3" name="Google Shape;1863;p16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64" name="Google Shape;1864;p16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16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866" name="Google Shape;1866;p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7" name="Google Shape;1867;p1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8" name="Google Shape;1868;p16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69" name="Google Shape;1869;p160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70" name="Google Shape;1870;p160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71" name="Google Shape;1871;p160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72" name="Google Shape;1872;p160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873" name="Google Shape;1873;p16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4" name="Google Shape;1874;p16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5" name="Google Shape;1875;p160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876" name="Google Shape;1876;p16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7" name="Google Shape;1877;p16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8" name="Google Shape;1878;p160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879" name="Google Shape;1879;p16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0" name="Google Shape;1880;p16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2" name="Google Shape;1882;p1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83" name="Google Shape;1883;p1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p16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885" name="Google Shape;1885;p1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6" name="Google Shape;1886;p1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7" name="Google Shape;1887;p16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88" name="Google Shape;1888;p161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89" name="Google Shape;1889;p161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90" name="Google Shape;1890;p161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91" name="Google Shape;1891;p161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892" name="Google Shape;1892;p16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3" name="Google Shape;1893;p16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94" name="Google Shape;1894;p161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895" name="Google Shape;1895;p16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6" name="Google Shape;1896;p16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97" name="Google Shape;1897;p161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898" name="Google Shape;1898;p16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9" name="Google Shape;1899;p16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900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1" name="Google Shape;1901;p1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02" name="Google Shape;1902;p1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3" name="Google Shape;1903;p16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04" name="Google Shape;1904;p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5" name="Google Shape;1905;p1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6" name="Google Shape;1906;p16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07" name="Google Shape;1907;p16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08" name="Google Shape;1908;p16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09" name="Google Shape;1909;p16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10" name="Google Shape;1910;p16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911" name="Google Shape;1911;p16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2" name="Google Shape;1912;p16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13" name="Google Shape;1913;p16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914" name="Google Shape;1914;p16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5" name="Google Shape;1915;p16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16" name="Google Shape;1916;p16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917" name="Google Shape;1917;p16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8" name="Google Shape;1918;p16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0" name="Google Shape;1920;p1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21" name="Google Shape;1921;p16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2" name="Google Shape;1922;p16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23" name="Google Shape;1923;p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4" name="Google Shape;1924;p1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5" name="Google Shape;1925;p16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26" name="Google Shape;1926;p16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27" name="Google Shape;1927;p163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28" name="Google Shape;1928;p163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29" name="Google Shape;1929;p163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30" name="Google Shape;1930;p16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931" name="Google Shape;1931;p16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2" name="Google Shape;1932;p16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33" name="Google Shape;1933;p16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934" name="Google Shape;1934;p16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5" name="Google Shape;1935;p16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36" name="Google Shape;1936;p16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937" name="Google Shape;1937;p16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8" name="Google Shape;1938;p16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39" name="Google Shape;1939;p16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940" name="Google Shape;1940;p16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1" name="Google Shape;1941;p16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3" name="Google Shape;1943;p16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44" name="Google Shape;1944;p1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5" name="Google Shape;1945;p16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46" name="Google Shape;1946;p1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7" name="Google Shape;1947;p1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8" name="Google Shape;1948;p16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49" name="Google Shape;1949;p16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50" name="Google Shape;1950;p164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51" name="Google Shape;1951;p164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52" name="Google Shape;1952;p164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53" name="Google Shape;1953;p164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954" name="Google Shape;1954;p16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5" name="Google Shape;1955;p16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56" name="Google Shape;1956;p164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957" name="Google Shape;1957;p16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8" name="Google Shape;1958;p16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59" name="Google Shape;1959;p164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960" name="Google Shape;1960;p16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1" name="Google Shape;1961;p16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62" name="Google Shape;1962;p164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963" name="Google Shape;1963;p16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4" name="Google Shape;1964;p16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965" name="Shape 1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6" name="Google Shape;1966;p1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67" name="Google Shape;1967;p1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8" name="Google Shape;1968;p16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69" name="Google Shape;1969;p1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0" name="Google Shape;1970;p1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1" name="Google Shape;1971;p16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72" name="Google Shape;1972;p16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73" name="Google Shape;1973;p165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74" name="Google Shape;1974;p165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75" name="Google Shape;1975;p165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76" name="Google Shape;1976;p165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977" name="Google Shape;1977;p16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8" name="Google Shape;1978;p16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79" name="Google Shape;1979;p165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980" name="Google Shape;1980;p16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1" name="Google Shape;1981;p16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82" name="Google Shape;1982;p165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983" name="Google Shape;1983;p16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4" name="Google Shape;1984;p16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85" name="Google Shape;1985;p165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986" name="Google Shape;1986;p16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7" name="Google Shape;1987;p16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988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9" name="Google Shape;1989;p16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90" name="Google Shape;1990;p16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1" name="Google Shape;1991;p16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92" name="Google Shape;1992;p1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3" name="Google Shape;1993;p1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4" name="Google Shape;1994;p16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95" name="Google Shape;1995;p16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96" name="Google Shape;1996;p16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97" name="Google Shape;1997;p16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98" name="Google Shape;1998;p16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99" name="Google Shape;1999;p16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000" name="Google Shape;2000;p16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1" name="Google Shape;2001;p16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02" name="Google Shape;2002;p16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003" name="Google Shape;2003;p16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4" name="Google Shape;2004;p16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05" name="Google Shape;2005;p16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006" name="Google Shape;2006;p16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7" name="Google Shape;2007;p16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08" name="Google Shape;2008;p16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009" name="Google Shape;2009;p16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0" name="Google Shape;2010;p16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201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2" name="Google Shape;2012;p1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13" name="Google Shape;2013;p16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16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15" name="Google Shape;2015;p1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6" name="Google Shape;2016;p16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7" name="Google Shape;2017;p16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18" name="Google Shape;2018;p167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019" name="Google Shape;2019;p167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020" name="Google Shape;2020;p167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21" name="Google Shape;2021;p16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022" name="Google Shape;2022;p16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3" name="Google Shape;2023;p16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24" name="Google Shape;2024;p16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025" name="Google Shape;2025;p16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6" name="Google Shape;2026;p16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27" name="Google Shape;2027;p16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028" name="Google Shape;2028;p16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9" name="Google Shape;2029;p16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2030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1" name="Google Shape;2031;p16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2" name="Google Shape;2032;p16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3" name="Google Shape;2033;p16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34" name="Google Shape;2034;p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5" name="Google Shape;2035;p16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6" name="Google Shape;2036;p16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7" name="Google Shape;2037;p168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038" name="Google Shape;2038;p168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039" name="Google Shape;2039;p168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40" name="Google Shape;2040;p168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041" name="Google Shape;2041;p16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2" name="Google Shape;2042;p16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43" name="Google Shape;2043;p168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044" name="Google Shape;2044;p16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5" name="Google Shape;2045;p16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46" name="Google Shape;2046;p168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047" name="Google Shape;2047;p16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8" name="Google Shape;2048;p16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2049" name="Shape 2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Google Shape;2050;p16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51" name="Google Shape;2051;p16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2" name="Google Shape;2052;p16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53" name="Google Shape;2053;p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4" name="Google Shape;2054;p16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5" name="Google Shape;2055;p16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56" name="Google Shape;2056;p169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057" name="Google Shape;2057;p169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058" name="Google Shape;2058;p169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59" name="Google Shape;2059;p169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060" name="Google Shape;2060;p16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1" name="Google Shape;2061;p16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62" name="Google Shape;2062;p169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063" name="Google Shape;2063;p16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4" name="Google Shape;2064;p16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65" name="Google Shape;2065;p169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066" name="Google Shape;2066;p16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7" name="Google Shape;2067;p16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2068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9" name="Google Shape;2069;p17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70" name="Google Shape;2070;p17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1" name="Google Shape;2071;p17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72" name="Google Shape;2072;p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3" name="Google Shape;2073;p17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4" name="Google Shape;2074;p17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75" name="Google Shape;2075;p17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076" name="Google Shape;2076;p17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077" name="Google Shape;2077;p17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78" name="Google Shape;2078;p17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079" name="Google Shape;2079;p17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0" name="Google Shape;2080;p17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81" name="Google Shape;2081;p17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082" name="Google Shape;2082;p17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3" name="Google Shape;2083;p17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84" name="Google Shape;2084;p17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085" name="Google Shape;2085;p17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6" name="Google Shape;2086;p17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2087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8" name="Google Shape;2088;p1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89" name="Google Shape;2089;p17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0" name="Google Shape;2090;p17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091" name="Google Shape;2091;p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2" name="Google Shape;2092;p17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3" name="Google Shape;2093;p1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2094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5" name="Google Shape;2095;p17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96" name="Google Shape;2096;p17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7" name="Google Shape;2097;p17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098" name="Google Shape;2098;p1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9" name="Google Shape;2099;p17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0" name="Google Shape;2100;p1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2101" name="Shape 2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2" name="Google Shape;2102;p17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03" name="Google Shape;2103;p17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4" name="Google Shape;2104;p17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105" name="Google Shape;2105;p1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6" name="Google Shape;2106;p17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7" name="Google Shape;2107;p1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2108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9" name="Google Shape;2109;p17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10" name="Google Shape;2110;p1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1" name="Google Shape;2111;p17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112" name="Google Shape;2112;p1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3" name="Google Shape;2113;p17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4" name="Google Shape;2114;p1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2115" name="Shape 2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6" name="Google Shape;2116;p1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17" name="Google Shape;2117;p17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8" name="Google Shape;2118;p17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119" name="Google Shape;2119;p1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0" name="Google Shape;2120;p17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1" name="Google Shape;2121;p17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22" name="Google Shape;2122;p17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2123" name="Shape 2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4" name="Google Shape;2124;p17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25" name="Google Shape;2125;p17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6" name="Google Shape;2126;p17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7" name="Google Shape;2127;p17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28" name="Google Shape;2128;p1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9" name="Google Shape;2129;p17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30" name="Google Shape;2130;p17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2131" name="Shape 2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2" name="Google Shape;2132;p17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3" name="Google Shape;2133;p17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4" name="Google Shape;2134;p17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35" name="Google Shape;2135;p17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36" name="Google Shape;2136;p1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7" name="Google Shape;2137;p17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38" name="Google Shape;2138;p17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2139" name="Shape 2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0" name="Google Shape;2140;p17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1" name="Google Shape;2141;p1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2" name="Google Shape;2142;p17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43" name="Google Shape;2143;p17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44" name="Google Shape;2144;p1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5" name="Google Shape;2145;p1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46" name="Google Shape;2146;p17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2147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8" name="Google Shape;2148;p1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9" name="Google Shape;2149;p17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0" name="Google Shape;2150;p17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151" name="Google Shape;2151;p1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2" name="Google Shape;2152;p17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3" name="Google Shape;2153;p1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54" name="Google Shape;2154;p17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2155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6" name="Google Shape;2156;p18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57" name="Google Shape;2157;p18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8" name="Google Shape;2158;p18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9" name="Google Shape;2159;p18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60" name="Google Shape;2160;p1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1" name="Google Shape;2161;p1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62" name="Google Shape;2162;p18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2163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4" name="Google Shape;2164;p18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65" name="Google Shape;2165;p18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6" name="Google Shape;2166;p1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7" name="Google Shape;2167;p18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68" name="Google Shape;2168;p1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9" name="Google Shape;2169;p1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70" name="Google Shape;2170;p18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2171" name="Shape 2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2" name="Google Shape;2172;p18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3" name="Google Shape;2173;p18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4" name="Google Shape;2174;p18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75" name="Google Shape;2175;p18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76" name="Google Shape;2176;p1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7" name="Google Shape;2177;p18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8" name="Google Shape;2178;p1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2179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p183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81" name="Google Shape;2181;p18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82" name="Google Shape;2182;p183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83" name="Google Shape;2183;p18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4" name="Google Shape;2184;p183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2185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Google Shape;2186;p184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87" name="Google Shape;2187;p18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88" name="Google Shape;2188;p184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89" name="Google Shape;2189;p18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0" name="Google Shape;2190;p184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2191" name="Shape 2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2" name="Google Shape;2192;p18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2193" name="Google Shape;2193;p185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2194" name="Shape 2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186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6" name="Google Shape;2196;p186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7" name="Google Shape;2197;p186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8" name="Google Shape;2198;p186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9" name="Google Shape;2199;p186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0" name="Google Shape;2200;p186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1" name="Google Shape;2201;p186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2" name="Google Shape;2202;p186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3" name="Google Shape;2203;p186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2204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5" name="Google Shape;2205;p1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206" name="Google Shape;2206;p187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2207" name="Shape 2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" name="Google Shape;2208;p188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2209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Google Shape;2210;p18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11" name="Google Shape;2211;p18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2" name="Google Shape;2212;p18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3" name="Google Shape;2213;p189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14" name="Google Shape;2214;p189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15" name="Google Shape;2215;p189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_2">
    <p:spTree>
      <p:nvGrpSpPr>
        <p:cNvPr id="2216" name="Shape 2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7" name="Google Shape;2217;p1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18" name="Google Shape;2218;p19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9" name="Google Shape;2219;p19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0" name="Google Shape;2220;p190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1" name="Google Shape;2221;p190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2" name="Google Shape;2222;p190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1 Practice - purple ">
  <p:cSld name="TITLE_AND_TWO_COLUMNS_1_1_5_1_3_1_1_2">
    <p:spTree>
      <p:nvGrpSpPr>
        <p:cNvPr id="2223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4" name="Google Shape;2224;p1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25" name="Google Shape;2225;p1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6" name="Google Shape;2226;p19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7" name="Google Shape;2227;p191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8" name="Google Shape;2228;p191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229" name="Google Shape;2229;p1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230" name="Google Shape;2230;p1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1" name="Google Shape;2231;p1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1 Feedback - purple">
  <p:cSld name="TITLE_AND_TWO_COLUMNS_1_1_5_1_3_1_1_1_2">
    <p:spTree>
      <p:nvGrpSpPr>
        <p:cNvPr id="2232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3" name="Google Shape;2233;p19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34" name="Google Shape;2234;p1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5" name="Google Shape;2235;p19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6" name="Google Shape;2236;p192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7" name="Google Shape;2237;p192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238" name="Google Shape;2238;p1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239" name="Google Shape;2239;p1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0" name="Google Shape;2240;p1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2 Practice - jade">
  <p:cSld name="TITLE_AND_TWO_COLUMNS_1_1_5_1_3_1_1_1_1_3">
    <p:spTree>
      <p:nvGrpSpPr>
        <p:cNvPr id="2241" name="Shape 2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2" name="Google Shape;2242;p1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3" name="Google Shape;2243;p1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4" name="Google Shape;2244;p19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45" name="Google Shape;2245;p1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6" name="Google Shape;2246;p193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7" name="Google Shape;2247;p193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248" name="Google Shape;2248;p1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249" name="Google Shape;2249;p1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2 Feedback - jade">
  <p:cSld name="TITLE_AND_TWO_COLUMNS_1_1_5_1_3_1_1_1_1_2_1">
    <p:spTree>
      <p:nvGrpSpPr>
        <p:cNvPr id="2250" name="Shape 2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1" name="Google Shape;2251;p1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52" name="Google Shape;2252;p19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3" name="Google Shape;2253;p19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54" name="Google Shape;2254;p194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5" name="Google Shape;2255;p194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256" name="Google Shape;2256;p1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7" name="Google Shape;2257;p1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58" name="Google Shape;2258;p1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">
  <p:cSld name="TITLE_AND_TWO_COLUMNS_1_1_5_1_2_1">
    <p:spTree>
      <p:nvGrpSpPr>
        <p:cNvPr id="2259" name="Shape 2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0" name="Google Shape;2260;p19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61" name="Google Shape;2261;p19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62" name="Google Shape;2262;p195"/>
          <p:cNvSpPr txBox="1"/>
          <p:nvPr>
            <p:ph type="title"/>
          </p:nvPr>
        </p:nvSpPr>
        <p:spPr>
          <a:xfrm>
            <a:off x="1684800" y="115237"/>
            <a:ext cx="68184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63" name="Google Shape;2263;p195"/>
          <p:cNvSpPr txBox="1"/>
          <p:nvPr>
            <p:ph idx="1" type="body"/>
          </p:nvPr>
        </p:nvSpPr>
        <p:spPr>
          <a:xfrm>
            <a:off x="324000" y="759300"/>
            <a:ext cx="81138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4" name="Google Shape;2264;p195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2269" name="Shape 2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0" name="Google Shape;2270;p19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1" name="Google Shape;2271;p197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Lexend"/>
              <a:buNone/>
              <a:defRPr sz="3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72" name="Google Shape;2272;p19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3" name="Google Shape;2273;p19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4" name="Google Shape;2274;p19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grpSp>
        <p:nvGrpSpPr>
          <p:cNvPr id="2275" name="Google Shape;2275;p19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276" name="Google Shape;2276;p19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7" name="Google Shape;2277;p19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278" name="Google Shape;2278;p1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9" name="Google Shape;2279;p1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1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2280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1" name="Google Shape;2281;p19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2" name="Google Shape;2282;p1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283" name="Google Shape;2283;p19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84" name="Google Shape;2284;p19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85" name="Google Shape;2285;p1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6" name="Google Shape;2286;p19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7" name="Google Shape;2287;p19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2288" name="Shape 2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9" name="Google Shape;2289;p19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0" name="Google Shape;2290;p19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91" name="Google Shape;2291;p19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92" name="Google Shape;2292;p1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3" name="Google Shape;2293;p1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294" name="Google Shape;2294;p19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5" name="Google Shape;2295;p19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2296" name="Shape 2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7" name="Google Shape;2297;p20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8" name="Google Shape;2298;p20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99" name="Google Shape;2299;p20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00" name="Google Shape;2300;p2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01" name="Google Shape;2301;p20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02" name="Google Shape;2302;p20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3" name="Google Shape;2303;p200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304" name="Google Shape;2304;p2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2305" name="Google Shape;2305;p20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6" name="Google Shape;2306;p20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2307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8" name="Google Shape;2308;p20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9" name="Google Shape;2309;p20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10" name="Google Shape;2310;p20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11" name="Google Shape;2311;p2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12" name="Google Shape;2312;p20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13" name="Google Shape;2313;p20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4" name="Google Shape;2314;p20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15" name="Google Shape;2315;p20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6" name="Google Shape;2316;p20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317" name="Google Shape;2317;p2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0">
            <a:off x="6567499" y="723791"/>
            <a:ext cx="2520000" cy="25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oking and nutrition" showMasterSp="0">
  <p:cSld name="Title Slide 2_1_1_1_1_1_1_1_1_1_1_3_1">
    <p:bg>
      <p:bgPr>
        <a:solidFill>
          <a:srgbClr val="BEF2BD"/>
        </a:solidFill>
      </p:bgPr>
    </p:bg>
    <p:spTree>
      <p:nvGrpSpPr>
        <p:cNvPr id="2318" name="Shape 2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9" name="Google Shape;2319;p20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563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0" name="Google Shape;2320;p20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21" name="Google Shape;2321;p202"/>
          <p:cNvSpPr txBox="1"/>
          <p:nvPr/>
        </p:nvSpPr>
        <p:spPr>
          <a:xfrm>
            <a:off x="323850" y="3781525"/>
            <a:ext cx="350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Cooking and nutrition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2" name="Google Shape;2322;p2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23" name="Google Shape;2323;p20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24" name="Google Shape;2324;p20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5" name="Google Shape;2325;p20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26" name="Google Shape;2326;p20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7" name="Google Shape;2327;p20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328" name="Google Shape;2328;p2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95">
            <a:off x="6646318" y="1007366"/>
            <a:ext cx="2202009" cy="1796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2329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0" name="Google Shape;2330;p20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1" name="Google Shape;2331;p20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32" name="Google Shape;2332;p203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33" name="Google Shape;2333;p2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34" name="Google Shape;2334;p20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35" name="Google Shape;2335;p20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6" name="Google Shape;2336;p203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337" name="Google Shape;2337;p2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2338" name="Google Shape;2338;p20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9" name="Google Shape;2339;p20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2340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1" name="Google Shape;2341;p20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2342" name="Google Shape;2342;p20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3" name="Google Shape;2343;p204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44" name="Google Shape;2344;p2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5" name="Google Shape;2345;p2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46" name="Google Shape;2346;p20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7" name="Google Shape;2347;p20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2348" name="Shape 2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9" name="Google Shape;2349;p20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0" name="Google Shape;2350;p20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51" name="Google Shape;2351;p20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52" name="Google Shape;2352;p2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53" name="Google Shape;2353;p20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54" name="Google Shape;2354;p20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5" name="Google Shape;2355;p20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56" name="Google Shape;2356;p20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7" name="Google Shape;2357;p20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358" name="Google Shape;2358;p2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0">
            <a:off x="6657352" y="759276"/>
            <a:ext cx="2315647" cy="2315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359" name="Shape 2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0" name="Google Shape;2360;p20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1" name="Google Shape;2361;p2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62" name="Google Shape;2362;p20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63" name="Google Shape;2363;p20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64" name="Google Shape;2364;p2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5" name="Google Shape;2365;p20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6" name="Google Shape;2366;p20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2367" name="Shape 2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8" name="Google Shape;2368;p20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9" name="Google Shape;2369;p20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70" name="Google Shape;2370;p20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71" name="Google Shape;2371;p2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2" name="Google Shape;2372;p20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73" name="Google Shape;2373;p20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74" name="Google Shape;2374;p20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75" name="Google Shape;2375;p20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6" name="Google Shape;2376;p20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377" name="Google Shape;2377;p2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9998">
            <a:off x="6679063" y="775065"/>
            <a:ext cx="2340000" cy="23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2378" name="Shape 2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9" name="Google Shape;2379;p20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2380" name="Google Shape;2380;p20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81" name="Google Shape;2381;p20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82" name="Google Shape;2382;p2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3" name="Google Shape;2383;p20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84" name="Google Shape;2384;p20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5" name="Google Shape;2385;p208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86" name="Google Shape;2386;p20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87" name="Google Shape;2387;p20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8" name="Google Shape;2388;p20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2389" name="Shape 2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0" name="Google Shape;2390;p2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91" name="Google Shape;2391;p20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92" name="Google Shape;2392;p20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93" name="Google Shape;2393;p2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4" name="Google Shape;2394;p209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5" name="Google Shape;2395;p20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6" name="Google Shape;2396;p20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2397" name="Shape 2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8" name="Google Shape;2398;p2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99" name="Google Shape;2399;p2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00" name="Google Shape;2400;p2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01" name="Google Shape;2401;p2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2" name="Google Shape;2402;p210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3" name="Google Shape;2403;p21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4" name="Google Shape;2404;p21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2405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6" name="Google Shape;2406;p21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7" name="Google Shape;2407;p21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08" name="Google Shape;2408;p211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09" name="Google Shape;2409;p2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10" name="Google Shape;2410;p21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411" name="Google Shape;2411;p2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2" name="Google Shape;2412;p21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13" name="Google Shape;2413;p21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4" name="Google Shape;2414;p21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415" name="Google Shape;2415;p2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2416" name="Shape 2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7" name="Google Shape;2417;p21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2418" name="Google Shape;2418;p21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19" name="Google Shape;2419;p21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20" name="Google Shape;2420;p2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1" name="Google Shape;2421;p21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422" name="Google Shape;2422;p2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3" name="Google Shape;2423;p212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24" name="Google Shape;2424;p2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25" name="Google Shape;2425;p21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6" name="Google Shape;2426;p21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2427" name="Shape 2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8" name="Google Shape;2428;p21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9" name="Google Shape;2429;p21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30" name="Google Shape;2430;p213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31" name="Google Shape;2431;p2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32" name="Google Shape;2432;p21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433" name="Google Shape;2433;p2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34" name="Google Shape;2434;p213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435" name="Google Shape;2435;p2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2436" name="Google Shape;2436;p21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7" name="Google Shape;2437;p21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2438" name="Shape 2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9" name="Google Shape;2439;p21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0" name="Google Shape;2440;p21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41" name="Google Shape;2441;p214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42" name="Google Shape;2442;p2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43" name="Google Shape;2443;p21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444" name="Google Shape;2444;p2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5" name="Google Shape;2445;p214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446" name="Google Shape;2446;p2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2447" name="Google Shape;2447;p21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8" name="Google Shape;2448;p21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2449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0" name="Google Shape;2450;p21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1" name="Google Shape;2451;p21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52" name="Google Shape;2452;p215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53" name="Google Shape;2453;p2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54" name="Google Shape;2454;p21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455" name="Google Shape;2455;p2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6" name="Google Shape;2456;p21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457" name="Google Shape;2457;p2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2458" name="Google Shape;2458;p21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9" name="Google Shape;2459;p21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2460" name="Shape 2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1" name="Google Shape;2461;p21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62" name="Google Shape;2462;p21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63" name="Google Shape;2463;p2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4" name="Google Shape;2464;p216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5" name="Google Shape;2465;p21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466" name="Google Shape;2466;p2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7" name="Google Shape;2467;p216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68" name="Google Shape;2468;p2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69" name="Google Shape;2469;p21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0" name="Google Shape;2470;p21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2471" name="Shape 2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2" name="Google Shape;2472;p21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3" name="Google Shape;2473;p21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74" name="Google Shape;2474;p21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75" name="Google Shape;2475;p2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6" name="Google Shape;2476;p21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477" name="Google Shape;2477;p2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78" name="Google Shape;2478;p21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79" name="Google Shape;2479;p21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0" name="Google Shape;2480;p21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481" name="Google Shape;2481;p2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1">
            <a:off x="6638540" y="856133"/>
            <a:ext cx="2340000" cy="23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2482" name="Shape 2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3" name="Google Shape;2483;p2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484" name="Google Shape;2484;p218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5" name="Google Shape;2485;p218"/>
          <p:cNvSpPr txBox="1"/>
          <p:nvPr>
            <p:ph idx="1" type="subTitle"/>
          </p:nvPr>
        </p:nvSpPr>
        <p:spPr>
          <a:xfrm>
            <a:off x="666000" y="1620000"/>
            <a:ext cx="7270800" cy="250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bg>
      <p:bgPr>
        <a:solidFill>
          <a:srgbClr val="FFF7CC"/>
        </a:solidFill>
      </p:bgPr>
    </p:bg>
    <p:spTree>
      <p:nvGrpSpPr>
        <p:cNvPr id="2486" name="Shape 2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7" name="Google Shape;2487;p219"/>
          <p:cNvSpPr/>
          <p:nvPr/>
        </p:nvSpPr>
        <p:spPr>
          <a:xfrm>
            <a:off x="4683800" y="810000"/>
            <a:ext cx="4134600" cy="1163400"/>
          </a:xfrm>
          <a:prstGeom prst="roundRect">
            <a:avLst>
              <a:gd fmla="val 10151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8" name="Google Shape;2488;p219"/>
          <p:cNvSpPr/>
          <p:nvPr/>
        </p:nvSpPr>
        <p:spPr>
          <a:xfrm>
            <a:off x="185250" y="810000"/>
            <a:ext cx="4134600" cy="3850200"/>
          </a:xfrm>
          <a:prstGeom prst="roundRect">
            <a:avLst>
              <a:gd fmla="val 2796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9" name="Google Shape;2489;p219"/>
          <p:cNvSpPr txBox="1"/>
          <p:nvPr/>
        </p:nvSpPr>
        <p:spPr>
          <a:xfrm>
            <a:off x="325475" y="1245050"/>
            <a:ext cx="399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0" name="Google Shape;2490;p219"/>
          <p:cNvSpPr txBox="1"/>
          <p:nvPr/>
        </p:nvSpPr>
        <p:spPr>
          <a:xfrm>
            <a:off x="32547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1" name="Google Shape;2491;p219"/>
          <p:cNvSpPr txBox="1"/>
          <p:nvPr/>
        </p:nvSpPr>
        <p:spPr>
          <a:xfrm>
            <a:off x="482412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2" name="Google Shape;2492;p219"/>
          <p:cNvSpPr txBox="1"/>
          <p:nvPr/>
        </p:nvSpPr>
        <p:spPr>
          <a:xfrm>
            <a:off x="325475" y="3407125"/>
            <a:ext cx="399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93" name="Google Shape;2493;p219"/>
          <p:cNvPicPr preferRelativeResize="0"/>
          <p:nvPr/>
        </p:nvPicPr>
        <p:blipFill rotWithShape="1">
          <a:blip r:embed="rId2">
            <a:alphaModFix/>
          </a:blip>
          <a:srcRect b="71084" l="3912" r="56768" t="0"/>
          <a:stretch/>
        </p:blipFill>
        <p:spPr>
          <a:xfrm>
            <a:off x="382600" y="3725750"/>
            <a:ext cx="841850" cy="36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4" name="Google Shape;2494;p219"/>
          <p:cNvPicPr preferRelativeResize="0"/>
          <p:nvPr/>
        </p:nvPicPr>
        <p:blipFill rotWithShape="1">
          <a:blip r:embed="rId2">
            <a:alphaModFix/>
          </a:blip>
          <a:srcRect b="71902" l="62493" r="7303" t="2791"/>
          <a:stretch/>
        </p:blipFill>
        <p:spPr>
          <a:xfrm>
            <a:off x="1322300" y="3754900"/>
            <a:ext cx="688050" cy="33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5" name="Google Shape;2495;p219"/>
          <p:cNvPicPr preferRelativeResize="0"/>
          <p:nvPr/>
        </p:nvPicPr>
        <p:blipFill rotWithShape="1">
          <a:blip r:embed="rId2">
            <a:alphaModFix/>
          </a:blip>
          <a:srcRect b="19543" l="6196" r="59088" t="51182"/>
          <a:stretch/>
        </p:blipFill>
        <p:spPr>
          <a:xfrm>
            <a:off x="2108188" y="3710946"/>
            <a:ext cx="743275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6" name="Google Shape;2496;p219"/>
          <p:cNvPicPr preferRelativeResize="0"/>
          <p:nvPr/>
        </p:nvPicPr>
        <p:blipFill rotWithShape="1">
          <a:blip r:embed="rId2">
            <a:alphaModFix/>
          </a:blip>
          <a:srcRect b="19543" l="58433" r="3864" t="51182"/>
          <a:stretch/>
        </p:blipFill>
        <p:spPr>
          <a:xfrm>
            <a:off x="2989750" y="3725750"/>
            <a:ext cx="807200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7" name="Google Shape;2497;p219"/>
          <p:cNvSpPr/>
          <p:nvPr/>
        </p:nvSpPr>
        <p:spPr>
          <a:xfrm>
            <a:off x="324000" y="264675"/>
            <a:ext cx="6746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8" name="Google Shape;2498;p219"/>
          <p:cNvSpPr txBox="1"/>
          <p:nvPr/>
        </p:nvSpPr>
        <p:spPr>
          <a:xfrm>
            <a:off x="325475" y="4122125"/>
            <a:ext cx="393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Explanation      Check      Practice      Feedback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99" name="Google Shape;2499;p2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913" y="1948533"/>
            <a:ext cx="2067960" cy="12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0" name="Google Shape;2500;p2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5125" y="1828475"/>
            <a:ext cx="1738025" cy="143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2501" name="Shape 2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2" name="Google Shape;2502;p220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503" name="Google Shape;2503;p220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04" name="Google Shape;2504;p220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05" name="Google Shape;2505;p22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6" name="Google Shape;2506;p220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07" name="Google Shape;2507;p220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08" name="Google Shape;2508;p220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09" name="Google Shape;2509;p220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10" name="Google Shape;2510;p220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11" name="Google Shape;2511;p220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12" name="Google Shape;2512;p220"/>
          <p:cNvSpPr txBox="1"/>
          <p:nvPr>
            <p:ph idx="7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2513" name="Shape 2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4" name="Google Shape;2514;p221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515" name="Google Shape;2515;p221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16" name="Google Shape;2516;p221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17" name="Google Shape;2517;p221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8" name="Google Shape;2518;p221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19" name="Google Shape;2519;p221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20" name="Google Shape;2520;p221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21" name="Google Shape;2521;p221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22" name="Google Shape;2522;p221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23" name="Google Shape;2523;p221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24" name="Google Shape;2524;p221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25" name="Google Shape;2525;p221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26" name="Google Shape;2526;p221"/>
          <p:cNvSpPr txBox="1"/>
          <p:nvPr>
            <p:ph idx="9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2527" name="Shape 2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8" name="Google Shape;2528;p222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529" name="Google Shape;2529;p222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30" name="Google Shape;2530;p222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31" name="Google Shape;2531;p22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2" name="Google Shape;2532;p222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33" name="Google Shape;2533;p222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34" name="Google Shape;2534;p222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35" name="Google Shape;2535;p222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36" name="Google Shape;2536;p222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37" name="Google Shape;2537;p222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38" name="Google Shape;2538;p222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39" name="Google Shape;2539;p222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40" name="Google Shape;2540;p222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41" name="Google Shape;2541;p222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42" name="Google Shape;2542;p222"/>
          <p:cNvSpPr txBox="1"/>
          <p:nvPr>
            <p:ph idx="14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2543" name="Shape 2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4" name="Google Shape;2544;p223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545" name="Google Shape;2545;p223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46" name="Google Shape;2546;p223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47" name="Google Shape;2547;p22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8" name="Google Shape;2548;p22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49" name="Google Shape;2549;p22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50" name="Google Shape;2550;p223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51" name="Google Shape;2551;p223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52" name="Google Shape;2552;p223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_2">
    <p:spTree>
      <p:nvGrpSpPr>
        <p:cNvPr id="2553" name="Shape 2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4" name="Google Shape;2554;p224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5" name="Google Shape;2555;p224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6" name="Google Shape;2556;p224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7" name="Google Shape;2557;p224"/>
          <p:cNvCxnSpPr>
            <a:endCxn id="25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59" name="Google Shape;2559;p2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560" name="Google Shape;2560;p224"/>
          <p:cNvSpPr txBox="1"/>
          <p:nvPr>
            <p:ph type="title"/>
          </p:nvPr>
        </p:nvSpPr>
        <p:spPr>
          <a:xfrm>
            <a:off x="1225225" y="21335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558" name="Google Shape;2558;p2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61" name="Google Shape;2561;p224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2562" name="Google Shape;2562;p224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63" name="Google Shape;2563;p224"/>
            <p:cNvPicPr preferRelativeResize="0"/>
            <p:nvPr/>
          </p:nvPicPr>
          <p:blipFill rotWithShape="1">
            <a:blip r:embed="rId7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64" name="Google Shape;2564;p224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5" name="Google Shape;2565;p224"/>
          <p:cNvSpPr txBox="1"/>
          <p:nvPr>
            <p:ph idx="2"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2566" name="Google Shape;2566;p224"/>
          <p:cNvSpPr txBox="1"/>
          <p:nvPr>
            <p:ph idx="3" type="title"/>
          </p:nvPr>
        </p:nvSpPr>
        <p:spPr>
          <a:xfrm>
            <a:off x="1225225" y="30698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_1">
    <p:spTree>
      <p:nvGrpSpPr>
        <p:cNvPr id="2567" name="Shape 2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8" name="Google Shape;2568;p225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9" name="Google Shape;2569;p22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0" name="Google Shape;2570;p225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1" name="Google Shape;2571;p22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2" name="Google Shape;2572;p225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3" name="Google Shape;2573;p22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74" name="Google Shape;2574;p225"/>
          <p:cNvCxnSpPr>
            <a:endCxn id="2575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75" name="Google Shape;2575;p2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6" name="Google Shape;2576;p2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7" name="Google Shape;2577;p2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78" name="Google Shape;2578;p225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2579" name="Google Shape;2579;p225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80" name="Google Shape;2580;p225"/>
            <p:cNvPicPr preferRelativeResize="0"/>
            <p:nvPr/>
          </p:nvPicPr>
          <p:blipFill rotWithShape="1">
            <a:blip r:embed="rId9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81" name="Google Shape;2581;p225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2" name="Google Shape;2582;p225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2583" name="Google Shape;2583;p225"/>
          <p:cNvSpPr txBox="1"/>
          <p:nvPr>
            <p:ph idx="2" type="title"/>
          </p:nvPr>
        </p:nvSpPr>
        <p:spPr>
          <a:xfrm>
            <a:off x="1225225" y="28412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84" name="Google Shape;2584;p225"/>
          <p:cNvSpPr txBox="1"/>
          <p:nvPr>
            <p:ph idx="3" type="title"/>
          </p:nvPr>
        </p:nvSpPr>
        <p:spPr>
          <a:xfrm>
            <a:off x="1225200" y="37819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85" name="Google Shape;2585;p225"/>
          <p:cNvSpPr txBox="1"/>
          <p:nvPr>
            <p:ph idx="4" type="title"/>
          </p:nvPr>
        </p:nvSpPr>
        <p:spPr>
          <a:xfrm>
            <a:off x="1225200" y="18224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2586" name="Shape 2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7" name="Google Shape;2587;p226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8" name="Google Shape;2588;p226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9" name="Google Shape;2589;p226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0" name="Google Shape;2590;p226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1" name="Google Shape;2591;p226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2" name="Google Shape;2592;p226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3" name="Google Shape;2593;p226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4" name="Google Shape;2594;p226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95" name="Google Shape;2595;p226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96" name="Google Shape;2596;p2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7" name="Google Shape;2597;p2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8" name="Google Shape;2598;p22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9" name="Google Shape;2599;p22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00" name="Google Shape;2600;p226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2601" name="Google Shape;2601;p226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602" name="Google Shape;2602;p226"/>
            <p:cNvPicPr preferRelativeResize="0"/>
            <p:nvPr/>
          </p:nvPicPr>
          <p:blipFill rotWithShape="1">
            <a:blip r:embed="rId11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03" name="Google Shape;2603;p226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4" name="Google Shape;2604;p226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2605" name="Google Shape;2605;p226"/>
          <p:cNvSpPr txBox="1"/>
          <p:nvPr>
            <p:ph idx="2" type="title"/>
          </p:nvPr>
        </p:nvSpPr>
        <p:spPr>
          <a:xfrm>
            <a:off x="1224600" y="160210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06" name="Google Shape;2606;p226"/>
          <p:cNvSpPr txBox="1"/>
          <p:nvPr>
            <p:ph idx="3" type="title"/>
          </p:nvPr>
        </p:nvSpPr>
        <p:spPr>
          <a:xfrm>
            <a:off x="1224600" y="24317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07" name="Google Shape;2607;p226"/>
          <p:cNvSpPr txBox="1"/>
          <p:nvPr>
            <p:ph idx="4" type="title"/>
          </p:nvPr>
        </p:nvSpPr>
        <p:spPr>
          <a:xfrm>
            <a:off x="1224600" y="3286637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08" name="Google Shape;2608;p226"/>
          <p:cNvSpPr txBox="1"/>
          <p:nvPr>
            <p:ph idx="5" type="title"/>
          </p:nvPr>
        </p:nvSpPr>
        <p:spPr>
          <a:xfrm>
            <a:off x="1224600" y="41081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609" name="Shape 2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0" name="Google Shape;2610;p227"/>
          <p:cNvGrpSpPr/>
          <p:nvPr/>
        </p:nvGrpSpPr>
        <p:grpSpPr>
          <a:xfrm>
            <a:off x="-1" y="-2"/>
            <a:ext cx="9151203" cy="649227"/>
            <a:chOff x="-1" y="-2"/>
            <a:chExt cx="9151203" cy="649227"/>
          </a:xfrm>
        </p:grpSpPr>
        <p:pic>
          <p:nvPicPr>
            <p:cNvPr id="2611" name="Google Shape;2611;p2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532525"/>
              <a:ext cx="9151202" cy="11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2" name="Google Shape;2612;p227"/>
            <p:cNvSpPr/>
            <p:nvPr/>
          </p:nvSpPr>
          <p:spPr>
            <a:xfrm>
              <a:off x="-1" y="-2"/>
              <a:ext cx="9147600" cy="540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13" name="Google Shape;2613;p227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614" name="Google Shape;2614;p2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5" name="Google Shape;2615;p22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6" name="Google Shape;2616;p227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17" name="Google Shape;2617;p227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618" name="Shape 2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9" name="Google Shape;2619;p228"/>
          <p:cNvGrpSpPr/>
          <p:nvPr/>
        </p:nvGrpSpPr>
        <p:grpSpPr>
          <a:xfrm>
            <a:off x="-1" y="-2"/>
            <a:ext cx="9151203" cy="649236"/>
            <a:chOff x="-1" y="-2"/>
            <a:chExt cx="9151203" cy="649236"/>
          </a:xfrm>
        </p:grpSpPr>
        <p:pic>
          <p:nvPicPr>
            <p:cNvPr id="2620" name="Google Shape;2620;p228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1" name="Google Shape;2621;p228"/>
            <p:cNvSpPr/>
            <p:nvPr/>
          </p:nvSpPr>
          <p:spPr>
            <a:xfrm>
              <a:off x="-1" y="-2"/>
              <a:ext cx="9144300" cy="540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22" name="Google Shape;2622;p228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23" name="Google Shape;2623;p2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4" name="Google Shape;2624;p228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25" name="Google Shape;2625;p228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26" name="Google Shape;2626;p228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627" name="Shape 2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8" name="Google Shape;2628;p2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9" name="Google Shape;2629;p2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0" name="Google Shape;2630;p229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31" name="Google Shape;2631;p2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2" name="Google Shape;2632;p229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33" name="Google Shape;2633;p229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34" name="Google Shape;2634;p229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635" name="Shape 2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6" name="Google Shape;2636;p2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37" name="Google Shape;2637;p23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8" name="Google Shape;2638;p23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39" name="Google Shape;2639;p2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0" name="Google Shape;2640;p230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41" name="Google Shape;2641;p230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42" name="Google Shape;2642;p230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643" name="Shape 2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4" name="Google Shape;2644;p231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5" name="Google Shape;2645;p2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6" name="Google Shape;2646;p2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7" name="Google Shape;2647;p231"/>
          <p:cNvSpPr txBox="1"/>
          <p:nvPr>
            <p:ph idx="1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8" name="Google Shape;2648;p23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649" name="Google Shape;2649;p231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50" name="Google Shape;2650;p2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1" name="Google Shape;2651;p231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52" name="Google Shape;2652;p231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53" name="Google Shape;2653;p2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4" name="Google Shape;2654;p231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55" name="Google Shape;2655;p231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56" name="Google Shape;2656;p231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57" name="Google Shape;2657;p231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658" name="Shape 2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9" name="Google Shape;2659;p232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0" name="Google Shape;2660;p2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61" name="Google Shape;2661;p2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2" name="Google Shape;2662;p232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663" name="Google Shape;2663;p232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4" name="Google Shape;2664;p2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65" name="Google Shape;2665;p232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66" name="Google Shape;2666;p232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67" name="Google Shape;2667;p2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68" name="Google Shape;2668;p232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69" name="Google Shape;2669;p232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70" name="Google Shape;2670;p232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1" name="Google Shape;2671;p232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72" name="Google Shape;2672;p232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73" name="Shape 2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4" name="Google Shape;2674;p233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75" name="Google Shape;2675;p2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76" name="Google Shape;2676;p2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7" name="Google Shape;2677;p233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678" name="Google Shape;2678;p233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9" name="Google Shape;2679;p2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0" name="Google Shape;2680;p233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1" name="Google Shape;2681;p233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82" name="Google Shape;2682;p2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3" name="Google Shape;2683;p233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84" name="Google Shape;2684;p233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85" name="Google Shape;2685;p233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6" name="Google Shape;2686;p233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87" name="Google Shape;2687;p233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688" name="Shape 2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9" name="Google Shape;2689;p23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90" name="Google Shape;2690;p2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1" name="Google Shape;2691;p23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2" name="Google Shape;2692;p234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693" name="Google Shape;2693;p23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94" name="Google Shape;2694;p2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95" name="Google Shape;2695;p23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6" name="Google Shape;2696;p23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7" name="Google Shape;2697;p2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98" name="Google Shape;2698;p23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99" name="Google Shape;2699;p234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00" name="Google Shape;2700;p234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01" name="Google Shape;2701;p234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02" name="Google Shape;2702;p234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2703" name="Shape 2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4" name="Google Shape;2704;p2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5" name="Google Shape;2705;p2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6" name="Google Shape;2706;p2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07" name="Google Shape;2707;p2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8" name="Google Shape;2708;p235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9" name="Google Shape;2709;p235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0" name="Google Shape;2710;p235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11" name="Google Shape;2711;p235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12" name="Google Shape;2712;p23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713" name="Google Shape;2713;p235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4" name="Google Shape;2714;p235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15" name="Google Shape;2715;p2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6" name="Google Shape;2716;p2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7" name="Google Shape;2717;p235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18" name="Google Shape;2718;p235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2719" name="Shape 2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0" name="Google Shape;2720;p2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21" name="Google Shape;2721;p2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22" name="Google Shape;2722;p2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3" name="Google Shape;2723;p2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24" name="Google Shape;2724;p2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5" name="Google Shape;2725;p2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726" name="Google Shape;2726;p236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7" name="Google Shape;2727;p236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8" name="Google Shape;2728;p236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29" name="Google Shape;2729;p236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30" name="Google Shape;2730;p23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731" name="Google Shape;2731;p236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2" name="Google Shape;2732;p236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3" name="Google Shape;2733;p23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34" name="Google Shape;2734;p236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2735" name="Shape 2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6" name="Google Shape;2736;p2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37" name="Google Shape;2737;p2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8" name="Google Shape;2738;p2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9" name="Google Shape;2739;p2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40" name="Google Shape;2740;p2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1" name="Google Shape;2741;p2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742" name="Google Shape;2742;p237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3" name="Google Shape;2743;p237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4" name="Google Shape;2744;p237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45" name="Google Shape;2745;p237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46" name="Google Shape;2746;p237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747" name="Google Shape;2747;p237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8" name="Google Shape;2748;p237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9" name="Google Shape;2749;p23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50" name="Google Shape;2750;p237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2751" name="Shape 2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2" name="Google Shape;2752;p2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3" name="Google Shape;2753;p23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54" name="Google Shape;2754;p2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5" name="Google Shape;2755;p2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56" name="Google Shape;2756;p2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7" name="Google Shape;2757;p2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758" name="Google Shape;2758;p238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9" name="Google Shape;2759;p238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0" name="Google Shape;2760;p238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1" name="Google Shape;2761;p238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2" name="Google Shape;2762;p23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763" name="Google Shape;2763;p238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4" name="Google Shape;2764;p238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5" name="Google Shape;2765;p238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66" name="Google Shape;2766;p238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2767" name="Shape 2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8" name="Google Shape;2768;p2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69" name="Google Shape;2769;p2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0" name="Google Shape;2770;p239"/>
          <p:cNvSpPr txBox="1"/>
          <p:nvPr>
            <p:ph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771" name="Google Shape;2771;p2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2" name="Google Shape;2772;p2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3" name="Google Shape;2773;p23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4" name="Google Shape;2774;p239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5" name="Google Shape;2775;p239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776" name="Google Shape;2776;p23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777" name="Google Shape;2777;p2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78" name="Google Shape;2778;p2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79" name="Google Shape;2779;p23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780" name="Google Shape;2780;p2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81" name="Google Shape;2781;p2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82" name="Google Shape;2782;p23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783" name="Google Shape;2783;p2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84" name="Google Shape;2784;p2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85" name="Google Shape;2785;p239"/>
          <p:cNvSpPr txBox="1"/>
          <p:nvPr>
            <p:ph idx="4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86" name="Google Shape;2786;p239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2787" name="Shape 2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8" name="Google Shape;2788;p2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9" name="Google Shape;2789;p2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90" name="Google Shape;2790;p2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1" name="Google Shape;2791;p2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2" name="Google Shape;2792;p240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93" name="Google Shape;2793;p240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94" name="Google Shape;2794;p240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795" name="Google Shape;2795;p240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796" name="Google Shape;2796;p2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7" name="Google Shape;2797;p2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98" name="Google Shape;2798;p240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799" name="Google Shape;2799;p2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0" name="Google Shape;2800;p2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01" name="Google Shape;2801;p240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802" name="Google Shape;2802;p2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3" name="Google Shape;2803;p2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04" name="Google Shape;2804;p240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05" name="Google Shape;2805;p240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06" name="Google Shape;2806;p240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2807" name="Shape 2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8" name="Google Shape;2808;p2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09" name="Google Shape;2809;p2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10" name="Google Shape;2810;p2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1" name="Google Shape;2811;p2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2" name="Google Shape;2812;p241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3" name="Google Shape;2813;p241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4" name="Google Shape;2814;p241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815" name="Google Shape;2815;p241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816" name="Google Shape;2816;p2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7" name="Google Shape;2817;p2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8" name="Google Shape;2818;p241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819" name="Google Shape;2819;p2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0" name="Google Shape;2820;p2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1" name="Google Shape;2821;p241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822" name="Google Shape;2822;p2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3" name="Google Shape;2823;p2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24" name="Google Shape;2824;p241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25" name="Google Shape;2825;p241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26" name="Google Shape;2826;p241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2827" name="Shape 2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8" name="Google Shape;2828;p2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29" name="Google Shape;2829;p24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0" name="Google Shape;2830;p2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1" name="Google Shape;2831;p2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2" name="Google Shape;2832;p24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33" name="Google Shape;2833;p242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34" name="Google Shape;2834;p242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835" name="Google Shape;2835;p24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836" name="Google Shape;2836;p2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7" name="Google Shape;2837;p2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38" name="Google Shape;2838;p24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839" name="Google Shape;2839;p2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0" name="Google Shape;2840;p2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41" name="Google Shape;2841;p24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842" name="Google Shape;2842;p2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3" name="Google Shape;2843;p2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44" name="Google Shape;2844;p24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45" name="Google Shape;2845;p242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46" name="Google Shape;2846;p242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2847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8" name="Google Shape;2848;p2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49" name="Google Shape;2849;p2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50" name="Google Shape;2850;p2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1" name="Google Shape;2851;p2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2" name="Google Shape;2852;p24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53" name="Google Shape;2853;p243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54" name="Google Shape;2854;p243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55" name="Google Shape;2855;p243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856" name="Google Shape;2856;p24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857" name="Google Shape;2857;p2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58" name="Google Shape;2858;p2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9" name="Google Shape;2859;p24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860" name="Google Shape;2860;p2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1" name="Google Shape;2861;p2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62" name="Google Shape;2862;p24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863" name="Google Shape;2863;p2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4" name="Google Shape;2864;p2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65" name="Google Shape;2865;p24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866" name="Google Shape;2866;p2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7" name="Google Shape;2867;p2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68" name="Google Shape;2868;p24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69" name="Google Shape;2869;p243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70" name="Google Shape;2870;p243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2871" name="Shape 2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" name="Google Shape;2872;p2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73" name="Google Shape;2873;p2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74" name="Google Shape;2874;p2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5" name="Google Shape;2875;p2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6" name="Google Shape;2876;p24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77" name="Google Shape;2877;p244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78" name="Google Shape;2878;p244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79" name="Google Shape;2879;p244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880" name="Google Shape;2880;p244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881" name="Google Shape;2881;p2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2" name="Google Shape;2882;p2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83" name="Google Shape;2883;p244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884" name="Google Shape;2884;p2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5" name="Google Shape;2885;p2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86" name="Google Shape;2886;p244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887" name="Google Shape;2887;p2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8" name="Google Shape;2888;p2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89" name="Google Shape;2889;p244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890" name="Google Shape;2890;p2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91" name="Google Shape;2891;p2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92" name="Google Shape;2892;p244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93" name="Google Shape;2893;p244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94" name="Google Shape;2894;p244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2895" name="Shape 2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6" name="Google Shape;2896;p2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7" name="Google Shape;2897;p2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8" name="Google Shape;2898;p24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99" name="Google Shape;2899;p2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0" name="Google Shape;2900;p2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1" name="Google Shape;2901;p24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02" name="Google Shape;2902;p245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03" name="Google Shape;2903;p245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04" name="Google Shape;2904;p245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905" name="Google Shape;2905;p245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906" name="Google Shape;2906;p2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7" name="Google Shape;2907;p2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08" name="Google Shape;2908;p245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909" name="Google Shape;2909;p2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10" name="Google Shape;2910;p2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11" name="Google Shape;2911;p245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912" name="Google Shape;2912;p2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13" name="Google Shape;2913;p2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14" name="Google Shape;2914;p245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915" name="Google Shape;2915;p2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16" name="Google Shape;2916;p2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917" name="Google Shape;2917;p245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18" name="Google Shape;2918;p245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2919" name="Shape 2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0" name="Google Shape;2920;p2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1" name="Google Shape;2921;p24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2" name="Google Shape;2922;p24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923" name="Google Shape;2923;p2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4" name="Google Shape;2924;p2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5" name="Google Shape;2925;p24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26" name="Google Shape;2926;p246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27" name="Google Shape;2927;p246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28" name="Google Shape;2928;p246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929" name="Google Shape;2929;p24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930" name="Google Shape;2930;p2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1" name="Google Shape;2931;p2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32" name="Google Shape;2932;p24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933" name="Google Shape;2933;p2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4" name="Google Shape;2934;p2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35" name="Google Shape;2935;p24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936" name="Google Shape;2936;p2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7" name="Google Shape;2937;p2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38" name="Google Shape;2938;p24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939" name="Google Shape;2939;p2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40" name="Google Shape;2940;p2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941" name="Google Shape;2941;p246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42" name="Google Shape;2942;p246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2943" name="Shape 2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4" name="Google Shape;2944;p2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45" name="Google Shape;2945;p2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46" name="Google Shape;2946;p2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7" name="Google Shape;2947;p2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8" name="Google Shape;2948;p247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949" name="Google Shape;2949;p247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950" name="Google Shape;2950;p247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951" name="Google Shape;2951;p24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952" name="Google Shape;2952;p2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53" name="Google Shape;2953;p2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54" name="Google Shape;2954;p24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955" name="Google Shape;2955;p2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56" name="Google Shape;2956;p2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57" name="Google Shape;2957;p24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958" name="Google Shape;2958;p2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59" name="Google Shape;2959;p2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960" name="Google Shape;2960;p24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61" name="Google Shape;2961;p247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62" name="Google Shape;2962;p247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2963" name="Shape 2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4" name="Google Shape;2964;p2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65" name="Google Shape;2965;p2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66" name="Google Shape;2966;p2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7" name="Google Shape;2967;p2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8" name="Google Shape;2968;p248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969" name="Google Shape;2969;p248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970" name="Google Shape;2970;p248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971" name="Google Shape;2971;p248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972" name="Google Shape;2972;p2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73" name="Google Shape;2973;p2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74" name="Google Shape;2974;p248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975" name="Google Shape;2975;p2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76" name="Google Shape;2976;p2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77" name="Google Shape;2977;p248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978" name="Google Shape;2978;p2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79" name="Google Shape;2979;p2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980" name="Google Shape;2980;p248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81" name="Google Shape;2981;p248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82" name="Google Shape;2982;p248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2983" name="Shape 2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4" name="Google Shape;2984;p2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85" name="Google Shape;2985;p2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86" name="Google Shape;2986;p2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7" name="Google Shape;2987;p2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8" name="Google Shape;2988;p249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989" name="Google Shape;2989;p249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990" name="Google Shape;2990;p249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991" name="Google Shape;2991;p249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992" name="Google Shape;2992;p2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93" name="Google Shape;2993;p2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94" name="Google Shape;2994;p249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995" name="Google Shape;2995;p2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96" name="Google Shape;2996;p2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97" name="Google Shape;2997;p249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998" name="Google Shape;2998;p2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99" name="Google Shape;2999;p2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000" name="Google Shape;3000;p249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01" name="Google Shape;3001;p249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02" name="Google Shape;3002;p249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3003" name="Shape 3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4" name="Google Shape;3004;p2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05" name="Google Shape;3005;p2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6" name="Google Shape;3006;p2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7" name="Google Shape;3007;p2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8" name="Google Shape;3008;p250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3009" name="Google Shape;3009;p250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3010" name="Google Shape;3010;p250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3011" name="Google Shape;3011;p25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3012" name="Google Shape;3012;p2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13" name="Google Shape;3013;p2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14" name="Google Shape;3014;p25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3015" name="Google Shape;3015;p2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16" name="Google Shape;3016;p2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17" name="Google Shape;3017;p25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3018" name="Google Shape;3018;p2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19" name="Google Shape;3019;p2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020" name="Google Shape;3020;p250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21" name="Google Shape;3021;p250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22" name="Google Shape;3022;p250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_3">
    <p:bg>
      <p:bgPr>
        <a:solidFill>
          <a:srgbClr val="F3EEFB"/>
        </a:solidFill>
      </p:bgPr>
    </p:bg>
    <p:spTree>
      <p:nvGrpSpPr>
        <p:cNvPr id="3023" name="Shape 3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4" name="Google Shape;3024;p2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25" name="Google Shape;3025;p2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26" name="Google Shape;3026;p2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7" name="Google Shape;3027;p2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8" name="Google Shape;3028;p251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29" name="Google Shape;3029;p25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30" name="Google Shape;3030;p251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3031" name="Shape 3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2" name="Google Shape;3032;p2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33" name="Google Shape;3033;p2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34" name="Google Shape;3034;p2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5" name="Google Shape;3035;p2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6" name="Google Shape;3036;p25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37" name="Google Shape;3037;p25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38" name="Google Shape;3038;p252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3039" name="Shape 3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0" name="Google Shape;3040;p2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41" name="Google Shape;3041;p2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42" name="Google Shape;3042;p2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3" name="Google Shape;3043;p2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4" name="Google Shape;3044;p25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45" name="Google Shape;3045;p25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46" name="Google Shape;3046;p253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3047" name="Shape 3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8" name="Google Shape;3048;p2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49" name="Google Shape;3049;p25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0" name="Google Shape;3050;p25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3051" name="Google Shape;3051;p2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2" name="Google Shape;3052;p2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3" name="Google Shape;3053;p254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54" name="Google Shape;3054;p254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3055" name="Shape 3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6" name="Google Shape;3056;p2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57" name="Google Shape;3057;p2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58" name="Google Shape;3058;p2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9" name="Google Shape;3059;p2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0" name="Google Shape;3060;p2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1" name="Google Shape;3061;p255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2" name="Google Shape;3062;p25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63" name="Google Shape;3063;p255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3064" name="Shape 3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5" name="Google Shape;3065;p2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66" name="Google Shape;3066;p2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7" name="Google Shape;3067;p2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68" name="Google Shape;3068;p2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9" name="Google Shape;3069;p2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0" name="Google Shape;3070;p256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71" name="Google Shape;3071;p256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72" name="Google Shape;3072;p256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3073" name="Shape 3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Google Shape;3074;p2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75" name="Google Shape;3075;p2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6" name="Google Shape;3076;p2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77" name="Google Shape;3077;p2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8" name="Google Shape;3078;p2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9" name="Google Shape;3079;p257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80" name="Google Shape;3080;p257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81" name="Google Shape;3081;p257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3082" name="Shape 3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3" name="Google Shape;3083;p2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84" name="Google Shape;3084;p25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5" name="Google Shape;3085;p2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86" name="Google Shape;3086;p2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7" name="Google Shape;3087;p25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8" name="Google Shape;3088;p258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89" name="Google Shape;3089;p258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90" name="Google Shape;3090;p258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_2">
    <p:bg>
      <p:bgPr>
        <a:solidFill>
          <a:srgbClr val="F3EEFB"/>
        </a:solidFill>
      </p:bgPr>
    </p:bg>
    <p:spTree>
      <p:nvGrpSpPr>
        <p:cNvPr id="3091" name="Shape 3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2" name="Google Shape;3092;p2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3" name="Google Shape;3093;p2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94" name="Google Shape;3094;p2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5" name="Google Shape;3095;p2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6" name="Google Shape;3096;p25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7" name="Google Shape;3097;p259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98" name="Google Shape;3098;p259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99" name="Google Shape;3099;p259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3100" name="Shape 3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1" name="Google Shape;3101;p26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2" name="Google Shape;3102;p26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3" name="Google Shape;3103;p2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04" name="Google Shape;3104;p2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5" name="Google Shape;3105;p26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6" name="Google Shape;3106;p260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7" name="Google Shape;3107;p260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108" name="Google Shape;3108;p260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3109" name="Shape 3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0" name="Google Shape;3110;p2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11" name="Google Shape;3111;p2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2" name="Google Shape;3112;p2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13" name="Google Shape;3113;p2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4" name="Google Shape;3114;p26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5" name="Google Shape;3115;p261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6" name="Google Shape;3116;p26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117" name="Google Shape;3117;p261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3118" name="Shape 3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9" name="Google Shape;3119;p2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20" name="Google Shape;3120;p2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1" name="Google Shape;3121;p2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22" name="Google Shape;3122;p2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3" name="Google Shape;3123;p26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4" name="Google Shape;3124;p262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5" name="Google Shape;3125;p26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126" name="Google Shape;3126;p262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3127" name="Shape 3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8" name="Google Shape;3128;p263"/>
          <p:cNvGrpSpPr/>
          <p:nvPr/>
        </p:nvGrpSpPr>
        <p:grpSpPr>
          <a:xfrm>
            <a:off x="0" y="0"/>
            <a:ext cx="9151202" cy="652534"/>
            <a:chOff x="0" y="0"/>
            <a:chExt cx="9151202" cy="652534"/>
          </a:xfrm>
        </p:grpSpPr>
        <p:sp>
          <p:nvSpPr>
            <p:cNvPr id="3129" name="Google Shape;3129;p263"/>
            <p:cNvSpPr/>
            <p:nvPr/>
          </p:nvSpPr>
          <p:spPr>
            <a:xfrm>
              <a:off x="0" y="0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130" name="Google Shape;3130;p263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58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31" name="Google Shape;3131;p26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2" name="Google Shape;3132;p263"/>
          <p:cNvSpPr txBox="1"/>
          <p:nvPr>
            <p:ph type="title"/>
          </p:nvPr>
        </p:nvSpPr>
        <p:spPr>
          <a:xfrm>
            <a:off x="1684800" y="11912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33" name="Google Shape;3133;p26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134" name="Google Shape;3134;p263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3135" name="Shape 3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6" name="Google Shape;3136;p264"/>
          <p:cNvGrpSpPr/>
          <p:nvPr/>
        </p:nvGrpSpPr>
        <p:grpSpPr>
          <a:xfrm>
            <a:off x="0" y="0"/>
            <a:ext cx="9151202" cy="886259"/>
            <a:chOff x="0" y="0"/>
            <a:chExt cx="9151202" cy="886259"/>
          </a:xfrm>
        </p:grpSpPr>
        <p:sp>
          <p:nvSpPr>
            <p:cNvPr id="3137" name="Google Shape;3137;p264"/>
            <p:cNvSpPr/>
            <p:nvPr/>
          </p:nvSpPr>
          <p:spPr>
            <a:xfrm>
              <a:off x="0" y="0"/>
              <a:ext cx="9144300" cy="77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138" name="Google Shape;3138;p264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7695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39" name="Google Shape;3139;p264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140" name="Google Shape;3140;p26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1" name="Google Shape;3141;p264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42" name="Google Shape;3142;p264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3143" name="Shape 3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4" name="Google Shape;3144;p265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5" name="Google Shape;3145;p265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6" name="Google Shape;3146;p265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7" name="Google Shape;3147;p265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8" name="Google Shape;3148;p265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9" name="Google Shape;3149;p265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Audio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0" name="Google Shape;3150;p265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1" name="Google Shape;3151;p265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2" name="Google Shape;3152;p265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3153" name="Shape 3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4" name="Google Shape;3154;p26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3155" name="Google Shape;3155;p266"/>
          <p:cNvSpPr txBox="1"/>
          <p:nvPr>
            <p:ph idx="1" type="subTitle"/>
          </p:nvPr>
        </p:nvSpPr>
        <p:spPr>
          <a:xfrm>
            <a:off x="661775" y="1266500"/>
            <a:ext cx="7351200" cy="262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3156" name="Shape 3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7" name="Google Shape;3157;p267"/>
          <p:cNvSpPr txBox="1"/>
          <p:nvPr>
            <p:ph type="title"/>
          </p:nvPr>
        </p:nvSpPr>
        <p:spPr>
          <a:xfrm>
            <a:off x="459000" y="2262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58" name="Google Shape;3158;p267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3159" name="Shape 3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0" name="Google Shape;3160;p26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61" name="Google Shape;3161;p26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62" name="Google Shape;3162;p26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3" name="Google Shape;3163;p268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164" name="Google Shape;3164;p268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165" name="Google Shape;3165;p268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65" Type="http://schemas.openxmlformats.org/officeDocument/2006/relationships/theme" Target="../theme/theme2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02.xml"/><Relationship Id="rId42" Type="http://schemas.openxmlformats.org/officeDocument/2006/relationships/slideLayout" Target="../slideLayouts/slideLayout104.xml"/><Relationship Id="rId41" Type="http://schemas.openxmlformats.org/officeDocument/2006/relationships/slideLayout" Target="../slideLayouts/slideLayout103.xml"/><Relationship Id="rId44" Type="http://schemas.openxmlformats.org/officeDocument/2006/relationships/slideLayout" Target="../slideLayouts/slideLayout106.xml"/><Relationship Id="rId43" Type="http://schemas.openxmlformats.org/officeDocument/2006/relationships/slideLayout" Target="../slideLayouts/slideLayout105.xml"/><Relationship Id="rId46" Type="http://schemas.openxmlformats.org/officeDocument/2006/relationships/slideLayout" Target="../slideLayouts/slideLayout108.xml"/><Relationship Id="rId45" Type="http://schemas.openxmlformats.org/officeDocument/2006/relationships/slideLayout" Target="../slideLayouts/slideLayout107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64.xml"/><Relationship Id="rId3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48" Type="http://schemas.openxmlformats.org/officeDocument/2006/relationships/slideLayout" Target="../slideLayouts/slideLayout110.xml"/><Relationship Id="rId47" Type="http://schemas.openxmlformats.org/officeDocument/2006/relationships/slideLayout" Target="../slideLayouts/slideLayout109.xml"/><Relationship Id="rId49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67.xml"/><Relationship Id="rId6" Type="http://schemas.openxmlformats.org/officeDocument/2006/relationships/slideLayout" Target="../slideLayouts/slideLayout68.xml"/><Relationship Id="rId7" Type="http://schemas.openxmlformats.org/officeDocument/2006/relationships/slideLayout" Target="../slideLayouts/slideLayout69.xml"/><Relationship Id="rId8" Type="http://schemas.openxmlformats.org/officeDocument/2006/relationships/slideLayout" Target="../slideLayouts/slideLayout70.xml"/><Relationship Id="rId31" Type="http://schemas.openxmlformats.org/officeDocument/2006/relationships/slideLayout" Target="../slideLayouts/slideLayout93.xml"/><Relationship Id="rId30" Type="http://schemas.openxmlformats.org/officeDocument/2006/relationships/slideLayout" Target="../slideLayouts/slideLayout92.xml"/><Relationship Id="rId33" Type="http://schemas.openxmlformats.org/officeDocument/2006/relationships/slideLayout" Target="../slideLayouts/slideLayout95.xml"/><Relationship Id="rId32" Type="http://schemas.openxmlformats.org/officeDocument/2006/relationships/slideLayout" Target="../slideLayouts/slideLayout94.xml"/><Relationship Id="rId35" Type="http://schemas.openxmlformats.org/officeDocument/2006/relationships/slideLayout" Target="../slideLayouts/slideLayout97.xml"/><Relationship Id="rId34" Type="http://schemas.openxmlformats.org/officeDocument/2006/relationships/slideLayout" Target="../slideLayouts/slideLayout96.xml"/><Relationship Id="rId37" Type="http://schemas.openxmlformats.org/officeDocument/2006/relationships/slideLayout" Target="../slideLayouts/slideLayout99.xml"/><Relationship Id="rId36" Type="http://schemas.openxmlformats.org/officeDocument/2006/relationships/slideLayout" Target="../slideLayouts/slideLayout98.xml"/><Relationship Id="rId39" Type="http://schemas.openxmlformats.org/officeDocument/2006/relationships/slideLayout" Target="../slideLayouts/slideLayout101.xml"/><Relationship Id="rId38" Type="http://schemas.openxmlformats.org/officeDocument/2006/relationships/slideLayout" Target="../slideLayouts/slideLayout100.xml"/><Relationship Id="rId62" Type="http://schemas.openxmlformats.org/officeDocument/2006/relationships/slideLayout" Target="../slideLayouts/slideLayout124.xml"/><Relationship Id="rId61" Type="http://schemas.openxmlformats.org/officeDocument/2006/relationships/slideLayout" Target="../slideLayouts/slideLayout123.xml"/><Relationship Id="rId20" Type="http://schemas.openxmlformats.org/officeDocument/2006/relationships/slideLayout" Target="../slideLayouts/slideLayout82.xml"/><Relationship Id="rId64" Type="http://schemas.openxmlformats.org/officeDocument/2006/relationships/theme" Target="../theme/theme3.xml"/><Relationship Id="rId63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84.xml"/><Relationship Id="rId21" Type="http://schemas.openxmlformats.org/officeDocument/2006/relationships/slideLayout" Target="../slideLayouts/slideLayout83.xml"/><Relationship Id="rId24" Type="http://schemas.openxmlformats.org/officeDocument/2006/relationships/slideLayout" Target="../slideLayouts/slideLayout86.xml"/><Relationship Id="rId23" Type="http://schemas.openxmlformats.org/officeDocument/2006/relationships/slideLayout" Target="../slideLayouts/slideLayout85.xml"/><Relationship Id="rId60" Type="http://schemas.openxmlformats.org/officeDocument/2006/relationships/slideLayout" Target="../slideLayouts/slideLayout122.xml"/><Relationship Id="rId26" Type="http://schemas.openxmlformats.org/officeDocument/2006/relationships/slideLayout" Target="../slideLayouts/slideLayout88.xml"/><Relationship Id="rId25" Type="http://schemas.openxmlformats.org/officeDocument/2006/relationships/slideLayout" Target="../slideLayouts/slideLayout87.xml"/><Relationship Id="rId28" Type="http://schemas.openxmlformats.org/officeDocument/2006/relationships/slideLayout" Target="../slideLayouts/slideLayout90.xml"/><Relationship Id="rId27" Type="http://schemas.openxmlformats.org/officeDocument/2006/relationships/slideLayout" Target="../slideLayouts/slideLayout89.xml"/><Relationship Id="rId29" Type="http://schemas.openxmlformats.org/officeDocument/2006/relationships/slideLayout" Target="../slideLayouts/slideLayout91.xml"/><Relationship Id="rId51" Type="http://schemas.openxmlformats.org/officeDocument/2006/relationships/slideLayout" Target="../slideLayouts/slideLayout113.xml"/><Relationship Id="rId50" Type="http://schemas.openxmlformats.org/officeDocument/2006/relationships/slideLayout" Target="../slideLayouts/slideLayout112.xml"/><Relationship Id="rId53" Type="http://schemas.openxmlformats.org/officeDocument/2006/relationships/slideLayout" Target="../slideLayouts/slideLayout115.xml"/><Relationship Id="rId52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73.xml"/><Relationship Id="rId55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72.xml"/><Relationship Id="rId54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75.xml"/><Relationship Id="rId57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74.xml"/><Relationship Id="rId56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77.xml"/><Relationship Id="rId59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76.xml"/><Relationship Id="rId58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79.xml"/><Relationship Id="rId16" Type="http://schemas.openxmlformats.org/officeDocument/2006/relationships/slideLayout" Target="../slideLayouts/slideLayout78.xml"/><Relationship Id="rId19" Type="http://schemas.openxmlformats.org/officeDocument/2006/relationships/slideLayout" Target="../slideLayouts/slideLayout81.xml"/><Relationship Id="rId18" Type="http://schemas.openxmlformats.org/officeDocument/2006/relationships/slideLayout" Target="../slideLayouts/slideLayout80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64.xml"/><Relationship Id="rId42" Type="http://schemas.openxmlformats.org/officeDocument/2006/relationships/slideLayout" Target="../slideLayouts/slideLayout166.xml"/><Relationship Id="rId41" Type="http://schemas.openxmlformats.org/officeDocument/2006/relationships/slideLayout" Target="../slideLayouts/slideLayout165.xml"/><Relationship Id="rId44" Type="http://schemas.openxmlformats.org/officeDocument/2006/relationships/slideLayout" Target="../slideLayouts/slideLayout168.xml"/><Relationship Id="rId43" Type="http://schemas.openxmlformats.org/officeDocument/2006/relationships/slideLayout" Target="../slideLayouts/slideLayout167.xml"/><Relationship Id="rId46" Type="http://schemas.openxmlformats.org/officeDocument/2006/relationships/slideLayout" Target="../slideLayouts/slideLayout170.xml"/><Relationship Id="rId45" Type="http://schemas.openxmlformats.org/officeDocument/2006/relationships/slideLayout" Target="../slideLayouts/slideLayout169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9" Type="http://schemas.openxmlformats.org/officeDocument/2006/relationships/slideLayout" Target="../slideLayouts/slideLayout133.xml"/><Relationship Id="rId48" Type="http://schemas.openxmlformats.org/officeDocument/2006/relationships/slideLayout" Target="../slideLayouts/slideLayout172.xml"/><Relationship Id="rId47" Type="http://schemas.openxmlformats.org/officeDocument/2006/relationships/slideLayout" Target="../slideLayouts/slideLayout171.xml"/><Relationship Id="rId49" Type="http://schemas.openxmlformats.org/officeDocument/2006/relationships/slideLayout" Target="../slideLayouts/slideLayout173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31" Type="http://schemas.openxmlformats.org/officeDocument/2006/relationships/slideLayout" Target="../slideLayouts/slideLayout155.xml"/><Relationship Id="rId30" Type="http://schemas.openxmlformats.org/officeDocument/2006/relationships/slideLayout" Target="../slideLayouts/slideLayout154.xml"/><Relationship Id="rId33" Type="http://schemas.openxmlformats.org/officeDocument/2006/relationships/slideLayout" Target="../slideLayouts/slideLayout157.xml"/><Relationship Id="rId32" Type="http://schemas.openxmlformats.org/officeDocument/2006/relationships/slideLayout" Target="../slideLayouts/slideLayout156.xml"/><Relationship Id="rId35" Type="http://schemas.openxmlformats.org/officeDocument/2006/relationships/slideLayout" Target="../slideLayouts/slideLayout159.xml"/><Relationship Id="rId34" Type="http://schemas.openxmlformats.org/officeDocument/2006/relationships/slideLayout" Target="../slideLayouts/slideLayout158.xml"/><Relationship Id="rId37" Type="http://schemas.openxmlformats.org/officeDocument/2006/relationships/slideLayout" Target="../slideLayouts/slideLayout161.xml"/><Relationship Id="rId36" Type="http://schemas.openxmlformats.org/officeDocument/2006/relationships/slideLayout" Target="../slideLayouts/slideLayout160.xml"/><Relationship Id="rId39" Type="http://schemas.openxmlformats.org/officeDocument/2006/relationships/slideLayout" Target="../slideLayouts/slideLayout163.xml"/><Relationship Id="rId38" Type="http://schemas.openxmlformats.org/officeDocument/2006/relationships/slideLayout" Target="../slideLayouts/slideLayout162.xml"/><Relationship Id="rId62" Type="http://schemas.openxmlformats.org/officeDocument/2006/relationships/slideLayout" Target="../slideLayouts/slideLayout186.xml"/><Relationship Id="rId61" Type="http://schemas.openxmlformats.org/officeDocument/2006/relationships/slideLayout" Target="../slideLayouts/slideLayout185.xml"/><Relationship Id="rId20" Type="http://schemas.openxmlformats.org/officeDocument/2006/relationships/slideLayout" Target="../slideLayouts/slideLayout144.xml"/><Relationship Id="rId64" Type="http://schemas.openxmlformats.org/officeDocument/2006/relationships/slideLayout" Target="../slideLayouts/slideLayout188.xml"/><Relationship Id="rId63" Type="http://schemas.openxmlformats.org/officeDocument/2006/relationships/slideLayout" Target="../slideLayouts/slideLayout187.xml"/><Relationship Id="rId22" Type="http://schemas.openxmlformats.org/officeDocument/2006/relationships/slideLayout" Target="../slideLayouts/slideLayout146.xml"/><Relationship Id="rId66" Type="http://schemas.openxmlformats.org/officeDocument/2006/relationships/slideLayout" Target="../slideLayouts/slideLayout190.xml"/><Relationship Id="rId21" Type="http://schemas.openxmlformats.org/officeDocument/2006/relationships/slideLayout" Target="../slideLayouts/slideLayout145.xml"/><Relationship Id="rId65" Type="http://schemas.openxmlformats.org/officeDocument/2006/relationships/slideLayout" Target="../slideLayouts/slideLayout189.xml"/><Relationship Id="rId24" Type="http://schemas.openxmlformats.org/officeDocument/2006/relationships/slideLayout" Target="../slideLayouts/slideLayout148.xml"/><Relationship Id="rId68" Type="http://schemas.openxmlformats.org/officeDocument/2006/relationships/slideLayout" Target="../slideLayouts/slideLayout192.xml"/><Relationship Id="rId23" Type="http://schemas.openxmlformats.org/officeDocument/2006/relationships/slideLayout" Target="../slideLayouts/slideLayout147.xml"/><Relationship Id="rId67" Type="http://schemas.openxmlformats.org/officeDocument/2006/relationships/slideLayout" Target="../slideLayouts/slideLayout191.xml"/><Relationship Id="rId60" Type="http://schemas.openxmlformats.org/officeDocument/2006/relationships/slideLayout" Target="../slideLayouts/slideLayout184.xml"/><Relationship Id="rId26" Type="http://schemas.openxmlformats.org/officeDocument/2006/relationships/slideLayout" Target="../slideLayouts/slideLayout150.xml"/><Relationship Id="rId25" Type="http://schemas.openxmlformats.org/officeDocument/2006/relationships/slideLayout" Target="../slideLayouts/slideLayout149.xml"/><Relationship Id="rId69" Type="http://schemas.openxmlformats.org/officeDocument/2006/relationships/theme" Target="../theme/theme4.xml"/><Relationship Id="rId28" Type="http://schemas.openxmlformats.org/officeDocument/2006/relationships/slideLayout" Target="../slideLayouts/slideLayout152.xml"/><Relationship Id="rId27" Type="http://schemas.openxmlformats.org/officeDocument/2006/relationships/slideLayout" Target="../slideLayouts/slideLayout151.xml"/><Relationship Id="rId29" Type="http://schemas.openxmlformats.org/officeDocument/2006/relationships/slideLayout" Target="../slideLayouts/slideLayout153.xml"/><Relationship Id="rId51" Type="http://schemas.openxmlformats.org/officeDocument/2006/relationships/slideLayout" Target="../slideLayouts/slideLayout175.xml"/><Relationship Id="rId50" Type="http://schemas.openxmlformats.org/officeDocument/2006/relationships/slideLayout" Target="../slideLayouts/slideLayout174.xml"/><Relationship Id="rId53" Type="http://schemas.openxmlformats.org/officeDocument/2006/relationships/slideLayout" Target="../slideLayouts/slideLayout177.xml"/><Relationship Id="rId52" Type="http://schemas.openxmlformats.org/officeDocument/2006/relationships/slideLayout" Target="../slideLayouts/slideLayout176.xml"/><Relationship Id="rId11" Type="http://schemas.openxmlformats.org/officeDocument/2006/relationships/slideLayout" Target="../slideLayouts/slideLayout135.xml"/><Relationship Id="rId55" Type="http://schemas.openxmlformats.org/officeDocument/2006/relationships/slideLayout" Target="../slideLayouts/slideLayout179.xml"/><Relationship Id="rId10" Type="http://schemas.openxmlformats.org/officeDocument/2006/relationships/slideLayout" Target="../slideLayouts/slideLayout134.xml"/><Relationship Id="rId54" Type="http://schemas.openxmlformats.org/officeDocument/2006/relationships/slideLayout" Target="../slideLayouts/slideLayout178.xml"/><Relationship Id="rId13" Type="http://schemas.openxmlformats.org/officeDocument/2006/relationships/slideLayout" Target="../slideLayouts/slideLayout137.xml"/><Relationship Id="rId57" Type="http://schemas.openxmlformats.org/officeDocument/2006/relationships/slideLayout" Target="../slideLayouts/slideLayout181.xml"/><Relationship Id="rId12" Type="http://schemas.openxmlformats.org/officeDocument/2006/relationships/slideLayout" Target="../slideLayouts/slideLayout136.xml"/><Relationship Id="rId56" Type="http://schemas.openxmlformats.org/officeDocument/2006/relationships/slideLayout" Target="../slideLayouts/slideLayout180.xml"/><Relationship Id="rId15" Type="http://schemas.openxmlformats.org/officeDocument/2006/relationships/slideLayout" Target="../slideLayouts/slideLayout139.xml"/><Relationship Id="rId59" Type="http://schemas.openxmlformats.org/officeDocument/2006/relationships/slideLayout" Target="../slideLayouts/slideLayout183.xml"/><Relationship Id="rId14" Type="http://schemas.openxmlformats.org/officeDocument/2006/relationships/slideLayout" Target="../slideLayouts/slideLayout138.xml"/><Relationship Id="rId58" Type="http://schemas.openxmlformats.org/officeDocument/2006/relationships/slideLayout" Target="../slideLayouts/slideLayout182.xml"/><Relationship Id="rId17" Type="http://schemas.openxmlformats.org/officeDocument/2006/relationships/slideLayout" Target="../slideLayouts/slideLayout141.xml"/><Relationship Id="rId16" Type="http://schemas.openxmlformats.org/officeDocument/2006/relationships/slideLayout" Target="../slideLayouts/slideLayout140.xml"/><Relationship Id="rId19" Type="http://schemas.openxmlformats.org/officeDocument/2006/relationships/slideLayout" Target="../slideLayouts/slideLayout143.xml"/><Relationship Id="rId18" Type="http://schemas.openxmlformats.org/officeDocument/2006/relationships/slideLayout" Target="../slideLayouts/slideLayout142.xml"/></Relationships>
</file>

<file path=ppt/slideMasters/_rels/slideMaster4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231.xml"/><Relationship Id="rId42" Type="http://schemas.openxmlformats.org/officeDocument/2006/relationships/slideLayout" Target="../slideLayouts/slideLayout233.xml"/><Relationship Id="rId41" Type="http://schemas.openxmlformats.org/officeDocument/2006/relationships/slideLayout" Target="../slideLayouts/slideLayout232.xml"/><Relationship Id="rId44" Type="http://schemas.openxmlformats.org/officeDocument/2006/relationships/slideLayout" Target="../slideLayouts/slideLayout235.xml"/><Relationship Id="rId43" Type="http://schemas.openxmlformats.org/officeDocument/2006/relationships/slideLayout" Target="../slideLayouts/slideLayout234.xml"/><Relationship Id="rId46" Type="http://schemas.openxmlformats.org/officeDocument/2006/relationships/slideLayout" Target="../slideLayouts/slideLayout237.xml"/><Relationship Id="rId45" Type="http://schemas.openxmlformats.org/officeDocument/2006/relationships/slideLayout" Target="../slideLayouts/slideLayout236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93.xml"/><Relationship Id="rId3" Type="http://schemas.openxmlformats.org/officeDocument/2006/relationships/slideLayout" Target="../slideLayouts/slideLayout194.xml"/><Relationship Id="rId4" Type="http://schemas.openxmlformats.org/officeDocument/2006/relationships/slideLayout" Target="../slideLayouts/slideLayout195.xml"/><Relationship Id="rId9" Type="http://schemas.openxmlformats.org/officeDocument/2006/relationships/slideLayout" Target="../slideLayouts/slideLayout200.xml"/><Relationship Id="rId48" Type="http://schemas.openxmlformats.org/officeDocument/2006/relationships/slideLayout" Target="../slideLayouts/slideLayout239.xml"/><Relationship Id="rId47" Type="http://schemas.openxmlformats.org/officeDocument/2006/relationships/slideLayout" Target="../slideLayouts/slideLayout238.xml"/><Relationship Id="rId49" Type="http://schemas.openxmlformats.org/officeDocument/2006/relationships/slideLayout" Target="../slideLayouts/slideLayout240.xml"/><Relationship Id="rId5" Type="http://schemas.openxmlformats.org/officeDocument/2006/relationships/slideLayout" Target="../slideLayouts/slideLayout196.xml"/><Relationship Id="rId6" Type="http://schemas.openxmlformats.org/officeDocument/2006/relationships/slideLayout" Target="../slideLayouts/slideLayout197.xml"/><Relationship Id="rId7" Type="http://schemas.openxmlformats.org/officeDocument/2006/relationships/slideLayout" Target="../slideLayouts/slideLayout198.xml"/><Relationship Id="rId8" Type="http://schemas.openxmlformats.org/officeDocument/2006/relationships/slideLayout" Target="../slideLayouts/slideLayout199.xml"/><Relationship Id="rId73" Type="http://schemas.openxmlformats.org/officeDocument/2006/relationships/slideLayout" Target="../slideLayouts/slideLayout264.xml"/><Relationship Id="rId72" Type="http://schemas.openxmlformats.org/officeDocument/2006/relationships/slideLayout" Target="../slideLayouts/slideLayout263.xml"/><Relationship Id="rId31" Type="http://schemas.openxmlformats.org/officeDocument/2006/relationships/slideLayout" Target="../slideLayouts/slideLayout222.xml"/><Relationship Id="rId30" Type="http://schemas.openxmlformats.org/officeDocument/2006/relationships/slideLayout" Target="../slideLayouts/slideLayout221.xml"/><Relationship Id="rId74" Type="http://schemas.openxmlformats.org/officeDocument/2006/relationships/theme" Target="../theme/theme5.xml"/><Relationship Id="rId33" Type="http://schemas.openxmlformats.org/officeDocument/2006/relationships/slideLayout" Target="../slideLayouts/slideLayout224.xml"/><Relationship Id="rId32" Type="http://schemas.openxmlformats.org/officeDocument/2006/relationships/slideLayout" Target="../slideLayouts/slideLayout223.xml"/><Relationship Id="rId35" Type="http://schemas.openxmlformats.org/officeDocument/2006/relationships/slideLayout" Target="../slideLayouts/slideLayout226.xml"/><Relationship Id="rId34" Type="http://schemas.openxmlformats.org/officeDocument/2006/relationships/slideLayout" Target="../slideLayouts/slideLayout225.xml"/><Relationship Id="rId71" Type="http://schemas.openxmlformats.org/officeDocument/2006/relationships/slideLayout" Target="../slideLayouts/slideLayout262.xml"/><Relationship Id="rId70" Type="http://schemas.openxmlformats.org/officeDocument/2006/relationships/slideLayout" Target="../slideLayouts/slideLayout261.xml"/><Relationship Id="rId37" Type="http://schemas.openxmlformats.org/officeDocument/2006/relationships/slideLayout" Target="../slideLayouts/slideLayout228.xml"/><Relationship Id="rId36" Type="http://schemas.openxmlformats.org/officeDocument/2006/relationships/slideLayout" Target="../slideLayouts/slideLayout227.xml"/><Relationship Id="rId39" Type="http://schemas.openxmlformats.org/officeDocument/2006/relationships/slideLayout" Target="../slideLayouts/slideLayout230.xml"/><Relationship Id="rId38" Type="http://schemas.openxmlformats.org/officeDocument/2006/relationships/slideLayout" Target="../slideLayouts/slideLayout229.xml"/><Relationship Id="rId62" Type="http://schemas.openxmlformats.org/officeDocument/2006/relationships/slideLayout" Target="../slideLayouts/slideLayout253.xml"/><Relationship Id="rId61" Type="http://schemas.openxmlformats.org/officeDocument/2006/relationships/slideLayout" Target="../slideLayouts/slideLayout252.xml"/><Relationship Id="rId20" Type="http://schemas.openxmlformats.org/officeDocument/2006/relationships/slideLayout" Target="../slideLayouts/slideLayout211.xml"/><Relationship Id="rId64" Type="http://schemas.openxmlformats.org/officeDocument/2006/relationships/slideLayout" Target="../slideLayouts/slideLayout255.xml"/><Relationship Id="rId63" Type="http://schemas.openxmlformats.org/officeDocument/2006/relationships/slideLayout" Target="../slideLayouts/slideLayout254.xml"/><Relationship Id="rId22" Type="http://schemas.openxmlformats.org/officeDocument/2006/relationships/slideLayout" Target="../slideLayouts/slideLayout213.xml"/><Relationship Id="rId66" Type="http://schemas.openxmlformats.org/officeDocument/2006/relationships/slideLayout" Target="../slideLayouts/slideLayout257.xml"/><Relationship Id="rId21" Type="http://schemas.openxmlformats.org/officeDocument/2006/relationships/slideLayout" Target="../slideLayouts/slideLayout212.xml"/><Relationship Id="rId65" Type="http://schemas.openxmlformats.org/officeDocument/2006/relationships/slideLayout" Target="../slideLayouts/slideLayout256.xml"/><Relationship Id="rId24" Type="http://schemas.openxmlformats.org/officeDocument/2006/relationships/slideLayout" Target="../slideLayouts/slideLayout215.xml"/><Relationship Id="rId68" Type="http://schemas.openxmlformats.org/officeDocument/2006/relationships/slideLayout" Target="../slideLayouts/slideLayout259.xml"/><Relationship Id="rId23" Type="http://schemas.openxmlformats.org/officeDocument/2006/relationships/slideLayout" Target="../slideLayouts/slideLayout214.xml"/><Relationship Id="rId67" Type="http://schemas.openxmlformats.org/officeDocument/2006/relationships/slideLayout" Target="../slideLayouts/slideLayout258.xml"/><Relationship Id="rId60" Type="http://schemas.openxmlformats.org/officeDocument/2006/relationships/slideLayout" Target="../slideLayouts/slideLayout251.xml"/><Relationship Id="rId26" Type="http://schemas.openxmlformats.org/officeDocument/2006/relationships/slideLayout" Target="../slideLayouts/slideLayout217.xml"/><Relationship Id="rId25" Type="http://schemas.openxmlformats.org/officeDocument/2006/relationships/slideLayout" Target="../slideLayouts/slideLayout216.xml"/><Relationship Id="rId69" Type="http://schemas.openxmlformats.org/officeDocument/2006/relationships/slideLayout" Target="../slideLayouts/slideLayout260.xml"/><Relationship Id="rId28" Type="http://schemas.openxmlformats.org/officeDocument/2006/relationships/slideLayout" Target="../slideLayouts/slideLayout219.xml"/><Relationship Id="rId27" Type="http://schemas.openxmlformats.org/officeDocument/2006/relationships/slideLayout" Target="../slideLayouts/slideLayout218.xml"/><Relationship Id="rId29" Type="http://schemas.openxmlformats.org/officeDocument/2006/relationships/slideLayout" Target="../slideLayouts/slideLayout220.xml"/><Relationship Id="rId51" Type="http://schemas.openxmlformats.org/officeDocument/2006/relationships/slideLayout" Target="../slideLayouts/slideLayout242.xml"/><Relationship Id="rId50" Type="http://schemas.openxmlformats.org/officeDocument/2006/relationships/slideLayout" Target="../slideLayouts/slideLayout241.xml"/><Relationship Id="rId53" Type="http://schemas.openxmlformats.org/officeDocument/2006/relationships/slideLayout" Target="../slideLayouts/slideLayout244.xml"/><Relationship Id="rId52" Type="http://schemas.openxmlformats.org/officeDocument/2006/relationships/slideLayout" Target="../slideLayouts/slideLayout243.xml"/><Relationship Id="rId11" Type="http://schemas.openxmlformats.org/officeDocument/2006/relationships/slideLayout" Target="../slideLayouts/slideLayout202.xml"/><Relationship Id="rId55" Type="http://schemas.openxmlformats.org/officeDocument/2006/relationships/slideLayout" Target="../slideLayouts/slideLayout246.xml"/><Relationship Id="rId10" Type="http://schemas.openxmlformats.org/officeDocument/2006/relationships/slideLayout" Target="../slideLayouts/slideLayout201.xml"/><Relationship Id="rId54" Type="http://schemas.openxmlformats.org/officeDocument/2006/relationships/slideLayout" Target="../slideLayouts/slideLayout245.xml"/><Relationship Id="rId13" Type="http://schemas.openxmlformats.org/officeDocument/2006/relationships/slideLayout" Target="../slideLayouts/slideLayout204.xml"/><Relationship Id="rId57" Type="http://schemas.openxmlformats.org/officeDocument/2006/relationships/slideLayout" Target="../slideLayouts/slideLayout248.xml"/><Relationship Id="rId12" Type="http://schemas.openxmlformats.org/officeDocument/2006/relationships/slideLayout" Target="../slideLayouts/slideLayout203.xml"/><Relationship Id="rId56" Type="http://schemas.openxmlformats.org/officeDocument/2006/relationships/slideLayout" Target="../slideLayouts/slideLayout247.xml"/><Relationship Id="rId15" Type="http://schemas.openxmlformats.org/officeDocument/2006/relationships/slideLayout" Target="../slideLayouts/slideLayout206.xml"/><Relationship Id="rId59" Type="http://schemas.openxmlformats.org/officeDocument/2006/relationships/slideLayout" Target="../slideLayouts/slideLayout250.xml"/><Relationship Id="rId14" Type="http://schemas.openxmlformats.org/officeDocument/2006/relationships/slideLayout" Target="../slideLayouts/slideLayout205.xml"/><Relationship Id="rId58" Type="http://schemas.openxmlformats.org/officeDocument/2006/relationships/slideLayout" Target="../slideLayouts/slideLayout249.xml"/><Relationship Id="rId17" Type="http://schemas.openxmlformats.org/officeDocument/2006/relationships/slideLayout" Target="../slideLayouts/slideLayout208.xml"/><Relationship Id="rId16" Type="http://schemas.openxmlformats.org/officeDocument/2006/relationships/slideLayout" Target="../slideLayouts/slideLayout207.xml"/><Relationship Id="rId19" Type="http://schemas.openxmlformats.org/officeDocument/2006/relationships/slideLayout" Target="../slideLayouts/slideLayout210.xml"/><Relationship Id="rId18" Type="http://schemas.openxmlformats.org/officeDocument/2006/relationships/slideLayout" Target="../slideLayouts/slideLayout20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5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33" name="Google Shape;733;p65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34" name="Google Shape;734;p6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727" r:id="rId18"/>
    <p:sldLayoutId id="2147483728" r:id="rId19"/>
    <p:sldLayoutId id="2147483729" r:id="rId20"/>
    <p:sldLayoutId id="2147483730" r:id="rId21"/>
    <p:sldLayoutId id="2147483731" r:id="rId22"/>
    <p:sldLayoutId id="2147483732" r:id="rId23"/>
    <p:sldLayoutId id="2147483733" r:id="rId24"/>
    <p:sldLayoutId id="2147483734" r:id="rId25"/>
    <p:sldLayoutId id="2147483735" r:id="rId26"/>
    <p:sldLayoutId id="2147483736" r:id="rId27"/>
    <p:sldLayoutId id="2147483737" r:id="rId28"/>
    <p:sldLayoutId id="2147483738" r:id="rId29"/>
    <p:sldLayoutId id="2147483739" r:id="rId30"/>
    <p:sldLayoutId id="2147483740" r:id="rId31"/>
    <p:sldLayoutId id="2147483741" r:id="rId32"/>
    <p:sldLayoutId id="2147483742" r:id="rId33"/>
    <p:sldLayoutId id="2147483743" r:id="rId34"/>
    <p:sldLayoutId id="2147483744" r:id="rId35"/>
    <p:sldLayoutId id="2147483745" r:id="rId36"/>
    <p:sldLayoutId id="2147483746" r:id="rId37"/>
    <p:sldLayoutId id="2147483747" r:id="rId38"/>
    <p:sldLayoutId id="2147483748" r:id="rId39"/>
    <p:sldLayoutId id="2147483749" r:id="rId40"/>
    <p:sldLayoutId id="2147483750" r:id="rId41"/>
    <p:sldLayoutId id="2147483751" r:id="rId42"/>
    <p:sldLayoutId id="2147483752" r:id="rId43"/>
    <p:sldLayoutId id="2147483753" r:id="rId44"/>
    <p:sldLayoutId id="2147483754" r:id="rId45"/>
    <p:sldLayoutId id="2147483755" r:id="rId46"/>
    <p:sldLayoutId id="2147483756" r:id="rId47"/>
    <p:sldLayoutId id="2147483757" r:id="rId48"/>
    <p:sldLayoutId id="2147483758" r:id="rId49"/>
    <p:sldLayoutId id="2147483759" r:id="rId50"/>
    <p:sldLayoutId id="2147483760" r:id="rId51"/>
    <p:sldLayoutId id="2147483761" r:id="rId52"/>
    <p:sldLayoutId id="2147483762" r:id="rId53"/>
    <p:sldLayoutId id="2147483763" r:id="rId54"/>
    <p:sldLayoutId id="2147483764" r:id="rId55"/>
    <p:sldLayoutId id="2147483765" r:id="rId56"/>
    <p:sldLayoutId id="2147483766" r:id="rId57"/>
    <p:sldLayoutId id="2147483767" r:id="rId58"/>
    <p:sldLayoutId id="2147483768" r:id="rId59"/>
    <p:sldLayoutId id="2147483769" r:id="rId60"/>
    <p:sldLayoutId id="2147483770" r:id="rId61"/>
    <p:sldLayoutId id="2147483771" r:id="rId62"/>
    <p:sldLayoutId id="2147483772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128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1474" name="Google Shape;1474;p128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1475" name="Google Shape;1475;p1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  <p:sldLayoutId id="2147483786" r:id="rId15"/>
    <p:sldLayoutId id="2147483787" r:id="rId16"/>
    <p:sldLayoutId id="2147483788" r:id="rId17"/>
    <p:sldLayoutId id="2147483789" r:id="rId18"/>
    <p:sldLayoutId id="2147483790" r:id="rId19"/>
    <p:sldLayoutId id="2147483791" r:id="rId20"/>
    <p:sldLayoutId id="2147483792" r:id="rId21"/>
    <p:sldLayoutId id="2147483793" r:id="rId22"/>
    <p:sldLayoutId id="2147483794" r:id="rId23"/>
    <p:sldLayoutId id="2147483795" r:id="rId24"/>
    <p:sldLayoutId id="2147483796" r:id="rId25"/>
    <p:sldLayoutId id="2147483797" r:id="rId26"/>
    <p:sldLayoutId id="2147483798" r:id="rId27"/>
    <p:sldLayoutId id="2147483799" r:id="rId28"/>
    <p:sldLayoutId id="2147483800" r:id="rId29"/>
    <p:sldLayoutId id="2147483801" r:id="rId30"/>
    <p:sldLayoutId id="2147483802" r:id="rId31"/>
    <p:sldLayoutId id="2147483803" r:id="rId32"/>
    <p:sldLayoutId id="2147483804" r:id="rId33"/>
    <p:sldLayoutId id="2147483805" r:id="rId34"/>
    <p:sldLayoutId id="2147483806" r:id="rId35"/>
    <p:sldLayoutId id="2147483807" r:id="rId36"/>
    <p:sldLayoutId id="2147483808" r:id="rId37"/>
    <p:sldLayoutId id="2147483809" r:id="rId38"/>
    <p:sldLayoutId id="2147483810" r:id="rId39"/>
    <p:sldLayoutId id="2147483811" r:id="rId40"/>
    <p:sldLayoutId id="2147483812" r:id="rId41"/>
    <p:sldLayoutId id="2147483813" r:id="rId42"/>
    <p:sldLayoutId id="2147483814" r:id="rId43"/>
    <p:sldLayoutId id="2147483815" r:id="rId44"/>
    <p:sldLayoutId id="2147483816" r:id="rId45"/>
    <p:sldLayoutId id="2147483817" r:id="rId46"/>
    <p:sldLayoutId id="2147483818" r:id="rId47"/>
    <p:sldLayoutId id="2147483819" r:id="rId48"/>
    <p:sldLayoutId id="2147483820" r:id="rId49"/>
    <p:sldLayoutId id="2147483821" r:id="rId50"/>
    <p:sldLayoutId id="2147483822" r:id="rId51"/>
    <p:sldLayoutId id="2147483823" r:id="rId52"/>
    <p:sldLayoutId id="2147483824" r:id="rId53"/>
    <p:sldLayoutId id="2147483825" r:id="rId54"/>
    <p:sldLayoutId id="2147483826" r:id="rId55"/>
    <p:sldLayoutId id="2147483827" r:id="rId56"/>
    <p:sldLayoutId id="2147483828" r:id="rId57"/>
    <p:sldLayoutId id="2147483829" r:id="rId58"/>
    <p:sldLayoutId id="2147483830" r:id="rId59"/>
    <p:sldLayoutId id="2147483831" r:id="rId60"/>
    <p:sldLayoutId id="2147483832" r:id="rId61"/>
    <p:sldLayoutId id="2147483833" r:id="rId62"/>
    <p:sldLayoutId id="2147483834" r:id="rId63"/>
    <p:sldLayoutId id="2147483835" r:id="rId64"/>
    <p:sldLayoutId id="2147483836" r:id="rId65"/>
    <p:sldLayoutId id="2147483837" r:id="rId66"/>
    <p:sldLayoutId id="2147483838" r:id="rId67"/>
    <p:sldLayoutId id="2147483839" r:id="rId6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265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196"/>
          <p:cNvSpPr txBox="1"/>
          <p:nvPr>
            <p:ph type="title"/>
          </p:nvPr>
        </p:nvSpPr>
        <p:spPr>
          <a:xfrm>
            <a:off x="324000" y="167475"/>
            <a:ext cx="6981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267" name="Google Shape;2267;p196"/>
          <p:cNvSpPr txBox="1"/>
          <p:nvPr>
            <p:ph idx="1" type="body"/>
          </p:nvPr>
        </p:nvSpPr>
        <p:spPr>
          <a:xfrm>
            <a:off x="324000" y="8100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2268" name="Google Shape;2268;p19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  <p:sldLayoutId id="2147483850" r:id="rId12"/>
    <p:sldLayoutId id="2147483851" r:id="rId13"/>
    <p:sldLayoutId id="2147483852" r:id="rId14"/>
    <p:sldLayoutId id="2147483853" r:id="rId15"/>
    <p:sldLayoutId id="2147483854" r:id="rId16"/>
    <p:sldLayoutId id="2147483855" r:id="rId17"/>
    <p:sldLayoutId id="2147483856" r:id="rId18"/>
    <p:sldLayoutId id="2147483857" r:id="rId19"/>
    <p:sldLayoutId id="2147483858" r:id="rId20"/>
    <p:sldLayoutId id="2147483859" r:id="rId21"/>
    <p:sldLayoutId id="2147483860" r:id="rId22"/>
    <p:sldLayoutId id="2147483861" r:id="rId23"/>
    <p:sldLayoutId id="2147483862" r:id="rId24"/>
    <p:sldLayoutId id="2147483863" r:id="rId25"/>
    <p:sldLayoutId id="2147483864" r:id="rId26"/>
    <p:sldLayoutId id="2147483865" r:id="rId27"/>
    <p:sldLayoutId id="2147483866" r:id="rId28"/>
    <p:sldLayoutId id="2147483867" r:id="rId29"/>
    <p:sldLayoutId id="2147483868" r:id="rId30"/>
    <p:sldLayoutId id="2147483869" r:id="rId31"/>
    <p:sldLayoutId id="2147483870" r:id="rId32"/>
    <p:sldLayoutId id="2147483871" r:id="rId33"/>
    <p:sldLayoutId id="2147483872" r:id="rId34"/>
    <p:sldLayoutId id="2147483873" r:id="rId35"/>
    <p:sldLayoutId id="2147483874" r:id="rId36"/>
    <p:sldLayoutId id="2147483875" r:id="rId37"/>
    <p:sldLayoutId id="2147483876" r:id="rId38"/>
    <p:sldLayoutId id="2147483877" r:id="rId39"/>
    <p:sldLayoutId id="2147483878" r:id="rId40"/>
    <p:sldLayoutId id="2147483879" r:id="rId41"/>
    <p:sldLayoutId id="2147483880" r:id="rId42"/>
    <p:sldLayoutId id="2147483881" r:id="rId43"/>
    <p:sldLayoutId id="2147483882" r:id="rId44"/>
    <p:sldLayoutId id="2147483883" r:id="rId45"/>
    <p:sldLayoutId id="2147483884" r:id="rId46"/>
    <p:sldLayoutId id="2147483885" r:id="rId47"/>
    <p:sldLayoutId id="2147483886" r:id="rId48"/>
    <p:sldLayoutId id="2147483887" r:id="rId49"/>
    <p:sldLayoutId id="2147483888" r:id="rId50"/>
    <p:sldLayoutId id="2147483889" r:id="rId51"/>
    <p:sldLayoutId id="2147483890" r:id="rId52"/>
    <p:sldLayoutId id="2147483891" r:id="rId53"/>
    <p:sldLayoutId id="2147483892" r:id="rId54"/>
    <p:sldLayoutId id="2147483893" r:id="rId55"/>
    <p:sldLayoutId id="2147483894" r:id="rId56"/>
    <p:sldLayoutId id="2147483895" r:id="rId57"/>
    <p:sldLayoutId id="2147483896" r:id="rId58"/>
    <p:sldLayoutId id="2147483897" r:id="rId59"/>
    <p:sldLayoutId id="2147483898" r:id="rId60"/>
    <p:sldLayoutId id="2147483899" r:id="rId61"/>
    <p:sldLayoutId id="2147483900" r:id="rId62"/>
    <p:sldLayoutId id="2147483901" r:id="rId63"/>
    <p:sldLayoutId id="2147483902" r:id="rId64"/>
    <p:sldLayoutId id="2147483903" r:id="rId65"/>
    <p:sldLayoutId id="2147483904" r:id="rId66"/>
    <p:sldLayoutId id="2147483905" r:id="rId67"/>
    <p:sldLayoutId id="2147483906" r:id="rId68"/>
    <p:sldLayoutId id="2147483907" r:id="rId69"/>
    <p:sldLayoutId id="2147483908" r:id="rId70"/>
    <p:sldLayoutId id="2147483909" r:id="rId71"/>
    <p:sldLayoutId id="2147483910" r:id="rId72"/>
    <p:sldLayoutId id="2147483911" r:id="rId7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2991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  <p15:guide id="23" pos="420">
          <p15:clr>
            <a:srgbClr val="6D9EEB"/>
          </p15:clr>
        </p15:guide>
        <p15:guide id="24" pos="363">
          <p15:clr>
            <a:srgbClr val="FF9900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6.png"/><Relationship Id="rId4" Type="http://schemas.openxmlformats.org/officeDocument/2006/relationships/image" Target="../media/image269.png"/><Relationship Id="rId5" Type="http://schemas.openxmlformats.org/officeDocument/2006/relationships/image" Target="../media/image26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6.png"/><Relationship Id="rId4" Type="http://schemas.openxmlformats.org/officeDocument/2006/relationships/image" Target="../media/image269.png"/><Relationship Id="rId5" Type="http://schemas.openxmlformats.org/officeDocument/2006/relationships/image" Target="../media/image26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6.png"/><Relationship Id="rId4" Type="http://schemas.openxmlformats.org/officeDocument/2006/relationships/image" Target="../media/image26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8.png"/><Relationship Id="rId4" Type="http://schemas.openxmlformats.org/officeDocument/2006/relationships/image" Target="../media/image26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2.png"/><Relationship Id="rId4" Type="http://schemas.openxmlformats.org/officeDocument/2006/relationships/image" Target="../media/image27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7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7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9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2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27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9" name="Shape 3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0" name="Google Shape;3170;p2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composite rectilinear shapes</a:t>
            </a:r>
            <a:endParaRPr/>
          </a:p>
        </p:txBody>
      </p:sp>
      <p:sp>
        <p:nvSpPr>
          <p:cNvPr id="3171" name="Google Shape;3171;p26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and area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75" name="Shape 3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6" name="Google Shape;3176;p270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0" name="Shape 3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1" name="Google Shape;3181;p27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find the area of composite rectilinear shapes in different ways.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5" name="Shape 3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6" name="Google Shape;3186;p272"/>
          <p:cNvSpPr txBox="1"/>
          <p:nvPr>
            <p:ph idx="1" type="subTitle"/>
          </p:nvPr>
        </p:nvSpPr>
        <p:spPr>
          <a:xfrm>
            <a:off x="324000" y="993650"/>
            <a:ext cx="8496000" cy="79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</a:rPr>
              <a:t>A composite rectilinear shape is a composite shape made from rectangles.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0" name="Shape 3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1" name="Google Shape;3191;p273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areas</a:t>
            </a:r>
            <a:endParaRPr/>
          </a:p>
        </p:txBody>
      </p:sp>
      <p:sp>
        <p:nvSpPr>
          <p:cNvPr id="3192" name="Google Shape;3192;p273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Three methods to find the area</a:t>
            </a:r>
            <a:endParaRPr/>
          </a:p>
        </p:txBody>
      </p:sp>
      <p:sp>
        <p:nvSpPr>
          <p:cNvPr id="3193" name="Google Shape;3193;p273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composite rectilinear shapes</a:t>
            </a:r>
            <a:endParaRPr/>
          </a:p>
        </p:txBody>
      </p:sp>
      <p:pic>
        <p:nvPicPr>
          <p:cNvPr id="3194" name="Google Shape;3194;p2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14" y="1744243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5" name="Google Shape;3195;p273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Evaluating the methods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9" name="Shape 3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0" name="Google Shape;3200;p274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areas</a:t>
            </a:r>
            <a:endParaRPr/>
          </a:p>
        </p:txBody>
      </p:sp>
      <p:sp>
        <p:nvSpPr>
          <p:cNvPr id="3201" name="Google Shape;3201;p274"/>
          <p:cNvSpPr txBox="1"/>
          <p:nvPr>
            <p:ph idx="1" type="body"/>
          </p:nvPr>
        </p:nvSpPr>
        <p:spPr>
          <a:xfrm>
            <a:off x="324000" y="810000"/>
            <a:ext cx="8237700" cy="12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 is possible to compare the areas of shapes without performing any calculations.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This is done by considering the properties of the shapes.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3-07-2023/cc597404-d07b-4973-8d11-2cdc828b4b08&quot; data-equatio-type=&quot;image&quot;&gt;&lt;mglyph src=&quot;https://equatio-api.texthelp.com/desmos/get/03-07-2023/cc597404-d07b-4973-8d11-2cdc828b4b08&quot; alt=&quot;Equatio Image&quot;/&gt;&lt;/math&gt;" id="3202" name="Google Shape;3202;p27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7823" y="2261650"/>
            <a:ext cx="6188350" cy="1129125"/>
          </a:xfrm>
          <a:prstGeom prst="rect">
            <a:avLst/>
          </a:prstGeom>
          <a:noFill/>
          <a:ln>
            <a:noFill/>
          </a:ln>
        </p:spPr>
      </p:pic>
      <p:sp>
        <p:nvSpPr>
          <p:cNvPr id="3203" name="Google Shape;3203;p274"/>
          <p:cNvSpPr txBox="1"/>
          <p:nvPr>
            <p:ph idx="1" type="body"/>
          </p:nvPr>
        </p:nvSpPr>
        <p:spPr>
          <a:xfrm>
            <a:off x="324000" y="3596525"/>
            <a:ext cx="83670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two rectangles have the same width but different lengths. The rectangle on the right has the bigger area.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7" name="Shape 3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8" name="Google Shape;3208;p275"/>
          <p:cNvSpPr txBox="1"/>
          <p:nvPr>
            <p:ph idx="1" type="body"/>
          </p:nvPr>
        </p:nvSpPr>
        <p:spPr>
          <a:xfrm>
            <a:off x="324000" y="810000"/>
            <a:ext cx="8237700" cy="85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Order the shapes from the smallest to the largest area.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                             b)                                                c)</a:t>
            </a:r>
            <a:endParaRPr/>
          </a:p>
        </p:txBody>
      </p:sp>
      <p:sp>
        <p:nvSpPr>
          <p:cNvPr id="3209" name="Google Shape;3209;p275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areas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9-06-2023/70ab17c6-f029-4275-a564-4daf7d484fab&quot; data-equatio-type=&quot;image&quot;&gt;&lt;mglyph src=&quot;https://equatio-api.texthelp.com/desmos/get/19-06-2023/70ab17c6-f029-4275-a564-4daf7d484fab&quot; alt=&quot;Equatio Image&quot;/&gt;&lt;/math&gt;" id="3210" name="Google Shape;3210;p27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782475"/>
            <a:ext cx="2042900" cy="14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5433d991-e795-4102-9149-af71bd26361b&quot; data-equatio-type=&quot;image&quot;&gt;&lt;mglyph src=&quot;https://equatio-api.texthelp.com/desmos/get/19-06-2023/5433d991-e795-4102-9149-af71bd26361b&quot; alt=&quot;Equatio Image&quot;/&gt;&lt;/math&gt;" id="3211" name="Google Shape;3211;p275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4075" y="1898550"/>
            <a:ext cx="3669475" cy="134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5d4cbd16-4d99-4c37-a235-d926dcc7da1f&quot; data-equatio-type=&quot;image&quot;&gt;&lt;mglyph src=&quot;https://equatio-api.texthelp.com/desmos/get/19-06-2023/5d4cbd16-4d99-4c37-a235-d926dcc7da1f&quot; alt=&quot;Equatio Image&quot;/&gt;&lt;/math&gt;" id="3212" name="Google Shape;3212;p275" title="Equatio Imag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29254" y="1901025"/>
            <a:ext cx="1937645" cy="134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6" name="Shape 3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7" name="Google Shape;3217;p276"/>
          <p:cNvSpPr txBox="1"/>
          <p:nvPr>
            <p:ph idx="1" type="body"/>
          </p:nvPr>
        </p:nvSpPr>
        <p:spPr>
          <a:xfrm>
            <a:off x="324000" y="810000"/>
            <a:ext cx="8237700" cy="85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Order the shapes from the smallest to the largest area.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                             b)                                                c)</a:t>
            </a:r>
            <a:endParaRPr/>
          </a:p>
        </p:txBody>
      </p:sp>
      <p:sp>
        <p:nvSpPr>
          <p:cNvPr id="3218" name="Google Shape;3218;p276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areas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9-06-2023/70ab17c6-f029-4275-a564-4daf7d484fab&quot; data-equatio-type=&quot;image&quot;&gt;&lt;mglyph src=&quot;https://equatio-api.texthelp.com/desmos/get/19-06-2023/70ab17c6-f029-4275-a564-4daf7d484fab&quot; alt=&quot;Equatio Image&quot;/&gt;&lt;/math&gt;" id="3219" name="Google Shape;3219;p276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782475"/>
            <a:ext cx="2042900" cy="14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5433d991-e795-4102-9149-af71bd26361b&quot; data-equatio-type=&quot;image&quot;&gt;&lt;mglyph src=&quot;https://equatio-api.texthelp.com/desmos/get/19-06-2023/5433d991-e795-4102-9149-af71bd26361b&quot; alt=&quot;Equatio Image&quot;/&gt;&lt;/math&gt;" id="3220" name="Google Shape;3220;p276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4075" y="1898550"/>
            <a:ext cx="3669475" cy="134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5d4cbd16-4d99-4c37-a235-d926dcc7da1f&quot; data-equatio-type=&quot;image&quot;&gt;&lt;mglyph src=&quot;https://equatio-api.texthelp.com/desmos/get/19-06-2023/5d4cbd16-4d99-4c37-a235-d926dcc7da1f&quot; alt=&quot;Equatio Image&quot;/&gt;&lt;/math&gt;" id="3221" name="Google Shape;3221;p276" title="Equatio Imag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29254" y="1901025"/>
            <a:ext cx="1937645" cy="134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222" name="Google Shape;3222;p276"/>
          <p:cNvSpPr txBox="1"/>
          <p:nvPr/>
        </p:nvSpPr>
        <p:spPr>
          <a:xfrm>
            <a:off x="324000" y="3623150"/>
            <a:ext cx="849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 is the smallest as it fits inside A with space left over.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 can be split into two triangles along the dotted line and these can be rearrange to make A. Therefore B and A have the same area.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6" name="Shape 3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7" name="Google Shape;3227;p277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areas</a:t>
            </a:r>
            <a:endParaRPr/>
          </a:p>
        </p:txBody>
      </p:sp>
      <p:sp>
        <p:nvSpPr>
          <p:cNvPr id="3228" name="Google Shape;3228;p277"/>
          <p:cNvSpPr txBox="1"/>
          <p:nvPr>
            <p:ph idx="1" type="body"/>
          </p:nvPr>
        </p:nvSpPr>
        <p:spPr>
          <a:xfrm>
            <a:off x="324000" y="810000"/>
            <a:ext cx="82377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area of a shape can be calculated by splitting the shape up and calculating the area of each part.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9-06-2023/70ab17c6-f029-4275-a564-4daf7d484fab&quot; data-equatio-type=&quot;image&quot;&gt;&lt;mglyph src=&quot;https://equatio-api.texthelp.com/desmos/get/19-06-2023/70ab17c6-f029-4275-a564-4daf7d484fab&quot; alt=&quot;Equatio Image&quot;/&gt;&lt;/math&gt;" id="3229" name="Google Shape;3229;p277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7225" y="1918625"/>
            <a:ext cx="2042900" cy="14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5433d991-e795-4102-9149-af71bd26361b&quot; data-equatio-type=&quot;image&quot;&gt;&lt;mglyph src=&quot;https://equatio-api.texthelp.com/desmos/get/19-06-2023/5433d991-e795-4102-9149-af71bd26361b&quot; alt=&quot;Equatio Image&quot;/&gt;&lt;/math&gt;" id="3230" name="Google Shape;3230;p277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7300" y="2034700"/>
            <a:ext cx="3669475" cy="134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4" name="Shape 3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" name="Google Shape;3235;p278"/>
          <p:cNvSpPr txBox="1"/>
          <p:nvPr>
            <p:ph idx="4"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areas</a:t>
            </a:r>
            <a:endParaRPr/>
          </a:p>
        </p:txBody>
      </p:sp>
      <p:sp>
        <p:nvSpPr>
          <p:cNvPr id="3236" name="Google Shape;3236;p278"/>
          <p:cNvSpPr txBox="1"/>
          <p:nvPr>
            <p:ph type="title"/>
          </p:nvPr>
        </p:nvSpPr>
        <p:spPr>
          <a:xfrm>
            <a:off x="324000" y="809913"/>
            <a:ext cx="8179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area of shape A is </a:t>
            </a:r>
            <a:r>
              <a:rPr lang="en-GB" u="sng"/>
              <a:t>          </a:t>
            </a:r>
            <a:r>
              <a:rPr lang="en-GB"/>
              <a:t> the area of shape B.</a:t>
            </a:r>
            <a:endParaRPr/>
          </a:p>
        </p:txBody>
      </p:sp>
      <p:sp>
        <p:nvSpPr>
          <p:cNvPr id="3237" name="Google Shape;3237;p278"/>
          <p:cNvSpPr txBox="1"/>
          <p:nvPr>
            <p:ph idx="1" type="subTitle"/>
          </p:nvPr>
        </p:nvSpPr>
        <p:spPr>
          <a:xfrm>
            <a:off x="1034425" y="1837775"/>
            <a:ext cx="18528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larger than</a:t>
            </a:r>
            <a:endParaRPr/>
          </a:p>
        </p:txBody>
      </p:sp>
      <p:sp>
        <p:nvSpPr>
          <p:cNvPr id="3238" name="Google Shape;3238;p278"/>
          <p:cNvSpPr txBox="1"/>
          <p:nvPr>
            <p:ph idx="2" type="subTitle"/>
          </p:nvPr>
        </p:nvSpPr>
        <p:spPr>
          <a:xfrm>
            <a:off x="1034425" y="2794251"/>
            <a:ext cx="18528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smaller than</a:t>
            </a:r>
            <a:endParaRPr/>
          </a:p>
        </p:txBody>
      </p:sp>
      <p:sp>
        <p:nvSpPr>
          <p:cNvPr id="3239" name="Google Shape;3239;p278"/>
          <p:cNvSpPr txBox="1"/>
          <p:nvPr>
            <p:ph idx="3" type="subTitle"/>
          </p:nvPr>
        </p:nvSpPr>
        <p:spPr>
          <a:xfrm>
            <a:off x="1034425" y="3766974"/>
            <a:ext cx="18423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same as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9-06-2023/a4ddf637-d00c-4255-833b-1c426b0d3d96&quot; data-equatio-type=&quot;image&quot;&gt;&lt;mglyph src=&quot;https://equatio-api.texthelp.com/desmos/get/19-06-2023/a4ddf637-d00c-4255-833b-1c426b0d3d96&quot; alt=&quot;Equatio Image&quot;/&gt;&lt;/math&gt;" id="3240" name="Google Shape;3240;p278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5500" y="1943412"/>
            <a:ext cx="5417101" cy="1689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41" name="Google Shape;3241;p278"/>
          <p:cNvCxnSpPr/>
          <p:nvPr/>
        </p:nvCxnSpPr>
        <p:spPr>
          <a:xfrm>
            <a:off x="4836375" y="3737038"/>
            <a:ext cx="892500" cy="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42" name="Google Shape;3242;p278"/>
          <p:cNvCxnSpPr/>
          <p:nvPr/>
        </p:nvCxnSpPr>
        <p:spPr>
          <a:xfrm>
            <a:off x="5812125" y="1997313"/>
            <a:ext cx="0" cy="1633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43" name="Google Shape;3243;p278"/>
          <p:cNvCxnSpPr/>
          <p:nvPr/>
        </p:nvCxnSpPr>
        <p:spPr>
          <a:xfrm>
            <a:off x="3265500" y="1875338"/>
            <a:ext cx="2455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44" name="Google Shape;3244;p278"/>
          <p:cNvCxnSpPr/>
          <p:nvPr/>
        </p:nvCxnSpPr>
        <p:spPr>
          <a:xfrm>
            <a:off x="3265500" y="2424288"/>
            <a:ext cx="1548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45" name="Google Shape;3245;p278"/>
          <p:cNvCxnSpPr/>
          <p:nvPr/>
        </p:nvCxnSpPr>
        <p:spPr>
          <a:xfrm rot="10800000">
            <a:off x="3184425" y="2004863"/>
            <a:ext cx="3000" cy="317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46" name="Google Shape;3246;p278"/>
          <p:cNvCxnSpPr/>
          <p:nvPr/>
        </p:nvCxnSpPr>
        <p:spPr>
          <a:xfrm>
            <a:off x="4930500" y="2322288"/>
            <a:ext cx="0" cy="1263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47" name="Google Shape;3247;p278"/>
          <p:cNvCxnSpPr/>
          <p:nvPr/>
        </p:nvCxnSpPr>
        <p:spPr>
          <a:xfrm>
            <a:off x="7242825" y="1971413"/>
            <a:ext cx="0" cy="1633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48" name="Google Shape;3248;p278"/>
          <p:cNvSpPr txBox="1"/>
          <p:nvPr/>
        </p:nvSpPr>
        <p:spPr>
          <a:xfrm>
            <a:off x="2894675" y="1938638"/>
            <a:ext cx="30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9" name="Google Shape;3249;p278"/>
          <p:cNvSpPr txBox="1"/>
          <p:nvPr/>
        </p:nvSpPr>
        <p:spPr>
          <a:xfrm>
            <a:off x="4314900" y="1520438"/>
            <a:ext cx="41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14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0" name="Google Shape;3250;p278"/>
          <p:cNvSpPr txBox="1"/>
          <p:nvPr/>
        </p:nvSpPr>
        <p:spPr>
          <a:xfrm>
            <a:off x="3719700" y="2334975"/>
            <a:ext cx="30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9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1" name="Google Shape;3251;p278"/>
          <p:cNvSpPr txBox="1"/>
          <p:nvPr/>
        </p:nvSpPr>
        <p:spPr>
          <a:xfrm>
            <a:off x="4895288" y="2712250"/>
            <a:ext cx="30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7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2" name="Google Shape;3252;p278"/>
          <p:cNvSpPr txBox="1"/>
          <p:nvPr/>
        </p:nvSpPr>
        <p:spPr>
          <a:xfrm>
            <a:off x="5131275" y="3633213"/>
            <a:ext cx="30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3" name="Google Shape;3253;p278"/>
          <p:cNvSpPr txBox="1"/>
          <p:nvPr/>
        </p:nvSpPr>
        <p:spPr>
          <a:xfrm>
            <a:off x="5812125" y="2572763"/>
            <a:ext cx="30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9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4" name="Google Shape;3254;p278"/>
          <p:cNvSpPr txBox="1"/>
          <p:nvPr/>
        </p:nvSpPr>
        <p:spPr>
          <a:xfrm>
            <a:off x="6940125" y="2513363"/>
            <a:ext cx="30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9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55" name="Google Shape;3255;p278"/>
          <p:cNvCxnSpPr/>
          <p:nvPr/>
        </p:nvCxnSpPr>
        <p:spPr>
          <a:xfrm>
            <a:off x="7341175" y="3737038"/>
            <a:ext cx="1330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56" name="Google Shape;3256;p278"/>
          <p:cNvSpPr txBox="1"/>
          <p:nvPr/>
        </p:nvSpPr>
        <p:spPr>
          <a:xfrm>
            <a:off x="7854925" y="3674000"/>
            <a:ext cx="30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7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7" name="Google Shape;3257;p278"/>
          <p:cNvSpPr txBox="1"/>
          <p:nvPr>
            <p:ph type="title"/>
          </p:nvPr>
        </p:nvSpPr>
        <p:spPr>
          <a:xfrm>
            <a:off x="4730400" y="4068063"/>
            <a:ext cx="4089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Shape A                    Shape B.</a:t>
            </a:r>
            <a:endParaRPr/>
          </a:p>
        </p:txBody>
      </p:sp>
      <p:pic>
        <p:nvPicPr>
          <p:cNvPr id="3258" name="Google Shape;3258;p2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1433" y="37267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2" name="Shape 3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3" name="Google Shape;3263;p27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areas</a:t>
            </a:r>
            <a:endParaRPr/>
          </a:p>
        </p:txBody>
      </p:sp>
      <p:sp>
        <p:nvSpPr>
          <p:cNvPr id="3264" name="Google Shape;3264;p27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Three methods to find the area</a:t>
            </a:r>
            <a:endParaRPr/>
          </a:p>
        </p:txBody>
      </p:sp>
      <p:sp>
        <p:nvSpPr>
          <p:cNvPr id="3265" name="Google Shape;3265;p27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composite rectilinear shapes</a:t>
            </a:r>
            <a:endParaRPr/>
          </a:p>
        </p:txBody>
      </p:sp>
      <p:pic>
        <p:nvPicPr>
          <p:cNvPr id="3266" name="Google Shape;3266;p2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14" y="2772552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7" name="Google Shape;3267;p27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Evaluating the methods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1" name="Shape 3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2" name="Google Shape;3272;p280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Three methods to find the area</a:t>
            </a:r>
            <a:endParaRPr/>
          </a:p>
        </p:txBody>
      </p:sp>
      <p:sp>
        <p:nvSpPr>
          <p:cNvPr id="3273" name="Google Shape;3273;p280"/>
          <p:cNvSpPr txBox="1"/>
          <p:nvPr>
            <p:ph idx="1" type="body"/>
          </p:nvPr>
        </p:nvSpPr>
        <p:spPr>
          <a:xfrm>
            <a:off x="324000" y="810000"/>
            <a:ext cx="82377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composite rectilinear shape is made of rectangles, so we can break it up into rectangles.</a:t>
            </a:r>
            <a:endParaRPr/>
          </a:p>
        </p:txBody>
      </p:sp>
      <p:grpSp>
        <p:nvGrpSpPr>
          <p:cNvPr id="3274" name="Google Shape;3274;p280"/>
          <p:cNvGrpSpPr/>
          <p:nvPr/>
        </p:nvGrpSpPr>
        <p:grpSpPr>
          <a:xfrm>
            <a:off x="2900939" y="1620010"/>
            <a:ext cx="3342127" cy="2723160"/>
            <a:chOff x="1671150" y="2151800"/>
            <a:chExt cx="2667300" cy="2191325"/>
          </a:xfrm>
        </p:grpSpPr>
        <p:cxnSp>
          <p:nvCxnSpPr>
            <p:cNvPr id="3275" name="Google Shape;3275;p280"/>
            <p:cNvCxnSpPr/>
            <p:nvPr/>
          </p:nvCxnSpPr>
          <p:spPr>
            <a:xfrm>
              <a:off x="1671150" y="2151800"/>
              <a:ext cx="26673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6" name="Google Shape;3276;p280"/>
            <p:cNvCxnSpPr/>
            <p:nvPr/>
          </p:nvCxnSpPr>
          <p:spPr>
            <a:xfrm>
              <a:off x="1684800" y="2160000"/>
              <a:ext cx="0" cy="1635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7" name="Google Shape;3277;p280"/>
            <p:cNvCxnSpPr/>
            <p:nvPr/>
          </p:nvCxnSpPr>
          <p:spPr>
            <a:xfrm>
              <a:off x="1684800" y="3780000"/>
              <a:ext cx="12057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8" name="Google Shape;3278;p280"/>
            <p:cNvCxnSpPr/>
            <p:nvPr/>
          </p:nvCxnSpPr>
          <p:spPr>
            <a:xfrm>
              <a:off x="2882925" y="2704763"/>
              <a:ext cx="4839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9" name="Google Shape;3279;p280"/>
            <p:cNvCxnSpPr/>
            <p:nvPr/>
          </p:nvCxnSpPr>
          <p:spPr>
            <a:xfrm>
              <a:off x="2887200" y="2695150"/>
              <a:ext cx="0" cy="11001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80" name="Google Shape;3280;p280"/>
            <p:cNvCxnSpPr/>
            <p:nvPr/>
          </p:nvCxnSpPr>
          <p:spPr>
            <a:xfrm>
              <a:off x="3369600" y="2685625"/>
              <a:ext cx="0" cy="1657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81" name="Google Shape;3281;p280"/>
            <p:cNvCxnSpPr/>
            <p:nvPr/>
          </p:nvCxnSpPr>
          <p:spPr>
            <a:xfrm>
              <a:off x="4320000" y="2157000"/>
              <a:ext cx="0" cy="2176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82" name="Google Shape;3282;p280"/>
            <p:cNvCxnSpPr/>
            <p:nvPr/>
          </p:nvCxnSpPr>
          <p:spPr>
            <a:xfrm>
              <a:off x="3369600" y="4324763"/>
              <a:ext cx="9612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6" name="Shape 3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" name="Google Shape;3287;p281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Three methods to find the area</a:t>
            </a:r>
            <a:endParaRPr/>
          </a:p>
        </p:txBody>
      </p:sp>
      <p:sp>
        <p:nvSpPr>
          <p:cNvPr id="3288" name="Google Shape;3288;p281"/>
          <p:cNvSpPr txBox="1"/>
          <p:nvPr>
            <p:ph idx="1" type="body"/>
          </p:nvPr>
        </p:nvSpPr>
        <p:spPr>
          <a:xfrm>
            <a:off x="324000" y="8100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 what ways might we break up this shape to find the area?</a:t>
            </a:r>
            <a:endParaRPr/>
          </a:p>
        </p:txBody>
      </p:sp>
      <p:grpSp>
        <p:nvGrpSpPr>
          <p:cNvPr id="3289" name="Google Shape;3289;p281"/>
          <p:cNvGrpSpPr/>
          <p:nvPr/>
        </p:nvGrpSpPr>
        <p:grpSpPr>
          <a:xfrm>
            <a:off x="2900939" y="1620010"/>
            <a:ext cx="3342127" cy="2723160"/>
            <a:chOff x="1671150" y="2151800"/>
            <a:chExt cx="2667300" cy="2191325"/>
          </a:xfrm>
        </p:grpSpPr>
        <p:cxnSp>
          <p:nvCxnSpPr>
            <p:cNvPr id="3290" name="Google Shape;3290;p281"/>
            <p:cNvCxnSpPr/>
            <p:nvPr/>
          </p:nvCxnSpPr>
          <p:spPr>
            <a:xfrm>
              <a:off x="1671150" y="2151800"/>
              <a:ext cx="26673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1" name="Google Shape;3291;p281"/>
            <p:cNvCxnSpPr/>
            <p:nvPr/>
          </p:nvCxnSpPr>
          <p:spPr>
            <a:xfrm>
              <a:off x="1684800" y="2160000"/>
              <a:ext cx="0" cy="1635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2" name="Google Shape;3292;p281"/>
            <p:cNvCxnSpPr/>
            <p:nvPr/>
          </p:nvCxnSpPr>
          <p:spPr>
            <a:xfrm>
              <a:off x="1684800" y="3780000"/>
              <a:ext cx="12057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3" name="Google Shape;3293;p281"/>
            <p:cNvCxnSpPr/>
            <p:nvPr/>
          </p:nvCxnSpPr>
          <p:spPr>
            <a:xfrm>
              <a:off x="2882925" y="2704763"/>
              <a:ext cx="4839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4" name="Google Shape;3294;p281"/>
            <p:cNvCxnSpPr/>
            <p:nvPr/>
          </p:nvCxnSpPr>
          <p:spPr>
            <a:xfrm>
              <a:off x="2887200" y="2695150"/>
              <a:ext cx="0" cy="11001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5" name="Google Shape;3295;p281"/>
            <p:cNvCxnSpPr/>
            <p:nvPr/>
          </p:nvCxnSpPr>
          <p:spPr>
            <a:xfrm>
              <a:off x="3369600" y="2685625"/>
              <a:ext cx="0" cy="1657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6" name="Google Shape;3296;p281"/>
            <p:cNvCxnSpPr/>
            <p:nvPr/>
          </p:nvCxnSpPr>
          <p:spPr>
            <a:xfrm>
              <a:off x="4320000" y="2157000"/>
              <a:ext cx="0" cy="2176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7" name="Google Shape;3297;p281"/>
            <p:cNvCxnSpPr/>
            <p:nvPr/>
          </p:nvCxnSpPr>
          <p:spPr>
            <a:xfrm>
              <a:off x="3369600" y="4324763"/>
              <a:ext cx="9612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3298" name="Google Shape;3298;p281"/>
          <p:cNvCxnSpPr/>
          <p:nvPr/>
        </p:nvCxnSpPr>
        <p:spPr>
          <a:xfrm>
            <a:off x="2924667" y="2306188"/>
            <a:ext cx="1498200" cy="0"/>
          </a:xfrm>
          <a:prstGeom prst="straightConnector1">
            <a:avLst/>
          </a:prstGeom>
          <a:noFill/>
          <a:ln cap="flat" cmpd="sng" w="38100">
            <a:solidFill>
              <a:srgbClr val="027B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99" name="Google Shape;3299;p281"/>
          <p:cNvCxnSpPr/>
          <p:nvPr/>
        </p:nvCxnSpPr>
        <p:spPr>
          <a:xfrm>
            <a:off x="5034592" y="2306188"/>
            <a:ext cx="1176000" cy="0"/>
          </a:xfrm>
          <a:prstGeom prst="straightConnector1">
            <a:avLst/>
          </a:prstGeom>
          <a:noFill/>
          <a:ln cap="flat" cmpd="sng" w="38100">
            <a:solidFill>
              <a:srgbClr val="027B7D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3" name="Shape 3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4" name="Google Shape;3304;p282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Three methods to find the area</a:t>
            </a:r>
            <a:endParaRPr/>
          </a:p>
        </p:txBody>
      </p:sp>
      <p:sp>
        <p:nvSpPr>
          <p:cNvPr id="3305" name="Google Shape;3305;p282"/>
          <p:cNvSpPr txBox="1"/>
          <p:nvPr>
            <p:ph idx="1" type="body"/>
          </p:nvPr>
        </p:nvSpPr>
        <p:spPr>
          <a:xfrm>
            <a:off x="324000" y="8100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 what ways might we break up this shape to find the area?</a:t>
            </a:r>
            <a:endParaRPr/>
          </a:p>
        </p:txBody>
      </p:sp>
      <p:grpSp>
        <p:nvGrpSpPr>
          <p:cNvPr id="3306" name="Google Shape;3306;p282"/>
          <p:cNvGrpSpPr/>
          <p:nvPr/>
        </p:nvGrpSpPr>
        <p:grpSpPr>
          <a:xfrm>
            <a:off x="2900939" y="1620010"/>
            <a:ext cx="3342127" cy="2723160"/>
            <a:chOff x="1671150" y="2151800"/>
            <a:chExt cx="2667300" cy="2191325"/>
          </a:xfrm>
        </p:grpSpPr>
        <p:cxnSp>
          <p:nvCxnSpPr>
            <p:cNvPr id="3307" name="Google Shape;3307;p282"/>
            <p:cNvCxnSpPr/>
            <p:nvPr/>
          </p:nvCxnSpPr>
          <p:spPr>
            <a:xfrm>
              <a:off x="1671150" y="2151800"/>
              <a:ext cx="26673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08" name="Google Shape;3308;p282"/>
            <p:cNvCxnSpPr/>
            <p:nvPr/>
          </p:nvCxnSpPr>
          <p:spPr>
            <a:xfrm>
              <a:off x="1684800" y="2160000"/>
              <a:ext cx="0" cy="1635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09" name="Google Shape;3309;p282"/>
            <p:cNvCxnSpPr/>
            <p:nvPr/>
          </p:nvCxnSpPr>
          <p:spPr>
            <a:xfrm>
              <a:off x="1684800" y="3780000"/>
              <a:ext cx="12057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10" name="Google Shape;3310;p282"/>
            <p:cNvCxnSpPr/>
            <p:nvPr/>
          </p:nvCxnSpPr>
          <p:spPr>
            <a:xfrm>
              <a:off x="2882925" y="2704763"/>
              <a:ext cx="4839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11" name="Google Shape;3311;p282"/>
            <p:cNvCxnSpPr/>
            <p:nvPr/>
          </p:nvCxnSpPr>
          <p:spPr>
            <a:xfrm>
              <a:off x="2887200" y="2695150"/>
              <a:ext cx="0" cy="11001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12" name="Google Shape;3312;p282"/>
            <p:cNvCxnSpPr/>
            <p:nvPr/>
          </p:nvCxnSpPr>
          <p:spPr>
            <a:xfrm>
              <a:off x="3369600" y="2685625"/>
              <a:ext cx="0" cy="1657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13" name="Google Shape;3313;p282"/>
            <p:cNvCxnSpPr/>
            <p:nvPr/>
          </p:nvCxnSpPr>
          <p:spPr>
            <a:xfrm>
              <a:off x="4320000" y="2157000"/>
              <a:ext cx="0" cy="2176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14" name="Google Shape;3314;p282"/>
            <p:cNvCxnSpPr/>
            <p:nvPr/>
          </p:nvCxnSpPr>
          <p:spPr>
            <a:xfrm>
              <a:off x="3369600" y="4324763"/>
              <a:ext cx="9612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3315" name="Google Shape;3315;p282"/>
          <p:cNvCxnSpPr/>
          <p:nvPr/>
        </p:nvCxnSpPr>
        <p:spPr>
          <a:xfrm rot="10800000">
            <a:off x="4420225" y="1624600"/>
            <a:ext cx="0" cy="681600"/>
          </a:xfrm>
          <a:prstGeom prst="straightConnector1">
            <a:avLst/>
          </a:prstGeom>
          <a:noFill/>
          <a:ln cap="flat" cmpd="sng" w="38100">
            <a:solidFill>
              <a:srgbClr val="027B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16" name="Google Shape;3316;p282"/>
          <p:cNvCxnSpPr/>
          <p:nvPr/>
        </p:nvCxnSpPr>
        <p:spPr>
          <a:xfrm rot="10800000">
            <a:off x="5029825" y="1624600"/>
            <a:ext cx="0" cy="681600"/>
          </a:xfrm>
          <a:prstGeom prst="straightConnector1">
            <a:avLst/>
          </a:prstGeom>
          <a:noFill/>
          <a:ln cap="flat" cmpd="sng" w="38100">
            <a:solidFill>
              <a:srgbClr val="027B7D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0" name="Shape 3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1" name="Google Shape;3321;p283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Three methods to find the area</a:t>
            </a:r>
            <a:endParaRPr/>
          </a:p>
        </p:txBody>
      </p:sp>
      <p:sp>
        <p:nvSpPr>
          <p:cNvPr id="3322" name="Google Shape;3322;p283"/>
          <p:cNvSpPr txBox="1"/>
          <p:nvPr>
            <p:ph idx="1" type="body"/>
          </p:nvPr>
        </p:nvSpPr>
        <p:spPr>
          <a:xfrm>
            <a:off x="324000" y="8100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 what ways might we break up this shape to find the area?</a:t>
            </a:r>
            <a:endParaRPr/>
          </a:p>
        </p:txBody>
      </p:sp>
      <p:grpSp>
        <p:nvGrpSpPr>
          <p:cNvPr id="3323" name="Google Shape;3323;p283"/>
          <p:cNvGrpSpPr/>
          <p:nvPr/>
        </p:nvGrpSpPr>
        <p:grpSpPr>
          <a:xfrm>
            <a:off x="2900939" y="1620010"/>
            <a:ext cx="3342127" cy="2723160"/>
            <a:chOff x="1671150" y="2151800"/>
            <a:chExt cx="2667300" cy="2191325"/>
          </a:xfrm>
        </p:grpSpPr>
        <p:cxnSp>
          <p:nvCxnSpPr>
            <p:cNvPr id="3324" name="Google Shape;3324;p283"/>
            <p:cNvCxnSpPr/>
            <p:nvPr/>
          </p:nvCxnSpPr>
          <p:spPr>
            <a:xfrm>
              <a:off x="1671150" y="2151800"/>
              <a:ext cx="26673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25" name="Google Shape;3325;p283"/>
            <p:cNvCxnSpPr/>
            <p:nvPr/>
          </p:nvCxnSpPr>
          <p:spPr>
            <a:xfrm>
              <a:off x="1684800" y="2160000"/>
              <a:ext cx="0" cy="1635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26" name="Google Shape;3326;p283"/>
            <p:cNvCxnSpPr/>
            <p:nvPr/>
          </p:nvCxnSpPr>
          <p:spPr>
            <a:xfrm>
              <a:off x="1684800" y="3780000"/>
              <a:ext cx="12057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27" name="Google Shape;3327;p283"/>
            <p:cNvCxnSpPr/>
            <p:nvPr/>
          </p:nvCxnSpPr>
          <p:spPr>
            <a:xfrm>
              <a:off x="2882925" y="2704763"/>
              <a:ext cx="4839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28" name="Google Shape;3328;p283"/>
            <p:cNvCxnSpPr/>
            <p:nvPr/>
          </p:nvCxnSpPr>
          <p:spPr>
            <a:xfrm>
              <a:off x="2887200" y="2695150"/>
              <a:ext cx="0" cy="11001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29" name="Google Shape;3329;p283"/>
            <p:cNvCxnSpPr/>
            <p:nvPr/>
          </p:nvCxnSpPr>
          <p:spPr>
            <a:xfrm>
              <a:off x="3369600" y="2685625"/>
              <a:ext cx="0" cy="1657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30" name="Google Shape;3330;p283"/>
            <p:cNvCxnSpPr/>
            <p:nvPr/>
          </p:nvCxnSpPr>
          <p:spPr>
            <a:xfrm>
              <a:off x="4320000" y="2157000"/>
              <a:ext cx="0" cy="2176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31" name="Google Shape;3331;p283"/>
            <p:cNvCxnSpPr/>
            <p:nvPr/>
          </p:nvCxnSpPr>
          <p:spPr>
            <a:xfrm>
              <a:off x="3369600" y="4324763"/>
              <a:ext cx="9612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3332" name="Google Shape;3332;p283"/>
          <p:cNvCxnSpPr/>
          <p:nvPr/>
        </p:nvCxnSpPr>
        <p:spPr>
          <a:xfrm rot="10800000">
            <a:off x="5022283" y="1624600"/>
            <a:ext cx="0" cy="681600"/>
          </a:xfrm>
          <a:prstGeom prst="straightConnector1">
            <a:avLst/>
          </a:prstGeom>
          <a:noFill/>
          <a:ln cap="flat" cmpd="sng" w="38100">
            <a:solidFill>
              <a:srgbClr val="027B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33" name="Google Shape;3333;p283"/>
          <p:cNvCxnSpPr/>
          <p:nvPr/>
        </p:nvCxnSpPr>
        <p:spPr>
          <a:xfrm>
            <a:off x="2940533" y="2306188"/>
            <a:ext cx="1498200" cy="0"/>
          </a:xfrm>
          <a:prstGeom prst="straightConnector1">
            <a:avLst/>
          </a:prstGeom>
          <a:noFill/>
          <a:ln cap="flat" cmpd="sng" w="38100">
            <a:solidFill>
              <a:srgbClr val="027B7D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7" name="Shape 3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" name="Google Shape;3338;p284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Three methods to find the area</a:t>
            </a:r>
            <a:endParaRPr/>
          </a:p>
        </p:txBody>
      </p:sp>
      <p:sp>
        <p:nvSpPr>
          <p:cNvPr id="3339" name="Google Shape;3339;p284"/>
          <p:cNvSpPr txBox="1"/>
          <p:nvPr>
            <p:ph idx="1" type="body"/>
          </p:nvPr>
        </p:nvSpPr>
        <p:spPr>
          <a:xfrm>
            <a:off x="324000" y="810000"/>
            <a:ext cx="84960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composite rectilinear shape is made of rectangles, so we can break it up into rectangles.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1-06-2023/17f202ca-eb09-4fb5-98d5-db66214da502&quot; data-equatio-type=&quot;image&quot;&gt;&lt;mglyph src=&quot;https://equatio-api.texthelp.com/desmos/get/21-06-2023/17f202ca-eb09-4fb5-98d5-db66214da502&quot; alt=&quot;Equatio Image&quot;/&gt;&lt;/math&gt;" id="3340" name="Google Shape;3340;p28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4500" y="2081700"/>
            <a:ext cx="4574250" cy="19770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41" name="Google Shape;3341;p284"/>
          <p:cNvCxnSpPr/>
          <p:nvPr/>
        </p:nvCxnSpPr>
        <p:spPr>
          <a:xfrm>
            <a:off x="2254775" y="1980575"/>
            <a:ext cx="4530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42" name="Google Shape;3342;p284"/>
          <p:cNvCxnSpPr/>
          <p:nvPr/>
        </p:nvCxnSpPr>
        <p:spPr>
          <a:xfrm>
            <a:off x="2138000" y="2081700"/>
            <a:ext cx="0" cy="1328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43" name="Google Shape;3343;p284"/>
          <p:cNvCxnSpPr/>
          <p:nvPr/>
        </p:nvCxnSpPr>
        <p:spPr>
          <a:xfrm>
            <a:off x="2247200" y="3475150"/>
            <a:ext cx="1918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44" name="Google Shape;3344;p284"/>
          <p:cNvCxnSpPr/>
          <p:nvPr/>
        </p:nvCxnSpPr>
        <p:spPr>
          <a:xfrm>
            <a:off x="4198700" y="4157025"/>
            <a:ext cx="2586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45" name="Google Shape;3345;p284"/>
          <p:cNvCxnSpPr/>
          <p:nvPr/>
        </p:nvCxnSpPr>
        <p:spPr>
          <a:xfrm>
            <a:off x="4274388" y="3410100"/>
            <a:ext cx="0" cy="64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46" name="Google Shape;3346;p284"/>
          <p:cNvCxnSpPr/>
          <p:nvPr/>
        </p:nvCxnSpPr>
        <p:spPr>
          <a:xfrm>
            <a:off x="6898000" y="2081700"/>
            <a:ext cx="0" cy="1963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47" name="Google Shape;3347;p284"/>
          <p:cNvCxnSpPr/>
          <p:nvPr/>
        </p:nvCxnSpPr>
        <p:spPr>
          <a:xfrm rot="10800000">
            <a:off x="4198700" y="2129400"/>
            <a:ext cx="0" cy="12330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48" name="Google Shape;3348;p284"/>
          <p:cNvCxnSpPr/>
          <p:nvPr/>
        </p:nvCxnSpPr>
        <p:spPr>
          <a:xfrm>
            <a:off x="4198700" y="3398525"/>
            <a:ext cx="2556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349" name="Google Shape;3349;p284"/>
          <p:cNvSpPr txBox="1"/>
          <p:nvPr/>
        </p:nvSpPr>
        <p:spPr>
          <a:xfrm>
            <a:off x="1277025" y="2515050"/>
            <a:ext cx="95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0" name="Google Shape;3350;p284"/>
          <p:cNvSpPr txBox="1"/>
          <p:nvPr/>
        </p:nvSpPr>
        <p:spPr>
          <a:xfrm>
            <a:off x="6913875" y="2819850"/>
            <a:ext cx="95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1" name="Google Shape;3351;p284"/>
          <p:cNvSpPr txBox="1"/>
          <p:nvPr/>
        </p:nvSpPr>
        <p:spPr>
          <a:xfrm>
            <a:off x="4035075" y="1620000"/>
            <a:ext cx="95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2" name="Google Shape;3352;p284"/>
          <p:cNvSpPr txBox="1"/>
          <p:nvPr/>
        </p:nvSpPr>
        <p:spPr>
          <a:xfrm>
            <a:off x="2708025" y="3362400"/>
            <a:ext cx="95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3" name="Google Shape;3353;p284"/>
          <p:cNvSpPr txBox="1"/>
          <p:nvPr/>
        </p:nvSpPr>
        <p:spPr>
          <a:xfrm>
            <a:off x="4254256" y="3528863"/>
            <a:ext cx="95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unit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4" name="Google Shape;3354;p284"/>
          <p:cNvSpPr txBox="1"/>
          <p:nvPr/>
        </p:nvSpPr>
        <p:spPr>
          <a:xfrm>
            <a:off x="5015600" y="4058700"/>
            <a:ext cx="95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8" name="Shape 3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9" name="Google Shape;3359;p285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Three methods to find the area</a:t>
            </a:r>
            <a:endParaRPr/>
          </a:p>
        </p:txBody>
      </p:sp>
      <p:sp>
        <p:nvSpPr>
          <p:cNvPr id="3360" name="Google Shape;3360;p285"/>
          <p:cNvSpPr txBox="1"/>
          <p:nvPr>
            <p:ph idx="1" type="subTitle"/>
          </p:nvPr>
        </p:nvSpPr>
        <p:spPr>
          <a:xfrm>
            <a:off x="4824000" y="810000"/>
            <a:ext cx="3982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5"/>
                </a:solidFill>
              </a:rPr>
              <a:t>Breaking</a:t>
            </a:r>
            <a:r>
              <a:rPr lang="en-GB"/>
              <a:t> into rectangles</a:t>
            </a:r>
            <a:endParaRPr/>
          </a:p>
        </p:txBody>
      </p:sp>
      <p:sp>
        <p:nvSpPr>
          <p:cNvPr id="3361" name="Google Shape;3361;p285"/>
          <p:cNvSpPr txBox="1"/>
          <p:nvPr>
            <p:ph idx="2" type="subTitle"/>
          </p:nvPr>
        </p:nvSpPr>
        <p:spPr>
          <a:xfrm>
            <a:off x="324000" y="810000"/>
            <a:ext cx="3982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5"/>
                </a:solidFill>
              </a:rPr>
              <a:t>Breaking</a:t>
            </a:r>
            <a:r>
              <a:rPr lang="en-GB"/>
              <a:t> into rectangles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1-06-2023/17f202ca-eb09-4fb5-98d5-db66214da502&quot; data-equatio-type=&quot;image&quot;&gt;&lt;mglyph src=&quot;https://equatio-api.texthelp.com/desmos/get/21-06-2023/17f202ca-eb09-4fb5-98d5-db66214da502&quot; alt=&quot;Equatio Image&quot;/&gt;&lt;/math&gt;" id="3362" name="Google Shape;3362;p28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9597" y="1475782"/>
            <a:ext cx="2561151" cy="1106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1-06-2023/17f202ca-eb09-4fb5-98d5-db66214da502&quot; data-equatio-type=&quot;image&quot;&gt;&lt;mglyph src=&quot;https://equatio-api.texthelp.com/desmos/get/21-06-2023/17f202ca-eb09-4fb5-98d5-db66214da502&quot; alt=&quot;Equatio Image&quot;/&gt;&lt;/math&gt;" id="3363" name="Google Shape;3363;p28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8406" y="1479507"/>
            <a:ext cx="2561151" cy="110694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64" name="Google Shape;3364;p285"/>
          <p:cNvCxnSpPr/>
          <p:nvPr/>
        </p:nvCxnSpPr>
        <p:spPr>
          <a:xfrm>
            <a:off x="985357" y="1422886"/>
            <a:ext cx="2536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65" name="Google Shape;3365;p285"/>
          <p:cNvCxnSpPr/>
          <p:nvPr/>
        </p:nvCxnSpPr>
        <p:spPr>
          <a:xfrm>
            <a:off x="919974" y="1479507"/>
            <a:ext cx="0" cy="743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66" name="Google Shape;3366;p285"/>
          <p:cNvCxnSpPr/>
          <p:nvPr/>
        </p:nvCxnSpPr>
        <p:spPr>
          <a:xfrm>
            <a:off x="981116" y="2259711"/>
            <a:ext cx="107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67" name="Google Shape;3367;p285"/>
          <p:cNvCxnSpPr/>
          <p:nvPr/>
        </p:nvCxnSpPr>
        <p:spPr>
          <a:xfrm>
            <a:off x="2073773" y="2641498"/>
            <a:ext cx="1448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68" name="Google Shape;3368;p285"/>
          <p:cNvCxnSpPr/>
          <p:nvPr/>
        </p:nvCxnSpPr>
        <p:spPr>
          <a:xfrm>
            <a:off x="2169889" y="2223289"/>
            <a:ext cx="0" cy="36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69" name="Google Shape;3369;p285"/>
          <p:cNvCxnSpPr/>
          <p:nvPr/>
        </p:nvCxnSpPr>
        <p:spPr>
          <a:xfrm>
            <a:off x="3585129" y="1479507"/>
            <a:ext cx="0" cy="1099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70" name="Google Shape;3370;p285"/>
          <p:cNvCxnSpPr/>
          <p:nvPr/>
        </p:nvCxnSpPr>
        <p:spPr>
          <a:xfrm rot="10800000">
            <a:off x="2073773" y="1506281"/>
            <a:ext cx="0" cy="690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371" name="Google Shape;3371;p285"/>
          <p:cNvSpPr txBox="1"/>
          <p:nvPr/>
        </p:nvSpPr>
        <p:spPr>
          <a:xfrm>
            <a:off x="324291" y="1569750"/>
            <a:ext cx="674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 units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2" name="Google Shape;3372;p285"/>
          <p:cNvSpPr txBox="1"/>
          <p:nvPr/>
        </p:nvSpPr>
        <p:spPr>
          <a:xfrm>
            <a:off x="3558908" y="1722150"/>
            <a:ext cx="85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units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3" name="Google Shape;3373;p285"/>
          <p:cNvSpPr txBox="1"/>
          <p:nvPr/>
        </p:nvSpPr>
        <p:spPr>
          <a:xfrm>
            <a:off x="1724984" y="1080000"/>
            <a:ext cx="122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7 units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4" name="Google Shape;3374;p285"/>
          <p:cNvSpPr txBox="1"/>
          <p:nvPr/>
        </p:nvSpPr>
        <p:spPr>
          <a:xfrm>
            <a:off x="2274381" y="2172450"/>
            <a:ext cx="75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 unit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5" name="Google Shape;3375;p285"/>
          <p:cNvSpPr txBox="1"/>
          <p:nvPr/>
        </p:nvSpPr>
        <p:spPr>
          <a:xfrm>
            <a:off x="2274357" y="2566825"/>
            <a:ext cx="105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units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376" name="Google Shape;3376;p285"/>
          <p:cNvGrpSpPr/>
          <p:nvPr/>
        </p:nvGrpSpPr>
        <p:grpSpPr>
          <a:xfrm>
            <a:off x="4795525" y="1074000"/>
            <a:ext cx="4232106" cy="1917925"/>
            <a:chOff x="4795525" y="1074000"/>
            <a:chExt cx="4232106" cy="1917925"/>
          </a:xfrm>
        </p:grpSpPr>
        <p:cxnSp>
          <p:nvCxnSpPr>
            <p:cNvPr id="3377" name="Google Shape;3377;p285"/>
            <p:cNvCxnSpPr/>
            <p:nvPr/>
          </p:nvCxnSpPr>
          <p:spPr>
            <a:xfrm>
              <a:off x="5474023" y="1416886"/>
              <a:ext cx="2536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378" name="Google Shape;3378;p285"/>
            <p:cNvCxnSpPr/>
            <p:nvPr/>
          </p:nvCxnSpPr>
          <p:spPr>
            <a:xfrm>
              <a:off x="5408640" y="1473507"/>
              <a:ext cx="0" cy="743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379" name="Google Shape;3379;p285"/>
            <p:cNvCxnSpPr/>
            <p:nvPr/>
          </p:nvCxnSpPr>
          <p:spPr>
            <a:xfrm>
              <a:off x="5469782" y="2253711"/>
              <a:ext cx="107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380" name="Google Shape;3380;p285"/>
            <p:cNvCxnSpPr/>
            <p:nvPr/>
          </p:nvCxnSpPr>
          <p:spPr>
            <a:xfrm>
              <a:off x="6562439" y="2635498"/>
              <a:ext cx="14484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381" name="Google Shape;3381;p285"/>
            <p:cNvCxnSpPr/>
            <p:nvPr/>
          </p:nvCxnSpPr>
          <p:spPr>
            <a:xfrm>
              <a:off x="6658555" y="2217289"/>
              <a:ext cx="0" cy="360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382" name="Google Shape;3382;p285"/>
            <p:cNvCxnSpPr/>
            <p:nvPr/>
          </p:nvCxnSpPr>
          <p:spPr>
            <a:xfrm>
              <a:off x="8073795" y="1473507"/>
              <a:ext cx="0" cy="1099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383" name="Google Shape;3383;p285"/>
            <p:cNvCxnSpPr/>
            <p:nvPr/>
          </p:nvCxnSpPr>
          <p:spPr>
            <a:xfrm>
              <a:off x="6562439" y="2210808"/>
              <a:ext cx="14316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3384" name="Google Shape;3384;p285"/>
            <p:cNvSpPr txBox="1"/>
            <p:nvPr/>
          </p:nvSpPr>
          <p:spPr>
            <a:xfrm>
              <a:off x="4795525" y="1563750"/>
              <a:ext cx="7683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85" name="Google Shape;3385;p285"/>
            <p:cNvSpPr txBox="1"/>
            <p:nvPr/>
          </p:nvSpPr>
          <p:spPr>
            <a:xfrm>
              <a:off x="8040031" y="1716150"/>
              <a:ext cx="987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86" name="Google Shape;3386;p285"/>
            <p:cNvSpPr txBox="1"/>
            <p:nvPr/>
          </p:nvSpPr>
          <p:spPr>
            <a:xfrm>
              <a:off x="6213650" y="1074000"/>
              <a:ext cx="1228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7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87" name="Google Shape;3387;p285"/>
            <p:cNvSpPr txBox="1"/>
            <p:nvPr/>
          </p:nvSpPr>
          <p:spPr>
            <a:xfrm>
              <a:off x="6725197" y="2166450"/>
              <a:ext cx="757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 unit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88" name="Google Shape;3388;p285"/>
            <p:cNvSpPr txBox="1"/>
            <p:nvPr/>
          </p:nvSpPr>
          <p:spPr>
            <a:xfrm>
              <a:off x="6763023" y="2560825"/>
              <a:ext cx="10539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4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389" name="Google Shape;3389;p285"/>
          <p:cNvSpPr txBox="1"/>
          <p:nvPr/>
        </p:nvSpPr>
        <p:spPr>
          <a:xfrm>
            <a:off x="1103373" y="2172450"/>
            <a:ext cx="98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units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0" name="Google Shape;3390;p285"/>
          <p:cNvSpPr txBox="1"/>
          <p:nvPr/>
        </p:nvSpPr>
        <p:spPr>
          <a:xfrm>
            <a:off x="5592039" y="2166450"/>
            <a:ext cx="98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units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1" name="Google Shape;3391;p285"/>
          <p:cNvSpPr txBox="1"/>
          <p:nvPr/>
        </p:nvSpPr>
        <p:spPr>
          <a:xfrm>
            <a:off x="324000" y="2997925"/>
            <a:ext cx="3996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Area = 2 × 3 + 4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3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Area = 6 + 12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Area = 18 units</a:t>
            </a:r>
            <a:r>
              <a:rPr baseline="30000"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92" name="Google Shape;3392;p285"/>
          <p:cNvSpPr txBox="1"/>
          <p:nvPr/>
        </p:nvSpPr>
        <p:spPr>
          <a:xfrm>
            <a:off x="4824000" y="2997925"/>
            <a:ext cx="3911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Area = 2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7 + 4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1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Area = 14 + 4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Area = 18 units</a:t>
            </a:r>
            <a:r>
              <a:rPr baseline="30000"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6" name="Shape 3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7" name="Google Shape;3397;p286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Three methods to find the area</a:t>
            </a:r>
            <a:endParaRPr/>
          </a:p>
        </p:txBody>
      </p:sp>
      <p:sp>
        <p:nvSpPr>
          <p:cNvPr id="3398" name="Google Shape;3398;p286"/>
          <p:cNvSpPr txBox="1"/>
          <p:nvPr>
            <p:ph idx="1" type="body"/>
          </p:nvPr>
        </p:nvSpPr>
        <p:spPr>
          <a:xfrm>
            <a:off x="324000" y="810000"/>
            <a:ext cx="84960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 alternative method is to </a:t>
            </a:r>
            <a:r>
              <a:rPr lang="en-GB">
                <a:solidFill>
                  <a:schemeClr val="accent5"/>
                </a:solidFill>
              </a:rPr>
              <a:t>complete</a:t>
            </a:r>
            <a:r>
              <a:rPr lang="en-GB"/>
              <a:t> the rectangle.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1-06-2023/81865dce-ca0e-4498-a6bc-8eeeec0dbed7&quot; data-equatio-type=&quot;image&quot;&gt;&lt;mglyph src=&quot;https://equatio-api.texthelp.com/desmos/get/21-06-2023/81865dce-ca0e-4498-a6bc-8eeeec0dbed7&quot; alt=&quot;Equatio Image&quot;/&gt;&lt;/math&gt;" id="3399" name="Google Shape;3399;p286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916" y="1620000"/>
            <a:ext cx="2278950" cy="2907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00" name="Google Shape;3400;p286"/>
          <p:cNvCxnSpPr/>
          <p:nvPr/>
        </p:nvCxnSpPr>
        <p:spPr>
          <a:xfrm rot="10800000">
            <a:off x="332875" y="2571850"/>
            <a:ext cx="0" cy="9681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401" name="Google Shape;3401;p286"/>
          <p:cNvSpPr txBox="1"/>
          <p:nvPr/>
        </p:nvSpPr>
        <p:spPr>
          <a:xfrm>
            <a:off x="971841" y="1197600"/>
            <a:ext cx="95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2" name="Google Shape;3402;p286"/>
          <p:cNvSpPr txBox="1"/>
          <p:nvPr/>
        </p:nvSpPr>
        <p:spPr>
          <a:xfrm>
            <a:off x="2703741" y="2616550"/>
            <a:ext cx="95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3" name="Google Shape;3403;p286"/>
          <p:cNvSpPr txBox="1"/>
          <p:nvPr/>
        </p:nvSpPr>
        <p:spPr>
          <a:xfrm>
            <a:off x="1321216" y="2778300"/>
            <a:ext cx="95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4" name="Google Shape;3404;p286"/>
          <p:cNvSpPr txBox="1"/>
          <p:nvPr/>
        </p:nvSpPr>
        <p:spPr>
          <a:xfrm>
            <a:off x="332916" y="3078250"/>
            <a:ext cx="95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05" name="Google Shape;3405;p286"/>
          <p:cNvCxnSpPr/>
          <p:nvPr/>
        </p:nvCxnSpPr>
        <p:spPr>
          <a:xfrm>
            <a:off x="340416" y="1537975"/>
            <a:ext cx="2231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06" name="Google Shape;3406;p286"/>
          <p:cNvCxnSpPr/>
          <p:nvPr/>
        </p:nvCxnSpPr>
        <p:spPr>
          <a:xfrm>
            <a:off x="340416" y="3452775"/>
            <a:ext cx="938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07" name="Google Shape;3407;p286"/>
          <p:cNvCxnSpPr/>
          <p:nvPr/>
        </p:nvCxnSpPr>
        <p:spPr>
          <a:xfrm>
            <a:off x="1394041" y="2567950"/>
            <a:ext cx="0" cy="975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08" name="Google Shape;3408;p286"/>
          <p:cNvCxnSpPr/>
          <p:nvPr/>
        </p:nvCxnSpPr>
        <p:spPr>
          <a:xfrm>
            <a:off x="2703741" y="1620000"/>
            <a:ext cx="0" cy="290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09" name="Google Shape;3409;p286"/>
          <p:cNvSpPr txBox="1"/>
          <p:nvPr/>
        </p:nvSpPr>
        <p:spPr>
          <a:xfrm>
            <a:off x="4084550" y="1618700"/>
            <a:ext cx="4124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7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9 - 3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3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63 - 9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54 units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3" name="Shape 3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4" name="Google Shape;3414;p287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Three methods to find the area</a:t>
            </a:r>
            <a:endParaRPr/>
          </a:p>
        </p:txBody>
      </p:sp>
      <p:sp>
        <p:nvSpPr>
          <p:cNvPr id="3415" name="Google Shape;3415;p287"/>
          <p:cNvSpPr txBox="1"/>
          <p:nvPr>
            <p:ph idx="1" type="body"/>
          </p:nvPr>
        </p:nvSpPr>
        <p:spPr>
          <a:xfrm>
            <a:off x="324000" y="810000"/>
            <a:ext cx="84960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also </a:t>
            </a:r>
            <a:r>
              <a:rPr lang="en-GB">
                <a:solidFill>
                  <a:schemeClr val="accent5"/>
                </a:solidFill>
              </a:rPr>
              <a:t>rearrange</a:t>
            </a:r>
            <a:r>
              <a:rPr lang="en-GB"/>
              <a:t> into a rectangle.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1-06-2023/87dd8434-7843-460d-ae99-e386e32e4a95&quot; data-equatio-type=&quot;image&quot;&gt;&lt;mglyph src=&quot;https://equatio-api.texthelp.com/desmos/get/21-06-2023/87dd8434-7843-460d-ae99-e386e32e4a95&quot; alt=&quot;Equatio Image&quot;/&gt;&lt;/math&gt;" id="3416" name="Google Shape;3416;p287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525" y="1482547"/>
            <a:ext cx="1770550" cy="2793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17" name="Google Shape;3417;p287"/>
          <p:cNvCxnSpPr/>
          <p:nvPr/>
        </p:nvCxnSpPr>
        <p:spPr>
          <a:xfrm>
            <a:off x="1323700" y="1406875"/>
            <a:ext cx="718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18" name="Google Shape;3418;p287"/>
          <p:cNvCxnSpPr/>
          <p:nvPr/>
        </p:nvCxnSpPr>
        <p:spPr>
          <a:xfrm>
            <a:off x="1323700" y="3147775"/>
            <a:ext cx="720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19" name="Google Shape;3419;p287"/>
          <p:cNvCxnSpPr/>
          <p:nvPr/>
        </p:nvCxnSpPr>
        <p:spPr>
          <a:xfrm>
            <a:off x="799525" y="4350375"/>
            <a:ext cx="1757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20" name="Google Shape;3420;p287"/>
          <p:cNvCxnSpPr/>
          <p:nvPr/>
        </p:nvCxnSpPr>
        <p:spPr>
          <a:xfrm>
            <a:off x="2119025" y="1482550"/>
            <a:ext cx="0" cy="102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21" name="Google Shape;3421;p287"/>
          <p:cNvCxnSpPr/>
          <p:nvPr/>
        </p:nvCxnSpPr>
        <p:spPr>
          <a:xfrm>
            <a:off x="2687450" y="2503750"/>
            <a:ext cx="0" cy="175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22" name="Google Shape;3422;p287"/>
          <p:cNvCxnSpPr/>
          <p:nvPr/>
        </p:nvCxnSpPr>
        <p:spPr>
          <a:xfrm>
            <a:off x="2119025" y="3237250"/>
            <a:ext cx="0" cy="102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23" name="Google Shape;3423;p287"/>
          <p:cNvSpPr txBox="1"/>
          <p:nvPr/>
        </p:nvSpPr>
        <p:spPr>
          <a:xfrm>
            <a:off x="1208250" y="4275625"/>
            <a:ext cx="95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4" name="Google Shape;3424;p287"/>
          <p:cNvSpPr txBox="1"/>
          <p:nvPr/>
        </p:nvSpPr>
        <p:spPr>
          <a:xfrm>
            <a:off x="1208250" y="2778300"/>
            <a:ext cx="95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5" name="Google Shape;3425;p287"/>
          <p:cNvSpPr txBox="1"/>
          <p:nvPr/>
        </p:nvSpPr>
        <p:spPr>
          <a:xfrm>
            <a:off x="1208250" y="1020850"/>
            <a:ext cx="95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6" name="Google Shape;3426;p287"/>
          <p:cNvSpPr txBox="1"/>
          <p:nvPr/>
        </p:nvSpPr>
        <p:spPr>
          <a:xfrm>
            <a:off x="2044000" y="1694525"/>
            <a:ext cx="95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7" name="Google Shape;3427;p287"/>
          <p:cNvSpPr txBox="1"/>
          <p:nvPr/>
        </p:nvSpPr>
        <p:spPr>
          <a:xfrm rot="5400000">
            <a:off x="1796500" y="3526963"/>
            <a:ext cx="95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8" name="Google Shape;3428;p287"/>
          <p:cNvSpPr txBox="1"/>
          <p:nvPr/>
        </p:nvSpPr>
        <p:spPr>
          <a:xfrm>
            <a:off x="2615450" y="3150250"/>
            <a:ext cx="95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29" name="Google Shape;3429;p287"/>
          <p:cNvCxnSpPr/>
          <p:nvPr/>
        </p:nvCxnSpPr>
        <p:spPr>
          <a:xfrm>
            <a:off x="1344439" y="2534019"/>
            <a:ext cx="6807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430" name="Google Shape;3430;p287"/>
          <p:cNvSpPr/>
          <p:nvPr/>
        </p:nvSpPr>
        <p:spPr>
          <a:xfrm>
            <a:off x="1361525" y="1512975"/>
            <a:ext cx="627900" cy="1021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1" name="Google Shape;3431;p287"/>
          <p:cNvSpPr/>
          <p:nvPr/>
        </p:nvSpPr>
        <p:spPr>
          <a:xfrm>
            <a:off x="1233000" y="1127050"/>
            <a:ext cx="1654200" cy="1376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2" name="Google Shape;3432;p287"/>
          <p:cNvSpPr/>
          <p:nvPr/>
        </p:nvSpPr>
        <p:spPr>
          <a:xfrm>
            <a:off x="1370850" y="3247213"/>
            <a:ext cx="627900" cy="1021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3" name="Google Shape;3433;p287"/>
          <p:cNvSpPr txBox="1"/>
          <p:nvPr/>
        </p:nvSpPr>
        <p:spPr>
          <a:xfrm>
            <a:off x="4084550" y="1618700"/>
            <a:ext cx="4124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5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7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35 units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7" name="Shape 3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8" name="Google Shape;3438;p288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Three methods to find the area</a:t>
            </a:r>
            <a:endParaRPr/>
          </a:p>
        </p:txBody>
      </p:sp>
      <p:sp>
        <p:nvSpPr>
          <p:cNvPr id="3439" name="Google Shape;3439;p288"/>
          <p:cNvSpPr txBox="1"/>
          <p:nvPr>
            <p:ph idx="1" type="body"/>
          </p:nvPr>
        </p:nvSpPr>
        <p:spPr>
          <a:xfrm>
            <a:off x="324000" y="810000"/>
            <a:ext cx="8237700" cy="1763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Calculate the area of this composite rectilinear shape using each of the three methods.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Which is most efficient?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Justify your choice.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1-06-2023/3a7f5c2d-9fe0-4948-8b98-f4067356444f&quot; data-equatio-type=&quot;image&quot;&gt;&lt;mglyph src=&quot;https://equatio-api.texthelp.com/desmos/get/21-06-2023/3a7f5c2d-9fe0-4948-8b98-f4067356444f&quot; alt=&quot;Equatio Image&quot;/&gt;&lt;/math&gt;" id="3440" name="Google Shape;3440;p288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738762">
            <a:off x="2914775" y="2587983"/>
            <a:ext cx="4574250" cy="23840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41" name="Google Shape;3441;p288"/>
          <p:cNvCxnSpPr/>
          <p:nvPr/>
        </p:nvCxnSpPr>
        <p:spPr>
          <a:xfrm flipH="1">
            <a:off x="2581650" y="1558175"/>
            <a:ext cx="3999000" cy="2221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42" name="Google Shape;3442;p288"/>
          <p:cNvCxnSpPr/>
          <p:nvPr/>
        </p:nvCxnSpPr>
        <p:spPr>
          <a:xfrm>
            <a:off x="6682350" y="1620000"/>
            <a:ext cx="1153800" cy="204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43" name="Google Shape;3443;p288"/>
          <p:cNvCxnSpPr/>
          <p:nvPr/>
        </p:nvCxnSpPr>
        <p:spPr>
          <a:xfrm flipH="1">
            <a:off x="6361200" y="3780000"/>
            <a:ext cx="1419000" cy="78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44" name="Google Shape;3444;p288"/>
          <p:cNvCxnSpPr/>
          <p:nvPr/>
        </p:nvCxnSpPr>
        <p:spPr>
          <a:xfrm>
            <a:off x="5613575" y="2989500"/>
            <a:ext cx="811200" cy="1465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45" name="Google Shape;3445;p288"/>
          <p:cNvCxnSpPr/>
          <p:nvPr/>
        </p:nvCxnSpPr>
        <p:spPr>
          <a:xfrm flipH="1">
            <a:off x="3002900" y="3105775"/>
            <a:ext cx="2548200" cy="1402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46" name="Google Shape;3446;p288"/>
          <p:cNvCxnSpPr/>
          <p:nvPr/>
        </p:nvCxnSpPr>
        <p:spPr>
          <a:xfrm>
            <a:off x="2571750" y="3910575"/>
            <a:ext cx="335100" cy="59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47" name="Google Shape;3447;p288"/>
          <p:cNvSpPr txBox="1"/>
          <p:nvPr/>
        </p:nvSpPr>
        <p:spPr>
          <a:xfrm>
            <a:off x="7108150" y="2203425"/>
            <a:ext cx="95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8" name="Google Shape;3448;p288"/>
          <p:cNvSpPr txBox="1"/>
          <p:nvPr/>
        </p:nvSpPr>
        <p:spPr>
          <a:xfrm>
            <a:off x="7018500" y="4046575"/>
            <a:ext cx="95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9" name="Google Shape;3449;p288"/>
          <p:cNvSpPr txBox="1"/>
          <p:nvPr/>
        </p:nvSpPr>
        <p:spPr>
          <a:xfrm>
            <a:off x="6065400" y="3318300"/>
            <a:ext cx="95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0" name="Google Shape;3450;p288"/>
          <p:cNvSpPr txBox="1"/>
          <p:nvPr/>
        </p:nvSpPr>
        <p:spPr>
          <a:xfrm>
            <a:off x="4025400" y="3742300"/>
            <a:ext cx="95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1" name="Google Shape;3451;p288"/>
          <p:cNvSpPr txBox="1"/>
          <p:nvPr/>
        </p:nvSpPr>
        <p:spPr>
          <a:xfrm>
            <a:off x="1855650" y="4046575"/>
            <a:ext cx="95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2" name="Google Shape;3452;p288"/>
          <p:cNvSpPr txBox="1"/>
          <p:nvPr/>
        </p:nvSpPr>
        <p:spPr>
          <a:xfrm>
            <a:off x="3581375" y="2307375"/>
            <a:ext cx="115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6" name="Shape 3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7" name="Google Shape;3457;p289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Three methods to find the area</a:t>
            </a:r>
            <a:endParaRPr/>
          </a:p>
        </p:txBody>
      </p:sp>
      <p:sp>
        <p:nvSpPr>
          <p:cNvPr id="3458" name="Google Shape;3458;p289"/>
          <p:cNvSpPr txBox="1"/>
          <p:nvPr>
            <p:ph idx="1" type="body"/>
          </p:nvPr>
        </p:nvSpPr>
        <p:spPr>
          <a:xfrm>
            <a:off x="324000" y="810000"/>
            <a:ext cx="8237700" cy="1763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Calculate the area of this composite rectilinear shape using each of the three methods.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Which is most efficient?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Justify your choice.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1-06-2023/3a7f5c2d-9fe0-4948-8b98-f4067356444f&quot; data-equatio-type=&quot;image&quot;&gt;&lt;mglyph src=&quot;https://equatio-api.texthelp.com/desmos/get/21-06-2023/3a7f5c2d-9fe0-4948-8b98-f4067356444f&quot; alt=&quot;Equatio Image&quot;/&gt;&lt;/math&gt;" id="3459" name="Google Shape;3459;p289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738762">
            <a:off x="2914775" y="2587983"/>
            <a:ext cx="4574250" cy="23840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60" name="Google Shape;3460;p289"/>
          <p:cNvCxnSpPr/>
          <p:nvPr/>
        </p:nvCxnSpPr>
        <p:spPr>
          <a:xfrm flipH="1">
            <a:off x="2581650" y="1558175"/>
            <a:ext cx="3999000" cy="2221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61" name="Google Shape;3461;p289"/>
          <p:cNvCxnSpPr/>
          <p:nvPr/>
        </p:nvCxnSpPr>
        <p:spPr>
          <a:xfrm>
            <a:off x="6682350" y="1620000"/>
            <a:ext cx="1153800" cy="204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62" name="Google Shape;3462;p289"/>
          <p:cNvCxnSpPr/>
          <p:nvPr/>
        </p:nvCxnSpPr>
        <p:spPr>
          <a:xfrm flipH="1">
            <a:off x="6361200" y="3780000"/>
            <a:ext cx="1419000" cy="78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63" name="Google Shape;3463;p289"/>
          <p:cNvCxnSpPr/>
          <p:nvPr/>
        </p:nvCxnSpPr>
        <p:spPr>
          <a:xfrm>
            <a:off x="5613575" y="2989500"/>
            <a:ext cx="811200" cy="1465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64" name="Google Shape;3464;p289"/>
          <p:cNvCxnSpPr/>
          <p:nvPr/>
        </p:nvCxnSpPr>
        <p:spPr>
          <a:xfrm flipH="1">
            <a:off x="3002900" y="3105775"/>
            <a:ext cx="2548200" cy="1402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65" name="Google Shape;3465;p289"/>
          <p:cNvCxnSpPr/>
          <p:nvPr/>
        </p:nvCxnSpPr>
        <p:spPr>
          <a:xfrm>
            <a:off x="2571750" y="3910575"/>
            <a:ext cx="335100" cy="59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66" name="Google Shape;3466;p289"/>
          <p:cNvSpPr txBox="1"/>
          <p:nvPr/>
        </p:nvSpPr>
        <p:spPr>
          <a:xfrm>
            <a:off x="7108150" y="2203425"/>
            <a:ext cx="95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7" name="Google Shape;3467;p289"/>
          <p:cNvSpPr txBox="1"/>
          <p:nvPr/>
        </p:nvSpPr>
        <p:spPr>
          <a:xfrm>
            <a:off x="7018500" y="4046575"/>
            <a:ext cx="95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8" name="Google Shape;3468;p289"/>
          <p:cNvSpPr txBox="1"/>
          <p:nvPr/>
        </p:nvSpPr>
        <p:spPr>
          <a:xfrm>
            <a:off x="6065400" y="3318300"/>
            <a:ext cx="95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9" name="Google Shape;3469;p289"/>
          <p:cNvSpPr txBox="1"/>
          <p:nvPr/>
        </p:nvSpPr>
        <p:spPr>
          <a:xfrm>
            <a:off x="4025400" y="3742300"/>
            <a:ext cx="95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0" name="Google Shape;3470;p289"/>
          <p:cNvSpPr txBox="1"/>
          <p:nvPr/>
        </p:nvSpPr>
        <p:spPr>
          <a:xfrm>
            <a:off x="1855650" y="4046575"/>
            <a:ext cx="95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1" name="Google Shape;3471;p289"/>
          <p:cNvSpPr txBox="1"/>
          <p:nvPr/>
        </p:nvSpPr>
        <p:spPr>
          <a:xfrm>
            <a:off x="3581375" y="2307375"/>
            <a:ext cx="115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5" name="Shape 3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6" name="Google Shape;3476;p290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Three methods to find the area</a:t>
            </a:r>
            <a:endParaRPr/>
          </a:p>
        </p:txBody>
      </p:sp>
      <p:sp>
        <p:nvSpPr>
          <p:cNvPr id="3477" name="Google Shape;3477;p290"/>
          <p:cNvSpPr txBox="1"/>
          <p:nvPr>
            <p:ph idx="2" type="body"/>
          </p:nvPr>
        </p:nvSpPr>
        <p:spPr>
          <a:xfrm>
            <a:off x="5546075" y="1754668"/>
            <a:ext cx="3244200" cy="18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2 × 9 + 5 × 9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18 + 45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63 units</a:t>
            </a:r>
            <a:r>
              <a:rPr baseline="30000"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3478" name="Google Shape;3478;p290"/>
          <p:cNvGrpSpPr/>
          <p:nvPr/>
        </p:nvGrpSpPr>
        <p:grpSpPr>
          <a:xfrm>
            <a:off x="319375" y="812093"/>
            <a:ext cx="5044320" cy="3170870"/>
            <a:chOff x="90775" y="759300"/>
            <a:chExt cx="5044320" cy="3170870"/>
          </a:xfrm>
        </p:grpSpPr>
        <p:pic>
          <p:nvPicPr>
            <p:cNvPr descr="&lt;math xmlns=&quot;http://www.w3.org/1998/Math/MathML&quot; data-is-equatio=&quot;1&quot; data-equatio-url=&quot;https://equatio-api.texthelp.com/desmos/get/21-06-2023/3a7f5c2d-9fe0-4948-8b98-f4067356444f&quot; data-equatio-type=&quot;image&quot;&gt;&lt;mglyph src=&quot;https://equatio-api.texthelp.com/desmos/get/21-06-2023/3a7f5c2d-9fe0-4948-8b98-f4067356444f&quot; alt=&quot;Equatio Image&quot;/&gt;&lt;/math&gt;" id="3479" name="Google Shape;3479;p290" title="Equatio Imag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1738762">
              <a:off x="1092026" y="1506068"/>
              <a:ext cx="3317024" cy="172878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480" name="Google Shape;3480;p290"/>
            <p:cNvCxnSpPr/>
            <p:nvPr/>
          </p:nvCxnSpPr>
          <p:spPr>
            <a:xfrm flipH="1">
              <a:off x="850541" y="759300"/>
              <a:ext cx="2899800" cy="1611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481" name="Google Shape;3481;p290"/>
            <p:cNvCxnSpPr/>
            <p:nvPr/>
          </p:nvCxnSpPr>
          <p:spPr>
            <a:xfrm>
              <a:off x="3824089" y="804133"/>
              <a:ext cx="836700" cy="14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482" name="Google Shape;3482;p290"/>
            <p:cNvCxnSpPr/>
            <p:nvPr/>
          </p:nvCxnSpPr>
          <p:spPr>
            <a:xfrm flipH="1">
              <a:off x="3591196" y="2370461"/>
              <a:ext cx="1029000" cy="5664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483" name="Google Shape;3483;p290"/>
            <p:cNvCxnSpPr/>
            <p:nvPr/>
          </p:nvCxnSpPr>
          <p:spPr>
            <a:xfrm flipH="1">
              <a:off x="1156061" y="1881545"/>
              <a:ext cx="1847700" cy="1017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484" name="Google Shape;3484;p290"/>
            <p:cNvCxnSpPr/>
            <p:nvPr/>
          </p:nvCxnSpPr>
          <p:spPr>
            <a:xfrm>
              <a:off x="843281" y="2465147"/>
              <a:ext cx="243000" cy="433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485" name="Google Shape;3485;p290"/>
            <p:cNvSpPr txBox="1"/>
            <p:nvPr/>
          </p:nvSpPr>
          <p:spPr>
            <a:xfrm>
              <a:off x="4008895" y="1227200"/>
              <a:ext cx="1126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9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86" name="Google Shape;3486;p290"/>
            <p:cNvSpPr txBox="1"/>
            <p:nvPr/>
          </p:nvSpPr>
          <p:spPr>
            <a:xfrm>
              <a:off x="3805501" y="2621675"/>
              <a:ext cx="102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87" name="Google Shape;3487;p290"/>
            <p:cNvSpPr txBox="1"/>
            <p:nvPr/>
          </p:nvSpPr>
          <p:spPr>
            <a:xfrm>
              <a:off x="1565401" y="2451050"/>
              <a:ext cx="102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9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88" name="Google Shape;3488;p290"/>
            <p:cNvSpPr txBox="1"/>
            <p:nvPr/>
          </p:nvSpPr>
          <p:spPr>
            <a:xfrm>
              <a:off x="90775" y="2475150"/>
              <a:ext cx="102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89" name="Google Shape;3489;p290"/>
            <p:cNvSpPr txBox="1"/>
            <p:nvPr/>
          </p:nvSpPr>
          <p:spPr>
            <a:xfrm>
              <a:off x="1243821" y="1278250"/>
              <a:ext cx="1126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14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3490" name="Google Shape;3490;p290"/>
          <p:cNvCxnSpPr/>
          <p:nvPr/>
        </p:nvCxnSpPr>
        <p:spPr>
          <a:xfrm rot="10800000">
            <a:off x="2989339" y="1452249"/>
            <a:ext cx="212700" cy="403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491" name="Google Shape;3491;p290"/>
          <p:cNvSpPr txBox="1"/>
          <p:nvPr>
            <p:ph idx="2" type="body"/>
          </p:nvPr>
        </p:nvSpPr>
        <p:spPr>
          <a:xfrm>
            <a:off x="324000" y="3858725"/>
            <a:ext cx="8329800" cy="7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 think this method is the most efficient as it is the one I find the easiest to do. This method is easy to always do.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3492" name="Google Shape;3492;p290"/>
          <p:cNvGrpSpPr/>
          <p:nvPr/>
        </p:nvGrpSpPr>
        <p:grpSpPr>
          <a:xfrm>
            <a:off x="3312645" y="1813602"/>
            <a:ext cx="1214336" cy="1062600"/>
            <a:chOff x="3084045" y="1776285"/>
            <a:chExt cx="1214336" cy="1062600"/>
          </a:xfrm>
        </p:grpSpPr>
        <p:cxnSp>
          <p:nvCxnSpPr>
            <p:cNvPr id="3493" name="Google Shape;3493;p290"/>
            <p:cNvCxnSpPr/>
            <p:nvPr/>
          </p:nvCxnSpPr>
          <p:spPr>
            <a:xfrm>
              <a:off x="3084045" y="1776285"/>
              <a:ext cx="588300" cy="106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494" name="Google Shape;3494;p290"/>
            <p:cNvSpPr txBox="1"/>
            <p:nvPr/>
          </p:nvSpPr>
          <p:spPr>
            <a:xfrm>
              <a:off x="3172180" y="2000638"/>
              <a:ext cx="1126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7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8" name="Shape 3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9" name="Google Shape;3499;p291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Three methods to find the area</a:t>
            </a:r>
            <a:endParaRPr/>
          </a:p>
        </p:txBody>
      </p:sp>
      <p:grpSp>
        <p:nvGrpSpPr>
          <p:cNvPr id="3500" name="Google Shape;3500;p291"/>
          <p:cNvGrpSpPr/>
          <p:nvPr/>
        </p:nvGrpSpPr>
        <p:grpSpPr>
          <a:xfrm>
            <a:off x="319375" y="812093"/>
            <a:ext cx="5044320" cy="3170870"/>
            <a:chOff x="90775" y="759300"/>
            <a:chExt cx="5044320" cy="3170870"/>
          </a:xfrm>
        </p:grpSpPr>
        <p:pic>
          <p:nvPicPr>
            <p:cNvPr descr="&lt;math xmlns=&quot;http://www.w3.org/1998/Math/MathML&quot; data-is-equatio=&quot;1&quot; data-equatio-url=&quot;https://equatio-api.texthelp.com/desmos/get/21-06-2023/3a7f5c2d-9fe0-4948-8b98-f4067356444f&quot; data-equatio-type=&quot;image&quot;&gt;&lt;mglyph src=&quot;https://equatio-api.texthelp.com/desmos/get/21-06-2023/3a7f5c2d-9fe0-4948-8b98-f4067356444f&quot; alt=&quot;Equatio Image&quot;/&gt;&lt;/math&gt;" id="3501" name="Google Shape;3501;p291" title="Equatio Imag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1738762">
              <a:off x="1092026" y="1506068"/>
              <a:ext cx="3317024" cy="172878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502" name="Google Shape;3502;p291"/>
            <p:cNvCxnSpPr/>
            <p:nvPr/>
          </p:nvCxnSpPr>
          <p:spPr>
            <a:xfrm flipH="1">
              <a:off x="850541" y="759300"/>
              <a:ext cx="2899800" cy="1611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503" name="Google Shape;3503;p291"/>
            <p:cNvCxnSpPr/>
            <p:nvPr/>
          </p:nvCxnSpPr>
          <p:spPr>
            <a:xfrm>
              <a:off x="3824089" y="804133"/>
              <a:ext cx="836700" cy="14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504" name="Google Shape;3504;p291"/>
            <p:cNvCxnSpPr/>
            <p:nvPr/>
          </p:nvCxnSpPr>
          <p:spPr>
            <a:xfrm flipH="1">
              <a:off x="3591196" y="2370461"/>
              <a:ext cx="1029000" cy="5664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505" name="Google Shape;3505;p291"/>
            <p:cNvCxnSpPr/>
            <p:nvPr/>
          </p:nvCxnSpPr>
          <p:spPr>
            <a:xfrm flipH="1">
              <a:off x="1156061" y="1881545"/>
              <a:ext cx="1847700" cy="1017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506" name="Google Shape;3506;p291"/>
            <p:cNvCxnSpPr/>
            <p:nvPr/>
          </p:nvCxnSpPr>
          <p:spPr>
            <a:xfrm>
              <a:off x="843281" y="2465147"/>
              <a:ext cx="243000" cy="433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507" name="Google Shape;3507;p291"/>
            <p:cNvSpPr txBox="1"/>
            <p:nvPr/>
          </p:nvSpPr>
          <p:spPr>
            <a:xfrm>
              <a:off x="4008895" y="1227200"/>
              <a:ext cx="1126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9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08" name="Google Shape;3508;p291"/>
            <p:cNvSpPr txBox="1"/>
            <p:nvPr/>
          </p:nvSpPr>
          <p:spPr>
            <a:xfrm>
              <a:off x="3805501" y="2621675"/>
              <a:ext cx="102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09" name="Google Shape;3509;p291"/>
            <p:cNvSpPr txBox="1"/>
            <p:nvPr/>
          </p:nvSpPr>
          <p:spPr>
            <a:xfrm>
              <a:off x="1565401" y="2451050"/>
              <a:ext cx="102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9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10" name="Google Shape;3510;p291"/>
            <p:cNvSpPr txBox="1"/>
            <p:nvPr/>
          </p:nvSpPr>
          <p:spPr>
            <a:xfrm>
              <a:off x="90775" y="2475150"/>
              <a:ext cx="102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11" name="Google Shape;3511;p291"/>
            <p:cNvSpPr txBox="1"/>
            <p:nvPr/>
          </p:nvSpPr>
          <p:spPr>
            <a:xfrm>
              <a:off x="1243821" y="1278250"/>
              <a:ext cx="1126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14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12" name="Google Shape;3512;p291"/>
          <p:cNvGrpSpPr/>
          <p:nvPr/>
        </p:nvGrpSpPr>
        <p:grpSpPr>
          <a:xfrm>
            <a:off x="3312645" y="1813602"/>
            <a:ext cx="1214336" cy="1062600"/>
            <a:chOff x="3084045" y="1776285"/>
            <a:chExt cx="1214336" cy="1062600"/>
          </a:xfrm>
        </p:grpSpPr>
        <p:cxnSp>
          <p:nvCxnSpPr>
            <p:cNvPr id="3513" name="Google Shape;3513;p291"/>
            <p:cNvCxnSpPr/>
            <p:nvPr/>
          </p:nvCxnSpPr>
          <p:spPr>
            <a:xfrm>
              <a:off x="3084045" y="1776285"/>
              <a:ext cx="588300" cy="106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514" name="Google Shape;3514;p291"/>
            <p:cNvSpPr txBox="1"/>
            <p:nvPr/>
          </p:nvSpPr>
          <p:spPr>
            <a:xfrm>
              <a:off x="3172180" y="2000638"/>
              <a:ext cx="1126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7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515" name="Google Shape;3515;p291"/>
          <p:cNvSpPr txBox="1"/>
          <p:nvPr>
            <p:ph idx="2" type="body"/>
          </p:nvPr>
        </p:nvSpPr>
        <p:spPr>
          <a:xfrm>
            <a:off x="5317475" y="2284325"/>
            <a:ext cx="3244200" cy="13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14 × 9 - 7 × 9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126 - 63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63 units</a:t>
            </a:r>
            <a:r>
              <a:rPr baseline="30000"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516" name="Google Shape;3516;p291"/>
          <p:cNvCxnSpPr/>
          <p:nvPr/>
        </p:nvCxnSpPr>
        <p:spPr>
          <a:xfrm rot="10800000">
            <a:off x="1370633" y="2902601"/>
            <a:ext cx="600300" cy="1039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17" name="Google Shape;3517;p291"/>
          <p:cNvCxnSpPr/>
          <p:nvPr/>
        </p:nvCxnSpPr>
        <p:spPr>
          <a:xfrm flipH="1" rot="10800000">
            <a:off x="1970008" y="2941526"/>
            <a:ext cx="1807200" cy="10434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518" name="Google Shape;3518;p291"/>
          <p:cNvSpPr txBox="1"/>
          <p:nvPr>
            <p:ph idx="2" type="body"/>
          </p:nvPr>
        </p:nvSpPr>
        <p:spPr>
          <a:xfrm>
            <a:off x="324000" y="4043302"/>
            <a:ext cx="8101200" cy="7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I think this method is the most efficient as it involves less work when the composite rectilinear shape is more complicated.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2" name="Shape 3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3" name="Google Shape;3523;p292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Three methods to find the area</a:t>
            </a:r>
            <a:endParaRPr/>
          </a:p>
        </p:txBody>
      </p:sp>
      <p:grpSp>
        <p:nvGrpSpPr>
          <p:cNvPr id="3524" name="Google Shape;3524;p292"/>
          <p:cNvGrpSpPr/>
          <p:nvPr/>
        </p:nvGrpSpPr>
        <p:grpSpPr>
          <a:xfrm>
            <a:off x="319375" y="812093"/>
            <a:ext cx="5044320" cy="3170870"/>
            <a:chOff x="90775" y="759300"/>
            <a:chExt cx="5044320" cy="3170870"/>
          </a:xfrm>
        </p:grpSpPr>
        <p:pic>
          <p:nvPicPr>
            <p:cNvPr descr="&lt;math xmlns=&quot;http://www.w3.org/1998/Math/MathML&quot; data-is-equatio=&quot;1&quot; data-equatio-url=&quot;https://equatio-api.texthelp.com/desmos/get/21-06-2023/3a7f5c2d-9fe0-4948-8b98-f4067356444f&quot; data-equatio-type=&quot;image&quot;&gt;&lt;mglyph src=&quot;https://equatio-api.texthelp.com/desmos/get/21-06-2023/3a7f5c2d-9fe0-4948-8b98-f4067356444f&quot; alt=&quot;Equatio Image&quot;/&gt;&lt;/math&gt;" id="3525" name="Google Shape;3525;p292" title="Equatio Imag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1738762">
              <a:off x="1092026" y="1506068"/>
              <a:ext cx="3317024" cy="172878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526" name="Google Shape;3526;p292"/>
            <p:cNvCxnSpPr/>
            <p:nvPr/>
          </p:nvCxnSpPr>
          <p:spPr>
            <a:xfrm flipH="1">
              <a:off x="850541" y="759300"/>
              <a:ext cx="2899800" cy="1611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527" name="Google Shape;3527;p292"/>
            <p:cNvCxnSpPr/>
            <p:nvPr/>
          </p:nvCxnSpPr>
          <p:spPr>
            <a:xfrm>
              <a:off x="3824089" y="804133"/>
              <a:ext cx="836700" cy="14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528" name="Google Shape;3528;p292"/>
            <p:cNvCxnSpPr/>
            <p:nvPr/>
          </p:nvCxnSpPr>
          <p:spPr>
            <a:xfrm flipH="1">
              <a:off x="3591196" y="2370461"/>
              <a:ext cx="1029000" cy="5664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529" name="Google Shape;3529;p292"/>
            <p:cNvCxnSpPr/>
            <p:nvPr/>
          </p:nvCxnSpPr>
          <p:spPr>
            <a:xfrm flipH="1">
              <a:off x="1156061" y="1881545"/>
              <a:ext cx="1847700" cy="1017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530" name="Google Shape;3530;p292"/>
            <p:cNvCxnSpPr/>
            <p:nvPr/>
          </p:nvCxnSpPr>
          <p:spPr>
            <a:xfrm>
              <a:off x="843281" y="2465147"/>
              <a:ext cx="243000" cy="433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531" name="Google Shape;3531;p292"/>
            <p:cNvSpPr txBox="1"/>
            <p:nvPr/>
          </p:nvSpPr>
          <p:spPr>
            <a:xfrm>
              <a:off x="4008895" y="1227200"/>
              <a:ext cx="1126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9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32" name="Google Shape;3532;p292"/>
            <p:cNvSpPr txBox="1"/>
            <p:nvPr/>
          </p:nvSpPr>
          <p:spPr>
            <a:xfrm>
              <a:off x="3805501" y="2621675"/>
              <a:ext cx="102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33" name="Google Shape;3533;p292"/>
            <p:cNvSpPr txBox="1"/>
            <p:nvPr/>
          </p:nvSpPr>
          <p:spPr>
            <a:xfrm>
              <a:off x="1565401" y="2451050"/>
              <a:ext cx="102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9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34" name="Google Shape;3534;p292"/>
            <p:cNvSpPr txBox="1"/>
            <p:nvPr/>
          </p:nvSpPr>
          <p:spPr>
            <a:xfrm>
              <a:off x="90775" y="2475150"/>
              <a:ext cx="102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35" name="Google Shape;3535;p292"/>
            <p:cNvSpPr txBox="1"/>
            <p:nvPr/>
          </p:nvSpPr>
          <p:spPr>
            <a:xfrm>
              <a:off x="1243821" y="1278250"/>
              <a:ext cx="1126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14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3536" name="Google Shape;3536;p292"/>
          <p:cNvCxnSpPr/>
          <p:nvPr/>
        </p:nvCxnSpPr>
        <p:spPr>
          <a:xfrm rot="10800000">
            <a:off x="2989339" y="1452249"/>
            <a:ext cx="212700" cy="403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3537" name="Google Shape;3537;p292"/>
          <p:cNvGrpSpPr/>
          <p:nvPr/>
        </p:nvGrpSpPr>
        <p:grpSpPr>
          <a:xfrm>
            <a:off x="3312645" y="1813602"/>
            <a:ext cx="1214336" cy="1062600"/>
            <a:chOff x="3084045" y="1776285"/>
            <a:chExt cx="1214336" cy="1062600"/>
          </a:xfrm>
        </p:grpSpPr>
        <p:cxnSp>
          <p:nvCxnSpPr>
            <p:cNvPr id="3538" name="Google Shape;3538;p292"/>
            <p:cNvCxnSpPr/>
            <p:nvPr/>
          </p:nvCxnSpPr>
          <p:spPr>
            <a:xfrm>
              <a:off x="3084045" y="1776285"/>
              <a:ext cx="588300" cy="106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539" name="Google Shape;3539;p292"/>
            <p:cNvSpPr txBox="1"/>
            <p:nvPr/>
          </p:nvSpPr>
          <p:spPr>
            <a:xfrm>
              <a:off x="3172180" y="2000638"/>
              <a:ext cx="1126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7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540" name="Google Shape;3540;p292"/>
          <p:cNvSpPr txBox="1"/>
          <p:nvPr>
            <p:ph idx="2" type="body"/>
          </p:nvPr>
        </p:nvSpPr>
        <p:spPr>
          <a:xfrm>
            <a:off x="5469875" y="2360525"/>
            <a:ext cx="3244200" cy="13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(2 + 5) × 9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7 × 9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63 units</a:t>
            </a:r>
            <a:r>
              <a:rPr baseline="30000"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41" name="Google Shape;3541;p292"/>
          <p:cNvSpPr txBox="1"/>
          <p:nvPr>
            <p:ph idx="2" type="body"/>
          </p:nvPr>
        </p:nvSpPr>
        <p:spPr>
          <a:xfrm>
            <a:off x="324000" y="3958325"/>
            <a:ext cx="8253600" cy="7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I think this method is the most efficient as it made just one rectangle that I had to find the area of.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542" name="Google Shape;3542;p292"/>
          <p:cNvPicPr preferRelativeResize="0"/>
          <p:nvPr/>
        </p:nvPicPr>
        <p:blipFill rotWithShape="1">
          <a:blip r:embed="rId4">
            <a:alphaModFix/>
          </a:blip>
          <a:srcRect b="17260" l="0" r="0" t="62080"/>
          <a:stretch/>
        </p:blipFill>
        <p:spPr>
          <a:xfrm flipH="1" rot="10800000">
            <a:off x="1804900" y="2581924"/>
            <a:ext cx="1740475" cy="90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6" name="Shape 3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7" name="Google Shape;3547;p293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areas</a:t>
            </a:r>
            <a:endParaRPr/>
          </a:p>
        </p:txBody>
      </p:sp>
      <p:sp>
        <p:nvSpPr>
          <p:cNvPr id="3548" name="Google Shape;3548;p293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Three methods to find the area</a:t>
            </a:r>
            <a:endParaRPr/>
          </a:p>
        </p:txBody>
      </p:sp>
      <p:sp>
        <p:nvSpPr>
          <p:cNvPr id="3549" name="Google Shape;3549;p293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composite rectilinear shapes</a:t>
            </a:r>
            <a:endParaRPr/>
          </a:p>
        </p:txBody>
      </p:sp>
      <p:pic>
        <p:nvPicPr>
          <p:cNvPr id="3550" name="Google Shape;3550;p2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14" y="3702035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1" name="Google Shape;3551;p293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Evaluating the methods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5" name="Shape 3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6" name="Google Shape;3556;p294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Evaluating the methods</a:t>
            </a:r>
            <a:endParaRPr/>
          </a:p>
        </p:txBody>
      </p:sp>
      <p:sp>
        <p:nvSpPr>
          <p:cNvPr id="3557" name="Google Shape;3557;p294"/>
          <p:cNvSpPr txBox="1"/>
          <p:nvPr>
            <p:ph idx="1" type="body"/>
          </p:nvPr>
        </p:nvSpPr>
        <p:spPr>
          <a:xfrm>
            <a:off x="324000" y="8100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Here is the working from the three methods:</a:t>
            </a:r>
            <a:endParaRPr/>
          </a:p>
        </p:txBody>
      </p:sp>
      <p:grpSp>
        <p:nvGrpSpPr>
          <p:cNvPr id="3558" name="Google Shape;3558;p294"/>
          <p:cNvGrpSpPr/>
          <p:nvPr/>
        </p:nvGrpSpPr>
        <p:grpSpPr>
          <a:xfrm>
            <a:off x="129266" y="1201025"/>
            <a:ext cx="5120520" cy="3170870"/>
            <a:chOff x="14575" y="759300"/>
            <a:chExt cx="5120520" cy="3170870"/>
          </a:xfrm>
        </p:grpSpPr>
        <p:pic>
          <p:nvPicPr>
            <p:cNvPr descr="&lt;math xmlns=&quot;http://www.w3.org/1998/Math/MathML&quot; data-is-equatio=&quot;1&quot; data-equatio-url=&quot;https://equatio-api.texthelp.com/desmos/get/21-06-2023/3a7f5c2d-9fe0-4948-8b98-f4067356444f&quot; data-equatio-type=&quot;image&quot;&gt;&lt;mglyph src=&quot;https://equatio-api.texthelp.com/desmos/get/21-06-2023/3a7f5c2d-9fe0-4948-8b98-f4067356444f&quot; alt=&quot;Equatio Image&quot;/&gt;&lt;/math&gt;" id="3559" name="Google Shape;3559;p294" title="Equatio Imag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1738762">
              <a:off x="1092026" y="1506068"/>
              <a:ext cx="3317024" cy="172878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560" name="Google Shape;3560;p294"/>
            <p:cNvCxnSpPr/>
            <p:nvPr/>
          </p:nvCxnSpPr>
          <p:spPr>
            <a:xfrm flipH="1">
              <a:off x="850541" y="759300"/>
              <a:ext cx="2899800" cy="1611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561" name="Google Shape;3561;p294"/>
            <p:cNvCxnSpPr/>
            <p:nvPr/>
          </p:nvCxnSpPr>
          <p:spPr>
            <a:xfrm>
              <a:off x="3824089" y="804133"/>
              <a:ext cx="836700" cy="14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562" name="Google Shape;3562;p294"/>
            <p:cNvCxnSpPr/>
            <p:nvPr/>
          </p:nvCxnSpPr>
          <p:spPr>
            <a:xfrm flipH="1">
              <a:off x="3591196" y="2370461"/>
              <a:ext cx="1029000" cy="5664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563" name="Google Shape;3563;p294"/>
            <p:cNvCxnSpPr/>
            <p:nvPr/>
          </p:nvCxnSpPr>
          <p:spPr>
            <a:xfrm>
              <a:off x="3084045" y="1776285"/>
              <a:ext cx="588300" cy="106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564" name="Google Shape;3564;p294"/>
            <p:cNvCxnSpPr/>
            <p:nvPr/>
          </p:nvCxnSpPr>
          <p:spPr>
            <a:xfrm flipH="1">
              <a:off x="1156061" y="1881545"/>
              <a:ext cx="1847700" cy="1017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565" name="Google Shape;3565;p294"/>
            <p:cNvCxnSpPr/>
            <p:nvPr/>
          </p:nvCxnSpPr>
          <p:spPr>
            <a:xfrm>
              <a:off x="843281" y="2465147"/>
              <a:ext cx="243000" cy="433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566" name="Google Shape;3566;p294"/>
            <p:cNvSpPr txBox="1"/>
            <p:nvPr/>
          </p:nvSpPr>
          <p:spPr>
            <a:xfrm>
              <a:off x="4008895" y="1227200"/>
              <a:ext cx="1126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9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67" name="Google Shape;3567;p294"/>
            <p:cNvSpPr txBox="1"/>
            <p:nvPr/>
          </p:nvSpPr>
          <p:spPr>
            <a:xfrm>
              <a:off x="3805501" y="2621675"/>
              <a:ext cx="102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68" name="Google Shape;3568;p294"/>
            <p:cNvSpPr txBox="1"/>
            <p:nvPr/>
          </p:nvSpPr>
          <p:spPr>
            <a:xfrm>
              <a:off x="3128125" y="1957775"/>
              <a:ext cx="1126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7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69" name="Google Shape;3569;p294"/>
            <p:cNvSpPr txBox="1"/>
            <p:nvPr/>
          </p:nvSpPr>
          <p:spPr>
            <a:xfrm>
              <a:off x="1803526" y="2374850"/>
              <a:ext cx="102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9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70" name="Google Shape;3570;p294"/>
            <p:cNvSpPr txBox="1"/>
            <p:nvPr/>
          </p:nvSpPr>
          <p:spPr>
            <a:xfrm>
              <a:off x="14575" y="2475150"/>
              <a:ext cx="102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71" name="Google Shape;3571;p294"/>
            <p:cNvSpPr txBox="1"/>
            <p:nvPr/>
          </p:nvSpPr>
          <p:spPr>
            <a:xfrm>
              <a:off x="1243821" y="1278250"/>
              <a:ext cx="1126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14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572" name="Google Shape;3572;p294"/>
          <p:cNvSpPr txBox="1"/>
          <p:nvPr/>
        </p:nvSpPr>
        <p:spPr>
          <a:xfrm>
            <a:off x="5326291" y="1516200"/>
            <a:ext cx="36084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9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+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5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9 = 63 units</a:t>
            </a:r>
            <a:r>
              <a:rPr baseline="30000" lang="en-GB" sz="22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14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9 - 7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9 = 63 units</a:t>
            </a:r>
            <a:r>
              <a:rPr baseline="30000" lang="en-GB" sz="22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  (2 + 5)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9 = 63 units</a:t>
            </a:r>
            <a:r>
              <a:rPr baseline="30000" lang="en-GB" sz="22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73" name="Google Shape;3573;p294"/>
          <p:cNvSpPr txBox="1"/>
          <p:nvPr/>
        </p:nvSpPr>
        <p:spPr>
          <a:xfrm>
            <a:off x="5326291" y="1516200"/>
            <a:ext cx="3608400" cy="187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9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+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5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9 = 7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9</a:t>
            </a:r>
            <a:endParaRPr baseline="30000"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14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9 - 7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9 = 7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9</a:t>
            </a:r>
            <a:endParaRPr baseline="30000"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  (2 + 5)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9 = 7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9</a:t>
            </a:r>
            <a:endParaRPr baseline="30000"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7" name="Shape 3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8" name="Google Shape;3578;p295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Evaluating the methods</a:t>
            </a:r>
            <a:endParaRPr/>
          </a:p>
        </p:txBody>
      </p:sp>
      <p:sp>
        <p:nvSpPr>
          <p:cNvPr id="3579" name="Google Shape;3579;p295"/>
          <p:cNvSpPr txBox="1"/>
          <p:nvPr>
            <p:ph idx="1" type="subTitle"/>
          </p:nvPr>
        </p:nvSpPr>
        <p:spPr>
          <a:xfrm>
            <a:off x="324000" y="3577125"/>
            <a:ext cx="8109300" cy="7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can use any method but some may be easier, depending on the shape.</a:t>
            </a:r>
            <a:endParaRPr/>
          </a:p>
        </p:txBody>
      </p:sp>
      <p:sp>
        <p:nvSpPr>
          <p:cNvPr id="3580" name="Google Shape;3580;p295"/>
          <p:cNvSpPr txBox="1"/>
          <p:nvPr>
            <p:ph idx="2" type="subTitle"/>
          </p:nvPr>
        </p:nvSpPr>
        <p:spPr>
          <a:xfrm>
            <a:off x="324000" y="1080000"/>
            <a:ext cx="7135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Different methods give different answers.</a:t>
            </a:r>
            <a:endParaRPr/>
          </a:p>
        </p:txBody>
      </p:sp>
      <p:pic>
        <p:nvPicPr>
          <p:cNvPr id="3581" name="Google Shape;3581;p2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3008" y="2110463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5" name="Shape 3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6" name="Google Shape;3586;p296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Evaluating the methods</a:t>
            </a:r>
            <a:endParaRPr/>
          </a:p>
        </p:txBody>
      </p:sp>
      <p:sp>
        <p:nvSpPr>
          <p:cNvPr id="3587" name="Google Shape;3587;p296"/>
          <p:cNvSpPr txBox="1"/>
          <p:nvPr>
            <p:ph idx="1" type="body"/>
          </p:nvPr>
        </p:nvSpPr>
        <p:spPr>
          <a:xfrm>
            <a:off x="324000" y="810000"/>
            <a:ext cx="8237700" cy="215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Draw your own composite rectilinear shape and try to find the area using the three methods.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Can you draw a shape where one (or more) of these methods would not be helpful?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1" name="Shape 3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2" name="Google Shape;3592;p297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Evaluating the methods</a:t>
            </a:r>
            <a:endParaRPr/>
          </a:p>
        </p:txBody>
      </p:sp>
      <p:sp>
        <p:nvSpPr>
          <p:cNvPr id="3593" name="Google Shape;3593;p297"/>
          <p:cNvSpPr txBox="1"/>
          <p:nvPr>
            <p:ph idx="1" type="body"/>
          </p:nvPr>
        </p:nvSpPr>
        <p:spPr>
          <a:xfrm>
            <a:off x="324000" y="810000"/>
            <a:ext cx="8237700" cy="215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Draw your own composite rectilinear shape and try to find the area using the three methods.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Can you draw a shape where one (or more) of these methods would not be helpful?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7" name="Shape 3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p298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Evaluating the methods</a:t>
            </a:r>
            <a:endParaRPr/>
          </a:p>
        </p:txBody>
      </p:sp>
      <p:sp>
        <p:nvSpPr>
          <p:cNvPr id="3599" name="Google Shape;3599;p298"/>
          <p:cNvSpPr txBox="1"/>
          <p:nvPr>
            <p:ph idx="1" type="body"/>
          </p:nvPr>
        </p:nvSpPr>
        <p:spPr>
          <a:xfrm>
            <a:off x="324000" y="810000"/>
            <a:ext cx="8237700" cy="11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Shapes will vary but should all be built from rectangles placed adjacent. 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Here is an example of a shape where completing and rearranging are not as helpful.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1-06-2023/4468aeb1-2307-4d1c-a618-4c26bfa8ace0&quot; data-equatio-type=&quot;image&quot;&gt;&lt;mglyph src=&quot;https://equatio-api.texthelp.com/desmos/get/21-06-2023/4468aeb1-2307-4d1c-a618-4c26bfa8ace0&quot; alt=&quot;Equatio Image&quot;/&gt;&lt;/math&gt;" id="3600" name="Google Shape;3600;p298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1121" y="1934325"/>
            <a:ext cx="2617750" cy="261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4" name="Shape 3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5" name="Google Shape;3605;p299"/>
          <p:cNvSpPr txBox="1"/>
          <p:nvPr>
            <p:ph type="title"/>
          </p:nvPr>
        </p:nvSpPr>
        <p:spPr>
          <a:xfrm>
            <a:off x="1684800" y="119125"/>
            <a:ext cx="71352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composite rectilinear shapes</a:t>
            </a:r>
            <a:endParaRPr/>
          </a:p>
        </p:txBody>
      </p:sp>
      <p:sp>
        <p:nvSpPr>
          <p:cNvPr id="3606" name="Google Shape;3606;p299"/>
          <p:cNvSpPr txBox="1"/>
          <p:nvPr>
            <p:ph idx="1" type="body"/>
          </p:nvPr>
        </p:nvSpPr>
        <p:spPr>
          <a:xfrm>
            <a:off x="324000" y="810000"/>
            <a:ext cx="8237700" cy="31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composite rectilinear shape is made of rectangles.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area of a composite rectilinear shape can be found in different ways.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Depending on the shape, a particular method may be more useful than the others.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0" name="Shape 3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1" name="Google Shape;3611;p300"/>
          <p:cNvSpPr txBox="1"/>
          <p:nvPr>
            <p:ph idx="1" type="subTitle"/>
          </p:nvPr>
        </p:nvSpPr>
        <p:spPr>
          <a:xfrm>
            <a:off x="666000" y="1636650"/>
            <a:ext cx="7351200" cy="187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3612" name="Google Shape;3612;p3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May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ak theme -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