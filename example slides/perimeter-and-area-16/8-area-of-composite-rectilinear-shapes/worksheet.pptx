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a89f37add_0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a89f37a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5587ac7ee9_0_2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5587ac7ee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3" name="Google Shape;83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4" name="Google Shape;84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" name="Google Shape;93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2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106" name="Google Shape;106;p12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" name="Google Shape;107;p1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/>
        </p:nvSpPr>
        <p:spPr>
          <a:xfrm>
            <a:off x="468000" y="1626000"/>
            <a:ext cx="66240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Comparing areas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Order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shapes from smallest to the largest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b)                     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70ab17c6-f029-4275-a564-4daf7d484fab&quot; data-equatio-type=&quot;image&quot;&gt;&lt;mglyph src=&quot;https://equatio-api.texthelp.com/desmos/get/19-06-2023/70ab17c6-f029-4275-a564-4daf7d484fab&quot; alt=&quot;Equatio Image&quot;/&gt;&lt;/math&gt;" id="121" name="Google Shape;121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649175"/>
            <a:ext cx="1602787" cy="1143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433d991-e795-4102-9149-af71bd26361b&quot; data-equatio-type=&quot;image&quot;&gt;&lt;mglyph src=&quot;https://equatio-api.texthelp.com/desmos/get/19-06-2023/5433d991-e795-4102-9149-af71bd26361b&quot; alt=&quot;Equatio Image&quot;/&gt;&lt;/math&gt;" id="122" name="Google Shape;122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6705" y="2740243"/>
            <a:ext cx="2878941" cy="10524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d4cbd16-4d99-4c37-a235-d926dcc7da1f&quot; data-equatio-type=&quot;image&quot;&gt;&lt;mglyph src=&quot;https://equatio-api.texthelp.com/desmos/get/19-06-2023/5d4cbd16-4d99-4c37-a235-d926dcc7da1f&quot; alt=&quot;Equatio Image&quot;/&gt;&lt;/math&gt;" id="123" name="Google Shape;123;p14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1792" y="2742185"/>
            <a:ext cx="1520208" cy="1052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14"/>
          <p:cNvCxnSpPr/>
          <p:nvPr/>
        </p:nvCxnSpPr>
        <p:spPr>
          <a:xfrm>
            <a:off x="474750" y="48568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14"/>
          <p:cNvSpPr txBox="1"/>
          <p:nvPr/>
        </p:nvSpPr>
        <p:spPr>
          <a:xfrm>
            <a:off x="468000" y="5102725"/>
            <a:ext cx="6624000" cy="13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Three methods to find the area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area of this composite rectilinear shape using each of the three methods.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is most efficient?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Justify your choice.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3a7f5c2d-9fe0-4948-8b98-f4067356444f&quot; data-equatio-type=&quot;image&quot;&gt;&lt;mglyph src=&quot;https://equatio-api.texthelp.com/desmos/get/21-06-2023/3a7f5c2d-9fe0-4948-8b98-f4067356444f&quot; alt=&quot;Equatio Image&quot;/&gt;&lt;/math&gt;" id="126" name="Google Shape;126;p14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738763">
            <a:off x="2572994" y="6374892"/>
            <a:ext cx="2701717" cy="14080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14"/>
          <p:cNvCxnSpPr/>
          <p:nvPr/>
        </p:nvCxnSpPr>
        <p:spPr>
          <a:xfrm flipH="1">
            <a:off x="2376292" y="5766650"/>
            <a:ext cx="2361900" cy="131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" name="Google Shape;128;p14"/>
          <p:cNvCxnSpPr/>
          <p:nvPr/>
        </p:nvCxnSpPr>
        <p:spPr>
          <a:xfrm>
            <a:off x="4798260" y="5803166"/>
            <a:ext cx="681600" cy="120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" name="Google Shape;129;p14"/>
          <p:cNvCxnSpPr/>
          <p:nvPr/>
        </p:nvCxnSpPr>
        <p:spPr>
          <a:xfrm flipH="1">
            <a:off x="4608489" y="7078940"/>
            <a:ext cx="838200" cy="46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0" name="Google Shape;130;p14"/>
          <p:cNvCxnSpPr/>
          <p:nvPr/>
        </p:nvCxnSpPr>
        <p:spPr>
          <a:xfrm>
            <a:off x="4167003" y="6612042"/>
            <a:ext cx="479100" cy="86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" name="Google Shape;131;p14"/>
          <p:cNvCxnSpPr/>
          <p:nvPr/>
        </p:nvCxnSpPr>
        <p:spPr>
          <a:xfrm flipH="1">
            <a:off x="2625003" y="6680719"/>
            <a:ext cx="1505100" cy="82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2" name="Google Shape;132;p14"/>
          <p:cNvCxnSpPr/>
          <p:nvPr/>
        </p:nvCxnSpPr>
        <p:spPr>
          <a:xfrm>
            <a:off x="2370392" y="7156063"/>
            <a:ext cx="198000" cy="353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" name="Google Shape;133;p14"/>
          <p:cNvSpPr txBox="1"/>
          <p:nvPr/>
        </p:nvSpPr>
        <p:spPr>
          <a:xfrm>
            <a:off x="5049749" y="6147750"/>
            <a:ext cx="83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9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4760248" y="7236400"/>
            <a:ext cx="114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4305453" y="6776675"/>
            <a:ext cx="74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3228977" y="7056675"/>
            <a:ext cx="74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9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1681809" y="7220950"/>
            <a:ext cx="90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2779206" y="6051900"/>
            <a:ext cx="104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14 units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4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composite rectilinear shapes</a:t>
            </a:r>
            <a:endParaRPr/>
          </a:p>
        </p:txBody>
      </p:sp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1" name="Google Shape;141;p14"/>
          <p:cNvCxnSpPr/>
          <p:nvPr/>
        </p:nvCxnSpPr>
        <p:spPr>
          <a:xfrm>
            <a:off x="500925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468000" y="969600"/>
            <a:ext cx="66240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Evaluating the methods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your own composite rectilinear shape and try to find the area using the three methods.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draw a shape where one (or more) of these methods would not be helpful?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3903375" y="10044375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composite rectilinear shapes</a:t>
            </a:r>
            <a:endParaRPr/>
          </a:p>
        </p:txBody>
      </p:sp>
      <p:sp>
        <p:nvSpPr>
          <p:cNvPr id="149" name="Google Shape;149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150" name="Google Shape;150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