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dae14716_0_2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55dae1471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468000" y="1626000"/>
            <a:ext cx="6624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Comparing areas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Order the shapes from smallest to the largest area.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b)                   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70ab17c6-f029-4275-a564-4daf7d484fab&quot; data-equatio-type=&quot;image&quot;&gt;&lt;mglyph src=&quot;https://equatio-api.texthelp.com/desmos/get/19-06-2023/70ab17c6-f029-4275-a564-4daf7d484fab&quot; alt=&quot;Equatio Image&quot;/&gt;&lt;/math&gt;" id="130" name="Google Shape;13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649175"/>
            <a:ext cx="1602787" cy="1143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433d991-e795-4102-9149-af71bd26361b&quot; data-equatio-type=&quot;image&quot;&gt;&lt;mglyph src=&quot;https://equatio-api.texthelp.com/desmos/get/19-06-2023/5433d991-e795-4102-9149-af71bd26361b&quot; alt=&quot;Equatio Image&quot;/&gt;&lt;/math&gt;" id="131" name="Google Shape;131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705" y="2740243"/>
            <a:ext cx="2878941" cy="1052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d4cbd16-4d99-4c37-a235-d926dcc7da1f&quot; data-equatio-type=&quot;image&quot;&gt;&lt;mglyph src=&quot;https://equatio-api.texthelp.com/desmos/get/19-06-2023/5d4cbd16-4d99-4c37-a235-d926dcc7da1f&quot; alt=&quot;Equatio Image&quot;/&gt;&lt;/math&gt;" id="132" name="Google Shape;132;p14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1792" y="2742185"/>
            <a:ext cx="1520208" cy="105245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/>
        </p:nvSpPr>
        <p:spPr>
          <a:xfrm>
            <a:off x="468000" y="4070675"/>
            <a:ext cx="6624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C is the smallest as it fits inside A with space left over.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B can be split into two triangles along the dotted line and these can be rearrange to make A. Therefore B and A have the same area.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4" name="Google Shape;134;p14"/>
          <p:cNvCxnSpPr/>
          <p:nvPr/>
        </p:nvCxnSpPr>
        <p:spPr>
          <a:xfrm>
            <a:off x="474750" y="50854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 txBox="1"/>
          <p:nvPr/>
        </p:nvSpPr>
        <p:spPr>
          <a:xfrm>
            <a:off x="468000" y="5407525"/>
            <a:ext cx="66240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Three methods to find the area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Calculate the area of this composite rectilinear shape using each of the three methods.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is most efficient?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choice.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136" name="Google Shape;136;p14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738763">
            <a:off x="2572994" y="6984492"/>
            <a:ext cx="2701717" cy="14080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4"/>
          <p:cNvCxnSpPr/>
          <p:nvPr/>
        </p:nvCxnSpPr>
        <p:spPr>
          <a:xfrm flipH="1">
            <a:off x="2376292" y="6376250"/>
            <a:ext cx="2361900" cy="131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4"/>
          <p:cNvCxnSpPr/>
          <p:nvPr/>
        </p:nvCxnSpPr>
        <p:spPr>
          <a:xfrm>
            <a:off x="4798260" y="6412766"/>
            <a:ext cx="681600" cy="120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" name="Google Shape;139;p14"/>
          <p:cNvCxnSpPr/>
          <p:nvPr/>
        </p:nvCxnSpPr>
        <p:spPr>
          <a:xfrm flipH="1">
            <a:off x="4608489" y="7688540"/>
            <a:ext cx="838200" cy="46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" name="Google Shape;140;p14"/>
          <p:cNvCxnSpPr/>
          <p:nvPr/>
        </p:nvCxnSpPr>
        <p:spPr>
          <a:xfrm>
            <a:off x="4167003" y="7221642"/>
            <a:ext cx="479100" cy="86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" name="Google Shape;141;p14"/>
          <p:cNvCxnSpPr/>
          <p:nvPr/>
        </p:nvCxnSpPr>
        <p:spPr>
          <a:xfrm flipH="1">
            <a:off x="2625003" y="7290319"/>
            <a:ext cx="1505100" cy="82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>
            <a:off x="2370392" y="7765663"/>
            <a:ext cx="198000" cy="35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" name="Google Shape;143;p14"/>
          <p:cNvSpPr txBox="1"/>
          <p:nvPr/>
        </p:nvSpPr>
        <p:spPr>
          <a:xfrm>
            <a:off x="5049749" y="6757350"/>
            <a:ext cx="8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4760248" y="7846000"/>
            <a:ext cx="114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305453" y="7386275"/>
            <a:ext cx="74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3228977" y="7666275"/>
            <a:ext cx="74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681809" y="7830550"/>
            <a:ext cx="90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2779206" y="6661500"/>
            <a:ext cx="104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14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sp>
        <p:nvSpPr>
          <p:cNvPr id="150" name="Google Shape;15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/>
        </p:nvSpPr>
        <p:spPr>
          <a:xfrm>
            <a:off x="468000" y="4322400"/>
            <a:ext cx="66240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Evaluating the methods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Draw your own composite rectilinear shape and try to find the area using the three methods.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draw a shape where one (or more) of these methods would not be helpful?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468000" y="6184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Shapes will vary but should all be built from rectangles placed adjacent. 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Here is an example of a shape where completing and rearranging are not as helpful.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4468aeb1-2307-4d1c-a618-4c26bfa8ace0&quot; data-equatio-type=&quot;image&quot;&gt;&lt;mglyph src=&quot;https://equatio-api.texthelp.com/desmos/get/21-06-2023/4468aeb1-2307-4d1c-a618-4c26bfa8ace0&quot; alt=&quot;Equatio Image&quot;/&gt;&lt;/math&gt;" id="157" name="Google Shape;157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936" y="7004400"/>
            <a:ext cx="1988125" cy="198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/>
        </p:nvSpPr>
        <p:spPr>
          <a:xfrm>
            <a:off x="3903375" y="101348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9" name="Google Shape;159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sp>
        <p:nvSpPr>
          <p:cNvPr id="160" name="Google Shape;160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cxnSp>
        <p:nvCxnSpPr>
          <p:cNvPr id="161" name="Google Shape;161;p15"/>
          <p:cNvCxnSpPr/>
          <p:nvPr/>
        </p:nvCxnSpPr>
        <p:spPr>
          <a:xfrm>
            <a:off x="474750" y="40948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15"/>
          <p:cNvSpPr txBox="1"/>
          <p:nvPr/>
        </p:nvSpPr>
        <p:spPr>
          <a:xfrm>
            <a:off x="467988" y="1034175"/>
            <a:ext cx="16029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 × 9 + 5 × 9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18 + 45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63 units</a:t>
            </a:r>
            <a:r>
              <a:rPr baseline="30000"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468000" y="2372450"/>
            <a:ext cx="15051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 think this method is the most efficient as it is the one I find the easiest to do. This method is easy to always do.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2830200" y="1034175"/>
            <a:ext cx="1602900" cy="1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14 × 9 - 7 × 9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126 - 63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63 units</a:t>
            </a:r>
            <a:r>
              <a:rPr baseline="30000"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2800850" y="2340575"/>
            <a:ext cx="13662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I think this method is the most efficient as it involves less work when the composite rectilinear shape is more complicated.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5099825" y="1386600"/>
            <a:ext cx="16029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(2 + 5) × 9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7 × 9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63 units</a:t>
            </a:r>
            <a:r>
              <a:rPr baseline="30000"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5099825" y="2340575"/>
            <a:ext cx="16029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I think this method is the most efficient as it made just one rectangle that I had to find the area of.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