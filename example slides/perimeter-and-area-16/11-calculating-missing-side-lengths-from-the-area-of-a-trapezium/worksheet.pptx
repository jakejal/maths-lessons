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a89f37add_0_2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a89f37a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45234ae1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e45234ae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7" name="Google Shape;4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1" name="Google Shape;51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" name="Google Shape;59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" name="Google Shape;61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2" name="Google Shape;62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3" name="Google Shape;63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3" name="Google Shape;83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4" name="Google Shape;84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85" name="Google Shape;85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" name="Google Shape;9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" name="Google Shape;93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7" name="Google Shape;9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2" name="Google Shape;102;p1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3" name="Google Shape;103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12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106" name="Google Shape;106;p12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" name="Google Shape;107;p1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8" name="Google Shape;108;p12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3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3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3" name="Google Shape;11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2" type="sldNum"/>
          </p:nvPr>
        </p:nvSpPr>
        <p:spPr>
          <a:xfrm>
            <a:off x="7074506" y="9873706"/>
            <a:ext cx="4536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/>
        </p:nvSpPr>
        <p:spPr>
          <a:xfrm>
            <a:off x="468000" y="2069125"/>
            <a:ext cx="66312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Calculating the area of a trapezium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area of each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b)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121" name="Google Shape;121;p14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7600" y="2957994"/>
            <a:ext cx="5918144" cy="7770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" name="Google Shape;122;p14"/>
          <p:cNvCxnSpPr/>
          <p:nvPr/>
        </p:nvCxnSpPr>
        <p:spPr>
          <a:xfrm>
            <a:off x="807600" y="3060276"/>
            <a:ext cx="1236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3" name="Google Shape;123;p14"/>
          <p:cNvCxnSpPr/>
          <p:nvPr/>
        </p:nvCxnSpPr>
        <p:spPr>
          <a:xfrm>
            <a:off x="1090444" y="3766762"/>
            <a:ext cx="658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" name="Google Shape;124;p14"/>
          <p:cNvCxnSpPr/>
          <p:nvPr/>
        </p:nvCxnSpPr>
        <p:spPr>
          <a:xfrm>
            <a:off x="743467" y="3123014"/>
            <a:ext cx="284100" cy="597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5" name="Google Shape;125;p14"/>
          <p:cNvCxnSpPr/>
          <p:nvPr/>
        </p:nvCxnSpPr>
        <p:spPr>
          <a:xfrm flipH="1">
            <a:off x="1804626" y="3123014"/>
            <a:ext cx="286800" cy="625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14"/>
          <p:cNvCxnSpPr/>
          <p:nvPr/>
        </p:nvCxnSpPr>
        <p:spPr>
          <a:xfrm>
            <a:off x="6278395" y="3186284"/>
            <a:ext cx="517500" cy="51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4957850" y="3209313"/>
            <a:ext cx="128100" cy="51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8" name="Google Shape;128;p14"/>
          <p:cNvCxnSpPr/>
          <p:nvPr/>
        </p:nvCxnSpPr>
        <p:spPr>
          <a:xfrm>
            <a:off x="5141899" y="3798636"/>
            <a:ext cx="15651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9" name="Google Shape;129;p14"/>
          <p:cNvCxnSpPr/>
          <p:nvPr/>
        </p:nvCxnSpPr>
        <p:spPr>
          <a:xfrm>
            <a:off x="5020588" y="3123014"/>
            <a:ext cx="1164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0" name="Google Shape;130;p14"/>
          <p:cNvCxnSpPr/>
          <p:nvPr/>
        </p:nvCxnSpPr>
        <p:spPr>
          <a:xfrm flipH="1">
            <a:off x="2868555" y="2941241"/>
            <a:ext cx="381900" cy="36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1" name="Google Shape;131;p14"/>
          <p:cNvCxnSpPr/>
          <p:nvPr/>
        </p:nvCxnSpPr>
        <p:spPr>
          <a:xfrm>
            <a:off x="2868633" y="3379985"/>
            <a:ext cx="328200" cy="3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14"/>
          <p:cNvCxnSpPr/>
          <p:nvPr/>
        </p:nvCxnSpPr>
        <p:spPr>
          <a:xfrm>
            <a:off x="3278714" y="3766762"/>
            <a:ext cx="757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" name="Google Shape;133;p14"/>
          <p:cNvCxnSpPr/>
          <p:nvPr/>
        </p:nvCxnSpPr>
        <p:spPr>
          <a:xfrm>
            <a:off x="3360591" y="2941241"/>
            <a:ext cx="726000" cy="757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4" name="Google Shape;134;p14"/>
          <p:cNvCxnSpPr/>
          <p:nvPr/>
        </p:nvCxnSpPr>
        <p:spPr>
          <a:xfrm>
            <a:off x="1252069" y="3149548"/>
            <a:ext cx="0" cy="53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35" name="Google Shape;135;p14"/>
          <p:cNvCxnSpPr/>
          <p:nvPr/>
        </p:nvCxnSpPr>
        <p:spPr>
          <a:xfrm>
            <a:off x="5223464" y="3209313"/>
            <a:ext cx="0" cy="48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36" name="Google Shape;136;p14"/>
          <p:cNvSpPr/>
          <p:nvPr/>
        </p:nvSpPr>
        <p:spPr>
          <a:xfrm rot="-2700000">
            <a:off x="2936841" y="3290530"/>
            <a:ext cx="112006" cy="1120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 rot="-2700000">
            <a:off x="3225681" y="3004270"/>
            <a:ext cx="112006" cy="11200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4"/>
          <p:cNvSpPr/>
          <p:nvPr/>
        </p:nvSpPr>
        <p:spPr>
          <a:xfrm>
            <a:off x="1252069" y="3575851"/>
            <a:ext cx="111900" cy="11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5223464" y="3221589"/>
            <a:ext cx="111900" cy="11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468000" y="3380976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1810757" y="3380976"/>
            <a:ext cx="61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2573531" y="3463348"/>
            <a:ext cx="61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1130116" y="3749055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581706" y="2953572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3418953" y="3716557"/>
            <a:ext cx="51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2582788" y="2890834"/>
            <a:ext cx="5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5215922" y="2847400"/>
            <a:ext cx="726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4.8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4"/>
          <p:cNvSpPr txBox="1"/>
          <p:nvPr/>
        </p:nvSpPr>
        <p:spPr>
          <a:xfrm>
            <a:off x="5665749" y="3749055"/>
            <a:ext cx="58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4"/>
          <p:cNvSpPr txBox="1"/>
          <p:nvPr/>
        </p:nvSpPr>
        <p:spPr>
          <a:xfrm>
            <a:off x="6397430" y="3154759"/>
            <a:ext cx="70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2.9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5141899" y="3346533"/>
            <a:ext cx="701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1.3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4526483" y="3346533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1090444" y="2739675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4"/>
          <p:cNvSpPr txBox="1"/>
          <p:nvPr/>
        </p:nvSpPr>
        <p:spPr>
          <a:xfrm>
            <a:off x="1174027" y="3195863"/>
            <a:ext cx="55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\left(a+b\right)h}{2}&quot;&gt;&lt;mfrac&gt;&lt;mrow&gt;&lt;mrow data-mjx-texclass=&quot;INNER&quot;&gt;&lt;mo data-mjx-texclass=&quot;OPEN&quot;&gt;(&lt;/mo&gt;&lt;mi&gt;a&lt;/mi&gt;&lt;mo&gt;+&lt;/mo&gt;&lt;mi&gt;b&lt;/mi&gt;&lt;mo data-mjx-texclass=&quot;CLOSE&quot;&gt;)&lt;/mo&gt;&lt;/mrow&gt;&lt;mi&gt;h&lt;/mi&gt;&lt;/mrow&gt;&lt;mn&gt;2&lt;/mn&gt;&lt;/mfrac&gt;&lt;/math&gt;" id="154" name="Google Shape;154;p14" title="open paren a plus b close paren times h over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600" y="2007000"/>
            <a:ext cx="897600" cy="526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/>
        </p:nvSpPr>
        <p:spPr>
          <a:xfrm>
            <a:off x="468000" y="969600"/>
            <a:ext cx="6624000" cy="26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 Finding a missing side length using the area</a:t>
            </a:r>
            <a:endParaRPr b="1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length of the marked side and then, if possible, calculate the perimeter.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                                            b)                                                   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22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Area = 10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Area = 32.64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23-06-2023/5acbdd09-3f06-4c44-aa14-553e9f3a30f9&quot; data-equatio-type=&quot;image&quot;&gt;&lt;mglyph src=&quot;https://equatio-api.texthelp.com/desmos/get/23-06-2023/5acbdd09-3f06-4c44-aa14-553e9f3a30f9&quot; alt=&quot;Equatio Image&quot;/&gt;&lt;/math&gt;" id="162" name="Google Shape;162;p15" title="Equatio Imag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325" y="2085430"/>
            <a:ext cx="6225804" cy="8174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" name="Google Shape;163;p15"/>
          <p:cNvCxnSpPr/>
          <p:nvPr/>
        </p:nvCxnSpPr>
        <p:spPr>
          <a:xfrm>
            <a:off x="473325" y="2193029"/>
            <a:ext cx="1300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770873" y="2936242"/>
            <a:ext cx="69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" name="Google Shape;165;p15"/>
          <p:cNvCxnSpPr/>
          <p:nvPr/>
        </p:nvCxnSpPr>
        <p:spPr>
          <a:xfrm flipH="1">
            <a:off x="1556714" y="2268950"/>
            <a:ext cx="301500" cy="65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" name="Google Shape;166;p15"/>
          <p:cNvCxnSpPr/>
          <p:nvPr/>
        </p:nvCxnSpPr>
        <p:spPr>
          <a:xfrm>
            <a:off x="6228524" y="2325588"/>
            <a:ext cx="544500" cy="54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7" name="Google Shape;167;p15"/>
          <p:cNvCxnSpPr/>
          <p:nvPr/>
        </p:nvCxnSpPr>
        <p:spPr>
          <a:xfrm>
            <a:off x="5032947" y="2969773"/>
            <a:ext cx="1646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8" name="Google Shape;168;p15"/>
          <p:cNvCxnSpPr/>
          <p:nvPr/>
        </p:nvCxnSpPr>
        <p:spPr>
          <a:xfrm>
            <a:off x="4905330" y="2259028"/>
            <a:ext cx="1225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9" name="Google Shape;169;p15"/>
          <p:cNvCxnSpPr/>
          <p:nvPr/>
        </p:nvCxnSpPr>
        <p:spPr>
          <a:xfrm flipH="1">
            <a:off x="2641475" y="2067805"/>
            <a:ext cx="401700" cy="38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" name="Google Shape;170;p15"/>
          <p:cNvCxnSpPr/>
          <p:nvPr/>
        </p:nvCxnSpPr>
        <p:spPr>
          <a:xfrm>
            <a:off x="2641502" y="2529358"/>
            <a:ext cx="345300" cy="35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15"/>
          <p:cNvCxnSpPr/>
          <p:nvPr/>
        </p:nvCxnSpPr>
        <p:spPr>
          <a:xfrm>
            <a:off x="3072902" y="2936242"/>
            <a:ext cx="797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15"/>
          <p:cNvCxnSpPr/>
          <p:nvPr/>
        </p:nvCxnSpPr>
        <p:spPr>
          <a:xfrm>
            <a:off x="3159036" y="2067805"/>
            <a:ext cx="763800" cy="79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3" name="Google Shape;173;p15"/>
          <p:cNvCxnSpPr/>
          <p:nvPr/>
        </p:nvCxnSpPr>
        <p:spPr>
          <a:xfrm>
            <a:off x="940900" y="2286942"/>
            <a:ext cx="0" cy="566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174" name="Google Shape;174;p15"/>
          <p:cNvCxnSpPr/>
          <p:nvPr/>
        </p:nvCxnSpPr>
        <p:spPr>
          <a:xfrm>
            <a:off x="5118752" y="2349814"/>
            <a:ext cx="0" cy="51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175" name="Google Shape;175;p15"/>
          <p:cNvSpPr/>
          <p:nvPr/>
        </p:nvSpPr>
        <p:spPr>
          <a:xfrm rot="-2700000">
            <a:off x="2713193" y="2435407"/>
            <a:ext cx="117521" cy="11752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 rot="-2700000">
            <a:off x="3017048" y="2134264"/>
            <a:ext cx="117521" cy="117521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940900" y="2735406"/>
            <a:ext cx="117600" cy="1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5118752" y="2362728"/>
            <a:ext cx="117600" cy="117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556603" y="2530400"/>
            <a:ext cx="64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5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2331059" y="2617055"/>
            <a:ext cx="642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08332" y="2386385"/>
            <a:ext cx="61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3220442" y="2883427"/>
            <a:ext cx="58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3392331" y="2106394"/>
            <a:ext cx="616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5507587" y="2917614"/>
            <a:ext cx="693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6353748" y="2292424"/>
            <a:ext cx="73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4.9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5062153" y="2480404"/>
            <a:ext cx="738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3.4 cm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770873" y="1935922"/>
            <a:ext cx="58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8 m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15"/>
          <p:cNvCxnSpPr/>
          <p:nvPr/>
        </p:nvCxnSpPr>
        <p:spPr>
          <a:xfrm>
            <a:off x="541158" y="2546673"/>
            <a:ext cx="169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5"/>
          <p:cNvCxnSpPr/>
          <p:nvPr/>
        </p:nvCxnSpPr>
        <p:spPr>
          <a:xfrm>
            <a:off x="1499879" y="2564645"/>
            <a:ext cx="1692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b&quot;&gt;&lt;mi&gt;b&lt;/mi&gt;&lt;/math&gt;" id="190" name="Google Shape;190;p15" title="b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340" y="2969580"/>
            <a:ext cx="117676" cy="1912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&quot;&gt;&lt;mi&gt;d&lt;/mi&gt;&lt;/math&gt;" id="191" name="Google Shape;191;p15" title="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047" y="2101095"/>
            <a:ext cx="132385" cy="1838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h&quot;&gt;&lt;mi&gt;h&lt;/mi&gt;&lt;/math&gt;" id="192" name="Google Shape;192;p15" title="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07578" y="2018562"/>
            <a:ext cx="125030" cy="19122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missing side lengths from the area of a trapezium</a:t>
            </a:r>
            <a:endParaRPr/>
          </a:p>
        </p:txBody>
      </p:sp>
      <p:sp>
        <p:nvSpPr>
          <p:cNvPr id="194" name="Google Shape;194;p1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 </a:t>
            </a:r>
            <a:endParaRPr/>
          </a:p>
        </p:txBody>
      </p:sp>
      <p:sp>
        <p:nvSpPr>
          <p:cNvPr id="195" name="Google Shape;195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96" name="Google Shape;196;p15"/>
          <p:cNvCxnSpPr/>
          <p:nvPr/>
        </p:nvCxnSpPr>
        <p:spPr>
          <a:xfrm>
            <a:off x="474750" y="774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