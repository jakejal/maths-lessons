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18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226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153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250.xml"/>
  <Override ContentType="application/vnd.openxmlformats-officedocument.presentationml.slideLayout+xml" PartName="/ppt/slideLayouts/slideLayout145.xml"/>
  <Override ContentType="application/vnd.openxmlformats-officedocument.presentationml.slideLayout+xml" PartName="/ppt/slideLayouts/slideLayout196.xml"/>
  <Override ContentType="application/vnd.openxmlformats-officedocument.presentationml.slideLayout+xml" PartName="/ppt/slideLayouts/slideLayout234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88.xml"/>
  <Override ContentType="application/vnd.openxmlformats-officedocument.presentationml.slideLayout+xml" PartName="/ppt/slideLayouts/slideLayout242.xml"/>
  <Override ContentType="application/vnd.openxmlformats-officedocument.presentationml.slideLayout+xml" PartName="/ppt/slideLayouts/slideLayout165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8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257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14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50.xml"/>
  <Override ContentType="application/vnd.openxmlformats-officedocument.presentationml.slideLayout+xml" PartName="/ppt/slideLayouts/slideLayout193.xml"/>
  <Override ContentType="application/vnd.openxmlformats-officedocument.presentationml.slideLayout+xml" PartName="/ppt/slideLayouts/slideLayout185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149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238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57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61.xml"/>
  <Override ContentType="application/vnd.openxmlformats-officedocument.presentationml.slideLayout+xml" PartName="/ppt/slideLayouts/slideLayout172.xml"/>
  <Override ContentType="application/vnd.openxmlformats-officedocument.presentationml.slideLayout+xml" PartName="/ppt/slideLayouts/slideLayout206.xml"/>
  <Override ContentType="application/vnd.openxmlformats-officedocument.presentationml.slideLayout+xml" PartName="/ppt/slideLayouts/slideLayout223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249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68.xml"/>
  <Override ContentType="application/vnd.openxmlformats-officedocument.presentationml.slideLayout+xml" PartName="/ppt/slideLayouts/slideLayout210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253.xml"/>
  <Override ContentType="application/vnd.openxmlformats-officedocument.presentationml.slideLayout+xml" PartName="/ppt/slideLayouts/slideLayout189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146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235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21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17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22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80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6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51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152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195.xml"/>
  <Override ContentType="application/vnd.openxmlformats-officedocument.presentationml.slideLayout+xml" PartName="/ppt/slideLayouts/slideLayout245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202.xml"/>
  <Override ContentType="application/vnd.openxmlformats-officedocument.presentationml.slideLayout+xml" PartName="/ppt/slideLayouts/slideLayout177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231.xml"/>
  <Override ContentType="application/vnd.openxmlformats-officedocument.presentationml.slideLayout+xml" PartName="/ppt/slideLayouts/slideLayout184.xml"/>
  <Override ContentType="application/vnd.openxmlformats-officedocument.presentationml.slideLayout+xml" PartName="/ppt/slideLayouts/slideLayout230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23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7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256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21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220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203.xml"/>
  <Override ContentType="application/vnd.openxmlformats-officedocument.presentationml.slideLayout+xml" PartName="/ppt/slideLayouts/slideLayout246.xml"/>
  <Override ContentType="application/vnd.openxmlformats-officedocument.presentationml.slideLayout+xml" PartName="/ppt/slideLayouts/slideLayout229.xml"/>
  <Override ContentType="application/vnd.openxmlformats-officedocument.presentationml.slideLayout+xml" PartName="/ppt/slideLayouts/slideLayout190.xml"/>
  <Override ContentType="application/vnd.openxmlformats-officedocument.presentationml.slideLayout+xml" PartName="/ppt/slideLayouts/slideLayout224.xml"/>
  <Override ContentType="application/vnd.openxmlformats-officedocument.presentationml.slideLayout+xml" PartName="/ppt/slideLayouts/slideLayout207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241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156.xml"/>
  <Override ContentType="application/vnd.openxmlformats-officedocument.presentationml.slideLayout+xml" PartName="/ppt/slideLayouts/slideLayout199.xml"/>
  <Override ContentType="application/vnd.openxmlformats-officedocument.presentationml.slideLayout+xml" PartName="/ppt/slideLayouts/slideLayout173.xml"/>
  <Override ContentType="application/vnd.openxmlformats-officedocument.presentationml.slideLayout+xml" PartName="/ppt/slideLayouts/slideLayout171.xml"/>
  <Override ContentType="application/vnd.openxmlformats-officedocument.presentationml.slideLayout+xml" PartName="/ppt/slideLayouts/slideLayout198.xml"/>
  <Override ContentType="application/vnd.openxmlformats-officedocument.presentationml.slideLayout+xml" PartName="/ppt/slideLayouts/slideLayout252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163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216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232.xml"/>
  <Override ContentType="application/vnd.openxmlformats-officedocument.presentationml.slideLayout+xml" PartName="/ppt/slideLayouts/slideLayout208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78.xml"/>
  <Override ContentType="application/vnd.openxmlformats-officedocument.presentationml.slideLayout+xml" PartName="/ppt/slideLayouts/slideLayout228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47.xml"/>
  <Override ContentType="application/vnd.openxmlformats-officedocument.presentationml.slideLayout+xml" PartName="/ppt/slideLayouts/slideLayout194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151.xml"/>
  <Override ContentType="application/vnd.openxmlformats-officedocument.presentationml.slideLayout+xml" PartName="/ppt/slideLayouts/slideLayout244.xml"/>
  <Override ContentType="application/vnd.openxmlformats-officedocument.presentationml.slideLayout+xml" PartName="/ppt/slideLayouts/slideLayout201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59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221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204.xml"/>
  <Override ContentType="application/vnd.openxmlformats-officedocument.presentationml.slideLayout+xml" PartName="/ppt/slideLayouts/slideLayout212.xml"/>
  <Override ContentType="application/vnd.openxmlformats-officedocument.presentationml.slideLayout+xml" PartName="/ppt/slideLayouts/slideLayout183.xml"/>
  <Override ContentType="application/vnd.openxmlformats-officedocument.presentationml.slideLayout+xml" PartName="/ppt/slideLayouts/slideLayout166.xml"/>
  <Override ContentType="application/vnd.openxmlformats-officedocument.presentationml.slideLayout+xml" PartName="/ppt/slideLayouts/slideLayout247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255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74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44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187.xml"/>
  <Override ContentType="application/vnd.openxmlformats-officedocument.presentationml.slideLayout+xml" PartName="/ppt/slideLayouts/slideLayout236.xml"/>
  <Override ContentType="application/vnd.openxmlformats-officedocument.presentationml.slideLayout+xml" PartName="/ppt/slideLayouts/slideLayout19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155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24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200.xml"/>
  <Override ContentType="application/vnd.openxmlformats-officedocument.presentationml.slideLayout+xml" PartName="/ppt/slideLayouts/slideLayout243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54.xml"/>
  <Override ContentType="application/vnd.openxmlformats-officedocument.presentationml.slideLayout+xml" PartName="/ppt/slideLayouts/slideLayout19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170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233.xml"/>
  <Override ContentType="application/vnd.openxmlformats-officedocument.presentationml.slideLayout+xml" PartName="/ppt/slideLayouts/slideLayout179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82.xml"/>
  <Override ContentType="application/vnd.openxmlformats-officedocument.presentationml.slideLayout+xml" PartName="/ppt/slideLayouts/slideLayout215.xml"/>
  <Override ContentType="application/vnd.openxmlformats-officedocument.presentationml.slideLayout+xml" PartName="/ppt/slideLayouts/slideLayout14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16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09.xml"/>
  <Override ContentType="application/vnd.openxmlformats-officedocument.presentationml.slideLayout+xml" PartName="/ppt/slideLayouts/slideLayout227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248.xml"/>
  <Override ContentType="application/vnd.openxmlformats-officedocument.presentationml.slideLayout+xml" PartName="/ppt/slideLayouts/slideLayout205.xml"/>
  <Override ContentType="application/vnd.openxmlformats-officedocument.presentationml.slideLayout+xml" PartName="/ppt/slideLayouts/slideLayout222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15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192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75.xml"/>
  <Override ContentType="application/vnd.openxmlformats-officedocument.presentationml.slideLayout+xml" PartName="/ppt/slideLayouts/slideLayout211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237.xml"/>
  <Override ContentType="application/vnd.openxmlformats-officedocument.presentationml.slideLayout+xml" PartName="/ppt/slideLayouts/slideLayout143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254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69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86.xml"/>
  <Override ContentType="application/vnd.openxmlformats-officedocument.presentationml.slideLayout+xml" PartName="/ppt/slideLayouts/slideLayout160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905" r:id="rId3"/>
    <p:sldMasterId id="2147483906" r:id="rId4"/>
    <p:sldMasterId id="2147483907" r:id="rId5"/>
    <p:sldMasterId id="214748390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8" name="Shape 3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Google Shape;3079;g250716074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0" name="Google Shape;3080;g250716074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4" name="Shape 3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5" name="Google Shape;3085;g1e79e1161eb_0_7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6" name="Google Shape;3086;g1e79e1161eb_0_7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9" name="Shape 3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0" name="Google Shape;3090;g1e31228a0c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1" name="Google Shape;3091;g1e31228a0c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4" name="Shape 3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5" name="Google Shape;3095;g3203c493299_0_8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6" name="Google Shape;3096;g3203c493299_0_8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9" name="Shape 3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0" name="Google Shape;3100;g3203c493299_0_16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1" name="Google Shape;3101;g3203c493299_0_16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7" name="Shape 3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8" name="Google Shape;3108;g3203c493299_0_3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9" name="Google Shape;3109;g3203c493299_0_3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2" name="Shape 3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" name="Google Shape;3123;g3203c493299_0_4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4" name="Google Shape;3124;g3203c493299_0_4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6" name="Shape 3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7" name="Google Shape;3157;g3203c493299_0_4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8" name="Google Shape;3158;g3203c493299_0_4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8" name="Shape 3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9" name="Google Shape;3199;g3203c493299_0_5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0" name="Google Shape;3200;g3203c493299_0_5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0" name="Shape 3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1" name="Google Shape;3221;g3203c493299_0_5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2" name="Google Shape;3222;g3203c493299_0_5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1" name="Shape 3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2" name="Google Shape;3242;g3203c493299_0_5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3" name="Google Shape;3243;g3203c493299_0_5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3" name="Shape 3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4" name="Google Shape;3264;g3203c493299_0_5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5" name="Google Shape;3265;g3203c493299_0_5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1" name="Shape 3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2" name="Google Shape;3272;g3203c493299_0_5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3" name="Google Shape;3273;g3203c493299_0_5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7" name="Shape 3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8" name="Google Shape;3278;g3203c493299_0_5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9" name="Google Shape;3279;g3203c493299_0_5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5" name="Shape 3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6" name="Google Shape;3286;g3203c493299_0_5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7" name="Google Shape;3287;g3203c493299_0_5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0" name="Shape 3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1" name="Google Shape;3321;g3203c493299_0_5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2" name="Google Shape;3322;g3203c493299_0_5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7" name="Shape 3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" name="Google Shape;3358;g3203c493299_0_55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9" name="Google Shape;3359;g3203c493299_0_5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8" name="Shape 3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" name="Google Shape;3379;g3203c493299_0_56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0" name="Google Shape;3380;g3203c493299_0_56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9" name="Shape 3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0" name="Google Shape;3400;g3203c493299_0_5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1" name="Google Shape;3401;g3203c493299_0_5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7" name="Shape 3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8" name="Google Shape;3418;g3203c493299_0_5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9" name="Google Shape;3419;g3203c493299_0_5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2" name="Shape 3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3" name="Google Shape;3433;g3203c493299_0_56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4" name="Google Shape;3434;g3203c493299_0_56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Relationship Id="rId4" Type="http://schemas.openxmlformats.org/officeDocument/2006/relationships/image" Target="../media/image21.png"/><Relationship Id="rId5" Type="http://schemas.openxmlformats.org/officeDocument/2006/relationships/image" Target="../media/image20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3.png"/><Relationship Id="rId4" Type="http://schemas.openxmlformats.org/officeDocument/2006/relationships/image" Target="../media/image113.png"/><Relationship Id="rId5" Type="http://schemas.openxmlformats.org/officeDocument/2006/relationships/image" Target="../media/image16.png"/><Relationship Id="rId6" Type="http://schemas.openxmlformats.org/officeDocument/2006/relationships/image" Target="../media/image19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113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image" Target="../media/image28.png"/><Relationship Id="rId7" Type="http://schemas.openxmlformats.org/officeDocument/2006/relationships/image" Target="../media/image16.png"/><Relationship Id="rId8" Type="http://schemas.openxmlformats.org/officeDocument/2006/relationships/image" Target="../media/image19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113.png"/><Relationship Id="rId4" Type="http://schemas.openxmlformats.org/officeDocument/2006/relationships/image" Target="../media/image25.png"/><Relationship Id="rId10" Type="http://schemas.openxmlformats.org/officeDocument/2006/relationships/image" Target="../media/image31.png"/><Relationship Id="rId9" Type="http://schemas.openxmlformats.org/officeDocument/2006/relationships/image" Target="../media/image19.png"/><Relationship Id="rId5" Type="http://schemas.openxmlformats.org/officeDocument/2006/relationships/image" Target="../media/image17.png"/><Relationship Id="rId6" Type="http://schemas.openxmlformats.org/officeDocument/2006/relationships/image" Target="../media/image13.png"/><Relationship Id="rId7" Type="http://schemas.openxmlformats.org/officeDocument/2006/relationships/image" Target="../media/image28.png"/><Relationship Id="rId8" Type="http://schemas.openxmlformats.org/officeDocument/2006/relationships/image" Target="../media/image1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29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29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29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29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29.png"/><Relationship Id="rId4" Type="http://schemas.openxmlformats.org/officeDocument/2006/relationships/image" Target="../media/image35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29.png"/><Relationship Id="rId4" Type="http://schemas.openxmlformats.org/officeDocument/2006/relationships/image" Target="../media/image35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29.png"/><Relationship Id="rId4" Type="http://schemas.openxmlformats.org/officeDocument/2006/relationships/image" Target="../media/image35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29.png"/><Relationship Id="rId4" Type="http://schemas.openxmlformats.org/officeDocument/2006/relationships/image" Target="../media/image35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image" Target="../media/image35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41.png"/><Relationship Id="rId4" Type="http://schemas.openxmlformats.org/officeDocument/2006/relationships/image" Target="../media/image45.png"/><Relationship Id="rId5" Type="http://schemas.openxmlformats.org/officeDocument/2006/relationships/image" Target="../media/image35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4.png"/><Relationship Id="rId4" Type="http://schemas.openxmlformats.org/officeDocument/2006/relationships/image" Target="../media/image47.png"/><Relationship Id="rId5" Type="http://schemas.openxmlformats.org/officeDocument/2006/relationships/image" Target="../media/image35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9.png"/><Relationship Id="rId4" Type="http://schemas.openxmlformats.org/officeDocument/2006/relationships/image" Target="../media/image56.png"/><Relationship Id="rId5" Type="http://schemas.openxmlformats.org/officeDocument/2006/relationships/image" Target="../media/image35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39.png"/><Relationship Id="rId4" Type="http://schemas.openxmlformats.org/officeDocument/2006/relationships/image" Target="../media/image35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45.png"/><Relationship Id="rId4" Type="http://schemas.openxmlformats.org/officeDocument/2006/relationships/image" Target="../media/image35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7.png"/><Relationship Id="rId4" Type="http://schemas.openxmlformats.org/officeDocument/2006/relationships/image" Target="../media/image35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56.png"/><Relationship Id="rId4" Type="http://schemas.openxmlformats.org/officeDocument/2006/relationships/image" Target="../media/image35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39.png"/><Relationship Id="rId4" Type="http://schemas.openxmlformats.org/officeDocument/2006/relationships/image" Target="../media/image35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45.png"/><Relationship Id="rId4" Type="http://schemas.openxmlformats.org/officeDocument/2006/relationships/image" Target="../media/image35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7.png"/><Relationship Id="rId4" Type="http://schemas.openxmlformats.org/officeDocument/2006/relationships/image" Target="../media/image35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56.png"/><Relationship Id="rId4" Type="http://schemas.openxmlformats.org/officeDocument/2006/relationships/image" Target="../media/image35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35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35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35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80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80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80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80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81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81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81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81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113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image" Target="../media/image28.png"/><Relationship Id="rId7" Type="http://schemas.openxmlformats.org/officeDocument/2006/relationships/image" Target="../media/image16.png"/><Relationship Id="rId8" Type="http://schemas.openxmlformats.org/officeDocument/2006/relationships/image" Target="../media/image19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8.png"/><Relationship Id="rId4" Type="http://schemas.openxmlformats.org/officeDocument/2006/relationships/image" Target="../media/image2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99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97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101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4.png"/><Relationship Id="rId3" Type="http://schemas.openxmlformats.org/officeDocument/2006/relationships/image" Target="../media/image106.png"/><Relationship Id="rId4" Type="http://schemas.openxmlformats.org/officeDocument/2006/relationships/image" Target="../media/image105.png"/><Relationship Id="rId5" Type="http://schemas.openxmlformats.org/officeDocument/2006/relationships/image" Target="../media/image108.png"/><Relationship Id="rId6" Type="http://schemas.openxmlformats.org/officeDocument/2006/relationships/image" Target="../media/image107.png"/><Relationship Id="rId7" Type="http://schemas.openxmlformats.org/officeDocument/2006/relationships/image" Target="../media/image110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13.png"/><Relationship Id="rId4" Type="http://schemas.openxmlformats.org/officeDocument/2006/relationships/image" Target="../media/image113.png"/><Relationship Id="rId5" Type="http://schemas.openxmlformats.org/officeDocument/2006/relationships/image" Target="../media/image16.png"/><Relationship Id="rId6" Type="http://schemas.openxmlformats.org/officeDocument/2006/relationships/image" Target="../media/image19.png"/><Relationship Id="rId7" Type="http://schemas.openxmlformats.org/officeDocument/2006/relationships/image" Target="../media/image18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113.png"/><Relationship Id="rId4" Type="http://schemas.openxmlformats.org/officeDocument/2006/relationships/image" Target="../media/image17.png"/><Relationship Id="rId9" Type="http://schemas.openxmlformats.org/officeDocument/2006/relationships/image" Target="../media/image18.png"/><Relationship Id="rId5" Type="http://schemas.openxmlformats.org/officeDocument/2006/relationships/image" Target="../media/image13.png"/><Relationship Id="rId6" Type="http://schemas.openxmlformats.org/officeDocument/2006/relationships/image" Target="../media/image28.png"/><Relationship Id="rId7" Type="http://schemas.openxmlformats.org/officeDocument/2006/relationships/image" Target="../media/image16.png"/><Relationship Id="rId8" Type="http://schemas.openxmlformats.org/officeDocument/2006/relationships/image" Target="../media/image19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113.png"/><Relationship Id="rId4" Type="http://schemas.openxmlformats.org/officeDocument/2006/relationships/image" Target="../media/image25.png"/><Relationship Id="rId11" Type="http://schemas.openxmlformats.org/officeDocument/2006/relationships/image" Target="../media/image18.png"/><Relationship Id="rId10" Type="http://schemas.openxmlformats.org/officeDocument/2006/relationships/image" Target="../media/image31.png"/><Relationship Id="rId9" Type="http://schemas.openxmlformats.org/officeDocument/2006/relationships/image" Target="../media/image19.png"/><Relationship Id="rId5" Type="http://schemas.openxmlformats.org/officeDocument/2006/relationships/image" Target="../media/image17.png"/><Relationship Id="rId6" Type="http://schemas.openxmlformats.org/officeDocument/2006/relationships/image" Target="../media/image13.png"/><Relationship Id="rId7" Type="http://schemas.openxmlformats.org/officeDocument/2006/relationships/image" Target="../media/image28.png"/><Relationship Id="rId8" Type="http://schemas.openxmlformats.org/officeDocument/2006/relationships/image" Target="../media/image16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29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29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29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29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29.png"/><Relationship Id="rId4" Type="http://schemas.openxmlformats.org/officeDocument/2006/relationships/image" Target="../media/image35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29.png"/><Relationship Id="rId4" Type="http://schemas.openxmlformats.org/officeDocument/2006/relationships/image" Target="../media/image35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29.png"/><Relationship Id="rId4" Type="http://schemas.openxmlformats.org/officeDocument/2006/relationships/image" Target="../media/image35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29.png"/><Relationship Id="rId4" Type="http://schemas.openxmlformats.org/officeDocument/2006/relationships/image" Target="../media/image35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0.png"/><Relationship Id="rId3" Type="http://schemas.openxmlformats.org/officeDocument/2006/relationships/image" Target="../media/image32.png"/><Relationship Id="rId4" Type="http://schemas.openxmlformats.org/officeDocument/2006/relationships/image" Target="../media/image35.png"/><Relationship Id="rId5" Type="http://schemas.openxmlformats.org/officeDocument/2006/relationships/image" Target="../media/image131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35.png"/><Relationship Id="rId4" Type="http://schemas.openxmlformats.org/officeDocument/2006/relationships/image" Target="../media/image131.png"/><Relationship Id="rId5" Type="http://schemas.openxmlformats.org/officeDocument/2006/relationships/image" Target="../media/image130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35.png"/><Relationship Id="rId4" Type="http://schemas.openxmlformats.org/officeDocument/2006/relationships/image" Target="../media/image131.png"/><Relationship Id="rId5" Type="http://schemas.openxmlformats.org/officeDocument/2006/relationships/image" Target="../media/image130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131.png"/><Relationship Id="rId5" Type="http://schemas.openxmlformats.org/officeDocument/2006/relationships/image" Target="../media/image130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35.png"/><Relationship Id="rId4" Type="http://schemas.openxmlformats.org/officeDocument/2006/relationships/image" Target="../media/image131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35.png"/><Relationship Id="rId4" Type="http://schemas.openxmlformats.org/officeDocument/2006/relationships/image" Target="../media/image131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35.png"/><Relationship Id="rId4" Type="http://schemas.openxmlformats.org/officeDocument/2006/relationships/image" Target="../media/image131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131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35.png"/><Relationship Id="rId4" Type="http://schemas.openxmlformats.org/officeDocument/2006/relationships/image" Target="../media/image131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35.png"/><Relationship Id="rId4" Type="http://schemas.openxmlformats.org/officeDocument/2006/relationships/image" Target="../media/image131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35.png"/><Relationship Id="rId4" Type="http://schemas.openxmlformats.org/officeDocument/2006/relationships/image" Target="../media/image131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131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35.png"/><Relationship Id="rId4" Type="http://schemas.openxmlformats.org/officeDocument/2006/relationships/image" Target="../media/image131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35.png"/><Relationship Id="rId4" Type="http://schemas.openxmlformats.org/officeDocument/2006/relationships/image" Target="../media/image131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35.png"/><Relationship Id="rId4" Type="http://schemas.openxmlformats.org/officeDocument/2006/relationships/image" Target="../media/image131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131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35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35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35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0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80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80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0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1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81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81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1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Relationship Id="rId3" Type="http://schemas.openxmlformats.org/officeDocument/2006/relationships/image" Target="../media/image98.png"/><Relationship Id="rId4" Type="http://schemas.openxmlformats.org/officeDocument/2006/relationships/image" Target="../media/image2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99.png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97.png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101.png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png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4.png"/><Relationship Id="rId3" Type="http://schemas.openxmlformats.org/officeDocument/2006/relationships/image" Target="../media/image106.png"/><Relationship Id="rId4" Type="http://schemas.openxmlformats.org/officeDocument/2006/relationships/image" Target="../media/image105.png"/><Relationship Id="rId5" Type="http://schemas.openxmlformats.org/officeDocument/2006/relationships/image" Target="../media/image108.png"/><Relationship Id="rId6" Type="http://schemas.openxmlformats.org/officeDocument/2006/relationships/image" Target="../media/image107.png"/><Relationship Id="rId7" Type="http://schemas.openxmlformats.org/officeDocument/2006/relationships/image" Target="../media/image110.png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.png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.png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.png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.png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Relationship Id="rId3" Type="http://schemas.openxmlformats.org/officeDocument/2006/relationships/image" Target="../media/image13.png"/><Relationship Id="rId4" Type="http://schemas.openxmlformats.org/officeDocument/2006/relationships/image" Target="../media/image113.png"/><Relationship Id="rId5" Type="http://schemas.openxmlformats.org/officeDocument/2006/relationships/image" Target="../media/image16.png"/><Relationship Id="rId6" Type="http://schemas.openxmlformats.org/officeDocument/2006/relationships/image" Target="../media/image19.png"/><Relationship Id="rId7" Type="http://schemas.openxmlformats.org/officeDocument/2006/relationships/image" Target="../media/image18.png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3.png"/><Relationship Id="rId3" Type="http://schemas.openxmlformats.org/officeDocument/2006/relationships/image" Target="../media/image113.png"/><Relationship Id="rId4" Type="http://schemas.openxmlformats.org/officeDocument/2006/relationships/image" Target="../media/image17.png"/><Relationship Id="rId9" Type="http://schemas.openxmlformats.org/officeDocument/2006/relationships/image" Target="../media/image18.png"/><Relationship Id="rId5" Type="http://schemas.openxmlformats.org/officeDocument/2006/relationships/image" Target="../media/image13.png"/><Relationship Id="rId6" Type="http://schemas.openxmlformats.org/officeDocument/2006/relationships/image" Target="../media/image28.png"/><Relationship Id="rId7" Type="http://schemas.openxmlformats.org/officeDocument/2006/relationships/image" Target="../media/image16.png"/><Relationship Id="rId8" Type="http://schemas.openxmlformats.org/officeDocument/2006/relationships/image" Target="../media/image19.png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3.png"/><Relationship Id="rId3" Type="http://schemas.openxmlformats.org/officeDocument/2006/relationships/image" Target="../media/image113.png"/><Relationship Id="rId4" Type="http://schemas.openxmlformats.org/officeDocument/2006/relationships/image" Target="../media/image25.png"/><Relationship Id="rId11" Type="http://schemas.openxmlformats.org/officeDocument/2006/relationships/image" Target="../media/image18.png"/><Relationship Id="rId10" Type="http://schemas.openxmlformats.org/officeDocument/2006/relationships/image" Target="../media/image31.png"/><Relationship Id="rId9" Type="http://schemas.openxmlformats.org/officeDocument/2006/relationships/image" Target="../media/image19.png"/><Relationship Id="rId5" Type="http://schemas.openxmlformats.org/officeDocument/2006/relationships/image" Target="../media/image17.png"/><Relationship Id="rId6" Type="http://schemas.openxmlformats.org/officeDocument/2006/relationships/image" Target="../media/image13.png"/><Relationship Id="rId7" Type="http://schemas.openxmlformats.org/officeDocument/2006/relationships/image" Target="../media/image28.png"/><Relationship Id="rId8" Type="http://schemas.openxmlformats.org/officeDocument/2006/relationships/image" Target="../media/image16.png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2.png"/><Relationship Id="rId3" Type="http://schemas.openxmlformats.org/officeDocument/2006/relationships/image" Target="../media/image29.png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0.png"/><Relationship Id="rId3" Type="http://schemas.openxmlformats.org/officeDocument/2006/relationships/image" Target="../media/image29.png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3.png"/><Relationship Id="rId3" Type="http://schemas.openxmlformats.org/officeDocument/2006/relationships/image" Target="../media/image29.png"/></Relationships>
</file>

<file path=ppt/slideLayouts/_rels/slideLayout1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4.png"/><Relationship Id="rId3" Type="http://schemas.openxmlformats.org/officeDocument/2006/relationships/image" Target="../media/image29.png"/></Relationships>
</file>

<file path=ppt/slideLayouts/_rels/slideLayout1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2.png"/><Relationship Id="rId3" Type="http://schemas.openxmlformats.org/officeDocument/2006/relationships/image" Target="../media/image29.png"/><Relationship Id="rId4" Type="http://schemas.openxmlformats.org/officeDocument/2006/relationships/image" Target="../media/image35.png"/></Relationships>
</file>

<file path=ppt/slideLayouts/_rels/slideLayout1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0.png"/><Relationship Id="rId3" Type="http://schemas.openxmlformats.org/officeDocument/2006/relationships/image" Target="../media/image29.png"/><Relationship Id="rId4" Type="http://schemas.openxmlformats.org/officeDocument/2006/relationships/image" Target="../media/image35.png"/></Relationships>
</file>

<file path=ppt/slideLayouts/_rels/slideLayout1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3.png"/><Relationship Id="rId3" Type="http://schemas.openxmlformats.org/officeDocument/2006/relationships/image" Target="../media/image29.png"/><Relationship Id="rId4" Type="http://schemas.openxmlformats.org/officeDocument/2006/relationships/image" Target="../media/image35.png"/></Relationships>
</file>

<file path=ppt/slideLayouts/_rels/slideLayout1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4.png"/><Relationship Id="rId3" Type="http://schemas.openxmlformats.org/officeDocument/2006/relationships/image" Target="../media/image29.png"/><Relationship Id="rId4" Type="http://schemas.openxmlformats.org/officeDocument/2006/relationships/image" Target="../media/image35.png"/></Relationships>
</file>

<file path=ppt/slideLayouts/_rels/slideLayout1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0.png"/><Relationship Id="rId3" Type="http://schemas.openxmlformats.org/officeDocument/2006/relationships/image" Target="../media/image32.png"/><Relationship Id="rId4" Type="http://schemas.openxmlformats.org/officeDocument/2006/relationships/image" Target="../media/image35.png"/><Relationship Id="rId5" Type="http://schemas.openxmlformats.org/officeDocument/2006/relationships/image" Target="../media/image131.png"/></Relationships>
</file>

<file path=ppt/slideLayouts/_rels/slideLayout1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0.png"/><Relationship Id="rId3" Type="http://schemas.openxmlformats.org/officeDocument/2006/relationships/image" Target="../media/image35.png"/><Relationship Id="rId4" Type="http://schemas.openxmlformats.org/officeDocument/2006/relationships/image" Target="../media/image131.png"/><Relationship Id="rId5" Type="http://schemas.openxmlformats.org/officeDocument/2006/relationships/image" Target="../media/image130.png"/></Relationships>
</file>

<file path=ppt/slideLayouts/_rels/slideLayout1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3.png"/><Relationship Id="rId3" Type="http://schemas.openxmlformats.org/officeDocument/2006/relationships/image" Target="../media/image35.png"/><Relationship Id="rId4" Type="http://schemas.openxmlformats.org/officeDocument/2006/relationships/image" Target="../media/image131.png"/><Relationship Id="rId5" Type="http://schemas.openxmlformats.org/officeDocument/2006/relationships/image" Target="../media/image130.png"/></Relationships>
</file>

<file path=ppt/slideLayouts/_rels/slideLayout1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131.png"/><Relationship Id="rId5" Type="http://schemas.openxmlformats.org/officeDocument/2006/relationships/image" Target="../media/image130.png"/></Relationships>
</file>

<file path=ppt/slideLayouts/_rels/slideLayout1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2.png"/><Relationship Id="rId3" Type="http://schemas.openxmlformats.org/officeDocument/2006/relationships/image" Target="../media/image35.png"/><Relationship Id="rId4" Type="http://schemas.openxmlformats.org/officeDocument/2006/relationships/image" Target="../media/image131.png"/></Relationships>
</file>

<file path=ppt/slideLayouts/_rels/slideLayout1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0.png"/><Relationship Id="rId3" Type="http://schemas.openxmlformats.org/officeDocument/2006/relationships/image" Target="../media/image35.png"/><Relationship Id="rId4" Type="http://schemas.openxmlformats.org/officeDocument/2006/relationships/image" Target="../media/image131.png"/></Relationships>
</file>

<file path=ppt/slideLayouts/_rels/slideLayout1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3.png"/><Relationship Id="rId3" Type="http://schemas.openxmlformats.org/officeDocument/2006/relationships/image" Target="../media/image35.png"/><Relationship Id="rId4" Type="http://schemas.openxmlformats.org/officeDocument/2006/relationships/image" Target="../media/image131.png"/></Relationships>
</file>

<file path=ppt/slideLayouts/_rels/slideLayout1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131.png"/></Relationships>
</file>

<file path=ppt/slideLayouts/_rels/slideLayout1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2.png"/><Relationship Id="rId3" Type="http://schemas.openxmlformats.org/officeDocument/2006/relationships/image" Target="../media/image35.png"/><Relationship Id="rId4" Type="http://schemas.openxmlformats.org/officeDocument/2006/relationships/image" Target="../media/image131.png"/></Relationships>
</file>

<file path=ppt/slideLayouts/_rels/slideLayout1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0.png"/><Relationship Id="rId3" Type="http://schemas.openxmlformats.org/officeDocument/2006/relationships/image" Target="../media/image35.png"/><Relationship Id="rId4" Type="http://schemas.openxmlformats.org/officeDocument/2006/relationships/image" Target="../media/image131.png"/></Relationships>
</file>

<file path=ppt/slideLayouts/_rels/slideLayout1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3.png"/><Relationship Id="rId3" Type="http://schemas.openxmlformats.org/officeDocument/2006/relationships/image" Target="../media/image35.png"/><Relationship Id="rId4" Type="http://schemas.openxmlformats.org/officeDocument/2006/relationships/image" Target="../media/image131.png"/></Relationships>
</file>

<file path=ppt/slideLayouts/_rels/slideLayout1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131.png"/></Relationships>
</file>

<file path=ppt/slideLayouts/_rels/slideLayout1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2.png"/><Relationship Id="rId3" Type="http://schemas.openxmlformats.org/officeDocument/2006/relationships/image" Target="../media/image35.png"/><Relationship Id="rId4" Type="http://schemas.openxmlformats.org/officeDocument/2006/relationships/image" Target="../media/image131.png"/></Relationships>
</file>

<file path=ppt/slideLayouts/_rels/slideLayout1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0.png"/><Relationship Id="rId3" Type="http://schemas.openxmlformats.org/officeDocument/2006/relationships/image" Target="../media/image35.png"/><Relationship Id="rId4" Type="http://schemas.openxmlformats.org/officeDocument/2006/relationships/image" Target="../media/image131.png"/></Relationships>
</file>

<file path=ppt/slideLayouts/_rels/slideLayout1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3.png"/><Relationship Id="rId3" Type="http://schemas.openxmlformats.org/officeDocument/2006/relationships/image" Target="../media/image35.png"/><Relationship Id="rId4" Type="http://schemas.openxmlformats.org/officeDocument/2006/relationships/image" Target="../media/image131.png"/></Relationships>
</file>

<file path=ppt/slideLayouts/_rels/slideLayout1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131.png"/></Relationships>
</file>

<file path=ppt/slideLayouts/_rels/slideLayout1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2.png"/><Relationship Id="rId3" Type="http://schemas.openxmlformats.org/officeDocument/2006/relationships/image" Target="../media/image35.png"/></Relationships>
</file>

<file path=ppt/slideLayouts/_rels/slideLayout1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0.png"/><Relationship Id="rId3" Type="http://schemas.openxmlformats.org/officeDocument/2006/relationships/image" Target="../media/image35.png"/></Relationships>
</file>

<file path=ppt/slideLayouts/_rels/slideLayout1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3.png"/><Relationship Id="rId3" Type="http://schemas.openxmlformats.org/officeDocument/2006/relationships/image" Target="../media/image35.png"/></Relationships>
</file>

<file path=ppt/slideLayouts/_rels/slideLayout1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Layouts/_rels/slideLayout1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2.png"/><Relationship Id="rId3" Type="http://schemas.openxmlformats.org/officeDocument/2006/relationships/image" Target="../media/image80.png"/></Relationships>
</file>

<file path=ppt/slideLayouts/_rels/slideLayout1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0.png"/><Relationship Id="rId3" Type="http://schemas.openxmlformats.org/officeDocument/2006/relationships/image" Target="../media/image80.png"/></Relationships>
</file>

<file path=ppt/slideLayouts/_rels/slideLayout1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3.png"/><Relationship Id="rId3" Type="http://schemas.openxmlformats.org/officeDocument/2006/relationships/image" Target="../media/image80.png"/></Relationships>
</file>

<file path=ppt/slideLayouts/_rels/slideLayout1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4.png"/><Relationship Id="rId3" Type="http://schemas.openxmlformats.org/officeDocument/2006/relationships/image" Target="../media/image80.png"/></Relationships>
</file>

<file path=ppt/slideLayouts/_rels/slideLayout1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2.png"/><Relationship Id="rId3" Type="http://schemas.openxmlformats.org/officeDocument/2006/relationships/image" Target="../media/image81.png"/></Relationships>
</file>

<file path=ppt/slideLayouts/_rels/slideLayout1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0.png"/><Relationship Id="rId3" Type="http://schemas.openxmlformats.org/officeDocument/2006/relationships/image" Target="../media/image81.png"/></Relationships>
</file>

<file path=ppt/slideLayouts/_rels/slideLayout1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3.png"/><Relationship Id="rId3" Type="http://schemas.openxmlformats.org/officeDocument/2006/relationships/image" Target="../media/image81.png"/></Relationships>
</file>

<file path=ppt/slideLayouts/_rels/slideLayout1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4.png"/><Relationship Id="rId3" Type="http://schemas.openxmlformats.org/officeDocument/2006/relationships/image" Target="../media/image81.png"/></Relationships>
</file>

<file path=ppt/slideLayouts/_rels/slideLayout1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.png"/></Relationships>
</file>

<file path=ppt/slideLayouts/_rels/slideLayout1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.png"/></Relationships>
</file>

<file path=ppt/slideLayouts/_rels/slideLayout1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1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png"/></Relationships>
</file>

<file path=ppt/slideLayouts/_rels/slideLayout1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.png"/></Relationships>
</file>

<file path=ppt/slideLayouts/_rels/slideLayout1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.png"/></Relationships>
</file>

<file path=ppt/slideLayouts/_rels/slideLayout1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2.png"/><Relationship Id="rId3" Type="http://schemas.openxmlformats.org/officeDocument/2006/relationships/image" Target="../media/image80.png"/></Relationships>
</file>

<file path=ppt/slideLayouts/_rels/slideLayout1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2.png"/><Relationship Id="rId3" Type="http://schemas.openxmlformats.org/officeDocument/2006/relationships/image" Target="../media/image81.png"/></Relationships>
</file>

<file path=ppt/slideLayouts/_rels/slideLayout1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0.png"/><Relationship Id="rId3" Type="http://schemas.openxmlformats.org/officeDocument/2006/relationships/image" Target="../media/image80.png"/></Relationships>
</file>

<file path=ppt/slideLayouts/_rels/slideLayout1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0.png"/><Relationship Id="rId3" Type="http://schemas.openxmlformats.org/officeDocument/2006/relationships/image" Target="../media/image81.png"/></Relationships>
</file>

<file path=ppt/slideLayouts/_rels/slideLayout1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.png"/></Relationships>
</file>

<file path=ppt/slideLayouts/_rels/slideLayout1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Relationship Id="rId3" Type="http://schemas.openxmlformats.org/officeDocument/2006/relationships/image" Target="../media/image10.png"/><Relationship Id="rId4" Type="http://schemas.openxmlformats.org/officeDocument/2006/relationships/image" Target="../media/image193.png"/><Relationship Id="rId5" Type="http://schemas.openxmlformats.org/officeDocument/2006/relationships/image" Target="../media/image2.png"/></Relationships>
</file>

<file path=ppt/slideLayouts/_rels/slideLayout1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1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Layouts/_rels/slideLayout1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97.png"/></Relationships>
</file>

<file path=ppt/slideLayouts/_rels/slideLayout1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98.png"/></Relationships>
</file>

<file path=ppt/slideLayouts/_rels/slideLayout1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200.png"/></Relationships>
</file>

<file path=ppt/slideLayouts/_rels/slideLayout1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208.png"/></Relationships>
</file>

<file path=ppt/slideLayouts/_rels/slideLayout1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1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204.png"/></Relationships>
</file>

<file path=ppt/slideLayouts/_rels/slideLayout1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Relationship Id="rId3" Type="http://schemas.openxmlformats.org/officeDocument/2006/relationships/image" Target="../media/image98.png"/><Relationship Id="rId4" Type="http://schemas.openxmlformats.org/officeDocument/2006/relationships/image" Target="../media/image2.png"/></Relationships>
</file>

<file path=ppt/slideLayouts/_rels/slideLayout1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206.png"/></Relationships>
</file>

<file path=ppt/slideLayouts/_rels/slideLayout1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99.png"/></Relationships>
</file>

<file path=ppt/slideLayouts/_rels/slideLayout1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1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2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209.png"/></Relationships>
</file>

<file path=ppt/slideLayouts/_rels/slideLayout2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101.png"/></Relationships>
</file>

<file path=ppt/slideLayouts/_rels/slideLayout2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216.png"/></Relationships>
</file>

<file path=ppt/slideLayouts/_rels/slideLayout2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216.png"/></Relationships>
</file>

<file path=ppt/slideLayouts/_rels/slideLayout2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218.png"/></Relationships>
</file>

<file path=ppt/slideLayouts/_rels/slideLayout2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97.png"/></Relationships>
</file>

<file path=ppt/slideLayouts/_rels/slideLayout2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219.png"/></Relationships>
</file>

<file path=ppt/slideLayouts/_rels/slideLayout2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5.png"/></Relationships>
</file>

<file path=ppt/slideLayouts/_rels/slideLayout2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07.png"/><Relationship Id="rId3" Type="http://schemas.openxmlformats.org/officeDocument/2006/relationships/image" Target="../media/image225.png"/><Relationship Id="rId4" Type="http://schemas.openxmlformats.org/officeDocument/2006/relationships/image" Target="../media/image223.png"/></Relationships>
</file>

<file path=ppt/slideLayouts/_rels/slideLayout2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8.png"/></Relationships>
</file>

<file path=ppt/slideLayouts/_rels/slideLayout2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8.png"/></Relationships>
</file>

<file path=ppt/slideLayouts/_rels/slideLayout2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8.png"/></Relationships>
</file>

<file path=ppt/slideLayouts/_rels/slideLayout2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8.png"/></Relationships>
</file>

<file path=ppt/slideLayouts/_rels/slideLayout2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7.png"/><Relationship Id="rId3" Type="http://schemas.openxmlformats.org/officeDocument/2006/relationships/image" Target="../media/image13.png"/><Relationship Id="rId4" Type="http://schemas.openxmlformats.org/officeDocument/2006/relationships/image" Target="../media/image113.png"/><Relationship Id="rId5" Type="http://schemas.openxmlformats.org/officeDocument/2006/relationships/image" Target="../media/image16.png"/><Relationship Id="rId6" Type="http://schemas.openxmlformats.org/officeDocument/2006/relationships/image" Target="../media/image19.png"/><Relationship Id="rId7" Type="http://schemas.openxmlformats.org/officeDocument/2006/relationships/image" Target="../media/image18.png"/></Relationships>
</file>

<file path=ppt/slideLayouts/_rels/slideLayout2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3.png"/><Relationship Id="rId3" Type="http://schemas.openxmlformats.org/officeDocument/2006/relationships/image" Target="../media/image113.png"/><Relationship Id="rId4" Type="http://schemas.openxmlformats.org/officeDocument/2006/relationships/image" Target="../media/image17.png"/><Relationship Id="rId9" Type="http://schemas.openxmlformats.org/officeDocument/2006/relationships/image" Target="../media/image18.png"/><Relationship Id="rId5" Type="http://schemas.openxmlformats.org/officeDocument/2006/relationships/image" Target="../media/image13.png"/><Relationship Id="rId6" Type="http://schemas.openxmlformats.org/officeDocument/2006/relationships/image" Target="../media/image28.png"/><Relationship Id="rId7" Type="http://schemas.openxmlformats.org/officeDocument/2006/relationships/image" Target="../media/image16.png"/><Relationship Id="rId8" Type="http://schemas.openxmlformats.org/officeDocument/2006/relationships/image" Target="../media/image19.png"/></Relationships>
</file>

<file path=ppt/slideLayouts/_rels/slideLayout2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3.png"/><Relationship Id="rId3" Type="http://schemas.openxmlformats.org/officeDocument/2006/relationships/image" Target="../media/image113.png"/><Relationship Id="rId4" Type="http://schemas.openxmlformats.org/officeDocument/2006/relationships/image" Target="../media/image25.png"/><Relationship Id="rId11" Type="http://schemas.openxmlformats.org/officeDocument/2006/relationships/image" Target="../media/image18.png"/><Relationship Id="rId10" Type="http://schemas.openxmlformats.org/officeDocument/2006/relationships/image" Target="../media/image31.png"/><Relationship Id="rId9" Type="http://schemas.openxmlformats.org/officeDocument/2006/relationships/image" Target="../media/image19.png"/><Relationship Id="rId5" Type="http://schemas.openxmlformats.org/officeDocument/2006/relationships/image" Target="../media/image17.png"/><Relationship Id="rId6" Type="http://schemas.openxmlformats.org/officeDocument/2006/relationships/image" Target="../media/image13.png"/><Relationship Id="rId7" Type="http://schemas.openxmlformats.org/officeDocument/2006/relationships/image" Target="../media/image28.png"/><Relationship Id="rId8" Type="http://schemas.openxmlformats.org/officeDocument/2006/relationships/image" Target="../media/image16.png"/></Relationships>
</file>

<file path=ppt/slideLayouts/_rels/slideLayout2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2.png"/><Relationship Id="rId3" Type="http://schemas.openxmlformats.org/officeDocument/2006/relationships/image" Target="../media/image29.png"/></Relationships>
</file>

<file path=ppt/slideLayouts/_rels/slideLayout2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0.png"/><Relationship Id="rId3" Type="http://schemas.openxmlformats.org/officeDocument/2006/relationships/image" Target="../media/image29.png"/></Relationships>
</file>

<file path=ppt/slideLayouts/_rels/slideLayout2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3.png"/><Relationship Id="rId3" Type="http://schemas.openxmlformats.org/officeDocument/2006/relationships/image" Target="../media/image29.png"/></Relationships>
</file>

<file path=ppt/slideLayouts/_rels/slideLayout2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4.png"/><Relationship Id="rId3" Type="http://schemas.openxmlformats.org/officeDocument/2006/relationships/image" Target="../media/image29.png"/></Relationships>
</file>

<file path=ppt/slideLayouts/_rels/slideLayout2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2.png"/><Relationship Id="rId3" Type="http://schemas.openxmlformats.org/officeDocument/2006/relationships/image" Target="../media/image29.png"/><Relationship Id="rId4" Type="http://schemas.openxmlformats.org/officeDocument/2006/relationships/image" Target="../media/image35.png"/></Relationships>
</file>

<file path=ppt/slideLayouts/_rels/slideLayout2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0.png"/><Relationship Id="rId3" Type="http://schemas.openxmlformats.org/officeDocument/2006/relationships/image" Target="../media/image29.png"/><Relationship Id="rId4" Type="http://schemas.openxmlformats.org/officeDocument/2006/relationships/image" Target="../media/image35.png"/></Relationships>
</file>

<file path=ppt/slideLayouts/_rels/slideLayout2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3.png"/><Relationship Id="rId3" Type="http://schemas.openxmlformats.org/officeDocument/2006/relationships/image" Target="../media/image29.png"/><Relationship Id="rId4" Type="http://schemas.openxmlformats.org/officeDocument/2006/relationships/image" Target="../media/image35.png"/></Relationships>
</file>

<file path=ppt/slideLayouts/_rels/slideLayout2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4.png"/><Relationship Id="rId3" Type="http://schemas.openxmlformats.org/officeDocument/2006/relationships/image" Target="../media/image29.png"/><Relationship Id="rId4" Type="http://schemas.openxmlformats.org/officeDocument/2006/relationships/image" Target="../media/image35.png"/></Relationships>
</file>

<file path=ppt/slideLayouts/_rels/slideLayout2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0.png"/><Relationship Id="rId3" Type="http://schemas.openxmlformats.org/officeDocument/2006/relationships/image" Target="../media/image32.png"/><Relationship Id="rId4" Type="http://schemas.openxmlformats.org/officeDocument/2006/relationships/image" Target="../media/image35.png"/></Relationships>
</file>

<file path=ppt/slideLayouts/_rels/slideLayout2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0.png"/><Relationship Id="rId3" Type="http://schemas.openxmlformats.org/officeDocument/2006/relationships/image" Target="../media/image35.png"/><Relationship Id="rId4" Type="http://schemas.openxmlformats.org/officeDocument/2006/relationships/image" Target="../media/image130.png"/></Relationships>
</file>

<file path=ppt/slideLayouts/_rels/slideLayout2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3.png"/><Relationship Id="rId3" Type="http://schemas.openxmlformats.org/officeDocument/2006/relationships/image" Target="../media/image35.png"/><Relationship Id="rId4" Type="http://schemas.openxmlformats.org/officeDocument/2006/relationships/image" Target="../media/image130.png"/></Relationships>
</file>

<file path=ppt/slideLayouts/_rels/slideLayout2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130.png"/></Relationships>
</file>

<file path=ppt/slideLayouts/_rels/slideLayout2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2.png"/><Relationship Id="rId3" Type="http://schemas.openxmlformats.org/officeDocument/2006/relationships/image" Target="../media/image35.png"/><Relationship Id="rId4" Type="http://schemas.openxmlformats.org/officeDocument/2006/relationships/image" Target="../media/image131.png"/></Relationships>
</file>

<file path=ppt/slideLayouts/_rels/slideLayout2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0.png"/><Relationship Id="rId3" Type="http://schemas.openxmlformats.org/officeDocument/2006/relationships/image" Target="../media/image35.png"/><Relationship Id="rId4" Type="http://schemas.openxmlformats.org/officeDocument/2006/relationships/image" Target="../media/image131.png"/></Relationships>
</file>

<file path=ppt/slideLayouts/_rels/slideLayout2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3.png"/><Relationship Id="rId3" Type="http://schemas.openxmlformats.org/officeDocument/2006/relationships/image" Target="../media/image35.png"/><Relationship Id="rId4" Type="http://schemas.openxmlformats.org/officeDocument/2006/relationships/image" Target="../media/image131.png"/></Relationships>
</file>

<file path=ppt/slideLayouts/_rels/slideLayout2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131.png"/></Relationships>
</file>

<file path=ppt/slideLayouts/_rels/slideLayout2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2.png"/><Relationship Id="rId3" Type="http://schemas.openxmlformats.org/officeDocument/2006/relationships/image" Target="../media/image35.png"/><Relationship Id="rId4" Type="http://schemas.openxmlformats.org/officeDocument/2006/relationships/image" Target="../media/image131.png"/></Relationships>
</file>

<file path=ppt/slideLayouts/_rels/slideLayout2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0.png"/><Relationship Id="rId3" Type="http://schemas.openxmlformats.org/officeDocument/2006/relationships/image" Target="../media/image35.png"/><Relationship Id="rId4" Type="http://schemas.openxmlformats.org/officeDocument/2006/relationships/image" Target="../media/image131.png"/></Relationships>
</file>

<file path=ppt/slideLayouts/_rels/slideLayout2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3.png"/><Relationship Id="rId3" Type="http://schemas.openxmlformats.org/officeDocument/2006/relationships/image" Target="../media/image35.png"/><Relationship Id="rId4" Type="http://schemas.openxmlformats.org/officeDocument/2006/relationships/image" Target="../media/image131.png"/></Relationships>
</file>

<file path=ppt/slideLayouts/_rels/slideLayout2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131.png"/></Relationships>
</file>

<file path=ppt/slideLayouts/_rels/slideLayout2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2.png"/><Relationship Id="rId3" Type="http://schemas.openxmlformats.org/officeDocument/2006/relationships/image" Target="../media/image35.png"/><Relationship Id="rId4" Type="http://schemas.openxmlformats.org/officeDocument/2006/relationships/image" Target="../media/image131.png"/></Relationships>
</file>

<file path=ppt/slideLayouts/_rels/slideLayout2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0.png"/><Relationship Id="rId3" Type="http://schemas.openxmlformats.org/officeDocument/2006/relationships/image" Target="../media/image35.png"/><Relationship Id="rId4" Type="http://schemas.openxmlformats.org/officeDocument/2006/relationships/image" Target="../media/image131.png"/></Relationships>
</file>

<file path=ppt/slideLayouts/_rels/slideLayout2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3.png"/><Relationship Id="rId3" Type="http://schemas.openxmlformats.org/officeDocument/2006/relationships/image" Target="../media/image35.png"/><Relationship Id="rId4" Type="http://schemas.openxmlformats.org/officeDocument/2006/relationships/image" Target="../media/image131.png"/></Relationships>
</file>

<file path=ppt/slideLayouts/_rels/slideLayout2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131.png"/></Relationships>
</file>

<file path=ppt/slideLayouts/_rels/slideLayout2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2.png"/><Relationship Id="rId3" Type="http://schemas.openxmlformats.org/officeDocument/2006/relationships/image" Target="../media/image35.png"/></Relationships>
</file>

<file path=ppt/slideLayouts/_rels/slideLayout2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0.png"/><Relationship Id="rId3" Type="http://schemas.openxmlformats.org/officeDocument/2006/relationships/image" Target="../media/image35.png"/></Relationships>
</file>

<file path=ppt/slideLayouts/_rels/slideLayout2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3.png"/><Relationship Id="rId3" Type="http://schemas.openxmlformats.org/officeDocument/2006/relationships/image" Target="../media/image35.png"/></Relationships>
</file>

<file path=ppt/slideLayouts/_rels/slideLayout2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Layouts/_rels/slideLayout2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2.png"/><Relationship Id="rId3" Type="http://schemas.openxmlformats.org/officeDocument/2006/relationships/image" Target="../media/image80.png"/></Relationships>
</file>

<file path=ppt/slideLayouts/_rels/slideLayout2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0.png"/><Relationship Id="rId3" Type="http://schemas.openxmlformats.org/officeDocument/2006/relationships/image" Target="../media/image80.png"/></Relationships>
</file>

<file path=ppt/slideLayouts/_rels/slideLayout2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3.png"/><Relationship Id="rId3" Type="http://schemas.openxmlformats.org/officeDocument/2006/relationships/image" Target="../media/image80.png"/></Relationships>
</file>

<file path=ppt/slideLayouts/_rels/slideLayout2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4.png"/><Relationship Id="rId3" Type="http://schemas.openxmlformats.org/officeDocument/2006/relationships/image" Target="../media/image80.png"/></Relationships>
</file>

<file path=ppt/slideLayouts/_rels/slideLayout2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2.png"/><Relationship Id="rId3" Type="http://schemas.openxmlformats.org/officeDocument/2006/relationships/image" Target="../media/image81.png"/></Relationships>
</file>

<file path=ppt/slideLayouts/_rels/slideLayout2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0.png"/><Relationship Id="rId3" Type="http://schemas.openxmlformats.org/officeDocument/2006/relationships/image" Target="../media/image81.png"/></Relationships>
</file>

<file path=ppt/slideLayouts/_rels/slideLayout2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3.png"/><Relationship Id="rId3" Type="http://schemas.openxmlformats.org/officeDocument/2006/relationships/image" Target="../media/image81.png"/></Relationships>
</file>

<file path=ppt/slideLayouts/_rels/slideLayout2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4.png"/><Relationship Id="rId3" Type="http://schemas.openxmlformats.org/officeDocument/2006/relationships/image" Target="../media/image81.png"/></Relationships>
</file>

<file path=ppt/slideLayouts/_rels/slideLayout2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8.png"/></Relationships>
</file>

<file path=ppt/slideLayouts/_rels/slideLayout2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8.png"/></Relationships>
</file>

<file path=ppt/slideLayouts/_rels/slideLayout2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5.png"/></Relationships>
</file>

<file path=ppt/slideLayouts/_rels/slideLayout2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" name="Google Shape;45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6" name="Google Shape;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" name="Google Shape;53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4" name="Google Shape;5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3" name="Google Shape;6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" name="Google Shape;70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1" name="Google Shape;7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" name="Google Shape;78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" name="Google Shape;7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" name="Google Shape;84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/>
          <p:nvPr/>
        </p:nvSpPr>
        <p:spPr>
          <a:xfrm>
            <a:off x="324000" y="281457"/>
            <a:ext cx="28284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Lesson phase codes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2"/>
          <p:cNvSpPr/>
          <p:nvPr/>
        </p:nvSpPr>
        <p:spPr>
          <a:xfrm>
            <a:off x="1480224" y="1895406"/>
            <a:ext cx="31065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8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Check for understanding</a:t>
            </a:r>
            <a:endParaRPr i="0" sz="1800" u="none" cap="none" strike="noStrike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/>
          <p:nvPr/>
        </p:nvSpPr>
        <p:spPr>
          <a:xfrm>
            <a:off x="1473205" y="1217091"/>
            <a:ext cx="13635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800" u="none" cap="none" strike="noStrike">
                <a:latin typeface="Lexend"/>
                <a:ea typeface="Lexend"/>
                <a:cs typeface="Lexend"/>
                <a:sym typeface="Lexend"/>
              </a:rPr>
              <a:t>Explanation</a:t>
            </a:r>
            <a:endParaRPr i="0" sz="1800" u="none" cap="none" strike="noStrike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" name="Google Shape;89;p12"/>
          <p:cNvSpPr/>
          <p:nvPr/>
        </p:nvSpPr>
        <p:spPr>
          <a:xfrm>
            <a:off x="5919121" y="1217091"/>
            <a:ext cx="14856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8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Practice task</a:t>
            </a:r>
            <a:endParaRPr i="0" sz="1800" u="none" cap="none" strike="noStrike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" name="Google Shape;9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9713" y="1926054"/>
            <a:ext cx="594518" cy="59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9727" y="1079129"/>
            <a:ext cx="594518" cy="59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8872" y="1079129"/>
            <a:ext cx="594518" cy="5945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2"/>
          <p:cNvSpPr/>
          <p:nvPr/>
        </p:nvSpPr>
        <p:spPr>
          <a:xfrm>
            <a:off x="5919121" y="2033391"/>
            <a:ext cx="14856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i="0" sz="1800" u="none" cap="none" strike="noStrike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4" name="Google Shape;94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08872" y="1895429"/>
            <a:ext cx="594518" cy="59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7" name="Google Shape;107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8" name="Google Shape;108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1" name="Google Shape;121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0" name="Google Shape;130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1" name="Google Shape;131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2" name="Google Shape;132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40" name="Google Shape;140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41" name="Google Shape;141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7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36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7" name="Google Shape;147;p19"/>
          <p:cNvCxnSpPr>
            <a:endCxn id="14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49" name="Google Shape;14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/>
          <p:nvPr>
            <p:ph type="title"/>
          </p:nvPr>
        </p:nvSpPr>
        <p:spPr>
          <a:xfrm>
            <a:off x="1327200" y="2098136"/>
            <a:ext cx="6567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1" name="Google Shape;151;p19"/>
          <p:cNvSpPr txBox="1"/>
          <p:nvPr>
            <p:ph idx="2" type="title"/>
          </p:nvPr>
        </p:nvSpPr>
        <p:spPr>
          <a:xfrm>
            <a:off x="1369099" y="3053058"/>
            <a:ext cx="6567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2" name="Google Shape;152;p19"/>
          <p:cNvSpPr txBox="1"/>
          <p:nvPr>
            <p:ph idx="3" type="title"/>
          </p:nvPr>
        </p:nvSpPr>
        <p:spPr>
          <a:xfrm>
            <a:off x="324000" y="540000"/>
            <a:ext cx="83532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>
            <a:off x="324000" y="141750"/>
            <a:ext cx="238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8" name="Google Shape;148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 1">
  <p:cSld name="CUSTOM_3_2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5"/>
            <a:ext cx="7168824" cy="563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8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1" name="Google Shape;161;p20"/>
          <p:cNvCxnSpPr>
            <a:endCxn id="16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 txBox="1"/>
          <p:nvPr>
            <p:ph type="title"/>
          </p:nvPr>
        </p:nvSpPr>
        <p:spPr>
          <a:xfrm>
            <a:off x="1327200" y="1787025"/>
            <a:ext cx="6567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5" name="Google Shape;165;p20"/>
          <p:cNvSpPr txBox="1"/>
          <p:nvPr>
            <p:ph idx="2" type="title"/>
          </p:nvPr>
        </p:nvSpPr>
        <p:spPr>
          <a:xfrm>
            <a:off x="1369099" y="2830769"/>
            <a:ext cx="6567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6" name="Google Shape;166;p20"/>
          <p:cNvSpPr txBox="1"/>
          <p:nvPr>
            <p:ph idx="3" type="title"/>
          </p:nvPr>
        </p:nvSpPr>
        <p:spPr>
          <a:xfrm>
            <a:off x="1346644" y="3758275"/>
            <a:ext cx="661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7" name="Google Shape;167;p20"/>
          <p:cNvSpPr txBox="1"/>
          <p:nvPr>
            <p:ph idx="4" type="title"/>
          </p:nvPr>
        </p:nvSpPr>
        <p:spPr>
          <a:xfrm>
            <a:off x="324000" y="540000"/>
            <a:ext cx="83532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8" name="Google Shape;168;p20"/>
          <p:cNvSpPr txBox="1"/>
          <p:nvPr/>
        </p:nvSpPr>
        <p:spPr>
          <a:xfrm>
            <a:off x="324000" y="141750"/>
            <a:ext cx="238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9" name="Google Shape;169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4 Lesson outline (4)">
  <p:cSld name="CUSTOM_4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5"/>
            <a:ext cx="7168824" cy="563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168824" cy="563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8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60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9" name="Google Shape;179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80" name="Google Shape;180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1"/>
          <p:cNvSpPr txBox="1"/>
          <p:nvPr>
            <p:ph type="title"/>
          </p:nvPr>
        </p:nvSpPr>
        <p:spPr>
          <a:xfrm>
            <a:off x="1340800" y="1462160"/>
            <a:ext cx="6586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4" name="Google Shape;184;p21"/>
          <p:cNvSpPr txBox="1"/>
          <p:nvPr>
            <p:ph idx="2" type="title"/>
          </p:nvPr>
        </p:nvSpPr>
        <p:spPr>
          <a:xfrm>
            <a:off x="1340800" y="2292210"/>
            <a:ext cx="6586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5" name="Google Shape;185;p21"/>
          <p:cNvSpPr txBox="1"/>
          <p:nvPr>
            <p:ph idx="3" type="title"/>
          </p:nvPr>
        </p:nvSpPr>
        <p:spPr>
          <a:xfrm>
            <a:off x="1340800" y="3170285"/>
            <a:ext cx="6631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6" name="Google Shape;186;p21"/>
          <p:cNvSpPr txBox="1"/>
          <p:nvPr>
            <p:ph idx="4" type="title"/>
          </p:nvPr>
        </p:nvSpPr>
        <p:spPr>
          <a:xfrm>
            <a:off x="1340800" y="3971361"/>
            <a:ext cx="6631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7" name="Google Shape;187;p21"/>
          <p:cNvSpPr txBox="1"/>
          <p:nvPr>
            <p:ph idx="5" type="title"/>
          </p:nvPr>
        </p:nvSpPr>
        <p:spPr>
          <a:xfrm>
            <a:off x="324000" y="540000"/>
            <a:ext cx="83532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8" name="Google Shape;188;p21"/>
          <p:cNvSpPr txBox="1"/>
          <p:nvPr/>
        </p:nvSpPr>
        <p:spPr>
          <a:xfrm>
            <a:off x="324000" y="141750"/>
            <a:ext cx="238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9" name="Google Shape;189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1 Explanation blank - purple ">
  <p:cSld name="TITLE_AND_TWO_COLUMNS_1_1_6_2_1_4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94" name="Google Shape;19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95" name="Google Shape;19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2 Explanation blank - jade">
  <p:cSld name="TITLE_AND_TWO_COLUMNS_1_1_6_2_1_2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1" name="Google Shape;201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3" name="Google Shape;20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3 Explanation blank - blue ">
  <p:cSld name="TITLE_AND_TWO_COLUMNS_1_1_6_2_2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4 Explanation blank - pink ">
  <p:cSld name="TITLE_AND_TWO_COLUMNS_1_1_6_2_1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I do We do - purple">
  <p:cSld name="TITLE_AND_TWO_COLUMNS_1_1_9_2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6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EBED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0" name="Google Shape;220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23" name="Google Shape;223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24" name="Google Shape;224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25" name="Google Shape;22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26" name="Google Shape;22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7" name="Google Shape;22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8" name="Google Shape;22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29" name="Google Shape;22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0" name="Google Shape;23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2 I do We do - jade">
  <p:cSld name="TITLE_AND_TWO_COLUMNS_1_1_9_2_2_1_1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7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3" name="Google Shape;233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6" name="Google Shape;236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8" name="Google Shape;23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39" name="Google Shape;23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0" name="Google Shape;24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1" name="Google Shape;24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2" name="Google Shape;24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3" name="Google Shape;24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3 I do We do - blue">
  <p:cSld name="TITLE_AND_TWO_COLUMNS_1_1_9_2_3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8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EBED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6" name="Google Shape;246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9" name="Google Shape;249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1" name="Google Shape;251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2" name="Google Shape;252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3" name="Google Shape;253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4" name="Google Shape;254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5" name="Google Shape;255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6" name="Google Shape;256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4 I do We do - pink">
  <p:cSld name="TITLE_AND_TWO_COLUMNS_1_1_9_2_2_1_1_1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9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FAEA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9" name="Google Shape;25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2" name="Google Shape;262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4" name="Google Shape;264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5" name="Google Shape;265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6" name="Google Shape;266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7" name="Google Shape;267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8" name="Google Shape;268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9" name="Google Shape;269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CfU true/false justify - purple">
  <p:cSld name="TITLE_AND_TWO_COLUMNS_1_1_9_1_3_1">
    <p:bg>
      <p:bgPr>
        <a:solidFill>
          <a:srgbClr val="F3EEFB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30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79" name="Google Shape;279;p30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280" name="Google Shape;28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2" name="Google Shape;28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4" name="Google Shape;28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0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6" name="Google Shape;28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0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8" name="Google Shape;288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31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1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9" name="Google Shape;299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300" name="Google Shape;300;p31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01" name="Google Shape;30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3" name="Google Shape;30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5" name="Google Shape;30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1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7" name="Google Shape;30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1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9" name="Google Shape;309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3 CfU true/false justify - blue">
  <p:cSld name="TITLE_AND_TWO_COLUMNS_1_1_9_1_3_2">
    <p:bg>
      <p:bgPr>
        <a:solidFill>
          <a:srgbClr val="EBEDFE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32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32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321" name="Google Shape;321;p32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22" name="Google Shape;32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4" name="Google Shape;32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6" name="Google Shape;32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2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8" name="Google Shape;328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2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30" name="Google Shape;330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4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3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0" name="Google Shape;340;p33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342" name="Google Shape;342;p33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43" name="Google Shape;34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5" name="Google Shape;34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7" name="Google Shape;34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3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9" name="Google Shape;34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33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51" name="Google Shape;351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CfU 3 options - purple">
  <p:cSld name="TITLE_AND_TWO_COLUMNS_1_1_7_1">
    <p:bg>
      <p:bgPr>
        <a:solidFill>
          <a:srgbClr val="F3EEFB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8" name="Google Shape;358;p34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59" name="Google Shape;359;p34"/>
          <p:cNvSpPr txBox="1"/>
          <p:nvPr>
            <p:ph idx="2" type="subTitle"/>
          </p:nvPr>
        </p:nvSpPr>
        <p:spPr>
          <a:xfrm>
            <a:off x="809450" y="2908238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4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61" name="Google Shape;36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4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63" name="Google Shape;36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34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65" name="Google Shape;36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4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67" name="Google Shape;36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9" name="Google Shape;369;p34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2 CfU 3 options - jade">
  <p:cSld name="TITLE_AND_TWO_COLUMNS_1_1_7_1_1_1">
    <p:bg>
      <p:bgPr>
        <a:solidFill>
          <a:srgbClr val="E6F2F2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4" name="Google Shape;374;p35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75" name="Google Shape;375;p35"/>
          <p:cNvSpPr txBox="1"/>
          <p:nvPr>
            <p:ph idx="2" type="subTitle"/>
          </p:nvPr>
        </p:nvSpPr>
        <p:spPr>
          <a:xfrm>
            <a:off x="809450" y="2908238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76" name="Google Shape;376;p35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77" name="Google Shape;37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5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79" name="Google Shape;37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5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81" name="Google Shape;38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5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83" name="Google Shape;38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5" name="Google Shape;385;p35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3 CfU 3 options - blue">
  <p:cSld name="TITLE_AND_TWO_COLUMNS_1_1_7_2">
    <p:bg>
      <p:bgPr>
        <a:solidFill>
          <a:srgbClr val="EBEDFE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0" name="Google Shape;390;p36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1" name="Google Shape;391;p36"/>
          <p:cNvSpPr txBox="1"/>
          <p:nvPr>
            <p:ph idx="2" type="subTitle"/>
          </p:nvPr>
        </p:nvSpPr>
        <p:spPr>
          <a:xfrm>
            <a:off x="809450" y="2908238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2" name="Google Shape;392;p36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93" name="Google Shape;39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6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95" name="Google Shape;39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36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97" name="Google Shape;39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6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99" name="Google Shape;39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6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4 CfU 3 options - pink">
  <p:cSld name="TITLE_AND_TWO_COLUMNS_1_1_7_1_1_1_1">
    <p:bg>
      <p:bgPr>
        <a:solidFill>
          <a:srgbClr val="FAEAF6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7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7"/>
          <p:cNvSpPr txBox="1"/>
          <p:nvPr>
            <p:ph idx="2" type="subTitle"/>
          </p:nvPr>
        </p:nvSpPr>
        <p:spPr>
          <a:xfrm>
            <a:off x="809450" y="2908238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7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409" name="Google Shape;40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37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11" name="Google Shape;41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7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13" name="Google Shape;41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37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15" name="Google Shape;415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7" name="Google Shape;417;p37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CfU 4 options - purple">
  <p:cSld name="TITLE_AND_TWO_COLUMNS_1_1_8_1">
    <p:bg>
      <p:bgPr>
        <a:solidFill>
          <a:srgbClr val="F3EEFB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8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8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5" name="Google Shape;425;p38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6" name="Google Shape;426;p38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427" name="Google Shape;427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8" name="Google Shape;428;p38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9" name="Google Shape;429;p38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430" name="Google Shape;430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1" name="Google Shape;431;p38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2" name="Google Shape;432;p38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433" name="Google Shape;433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4" name="Google Shape;434;p38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5" name="Google Shape;435;p38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436" name="Google Shape;436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7" name="Google Shape;437;p38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438" name="Google Shape;438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8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CfU 4 options - jade">
  <p:cSld name="TITLE_AND_TWO_COLUMNS_1_1_8_1_1_1">
    <p:bg>
      <p:bgPr>
        <a:solidFill>
          <a:srgbClr val="E6F2F2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Google Shape;442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5" name="Google Shape;445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9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7" name="Google Shape;447;p39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8" name="Google Shape;448;p39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9" name="Google Shape;449;p39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450" name="Google Shape;450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9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2" name="Google Shape;452;p39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453" name="Google Shape;453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4" name="Google Shape;454;p39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5" name="Google Shape;455;p39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456" name="Google Shape;456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7" name="Google Shape;457;p39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8" name="Google Shape;458;p39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459" name="Google Shape;459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0" name="Google Shape;460;p39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461" name="Google Shape;461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3" name="Google Shape;463;p39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3 CfU 4 options - blue">
  <p:cSld name="TITLE_AND_TWO_COLUMNS_1_1_8_2">
    <p:bg>
      <p:bgPr>
        <a:solidFill>
          <a:srgbClr val="EBEDFE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" name="Google Shape;465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8" name="Google Shape;468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9" name="Google Shape;469;p40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0" name="Google Shape;470;p40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1" name="Google Shape;471;p40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72" name="Google Shape;472;p40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473" name="Google Shape;473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40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5" name="Google Shape;475;p40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476" name="Google Shape;476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7" name="Google Shape;477;p40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8" name="Google Shape;478;p40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479" name="Google Shape;47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0" name="Google Shape;480;p40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1" name="Google Shape;481;p40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482" name="Google Shape;482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3" name="Google Shape;483;p40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484" name="Google Shape;484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6" name="Google Shape;486;p40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4 CfU 4 options - pink">
  <p:cSld name="TITLE_AND_TWO_COLUMNS_1_1_8_1_1_1_1">
    <p:bg>
      <p:bgPr>
        <a:solidFill>
          <a:srgbClr val="FAEAF6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8" name="Google Shape;488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1" name="Google Shape;491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92" name="Google Shape;492;p41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93" name="Google Shape;493;p41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94" name="Google Shape;494;p41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5" name="Google Shape;495;p41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496" name="Google Shape;49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41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8" name="Google Shape;498;p41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499" name="Google Shape;499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0" name="Google Shape;500;p41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01" name="Google Shape;501;p41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502" name="Google Shape;502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3" name="Google Shape;503;p41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04" name="Google Shape;504;p41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505" name="Google Shape;505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6" name="Google Shape;506;p41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07" name="Google Shape;507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9" name="Google Shape;509;p41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1 CfU blank - purple ">
  <p:cSld name="TITLE_AND_TWO_COLUMNS_1_1_6_2">
    <p:bg>
      <p:bgPr>
        <a:solidFill>
          <a:srgbClr val="F3EEFB"/>
        </a:solid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4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514" name="Google Shape;51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6" name="Google Shape;516;p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2 CfU blank - jade ">
  <p:cSld name="TITLE_AND_TWO_COLUMNS_1_1_6_2_3_1">
    <p:bg>
      <p:bgPr>
        <a:solidFill>
          <a:srgbClr val="E6F2F2"/>
        </a:soli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8" name="Google Shape;51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4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521" name="Google Shape;52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3" name="Google Shape;523;p4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3 CfU blank - blue ">
  <p:cSld name="TITLE_AND_TWO_COLUMNS_1_1_6_3">
    <p:bg>
      <p:bgPr>
        <a:solidFill>
          <a:srgbClr val="EBEDFE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5" name="Google Shape;525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528" name="Google Shape;52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0" name="Google Shape;530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4 CfU blank - pink ">
  <p:cSld name="TITLE_AND_TWO_COLUMNS_1_1_6_2_3_1_1">
    <p:bg>
      <p:bgPr>
        <a:solidFill>
          <a:srgbClr val="FAEAF6"/>
        </a:soli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" name="Google Shape;532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535" name="Google Shape;53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7" name="Google Shape;537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1 Practice - purple ">
  <p:cSld name="TITLE_AND_TWO_COLUMNS_1_1_5_1_3_1_1"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" name="Google Shape;539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42" name="Google Shape;542;p46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3" name="Google Shape;543;p46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544" name="Google Shape;544;p4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545" name="Google Shape;545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2 Practice - jade">
  <p:cSld name="TITLE_AND_TWO_COLUMNS_1_1_5_1_3_1_1_1_1"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8" name="Google Shape;548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51" name="Google Shape;551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2" name="Google Shape;552;p47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3" name="Google Shape;553;p47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554" name="Google Shape;554;p4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555" name="Google Shape;55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3 Practice - blue ">
  <p:cSld name="TITLE_AND_TWO_COLUMNS_1_1_5_1_3_1_2"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7" name="Google Shape;557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60" name="Google Shape;560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1" name="Google Shape;561;p48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2" name="Google Shape;562;p48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563" name="Google Shape;563;p4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564" name="Google Shape;56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4 Practice - pink">
  <p:cSld name="TITLE_AND_TWO_COLUMNS_1_1_5_1_3_1_1_1_1_1"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6" name="Google Shape;56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69" name="Google Shape;569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9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1" name="Google Shape;571;p49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572" name="Google Shape;572;p4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573" name="Google Shape;57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1 Feedback - purple">
  <p:cSld name="TITLE_AND_TWO_COLUMNS_1_1_5_1_3_1_1_1"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5" name="Google Shape;575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78" name="Google Shape;578;p50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9" name="Google Shape;579;p50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580" name="Google Shape;580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581" name="Google Shape;58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2 Feedback - jade">
  <p:cSld name="TITLE_AND_TWO_COLUMNS_1_1_5_1_3_1_1_1_1_2"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87" name="Google Shape;587;p51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51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589" name="Google Shape;589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0" name="Google Shape;590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91" name="Google Shape;591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3 Feedback - blue">
  <p:cSld name="TITLE_AND_TWO_COLUMNS_1_1_5_1_3_1_2_1"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" name="Google Shape;593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96" name="Google Shape;596;p52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7" name="Google Shape;597;p52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598" name="Google Shape;598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9" name="Google Shape;599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0" name="Google Shape;600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4 Feedback - pink">
  <p:cSld name="TITLE_AND_TWO_COLUMNS_1_1_5_1_3_1_1_1_1_1_1"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05" name="Google Shape;605;p53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6" name="Google Shape;606;p53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07" name="Google Shape;607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8" name="Google Shape;608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9" name="Google Shape;609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">
  <p:cSld name="TITLE_AND_TWO_COLUMNS_1_1_5_1_2"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5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2" name="Google Shape;612;p5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54"/>
          <p:cNvSpPr txBox="1"/>
          <p:nvPr>
            <p:ph type="title"/>
          </p:nvPr>
        </p:nvSpPr>
        <p:spPr>
          <a:xfrm>
            <a:off x="1684800" y="115237"/>
            <a:ext cx="6818400" cy="3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4" name="Google Shape;614;p54"/>
          <p:cNvSpPr txBox="1"/>
          <p:nvPr>
            <p:ph idx="1" type="body"/>
          </p:nvPr>
        </p:nvSpPr>
        <p:spPr>
          <a:xfrm>
            <a:off x="324000" y="759300"/>
            <a:ext cx="81138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15" name="Google Shape;615;p54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7" name="Google Shape;617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55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56"/>
          <p:cNvSpPr/>
          <p:nvPr/>
        </p:nvSpPr>
        <p:spPr>
          <a:xfrm>
            <a:off x="357653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1" name="Google Shape;621;p56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56"/>
          <p:cNvSpPr/>
          <p:nvPr/>
        </p:nvSpPr>
        <p:spPr>
          <a:xfrm>
            <a:off x="6917865" y="715950"/>
            <a:ext cx="1753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3" name="Google Shape;623;p56"/>
          <p:cNvSpPr/>
          <p:nvPr/>
        </p:nvSpPr>
        <p:spPr>
          <a:xfrm>
            <a:off x="7049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4" name="Google Shape;624;p56"/>
          <p:cNvSpPr/>
          <p:nvPr/>
        </p:nvSpPr>
        <p:spPr>
          <a:xfrm>
            <a:off x="5980287" y="4113257"/>
            <a:ext cx="15792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Speech bubble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5" name="Google Shape;625;p56"/>
          <p:cNvSpPr/>
          <p:nvPr/>
        </p:nvSpPr>
        <p:spPr>
          <a:xfrm>
            <a:off x="705003" y="1990659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56"/>
          <p:cNvSpPr/>
          <p:nvPr/>
        </p:nvSpPr>
        <p:spPr>
          <a:xfrm>
            <a:off x="2960816" y="1996197"/>
            <a:ext cx="15792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3"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57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870825"/>
            <a:ext cx="7168824" cy="563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p57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8295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p57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8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57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p57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449725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p57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148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4" name="Google Shape;634;p57"/>
          <p:cNvCxnSpPr>
            <a:endCxn id="635" idx="2"/>
          </p:cNvCxnSpPr>
          <p:nvPr/>
        </p:nvCxnSpPr>
        <p:spPr>
          <a:xfrm>
            <a:off x="647802" y="1795098"/>
            <a:ext cx="0" cy="26418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35" name="Google Shape;635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8648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p5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4539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57"/>
          <p:cNvSpPr txBox="1"/>
          <p:nvPr>
            <p:ph type="title"/>
          </p:nvPr>
        </p:nvSpPr>
        <p:spPr>
          <a:xfrm>
            <a:off x="1327200" y="1558425"/>
            <a:ext cx="6567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8" name="Google Shape;638;p57"/>
          <p:cNvSpPr txBox="1"/>
          <p:nvPr>
            <p:ph idx="2" type="title"/>
          </p:nvPr>
        </p:nvSpPr>
        <p:spPr>
          <a:xfrm>
            <a:off x="1369099" y="2830769"/>
            <a:ext cx="6567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9" name="Google Shape;639;p57"/>
          <p:cNvSpPr txBox="1"/>
          <p:nvPr>
            <p:ph idx="3" type="title"/>
          </p:nvPr>
        </p:nvSpPr>
        <p:spPr>
          <a:xfrm>
            <a:off x="1346644" y="3986875"/>
            <a:ext cx="661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0" name="Google Shape;640;p57"/>
          <p:cNvSpPr txBox="1"/>
          <p:nvPr>
            <p:ph idx="4" type="title"/>
          </p:nvPr>
        </p:nvSpPr>
        <p:spPr>
          <a:xfrm>
            <a:off x="324000" y="540000"/>
            <a:ext cx="83532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1" name="Google Shape;641;p57"/>
          <p:cNvSpPr txBox="1"/>
          <p:nvPr/>
        </p:nvSpPr>
        <p:spPr>
          <a:xfrm>
            <a:off x="324000" y="141750"/>
            <a:ext cx="238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42" name="Google Shape;642;p5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8" name="Google Shape;648;p5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5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0" name="Google Shape;650;p59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1" name="Google Shape;651;p59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52" name="Google Shape;652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6" name="Google Shape;656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6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8" name="Google Shape;658;p6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9" name="Google Shape;659;p60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60" name="Google Shape;66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6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662" name="Google Shape;662;p60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4" name="Google Shape;664;p6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6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7" name="Google Shape;667;p6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8" name="Google Shape;668;p61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69" name="Google Shape;669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6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2" name="Google Shape;672;p6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6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4" name="Google Shape;674;p6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5" name="Google Shape;675;p62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76" name="Google Shape;67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6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678" name="Google Shape;678;p6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79" name="Google Shape;679;p6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0" name="Google Shape;680;p62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81" name="Google Shape;681;p6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3" name="Google Shape;683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5" name="Google Shape;685;p6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63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87" name="Google Shape;687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6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689" name="Google Shape;689;p6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2" name="Google Shape;692;p6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3" name="Google Shape;693;p64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4" name="Google Shape;694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6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696" name="Google Shape;696;p64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7" name="Google Shape;697;p64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98" name="Google Shape;698;p6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9" name="Google Shape;699;p64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00" name="Google Shape;700;p6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2" name="Google Shape;702;p6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p6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5" name="Google Shape;705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6" name="Google Shape;706;p65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07" name="Google Shape;707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0" name="Google Shape;710;p6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2" name="Google Shape;712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66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14" name="Google Shape;714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16" name="Google Shape;716;p6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17" name="Google Shape;717;p6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8" name="Google Shape;718;p66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19" name="Google Shape;719;p6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1" name="Google Shape;721;p6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2" name="Google Shape;722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4" name="Google Shape;724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5" name="Google Shape;725;p67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26" name="Google Shape;726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8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68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69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69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9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9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9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38" name="Google Shape;738;p69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739" name="Google Shape;739;p6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740" name="Google Shape;740;p6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741" name="Google Shape;741;p6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742" name="Google Shape;742;p6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743" name="Google Shape;743;p69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4" name="Google Shape;744;p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7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7" name="Google Shape;747;p7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70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70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0" name="Google Shape;750;p70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1" name="Google Shape;751;p70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7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4" name="Google Shape;754;p71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71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71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7" name="Google Shape;757;p71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8" name="Google Shape;758;p71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7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1" name="Google Shape;761;p7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72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3" name="Google Shape;763;p72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4" name="Google Shape;764;p72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5" name="Google Shape;765;p72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6" name="Google Shape;766;p7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7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9" name="Google Shape;769;p7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73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71" name="Google Shape;771;p73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72" name="Google Shape;772;p73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73" name="Google Shape;773;p73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74" name="Google Shape;774;p7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7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7" name="Google Shape;777;p7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p74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79" name="Google Shape;779;p74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0" name="Google Shape;780;p74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1" name="Google Shape;781;p74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2" name="Google Shape;782;p74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3" name="Google Shape;783;p7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7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6" name="Google Shape;786;p7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75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8" name="Google Shape;788;p75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9" name="Google Shape;789;p75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790" name="Google Shape;790;p75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791" name="Google Shape;791;p75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92" name="Google Shape;792;p7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76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5" name="Google Shape;795;p76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p76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76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8" name="Google Shape;798;p76"/>
          <p:cNvCxnSpPr>
            <a:endCxn id="799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00" name="Google Shape;800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76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02" name="Google Shape;802;p76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9" name="Google Shape;799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3" name="Google Shape;803;p76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76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5" name="Google Shape;805;p76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7" name="Google Shape;807;p77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8" name="Google Shape;808;p77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09" name="Google Shape;809;p77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p77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1" name="Google Shape;811;p77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p77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3" name="Google Shape;813;p77"/>
          <p:cNvCxnSpPr>
            <a:endCxn id="814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14" name="Google Shape;814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7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77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17" name="Google Shape;817;p77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18" name="Google Shape;818;p77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819" name="Google Shape;819;p7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7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21" name="Google Shape;821;p77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7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77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5" name="Google Shape;825;p7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6" name="Google Shape;826;p7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7" name="Google Shape;827;p78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p7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7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7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78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7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3" name="Google Shape;833;p78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34" name="Google Shape;834;p7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5" name="Google Shape;835;p7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6" name="Google Shape;836;p7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78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38" name="Google Shape;838;p78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39" name="Google Shape;839;p78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40" name="Google Shape;840;p78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841" name="Google Shape;841;p7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7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3" name="Google Shape;843;p78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44" name="Google Shape;844;p7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5" name="Google Shape;845;p78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7" name="Google Shape;847;p7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79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7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0" name="Google Shape;850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851" name="Google Shape;851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p79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4" name="Google Shape;854;p8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8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8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7" name="Google Shape;857;p8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8" name="Google Shape;858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859" name="Google Shape;859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1" name="Google Shape;861;p8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8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8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4" name="Google Shape;864;p8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5" name="Google Shape;865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866" name="Google Shape;866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8" name="Google Shape;868;p8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8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8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1" name="Google Shape;871;p8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2" name="Google Shape;872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873" name="Google Shape;873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83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6" name="Google Shape;876;p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8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83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879" name="Google Shape;879;p83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880" name="Google Shape;880;p83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881" name="Google Shape;881;p83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882" name="Google Shape;882;p8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3" name="Google Shape;883;p83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84" name="Google Shape;884;p83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885" name="Google Shape;885;p8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6" name="Google Shape;886;p83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8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9" name="Google Shape;889;p8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8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8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892" name="Google Shape;892;p8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893" name="Google Shape;893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894" name="Google Shape;894;p8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895" name="Google Shape;895;p8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6" name="Google Shape;896;p8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97" name="Google Shape;897;p8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898" name="Google Shape;898;p8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9" name="Google Shape;899;p8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85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2" name="Google Shape;902;p8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8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8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05" name="Google Shape;905;p8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06" name="Google Shape;906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07" name="Google Shape;907;p8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08" name="Google Shape;908;p8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9" name="Google Shape;909;p8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10" name="Google Shape;910;p8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11" name="Google Shape;911;p8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2" name="Google Shape;912;p8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8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5" name="Google Shape;915;p8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8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8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18" name="Google Shape;918;p8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19" name="Google Shape;919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20" name="Google Shape;920;p8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21" name="Google Shape;921;p8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2" name="Google Shape;922;p8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23" name="Google Shape;923;p8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24" name="Google Shape;924;p8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5" name="Google Shape;925;p8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7" name="Google Shape;927;p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87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2" name="Google Shape;932;p87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3" name="Google Shape;933;p87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4" name="Google Shape;934;p87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35" name="Google Shape;935;p87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36" name="Google Shape;936;p87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937" name="Google Shape;937;p87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38" name="Google Shape;938;p87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9" name="Google Shape;939;p87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40" name="Google Shape;940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8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2" name="Google Shape;942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43" name="Google Shape;943;p87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944" name="Google Shape;944;p8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5" name="Google Shape;945;p8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46" name="Google Shape;946;p87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947" name="Google Shape;947;p8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8" name="Google Shape;948;p8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0" name="Google Shape;950;p8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8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8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3" name="Google Shape;953;p8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4" name="Google Shape;954;p8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5" name="Google Shape;955;p88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56" name="Google Shape;956;p8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957" name="Google Shape;957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8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9" name="Google Shape;959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0" name="Google Shape;960;p88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61" name="Google Shape;961;p8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962" name="Google Shape;962;p8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963" name="Google Shape;963;p8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4" name="Google Shape;964;p8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65" name="Google Shape;965;p8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966" name="Google Shape;966;p8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7" name="Google Shape;967;p8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68" name="Google Shape;968;p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9" name="Google Shape;969;p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970" name="Google Shape;970;p8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1" name="Google Shape;971;p8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3" name="Google Shape;973;p8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8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6" name="Google Shape;976;p8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7" name="Google Shape;977;p8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8" name="Google Shape;978;p8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9" name="Google Shape;979;p8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980" name="Google Shape;980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81" name="Google Shape;981;p8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2" name="Google Shape;982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3" name="Google Shape;983;p8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4" name="Google Shape;984;p8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985" name="Google Shape;985;p8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986" name="Google Shape;986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7" name="Google Shape;987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8" name="Google Shape;988;p8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989" name="Google Shape;989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0" name="Google Shape;990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91" name="Google Shape;991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2" name="Google Shape;992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8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4" name="Google Shape;994;p8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6" name="Google Shape;996;p9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7" name="Google Shape;997;p9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9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9" name="Google Shape;999;p9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0" name="Google Shape;1000;p9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1" name="Google Shape;1001;p9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2" name="Google Shape;1002;p9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03" name="Google Shape;1003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4" name="Google Shape;1004;p9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5" name="Google Shape;1005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6" name="Google Shape;1006;p9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7" name="Google Shape;1007;p9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08" name="Google Shape;1008;p9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09" name="Google Shape;1009;p9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0" name="Google Shape;1010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1" name="Google Shape;1011;p9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12" name="Google Shape;1012;p9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3" name="Google Shape;1013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14" name="Google Shape;1014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5" name="Google Shape;1015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9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7" name="Google Shape;1017;p9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9" name="Google Shape;1019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20" name="Google Shape;1020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9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022" name="Google Shape;1022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3" name="Google Shape;1023;p9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9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5" name="Google Shape;1025;p91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6" name="Google Shape;1026;p91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7" name="Google Shape;1027;p91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28" name="Google Shape;1028;p91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029" name="Google Shape;1029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0" name="Google Shape;1030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31" name="Google Shape;1031;p91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032" name="Google Shape;1032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3" name="Google Shape;1033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34" name="Google Shape;1034;p91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035" name="Google Shape;1035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6" name="Google Shape;1036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8" name="Google Shape;1038;p9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39" name="Google Shape;1039;p9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9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041" name="Google Shape;1041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2" name="Google Shape;1042;p9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9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4" name="Google Shape;1044;p9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5" name="Google Shape;1045;p9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6" name="Google Shape;1046;p9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47" name="Google Shape;1047;p9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048" name="Google Shape;1048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9" name="Google Shape;1049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0" name="Google Shape;1050;p9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051" name="Google Shape;1051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2" name="Google Shape;1052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3" name="Google Shape;1053;p9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054" name="Google Shape;1054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5" name="Google Shape;1055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7" name="Google Shape;1057;p9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9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060" name="Google Shape;1060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1" name="Google Shape;1061;p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9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3" name="Google Shape;1063;p9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4" name="Google Shape;1064;p9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5" name="Google Shape;1065;p9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66" name="Google Shape;1066;p9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067" name="Google Shape;1067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8" name="Google Shape;1068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9" name="Google Shape;1069;p9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070" name="Google Shape;1070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1" name="Google Shape;1071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72" name="Google Shape;1072;p9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073" name="Google Shape;1073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4" name="Google Shape;1074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6" name="Google Shape;1076;p9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9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9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079" name="Google Shape;1079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Google Shape;1080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9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2" name="Google Shape;1082;p9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3" name="Google Shape;1083;p9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4" name="Google Shape;1084;p9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85" name="Google Shape;1085;p9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086" name="Google Shape;1086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7" name="Google Shape;1087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8" name="Google Shape;1088;p9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089" name="Google Shape;1089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0" name="Google Shape;1090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1" name="Google Shape;1091;p9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092" name="Google Shape;1092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3" name="Google Shape;1093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" name="Google Shape;1095;p9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96" name="Google Shape;1096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95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098" name="Google Shape;1098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9" name="Google Shape;1099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9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1" name="Google Shape;1101;p95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2" name="Google Shape;1102;p95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3" name="Google Shape;1103;p95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4" name="Google Shape;1104;p95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05" name="Google Shape;1105;p95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106" name="Google Shape;1106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7" name="Google Shape;1107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8" name="Google Shape;1108;p95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109" name="Google Shape;1109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0" name="Google Shape;1110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1" name="Google Shape;1111;p95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112" name="Google Shape;1112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3" name="Google Shape;1113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4" name="Google Shape;1114;p95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115" name="Google Shape;1115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6" name="Google Shape;1116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8" name="Google Shape;1118;p9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p9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9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21" name="Google Shape;1121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Google Shape;1122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3" name="Google Shape;1123;p9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4" name="Google Shape;1124;p9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5" name="Google Shape;1125;p9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6" name="Google Shape;1126;p9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7" name="Google Shape;1127;p9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28" name="Google Shape;1128;p9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129" name="Google Shape;1129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0" name="Google Shape;1130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1" name="Google Shape;1131;p9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132" name="Google Shape;1132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3" name="Google Shape;1133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4" name="Google Shape;1134;p9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135" name="Google Shape;1135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6" name="Google Shape;1136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7" name="Google Shape;1137;p9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138" name="Google Shape;1138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9" name="Google Shape;1139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1" name="Google Shape;1141;p9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42" name="Google Shape;1142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9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44" name="Google Shape;1144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5" name="Google Shape;1145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6" name="Google Shape;1146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7" name="Google Shape;1147;p9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8" name="Google Shape;1148;p9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9" name="Google Shape;1149;p9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50" name="Google Shape;1150;p9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51" name="Google Shape;1151;p9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152" name="Google Shape;1152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3" name="Google Shape;1153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4" name="Google Shape;1154;p9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155" name="Google Shape;1155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6" name="Google Shape;1156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7" name="Google Shape;1157;p9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158" name="Google Shape;1158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9" name="Google Shape;1159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0" name="Google Shape;1160;p9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161" name="Google Shape;1161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2" name="Google Shape;1162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4" name="Google Shape;1164;p9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65" name="Google Shape;1165;p9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9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67" name="Google Shape;1167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8" name="Google Shape;1168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9" name="Google Shape;1169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0" name="Google Shape;1170;p9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1" name="Google Shape;1171;p9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2" name="Google Shape;1172;p9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3" name="Google Shape;1173;p9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74" name="Google Shape;1174;p9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175" name="Google Shape;1175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6" name="Google Shape;1176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7" name="Google Shape;1177;p9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178" name="Google Shape;1178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9" name="Google Shape;1179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0" name="Google Shape;1180;p9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181" name="Google Shape;1181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2" name="Google Shape;1182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3" name="Google Shape;1183;p9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184" name="Google Shape;1184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5" name="Google Shape;1185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7" name="Google Shape;1187;p9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88" name="Google Shape;1188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9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90" name="Google Shape;1190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1" name="Google Shape;1191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2" name="Google Shape;1192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93" name="Google Shape;1193;p99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194" name="Google Shape;1194;p99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195" name="Google Shape;1195;p99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196" name="Google Shape;1196;p99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197" name="Google Shape;1197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8" name="Google Shape;1198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9" name="Google Shape;1199;p99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200" name="Google Shape;1200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1" name="Google Shape;1201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2" name="Google Shape;1202;p99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203" name="Google Shape;1203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4" name="Google Shape;1204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6" name="Google Shape;1206;p10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7" name="Google Shape;1207;p10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10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9" name="Google Shape;1209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0" name="Google Shape;1210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1" name="Google Shape;1211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2" name="Google Shape;1212;p10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13" name="Google Shape;1213;p10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14" name="Google Shape;1214;p10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15" name="Google Shape;1215;p10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216" name="Google Shape;1216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7" name="Google Shape;1217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8" name="Google Shape;1218;p10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219" name="Google Shape;1219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0" name="Google Shape;1220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1" name="Google Shape;1221;p10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222" name="Google Shape;1222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3" name="Google Shape;1223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5" name="Google Shape;1225;p10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26" name="Google Shape;1226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10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8" name="Google Shape;1228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Google Shape;1229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0" name="Google Shape;1230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31" name="Google Shape;1231;p10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32" name="Google Shape;1232;p10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33" name="Google Shape;1233;p10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34" name="Google Shape;1234;p10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235" name="Google Shape;1235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6" name="Google Shape;1236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7" name="Google Shape;1237;p10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238" name="Google Shape;1238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9" name="Google Shape;1239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0" name="Google Shape;1240;p10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241" name="Google Shape;1241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2" name="Google Shape;1242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4" name="Google Shape;1244;p10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10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10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47" name="Google Shape;1247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Google Shape;1248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9" name="Google Shape;1249;p10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50" name="Google Shape;1250;p10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51" name="Google Shape;1251;p10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52" name="Google Shape;1252;p10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53" name="Google Shape;1253;p10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254" name="Google Shape;1254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5" name="Google Shape;1255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6" name="Google Shape;1256;p10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257" name="Google Shape;1257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8" name="Google Shape;1258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9" name="Google Shape;1259;p10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260" name="Google Shape;1260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1" name="Google Shape;1261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3" name="Google Shape;1263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64" name="Google Shape;1264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10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266" name="Google Shape;1266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7" name="Google Shape;1267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8" name="Google Shape;1268;p10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0" name="Google Shape;1270;p10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71" name="Google Shape;1271;p10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10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273" name="Google Shape;1273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4" name="Google Shape;1274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5" name="Google Shape;1275;p10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7" name="Google Shape;1277;p10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78" name="Google Shape;1278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10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280" name="Google Shape;1280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1" name="Google Shape;1281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2" name="Google Shape;1282;p10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4" name="Google Shape;1284;p10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5" name="Google Shape;1285;p10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10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287" name="Google Shape;1287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8" name="Google Shape;1288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9" name="Google Shape;1289;p10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1" name="Google Shape;1291;p10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92" name="Google Shape;1292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3" name="Google Shape;1293;p10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4" name="Google Shape;1294;p107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5" name="Google Shape;1295;p10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296" name="Google Shape;1296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7" name="Google Shape;1297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9" name="Google Shape;1299;p10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00" name="Google Shape;1300;p10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10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02" name="Google Shape;1302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3" name="Google Shape;1303;p108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4" name="Google Shape;1304;p10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05" name="Google Shape;1305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7" name="Google Shape;1307;p10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08" name="Google Shape;1308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10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10" name="Google Shape;1310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1" name="Google Shape;1311;p109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2" name="Google Shape;1312;p10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13" name="Google Shape;1313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5" name="Google Shape;1315;p11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16" name="Google Shape;1316;p11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1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18" name="Google Shape;1318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9" name="Google Shape;1319;p110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0" name="Google Shape;1320;p11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21" name="Google Shape;1321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3" name="Google Shape;1323;p1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4" name="Google Shape;1324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26" name="Google Shape;1326;p111"/>
          <p:cNvSpPr txBox="1"/>
          <p:nvPr/>
        </p:nvSpPr>
        <p:spPr>
          <a:xfrm>
            <a:off x="324000" y="45525"/>
            <a:ext cx="96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7" name="Google Shape;1327;p11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28" name="Google Shape;1328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9" name="Google Shape;1329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" name="Google Shape;1331;p11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2" name="Google Shape;1332;p11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4" name="Google Shape;1334;p112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5" name="Google Shape;1335;p11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36" name="Google Shape;1336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37" name="Google Shape;1337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9" name="Google Shape;1339;p11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0" name="Google Shape;1340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2" name="Google Shape;1342;p113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3" name="Google Shape;1343;p11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4" name="Google Shape;1344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5" name="Google Shape;1345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7" name="Google Shape;1347;p11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8" name="Google Shape;1348;p1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0" name="Google Shape;1350;p114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1" name="Google Shape;1351;p11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2" name="Google Shape;1352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53" name="Google Shape;1353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115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56" name="Google Shape;1356;p1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57" name="Google Shape;1357;p115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8" name="Google Shape;1358;p115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9" name="Google Shape;1359;p115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116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62" name="Google Shape;1362;p1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3" name="Google Shape;1363;p11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4" name="Google Shape;1364;p116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5" name="Google Shape;1365;p116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7" name="Google Shape;1367;p1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368" name="Google Shape;1368;p117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p118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1" name="Google Shape;1371;p118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2" name="Google Shape;1372;p118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3" name="Google Shape;1373;p118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4" name="Google Shape;1374;p118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5" name="Google Shape;1375;p118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6" name="Google Shape;1376;p118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7" name="Google Shape;1377;p118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8" name="Google Shape;1378;p118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0" name="Google Shape;1380;p1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119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120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9" name="Google Shape;1389;p12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390" name="Google Shape;1390;p12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1" name="Google Shape;1391;p12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92" name="Google Shape;1392;p12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393" name="Google Shape;1393;p1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4" name="Google Shape;1394;p1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395" name="Google Shape;1395;p12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7" name="Google Shape;1397;p1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398" name="Google Shape;1398;p12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99" name="Google Shape;1399;p12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0" name="Google Shape;1400;p12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01" name="Google Shape;1401;p1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2" name="Google Shape;1402;p12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403" name="Google Shape;1403;p12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5" name="Google Shape;1405;p12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6" name="Google Shape;1406;p1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407" name="Google Shape;1407;p12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08" name="Google Shape;1408;p12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9" name="Google Shape;1409;p12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10" name="Google Shape;1410;p1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1" name="Google Shape;1411;p12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3" name="Google Shape;1413;p12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414" name="Google Shape;1414;p12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15" name="Google Shape;1415;p12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6" name="Google Shape;1416;p12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17" name="Google Shape;1417;p1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8" name="Google Shape;1418;p12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1419" name="Google Shape;1419;p12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420" name="Google Shape;1420;p1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1" name="Google Shape;1421;p12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22" name="Google Shape;1422;p12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4" name="Google Shape;1424;p1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425" name="Google Shape;1425;p12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26" name="Google Shape;1426;p12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7" name="Google Shape;1427;p12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28" name="Google Shape;1428;p1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9" name="Google Shape;1429;p12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430" name="Google Shape;1430;p12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p12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33" name="Google Shape;1433;p12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4" name="Google Shape;1434;p12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35" name="Google Shape;1435;p1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12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437" name="Google Shape;1437;p12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38" name="Google Shape;1438;p12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439" name="Google Shape;1439;p1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0" name="Google Shape;1440;p12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41" name="Google Shape;1441;p12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3" name="Google Shape;1443;p12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4" name="Google Shape;1444;p1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445" name="Google Shape;1445;p12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46" name="Google Shape;1446;p12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7" name="Google Shape;1447;p12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48" name="Google Shape;1448;p1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9" name="Google Shape;1449;p12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1" name="Google Shape;1451;p12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452" name="Google Shape;1452;p12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53" name="Google Shape;1453;p12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4" name="Google Shape;1454;p12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55" name="Google Shape;1455;p1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6" name="Google Shape;1456;p12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1457" name="Google Shape;1457;p12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458" name="Google Shape;1458;p1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9" name="Google Shape;1459;p12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60" name="Google Shape;1460;p12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2" name="Google Shape;1462;p13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3" name="Google Shape;1463;p1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464" name="Google Shape;1464;p13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65" name="Google Shape;1465;p13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6" name="Google Shape;1466;p13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67" name="Google Shape;1467;p1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8" name="Google Shape;1468;p13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0" name="Google Shape;1470;p1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71" name="Google Shape;1471;p13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2" name="Google Shape;1472;p13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13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5" name="Google Shape;1475;p13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6" name="Google Shape;1476;p13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7" name="Google Shape;1477;p13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78" name="Google Shape;1478;p13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479" name="Google Shape;1479;p13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480" name="Google Shape;1480;p1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481" name="Google Shape;1481;p1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482" name="Google Shape;1482;p13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483" name="Google Shape;1483;p13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4" name="Google Shape;1484;p1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485" name="Google Shape;1485;p13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p1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8" name="Google Shape;1488;p13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89" name="Google Shape;1489;p13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0" name="Google Shape;1490;p13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1" name="Google Shape;1491;p13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2" name="Google Shape;1492;p13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3" name="Google Shape;1493;p13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4" name="Google Shape;1494;p13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5" name="Google Shape;1495;p13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13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98" name="Google Shape;1498;p13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9" name="Google Shape;1499;p13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0" name="Google Shape;1500;p13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1" name="Google Shape;1501;p13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2" name="Google Shape;1502;p13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3" name="Google Shape;1503;p13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4" name="Google Shape;1504;p13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5" name="Google Shape;1505;p13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6" name="Google Shape;1506;p13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7" name="Google Shape;1507;p13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508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p1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10" name="Google Shape;1510;p13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11" name="Google Shape;1511;p13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2" name="Google Shape;1512;p13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3" name="Google Shape;1513;p13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4" name="Google Shape;1514;p13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5" name="Google Shape;1515;p13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6" name="Google Shape;1516;p13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7" name="Google Shape;1517;p13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8" name="Google Shape;1518;p13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9" name="Google Shape;1519;p13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20" name="Google Shape;1520;p13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21" name="Google Shape;1521;p13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p13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24" name="Google Shape;1524;p13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25" name="Google Shape;1525;p13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6" name="Google Shape;1526;p13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27" name="Google Shape;1527;p13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28" name="Google Shape;1528;p13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29" name="Google Shape;1529;p13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13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2" name="Google Shape;1532;p13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3" name="Google Shape;1533;p13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4" name="Google Shape;1534;p13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35" name="Google Shape;1535;p137"/>
          <p:cNvCxnSpPr>
            <a:endCxn id="1536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37" name="Google Shape;1537;p1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38" name="Google Shape;1538;p13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39" name="Google Shape;1539;p13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36" name="Google Shape;1536;p1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0" name="Google Shape;1540;p13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41" name="Google Shape;1541;p13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2" name="Google Shape;1542;p13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4" name="Google Shape;1544;p13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5" name="Google Shape;1545;p13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6" name="Google Shape;1546;p13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7" name="Google Shape;1547;p13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8" name="Google Shape;1548;p13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9" name="Google Shape;1549;p13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50" name="Google Shape;1550;p138"/>
          <p:cNvCxnSpPr>
            <a:endCxn id="1551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51" name="Google Shape;1551;p1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2" name="Google Shape;1552;p1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53" name="Google Shape;1553;p13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54" name="Google Shape;1554;p13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55" name="Google Shape;1555;p13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56" name="Google Shape;1556;p13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557" name="Google Shape;1557;p13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58" name="Google Shape;1558;p13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59" name="Google Shape;1559;p13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0" name="Google Shape;1560;p13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2" name="Google Shape;1562;p13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3" name="Google Shape;1563;p13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4" name="Google Shape;1564;p13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5" name="Google Shape;1565;p13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6" name="Google Shape;1566;p13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7" name="Google Shape;1567;p13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8" name="Google Shape;1568;p13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9" name="Google Shape;1569;p13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0" name="Google Shape;1570;p13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71" name="Google Shape;1571;p13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2" name="Google Shape;1572;p13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3" name="Google Shape;1573;p13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574" name="Google Shape;1574;p13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75" name="Google Shape;1575;p13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76" name="Google Shape;1576;p13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77" name="Google Shape;1577;p13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8" name="Google Shape;1578;p13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579" name="Google Shape;1579;p13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80" name="Google Shape;1580;p13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81" name="Google Shape;1581;p13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2" name="Google Shape;1582;p13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1583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4" name="Google Shape;1584;p1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5" name="Google Shape;1585;p14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6" name="Google Shape;1586;p14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87" name="Google Shape;1587;p14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588" name="Google Shape;1588;p1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9" name="Google Shape;1589;p14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1" name="Google Shape;1591;p1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92" name="Google Shape;1592;p1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3" name="Google Shape;1593;p14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94" name="Google Shape;1594;p14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5" name="Google Shape;1595;p14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596" name="Google Shape;1596;p1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1597" name="Shape 1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8" name="Google Shape;1598;p1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99" name="Google Shape;1599;p1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p14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01" name="Google Shape;1601;p14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2" name="Google Shape;1602;p1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603" name="Google Shape;1603;p1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5" name="Google Shape;1605;p1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06" name="Google Shape;1606;p1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7" name="Google Shape;1607;p14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08" name="Google Shape;1608;p14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9" name="Google Shape;1609;p14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610" name="Google Shape;1610;p1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161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p14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13" name="Google Shape;1613;p1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4" name="Google Shape;1614;p1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5" name="Google Shape;1615;p14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16" name="Google Shape;1616;p14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17" name="Google Shape;1617;p14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618" name="Google Shape;1618;p14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619" name="Google Shape;1619;p1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0" name="Google Shape;1620;p14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21" name="Google Shape;1621;p14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622" name="Google Shape;1622;p14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3" name="Google Shape;1623;p14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1624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p14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26" name="Google Shape;1626;p1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7" name="Google Shape;1627;p1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14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29" name="Google Shape;1629;p14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30" name="Google Shape;1630;p1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631" name="Google Shape;1631;p14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632" name="Google Shape;1632;p1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3" name="Google Shape;1633;p14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34" name="Google Shape;1634;p14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635" name="Google Shape;1635;p14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6" name="Google Shape;1636;p14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1637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p14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39" name="Google Shape;1639;p1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40" name="Google Shape;1640;p1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1" name="Google Shape;1641;p14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42" name="Google Shape;1642;p14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43" name="Google Shape;1643;p1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644" name="Google Shape;1644;p14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645" name="Google Shape;1645;p1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6" name="Google Shape;1646;p14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47" name="Google Shape;1647;p14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648" name="Google Shape;1648;p14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9" name="Google Shape;1649;p14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650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p14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52" name="Google Shape;1652;p1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53" name="Google Shape;1653;p1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p14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55" name="Google Shape;1655;p14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56" name="Google Shape;1656;p1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657" name="Google Shape;1657;p14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658" name="Google Shape;1658;p1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9" name="Google Shape;1659;p14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60" name="Google Shape;1660;p14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661" name="Google Shape;1661;p14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2" name="Google Shape;1662;p14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663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4" name="Google Shape;1664;p1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5" name="Google Shape;1665;p1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6" name="Google Shape;1666;p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7" name="Google Shape;1667;p1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8" name="Google Shape;1668;p14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9" name="Google Shape;1669;p14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0" name="Google Shape;1670;p14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1" name="Google Shape;1671;p14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72" name="Google Shape;1672;p14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73" name="Google Shape;1673;p14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674" name="Google Shape;1674;p14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75" name="Google Shape;1675;p14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6" name="Google Shape;1676;p14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77" name="Google Shape;1677;p1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8" name="Google Shape;1678;p1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9" name="Google Shape;1679;p1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680" name="Google Shape;1680;p14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681" name="Google Shape;1681;p14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2" name="Google Shape;1682;p1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83" name="Google Shape;1683;p14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684" name="Google Shape;1684;p14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5" name="Google Shape;1685;p1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686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7" name="Google Shape;1687;p1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88" name="Google Shape;1688;p1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9" name="Google Shape;1689;p14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0" name="Google Shape;1690;p14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1" name="Google Shape;1691;p14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2" name="Google Shape;1692;p14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93" name="Google Shape;1693;p14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694" name="Google Shape;1694;p1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5" name="Google Shape;1695;p1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6" name="Google Shape;1696;p1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97" name="Google Shape;1697;p14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98" name="Google Shape;1698;p14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699" name="Google Shape;1699;p14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700" name="Google Shape;1700;p1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1" name="Google Shape;1701;p1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02" name="Google Shape;1702;p14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703" name="Google Shape;1703;p1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4" name="Google Shape;1704;p1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05" name="Google Shape;1705;p1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6" name="Google Shape;1706;p1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7" name="Google Shape;1707;p14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8" name="Google Shape;1708;p14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0" name="Google Shape;1710;p1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11" name="Google Shape;1711;p1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2" name="Google Shape;1712;p15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3" name="Google Shape;1713;p15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4" name="Google Shape;1714;p15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5" name="Google Shape;1715;p15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16" name="Google Shape;1716;p15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717" name="Google Shape;1717;p1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8" name="Google Shape;1718;p1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9" name="Google Shape;1719;p15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20" name="Google Shape;1720;p15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21" name="Google Shape;1721;p15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722" name="Google Shape;1722;p15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723" name="Google Shape;1723;p1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4" name="Google Shape;1724;p1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25" name="Google Shape;1725;p15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726" name="Google Shape;1726;p1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7" name="Google Shape;1727;p1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28" name="Google Shape;1728;p1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9" name="Google Shape;1729;p1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30" name="Google Shape;1730;p15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1" name="Google Shape;1731;p15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732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3" name="Google Shape;1733;p1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34" name="Google Shape;1734;p1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5" name="Google Shape;1735;p15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6" name="Google Shape;1736;p15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7" name="Google Shape;1737;p15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8" name="Google Shape;1738;p15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39" name="Google Shape;1739;p15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740" name="Google Shape;1740;p1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1" name="Google Shape;1741;p1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2" name="Google Shape;1742;p15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43" name="Google Shape;1743;p15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44" name="Google Shape;1744;p15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745" name="Google Shape;1745;p15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746" name="Google Shape;1746;p1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7" name="Google Shape;1747;p1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48" name="Google Shape;1748;p15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749" name="Google Shape;1749;p1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0" name="Google Shape;1750;p1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51" name="Google Shape;1751;p1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2" name="Google Shape;1752;p1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3" name="Google Shape;1753;p15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4" name="Google Shape;1754;p15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755" name="Shape 1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6" name="Google Shape;1756;p1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57" name="Google Shape;1757;p1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8" name="Google Shape;1758;p15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759" name="Google Shape;1759;p1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0" name="Google Shape;1760;p1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1" name="Google Shape;1761;p15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62" name="Google Shape;1762;p15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63" name="Google Shape;1763;p15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64" name="Google Shape;1764;p15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765" name="Google Shape;1765;p15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766" name="Google Shape;1766;p1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7" name="Google Shape;1767;p1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68" name="Google Shape;1768;p15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769" name="Google Shape;1769;p1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0" name="Google Shape;1770;p1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71" name="Google Shape;1771;p15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772" name="Google Shape;1772;p1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3" name="Google Shape;1773;p1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5" name="Google Shape;1775;p1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76" name="Google Shape;1776;p1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7" name="Google Shape;1777;p15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778" name="Google Shape;1778;p1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9" name="Google Shape;1779;p1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0" name="Google Shape;1780;p15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81" name="Google Shape;1781;p15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82" name="Google Shape;1782;p15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83" name="Google Shape;1783;p15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784" name="Google Shape;1784;p15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785" name="Google Shape;1785;p1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6" name="Google Shape;1786;p1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87" name="Google Shape;1787;p15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788" name="Google Shape;1788;p1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9" name="Google Shape;1789;p1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90" name="Google Shape;1790;p15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791" name="Google Shape;1791;p1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2" name="Google Shape;1792;p1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793" name="Shape 1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4" name="Google Shape;1794;p1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95" name="Google Shape;1795;p1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6" name="Google Shape;1796;p15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797" name="Google Shape;1797;p1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8" name="Google Shape;1798;p1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9" name="Google Shape;1799;p15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00" name="Google Shape;1800;p15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01" name="Google Shape;1801;p15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02" name="Google Shape;1802;p15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803" name="Google Shape;1803;p15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804" name="Google Shape;1804;p1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5" name="Google Shape;1805;p1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06" name="Google Shape;1806;p15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807" name="Google Shape;1807;p1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8" name="Google Shape;1808;p1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09" name="Google Shape;1809;p15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810" name="Google Shape;1810;p1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1" name="Google Shape;1811;p1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812" name="Shape 1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3" name="Google Shape;1813;p1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4" name="Google Shape;1814;p1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5" name="Google Shape;1815;p15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816" name="Google Shape;1816;p1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7" name="Google Shape;1817;p1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8" name="Google Shape;1818;p15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19" name="Google Shape;1819;p15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20" name="Google Shape;1820;p15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21" name="Google Shape;1821;p15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822" name="Google Shape;1822;p15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823" name="Google Shape;1823;p15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4" name="Google Shape;1824;p15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25" name="Google Shape;1825;p15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826" name="Google Shape;1826;p15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7" name="Google Shape;1827;p15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28" name="Google Shape;1828;p15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829" name="Google Shape;1829;p15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0" name="Google Shape;1830;p15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83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2" name="Google Shape;1832;p1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33" name="Google Shape;1833;p1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4" name="Google Shape;1834;p15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835" name="Google Shape;1835;p1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6" name="Google Shape;1836;p1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7" name="Google Shape;1837;p15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38" name="Google Shape;1838;p15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39" name="Google Shape;1839;p15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40" name="Google Shape;1840;p15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41" name="Google Shape;1841;p15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842" name="Google Shape;1842;p15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843" name="Google Shape;1843;p15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4" name="Google Shape;1844;p15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45" name="Google Shape;1845;p15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846" name="Google Shape;1846;p15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7" name="Google Shape;1847;p15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48" name="Google Shape;1848;p15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849" name="Google Shape;1849;p15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0" name="Google Shape;1850;p15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51" name="Google Shape;1851;p15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852" name="Google Shape;1852;p15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3" name="Google Shape;1853;p15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5" name="Google Shape;1855;p1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56" name="Google Shape;1856;p15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7" name="Google Shape;1857;p15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858" name="Google Shape;1858;p1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9" name="Google Shape;1859;p1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0" name="Google Shape;1860;p15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61" name="Google Shape;1861;p15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62" name="Google Shape;1862;p15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63" name="Google Shape;1863;p15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64" name="Google Shape;1864;p15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865" name="Google Shape;1865;p15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866" name="Google Shape;1866;p15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7" name="Google Shape;1867;p15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68" name="Google Shape;1868;p15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869" name="Google Shape;1869;p15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0" name="Google Shape;1870;p15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71" name="Google Shape;1871;p15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872" name="Google Shape;1872;p15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3" name="Google Shape;1873;p15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74" name="Google Shape;1874;p15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875" name="Google Shape;1875;p15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6" name="Google Shape;1876;p15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877" name="Shape 1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8" name="Google Shape;1878;p15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79" name="Google Shape;1879;p15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0" name="Google Shape;1880;p15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881" name="Google Shape;1881;p1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2" name="Google Shape;1882;p15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3" name="Google Shape;1883;p15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84" name="Google Shape;1884;p15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85" name="Google Shape;1885;p15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86" name="Google Shape;1886;p15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87" name="Google Shape;1887;p15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888" name="Google Shape;1888;p15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889" name="Google Shape;1889;p15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0" name="Google Shape;1890;p15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91" name="Google Shape;1891;p15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892" name="Google Shape;1892;p15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3" name="Google Shape;1893;p15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94" name="Google Shape;1894;p15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895" name="Google Shape;1895;p15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6" name="Google Shape;1896;p15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97" name="Google Shape;1897;p15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898" name="Google Shape;1898;p15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9" name="Google Shape;1899;p15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900" name="Shape 1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1" name="Google Shape;1901;p15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02" name="Google Shape;1902;p15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3" name="Google Shape;1903;p15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904" name="Google Shape;1904;p1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5" name="Google Shape;1905;p15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6" name="Google Shape;1906;p15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07" name="Google Shape;1907;p15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08" name="Google Shape;1908;p15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09" name="Google Shape;1909;p15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10" name="Google Shape;1910;p15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911" name="Google Shape;1911;p15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912" name="Google Shape;1912;p15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3" name="Google Shape;1913;p15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14" name="Google Shape;1914;p15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915" name="Google Shape;1915;p15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6" name="Google Shape;1916;p15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17" name="Google Shape;1917;p15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918" name="Google Shape;1918;p15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9" name="Google Shape;1919;p15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20" name="Google Shape;1920;p15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921" name="Google Shape;1921;p15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22" name="Google Shape;1922;p15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923" name="Shape 1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4" name="Google Shape;1924;p1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25" name="Google Shape;1925;p16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6" name="Google Shape;1926;p16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927" name="Google Shape;1927;p1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8" name="Google Shape;1928;p16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9" name="Google Shape;1929;p16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30" name="Google Shape;1930;p16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931" name="Google Shape;1931;p16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932" name="Google Shape;1932;p16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933" name="Google Shape;1933;p16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934" name="Google Shape;1934;p16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5" name="Google Shape;1935;p16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36" name="Google Shape;1936;p16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937" name="Google Shape;1937;p16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8" name="Google Shape;1938;p16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39" name="Google Shape;1939;p16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940" name="Google Shape;1940;p16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41" name="Google Shape;1941;p16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942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3" name="Google Shape;1943;p16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44" name="Google Shape;1944;p16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5" name="Google Shape;1945;p16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946" name="Google Shape;1946;p1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7" name="Google Shape;1947;p16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8" name="Google Shape;1948;p16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49" name="Google Shape;1949;p16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950" name="Google Shape;1950;p16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951" name="Google Shape;1951;p16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952" name="Google Shape;1952;p16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953" name="Google Shape;1953;p16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4" name="Google Shape;1954;p16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55" name="Google Shape;1955;p16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956" name="Google Shape;1956;p16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7" name="Google Shape;1957;p16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58" name="Google Shape;1958;p16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959" name="Google Shape;1959;p16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0" name="Google Shape;1960;p16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961" name="Shape 1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2" name="Google Shape;1962;p16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63" name="Google Shape;1963;p16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4" name="Google Shape;1964;p16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965" name="Google Shape;1965;p1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6" name="Google Shape;1966;p16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7" name="Google Shape;1967;p16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68" name="Google Shape;1968;p16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969" name="Google Shape;1969;p16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970" name="Google Shape;1970;p16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971" name="Google Shape;1971;p16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972" name="Google Shape;1972;p16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73" name="Google Shape;1973;p16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74" name="Google Shape;1974;p16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975" name="Google Shape;1975;p16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76" name="Google Shape;1976;p16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77" name="Google Shape;1977;p16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978" name="Google Shape;1978;p16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79" name="Google Shape;1979;p16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980" name="Shape 1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1" name="Google Shape;1981;p16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82" name="Google Shape;1982;p16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3" name="Google Shape;1983;p16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984" name="Google Shape;1984;p1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5" name="Google Shape;1985;p16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6" name="Google Shape;1986;p16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87" name="Google Shape;1987;p16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988" name="Google Shape;1988;p16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989" name="Google Shape;1989;p16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990" name="Google Shape;1990;p16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991" name="Google Shape;1991;p16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2" name="Google Shape;1992;p16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93" name="Google Shape;1993;p16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994" name="Google Shape;1994;p16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5" name="Google Shape;1995;p16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96" name="Google Shape;1996;p16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997" name="Google Shape;1997;p16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8" name="Google Shape;1998;p16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999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0" name="Google Shape;2000;p1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01" name="Google Shape;2001;p16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2" name="Google Shape;2002;p16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003" name="Google Shape;2003;p1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4" name="Google Shape;2004;p16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5" name="Google Shape;2005;p16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2006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7" name="Google Shape;2007;p16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08" name="Google Shape;2008;p16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9" name="Google Shape;2009;p16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010" name="Google Shape;2010;p1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1" name="Google Shape;2011;p16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2" name="Google Shape;2012;p16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2013" name="Shape 2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4" name="Google Shape;2014;p16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15" name="Google Shape;2015;p16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6" name="Google Shape;2016;p16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017" name="Google Shape;2017;p1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8" name="Google Shape;2018;p16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9" name="Google Shape;2019;p16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2020" name="Shape 2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1" name="Google Shape;2021;p16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2" name="Google Shape;2022;p16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3" name="Google Shape;2023;p16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024" name="Google Shape;2024;p1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5" name="Google Shape;2025;p16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6" name="Google Shape;2026;p16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2027" name="Shape 2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8" name="Google Shape;2028;p16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9" name="Google Shape;2029;p16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0" name="Google Shape;2030;p16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031" name="Google Shape;2031;p1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2" name="Google Shape;2032;p16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3" name="Google Shape;2033;p16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34" name="Google Shape;2034;p16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2035" name="Shape 2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6" name="Google Shape;2036;p16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7" name="Google Shape;2037;p16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8" name="Google Shape;2038;p16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39" name="Google Shape;2039;p16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40" name="Google Shape;2040;p1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1" name="Google Shape;2041;p16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42" name="Google Shape;2042;p16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2043" name="Shape 2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4" name="Google Shape;2044;p17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45" name="Google Shape;2045;p17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6" name="Google Shape;2046;p17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47" name="Google Shape;2047;p17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48" name="Google Shape;2048;p1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9" name="Google Shape;2049;p17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50" name="Google Shape;2050;p17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2051" name="Shape 2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Google Shape;2052;p17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53" name="Google Shape;2053;p17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4" name="Google Shape;2054;p17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55" name="Google Shape;2055;p17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56" name="Google Shape;2056;p1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7" name="Google Shape;2057;p17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58" name="Google Shape;2058;p17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2059" name="Shape 2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0" name="Google Shape;2060;p1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1" name="Google Shape;2061;p17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2" name="Google Shape;2062;p17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063" name="Google Shape;2063;p1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4" name="Google Shape;2064;p17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5" name="Google Shape;2065;p17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66" name="Google Shape;2066;p17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2067" name="Shape 2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8" name="Google Shape;2068;p17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9" name="Google Shape;2069;p17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0" name="Google Shape;2070;p17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71" name="Google Shape;2071;p17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72" name="Google Shape;2072;p1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3" name="Google Shape;2073;p17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74" name="Google Shape;2074;p17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2075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6" name="Google Shape;2076;p17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77" name="Google Shape;2077;p17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8" name="Google Shape;2078;p17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79" name="Google Shape;2079;p17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80" name="Google Shape;2080;p1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1" name="Google Shape;2081;p17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82" name="Google Shape;2082;p17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2083" name="Shape 2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4" name="Google Shape;2084;p17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85" name="Google Shape;2085;p17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6" name="Google Shape;2086;p17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7" name="Google Shape;2087;p17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88" name="Google Shape;2088;p1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9" name="Google Shape;2089;p17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0" name="Google Shape;2090;p17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2091" name="Shape 2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" name="Google Shape;2092;p17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93" name="Google Shape;2093;p17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94" name="Google Shape;2094;p17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5" name="Google Shape;2095;p17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6" name="Google Shape;2096;p17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2097" name="Shape 2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8" name="Google Shape;2098;p17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99" name="Google Shape;2099;p17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00" name="Google Shape;2100;p17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01" name="Google Shape;2101;p17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2" name="Google Shape;2102;p17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2103" name="Shape 2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4" name="Google Shape;2104;p17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2105" name="Google Shape;2105;p17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2106" name="Shape 2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7" name="Google Shape;2107;p17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8" name="Google Shape;2108;p17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9" name="Google Shape;2109;p17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0" name="Google Shape;2110;p17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1" name="Google Shape;2111;p17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2" name="Google Shape;2112;p17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3" name="Google Shape;2113;p17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4" name="Google Shape;2114;p17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5" name="Google Shape;2115;p17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2116" name="Shape 2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7" name="Google Shape;2117;p18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2118" name="Google Shape;2118;p18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2119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0" name="Google Shape;2120;p18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2121" name="Shape 2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2" name="Google Shape;2122;p18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23" name="Google Shape;2123;p18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24" name="Google Shape;2124;p18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5" name="Google Shape;2125;p182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6" name="Google Shape;2126;p182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7" name="Google Shape;2127;p182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_2">
    <p:spTree>
      <p:nvGrpSpPr>
        <p:cNvPr id="2128" name="Shape 2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" name="Google Shape;2129;p18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30" name="Google Shape;2130;p18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1" name="Google Shape;2131;p18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2" name="Google Shape;2132;p183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33" name="Google Shape;2133;p183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34" name="Google Shape;2134;p183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1 Practice - purple ">
  <p:cSld name="TITLE_AND_TWO_COLUMNS_1_1_5_1_3_1_1_2">
    <p:spTree>
      <p:nvGrpSpPr>
        <p:cNvPr id="2135" name="Shape 2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6" name="Google Shape;2136;p18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7" name="Google Shape;2137;p18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8" name="Google Shape;2138;p1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39" name="Google Shape;2139;p184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0" name="Google Shape;2140;p184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2141" name="Google Shape;2141;p1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142" name="Google Shape;2142;p1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3" name="Google Shape;2143;p18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1 Feedback - purple">
  <p:cSld name="TITLE_AND_TWO_COLUMNS_1_1_5_1_3_1_1_1_2">
    <p:spTree>
      <p:nvGrpSpPr>
        <p:cNvPr id="2144" name="Shape 2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5" name="Google Shape;2145;p18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6" name="Google Shape;2146;p18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7" name="Google Shape;2147;p1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48" name="Google Shape;2148;p185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9" name="Google Shape;2149;p185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2150" name="Google Shape;2150;p1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151" name="Google Shape;2151;p1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2" name="Google Shape;2152;p18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2 Practice - jade">
  <p:cSld name="TITLE_AND_TWO_COLUMNS_1_1_5_1_3_1_1_1_1_3">
    <p:spTree>
      <p:nvGrpSpPr>
        <p:cNvPr id="2153" name="Shape 2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4" name="Google Shape;2154;p18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55" name="Google Shape;2155;p18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6" name="Google Shape;2156;p1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7" name="Google Shape;2157;p18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8" name="Google Shape;2158;p186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9" name="Google Shape;2159;p186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2160" name="Google Shape;2160;p1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161" name="Google Shape;2161;p1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2 Feedback - jade">
  <p:cSld name="TITLE_AND_TWO_COLUMNS_1_1_5_1_3_1_1_1_1_2_1">
    <p:spTree>
      <p:nvGrpSpPr>
        <p:cNvPr id="2162" name="Shape 2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3" name="Google Shape;2163;p18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64" name="Google Shape;2164;p1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5" name="Google Shape;2165;p18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6" name="Google Shape;2166;p187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7" name="Google Shape;2167;p187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2168" name="Google Shape;2168;p18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69" name="Google Shape;2169;p18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70" name="Google Shape;2170;p1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">
  <p:cSld name="TITLE_AND_TWO_COLUMNS_1_1_5_1_2_1">
    <p:spTree>
      <p:nvGrpSpPr>
        <p:cNvPr id="2171" name="Shape 2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2" name="Google Shape;2172;p18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73" name="Google Shape;2173;p18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4" name="Google Shape;2174;p188"/>
          <p:cNvSpPr txBox="1"/>
          <p:nvPr>
            <p:ph type="title"/>
          </p:nvPr>
        </p:nvSpPr>
        <p:spPr>
          <a:xfrm>
            <a:off x="1684800" y="115237"/>
            <a:ext cx="6818400" cy="3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75" name="Google Shape;2175;p188"/>
          <p:cNvSpPr txBox="1"/>
          <p:nvPr>
            <p:ph idx="1" type="body"/>
          </p:nvPr>
        </p:nvSpPr>
        <p:spPr>
          <a:xfrm>
            <a:off x="324000" y="759300"/>
            <a:ext cx="81138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76" name="Google Shape;2176;p18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Art and design" showMasterSp="0">
  <p:cSld name="Title Slide 2_1">
    <p:bg>
      <p:bgPr>
        <a:solidFill>
          <a:srgbClr val="BEF2BD"/>
        </a:solidFill>
      </p:bgPr>
    </p:bg>
    <p:spTree>
      <p:nvGrpSpPr>
        <p:cNvPr id="2181" name="Shape 2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2" name="Google Shape;2182;p19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7051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3" name="Google Shape;2183;p190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Font typeface="Lexend"/>
              <a:buNone/>
              <a:defRPr sz="38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84" name="Google Shape;2184;p19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Art and design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5" name="Google Shape;2185;p19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6" name="Google Shape;2186;p19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1800"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grpSp>
        <p:nvGrpSpPr>
          <p:cNvPr id="2187" name="Google Shape;2187;p19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188" name="Google Shape;2188;p1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89" name="Google Shape;2189;p190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190" name="Google Shape;2190;p1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0">
            <a:off x="6753315" y="1132068"/>
            <a:ext cx="2063340" cy="164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1" name="Google Shape;2191;p19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1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2192" name="Shape 2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3" name="Google Shape;2193;p19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4" name="Google Shape;2194;p1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195" name="Google Shape;2195;p19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96" name="Google Shape;2196;p19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97" name="Google Shape;2197;p1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198" name="Google Shape;2198;p19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9" name="Google Shape;2199;p19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2200" name="Shape 2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" name="Google Shape;2201;p19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2" name="Google Shape;2202;p19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03" name="Google Shape;2203;p19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04" name="Google Shape;2204;p1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5" name="Google Shape;2205;p1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206" name="Google Shape;2206;p19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7" name="Google Shape;2207;p19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itizenship" showMasterSp="0">
  <p:cSld name="Title Slide 2_1_1_1_1_1_1_1_1_1_1_5">
    <p:bg>
      <p:bgPr>
        <a:solidFill>
          <a:srgbClr val="BEF2BD"/>
        </a:solidFill>
      </p:bgPr>
    </p:bg>
    <p:spTree>
      <p:nvGrpSpPr>
        <p:cNvPr id="2208" name="Shape 2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9" name="Google Shape;2209;p19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45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0" name="Google Shape;2210;p19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11" name="Google Shape;2211;p19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Citizenship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12" name="Google Shape;2212;p1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13" name="Google Shape;2213;p193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214" name="Google Shape;2214;p19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15" name="Google Shape;2215;p193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216" name="Google Shape;2216;p1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25">
            <a:off x="6945328" y="787504"/>
            <a:ext cx="1710318" cy="2052380"/>
          </a:xfrm>
          <a:prstGeom prst="rect">
            <a:avLst/>
          </a:prstGeom>
          <a:noFill/>
          <a:ln>
            <a:noFill/>
          </a:ln>
        </p:spPr>
      </p:pic>
      <p:sp>
        <p:nvSpPr>
          <p:cNvPr id="2217" name="Google Shape;2217;p19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8" name="Google Shape;2218;p19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mputing" showMasterSp="0">
  <p:cSld name="Title Slide 2_1_1_1_1_1_1_1_1_1_1_3">
    <p:bg>
      <p:bgPr>
        <a:solidFill>
          <a:srgbClr val="BEF2BD"/>
        </a:solidFill>
      </p:bgPr>
    </p:bg>
    <p:spTree>
      <p:nvGrpSpPr>
        <p:cNvPr id="2219" name="Shape 2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0" name="Google Shape;2220;p19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8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1" name="Google Shape;2221;p19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22" name="Google Shape;2222;p19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Computing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23" name="Google Shape;2223;p1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24" name="Google Shape;2224;p194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225" name="Google Shape;2225;p1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26" name="Google Shape;2226;p194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27" name="Google Shape;2227;p19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8" name="Google Shape;2228;p19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29" name="Google Shape;2229;p1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90000">
            <a:off x="6567499" y="723791"/>
            <a:ext cx="2520000" cy="252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oking and nutrition" showMasterSp="0">
  <p:cSld name="Title Slide 2_1_1_1_1_1_1_1_1_1_1_3_1">
    <p:bg>
      <p:bgPr>
        <a:solidFill>
          <a:srgbClr val="BEF2BD"/>
        </a:solidFill>
      </p:bgPr>
    </p:bg>
    <p:spTree>
      <p:nvGrpSpPr>
        <p:cNvPr id="2230" name="Shape 2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1" name="Google Shape;2231;p19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563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2" name="Google Shape;2232;p19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33" name="Google Shape;2233;p195"/>
          <p:cNvSpPr txBox="1"/>
          <p:nvPr/>
        </p:nvSpPr>
        <p:spPr>
          <a:xfrm>
            <a:off x="323850" y="3781525"/>
            <a:ext cx="350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Cooking and nutrition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34" name="Google Shape;2234;p1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35" name="Google Shape;2235;p19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236" name="Google Shape;2236;p19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37" name="Google Shape;2237;p19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38" name="Google Shape;2238;p19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9" name="Google Shape;2239;p19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40" name="Google Shape;2240;p1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59995">
            <a:off x="6646318" y="1007366"/>
            <a:ext cx="2202009" cy="1796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Design and technology" showMasterSp="0">
  <p:cSld name="Title Slide 2_1_1_1_1_1_1_1_1_1_1_2">
    <p:bg>
      <p:bgPr>
        <a:solidFill>
          <a:srgbClr val="BEF2BD"/>
        </a:solidFill>
      </p:bgPr>
    </p:bg>
    <p:spTree>
      <p:nvGrpSpPr>
        <p:cNvPr id="2241" name="Shape 2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2" name="Google Shape;2242;p19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7058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3" name="Google Shape;2243;p19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44" name="Google Shape;2244;p196"/>
          <p:cNvSpPr txBox="1"/>
          <p:nvPr/>
        </p:nvSpPr>
        <p:spPr>
          <a:xfrm>
            <a:off x="323850" y="3781525"/>
            <a:ext cx="270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and technology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45" name="Google Shape;2245;p1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46" name="Google Shape;2246;p19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247" name="Google Shape;2247;p19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48" name="Google Shape;2248;p196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249" name="Google Shape;2249;p1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2791">
            <a:off x="6884379" y="985388"/>
            <a:ext cx="1846116" cy="1852594"/>
          </a:xfrm>
          <a:prstGeom prst="rect">
            <a:avLst/>
          </a:prstGeom>
          <a:noFill/>
          <a:ln>
            <a:noFill/>
          </a:ln>
        </p:spPr>
      </p:pic>
      <p:sp>
        <p:nvSpPr>
          <p:cNvPr id="2250" name="Google Shape;2250;p19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1" name="Google Shape;2251;p19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_2">
    <p:bg>
      <p:bgPr>
        <a:solidFill>
          <a:srgbClr val="BEF2BD"/>
        </a:solidFill>
      </p:bgPr>
    </p:bg>
    <p:spTree>
      <p:nvGrpSpPr>
        <p:cNvPr id="2252" name="Shape 2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" name="Google Shape;2253;p19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2254" name="Google Shape;2254;p19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5" name="Google Shape;2255;p197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6" name="Google Shape;2256;p1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7" name="Google Shape;2257;p1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258" name="Google Shape;2258;p19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9" name="Google Shape;2259;p19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1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French" showMasterSp="0">
  <p:cSld name="Title Slide 2_1_1_1_1_1_1_1_1_1_1_1">
    <p:bg>
      <p:bgPr>
        <a:solidFill>
          <a:srgbClr val="BEF2BD"/>
        </a:solidFill>
      </p:bgPr>
    </p:bg>
    <p:spTree>
      <p:nvGrpSpPr>
        <p:cNvPr id="2260" name="Shape 2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1" name="Google Shape;2261;p19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7722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2" name="Google Shape;2262;p19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63" name="Google Shape;2263;p19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French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64" name="Google Shape;2264;p1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65" name="Google Shape;2265;p19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266" name="Google Shape;2266;p19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67" name="Google Shape;2267;p198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68" name="Google Shape;2268;p19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9" name="Google Shape;2269;p19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70" name="Google Shape;2270;p1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90000">
            <a:off x="6657352" y="759276"/>
            <a:ext cx="2315647" cy="2315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271" name="Shape 2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2" name="Google Shape;2272;p19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3" name="Google Shape;2273;p1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274" name="Google Shape;2274;p19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75" name="Google Shape;2275;p19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76" name="Google Shape;2276;p1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77" name="Google Shape;2277;p19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8" name="Google Shape;2278;p19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rman" showMasterSp="0">
  <p:cSld name="Title Slide 2_1_1_1_1_1_1_1_1_1_1_1_1">
    <p:bg>
      <p:bgPr>
        <a:solidFill>
          <a:srgbClr val="BEF2BD"/>
        </a:solidFill>
      </p:bgPr>
    </p:bg>
    <p:spTree>
      <p:nvGrpSpPr>
        <p:cNvPr id="2279" name="Shape 2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0" name="Google Shape;2280;p20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9169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1" name="Google Shape;2281;p20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82" name="Google Shape;2282;p20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German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83" name="Google Shape;2283;p2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4" name="Google Shape;2284;p20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285" name="Google Shape;2285;p20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6" name="Google Shape;2286;p200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87" name="Google Shape;2287;p20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8" name="Google Shape;2288;p20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89" name="Google Shape;2289;p2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89998">
            <a:off x="6679063" y="775065"/>
            <a:ext cx="2340000" cy="23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_2">
    <p:bg>
      <p:bgPr>
        <a:solidFill>
          <a:srgbClr val="BEF2BD"/>
        </a:solidFill>
      </p:bgPr>
    </p:bg>
    <p:spTree>
      <p:nvGrpSpPr>
        <p:cNvPr id="2290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1" name="Google Shape;2291;p20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2292" name="Google Shape;2292;p20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93" name="Google Shape;2293;p20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94" name="Google Shape;2294;p2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95" name="Google Shape;2295;p20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296" name="Google Shape;2296;p20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7" name="Google Shape;2297;p201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298" name="Google Shape;2298;p2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99" name="Google Shape;2299;p20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0" name="Google Shape;2300;p20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_2">
    <p:bg>
      <p:bgPr>
        <a:solidFill>
          <a:srgbClr val="BEF2BD"/>
        </a:solidFill>
      </p:bgPr>
    </p:bg>
    <p:spTree>
      <p:nvGrpSpPr>
        <p:cNvPr id="2301" name="Shape 2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2" name="Google Shape;2302;p20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303" name="Google Shape;2303;p20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04" name="Google Shape;2304;p20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05" name="Google Shape;2305;p2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6" name="Google Shape;2306;p202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7" name="Google Shape;2307;p20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8" name="Google Shape;2308;p20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2309" name="Shape 2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0" name="Google Shape;2310;p20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311" name="Google Shape;2311;p20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12" name="Google Shape;2312;p20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13" name="Google Shape;2313;p2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4" name="Google Shape;2314;p20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5" name="Google Shape;2315;p20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6" name="Google Shape;2316;p20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al education" showMasterSp="0">
  <p:cSld name="Title Slide 2_1_1_1_1_1_1_1_1_1_1_1_1_2">
    <p:bg>
      <p:bgPr>
        <a:solidFill>
          <a:srgbClr val="BEF2BD"/>
        </a:solidFill>
      </p:bgPr>
    </p:bg>
    <p:spTree>
      <p:nvGrpSpPr>
        <p:cNvPr id="2317" name="Shape 2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8" name="Google Shape;2318;p20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192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9" name="Google Shape;2319;p20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20" name="Google Shape;2320;p204"/>
          <p:cNvSpPr txBox="1"/>
          <p:nvPr/>
        </p:nvSpPr>
        <p:spPr>
          <a:xfrm>
            <a:off x="323850" y="3781525"/>
            <a:ext cx="245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Physical education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21" name="Google Shape;2321;p2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22" name="Google Shape;2322;p204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323" name="Google Shape;2323;p20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24" name="Google Shape;2324;p204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25" name="Google Shape;2325;p20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6" name="Google Shape;2326;p20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327" name="Google Shape;2327;p20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75628">
            <a:off x="6551506" y="729991"/>
            <a:ext cx="2546513" cy="2546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_2">
    <p:bg>
      <p:bgPr>
        <a:solidFill>
          <a:srgbClr val="BEF2BD"/>
        </a:solidFill>
      </p:bgPr>
    </p:bg>
    <p:spTree>
      <p:nvGrpSpPr>
        <p:cNvPr id="2328" name="Shape 2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9" name="Google Shape;2329;p20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2330" name="Google Shape;2330;p20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31" name="Google Shape;2331;p20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32" name="Google Shape;2332;p2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33" name="Google Shape;2333;p20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334" name="Google Shape;2334;p20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35" name="Google Shape;2335;p205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36" name="Google Shape;2336;p20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37" name="Google Shape;2337;p20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8" name="Google Shape;2338;p20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 and health education" showMasterSp="0">
  <p:cSld name="Title Slide 2_1_1_1_1_1_1_1_1_1_1_7">
    <p:bg>
      <p:bgPr>
        <a:solidFill>
          <a:srgbClr val="BEF2BD"/>
        </a:solidFill>
      </p:bgPr>
    </p:bg>
    <p:spTree>
      <p:nvGrpSpPr>
        <p:cNvPr id="2339" name="Shape 2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0" name="Google Shape;2340;p20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360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1" name="Google Shape;2341;p20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42" name="Google Shape;2342;p206"/>
          <p:cNvSpPr txBox="1"/>
          <p:nvPr/>
        </p:nvSpPr>
        <p:spPr>
          <a:xfrm>
            <a:off x="323850" y="3781525"/>
            <a:ext cx="462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RHE (PSHE)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43" name="Google Shape;2343;p2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44" name="Google Shape;2344;p20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345" name="Google Shape;2345;p20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46" name="Google Shape;2346;p206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347" name="Google Shape;2347;p2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2348" name="Google Shape;2348;p20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9" name="Google Shape;2349;p20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1800"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, sex and health education" showMasterSp="0">
  <p:cSld name="Title Slide 2_1_1_1_1_1_1_1_1_1_1_7_1">
    <p:bg>
      <p:bgPr>
        <a:solidFill>
          <a:srgbClr val="BEF2BD"/>
        </a:solidFill>
      </p:bgPr>
    </p:bg>
    <p:spTree>
      <p:nvGrpSpPr>
        <p:cNvPr id="2350" name="Shape 2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1" name="Google Shape;2351;p20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5119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2" name="Google Shape;2352;p20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53" name="Google Shape;2353;p207"/>
          <p:cNvSpPr txBox="1"/>
          <p:nvPr/>
        </p:nvSpPr>
        <p:spPr>
          <a:xfrm>
            <a:off x="323850" y="3781525"/>
            <a:ext cx="508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RSHE (PSHE)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54" name="Google Shape;2354;p2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55" name="Google Shape;2355;p20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356" name="Google Shape;2356;p20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57" name="Google Shape;2357;p20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358" name="Google Shape;2358;p20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2359" name="Google Shape;2359;p20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0" name="Google Shape;2360;p20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igious education" showMasterSp="0">
  <p:cSld name="Title Slide 2_1_1_1_1_1_1_1_1_1_1_1_1_1">
    <p:bg>
      <p:bgPr>
        <a:solidFill>
          <a:srgbClr val="BEF2BD"/>
        </a:solidFill>
      </p:bgPr>
    </p:bg>
    <p:spTree>
      <p:nvGrpSpPr>
        <p:cNvPr id="2361" name="Shape 2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2" name="Google Shape;2362;p20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27187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3" name="Google Shape;2363;p20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64" name="Google Shape;2364;p208"/>
          <p:cNvSpPr txBox="1"/>
          <p:nvPr/>
        </p:nvSpPr>
        <p:spPr>
          <a:xfrm>
            <a:off x="323850" y="3781525"/>
            <a:ext cx="279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Religious education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65" name="Google Shape;2365;p2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6" name="Google Shape;2366;p20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367" name="Google Shape;2367;p20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68" name="Google Shape;2368;p208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369" name="Google Shape;2369;p20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03">
            <a:off x="6754136" y="1062731"/>
            <a:ext cx="2012844" cy="1854018"/>
          </a:xfrm>
          <a:prstGeom prst="rect">
            <a:avLst/>
          </a:prstGeom>
          <a:noFill/>
          <a:ln>
            <a:noFill/>
          </a:ln>
        </p:spPr>
      </p:pic>
      <p:sp>
        <p:nvSpPr>
          <p:cNvPr id="2370" name="Google Shape;2370;p20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1" name="Google Shape;2371;p20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_2">
    <p:bg>
      <p:bgPr>
        <a:solidFill>
          <a:srgbClr val="BEF2BD"/>
        </a:solidFill>
      </p:bgPr>
    </p:bg>
    <p:spTree>
      <p:nvGrpSpPr>
        <p:cNvPr id="2372" name="Shape 2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3" name="Google Shape;2373;p20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74" name="Google Shape;2374;p20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75" name="Google Shape;2375;p20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6" name="Google Shape;2376;p209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7" name="Google Shape;2377;p20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378" name="Google Shape;2378;p20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79" name="Google Shape;2379;p209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80" name="Google Shape;2380;p20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81" name="Google Shape;2381;p20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2" name="Google Shape;2382;p20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panish" showMasterSp="0">
  <p:cSld name="Title Slide 2_1_1_1_1_1_1_1_1_1_1_1_2_1">
    <p:bg>
      <p:bgPr>
        <a:solidFill>
          <a:srgbClr val="BEF2BD"/>
        </a:solidFill>
      </p:bgPr>
    </p:bg>
    <p:spTree>
      <p:nvGrpSpPr>
        <p:cNvPr id="2383" name="Shape 2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4" name="Google Shape;2384;p2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90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5" name="Google Shape;2385;p2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86" name="Google Shape;2386;p2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Spanish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87" name="Google Shape;2387;p2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88" name="Google Shape;2388;p21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389" name="Google Shape;2389;p2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90" name="Google Shape;2390;p210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91" name="Google Shape;2391;p21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2" name="Google Shape;2392;p21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393" name="Google Shape;2393;p2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90001">
            <a:off x="6638540" y="856133"/>
            <a:ext cx="2340000" cy="23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2394" name="Shape 2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5" name="Google Shape;2395;p2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2396" name="Google Shape;2396;p2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7" name="Google Shape;2397;p211"/>
          <p:cNvSpPr txBox="1"/>
          <p:nvPr>
            <p:ph idx="1" type="subTitle"/>
          </p:nvPr>
        </p:nvSpPr>
        <p:spPr>
          <a:xfrm>
            <a:off x="666000" y="1620000"/>
            <a:ext cx="7270800" cy="250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bg>
      <p:bgPr>
        <a:solidFill>
          <a:srgbClr val="FFF7CC"/>
        </a:solidFill>
      </p:bgPr>
    </p:bg>
    <p:spTree>
      <p:nvGrpSpPr>
        <p:cNvPr id="2398" name="Shape 2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9" name="Google Shape;2399;p212"/>
          <p:cNvSpPr/>
          <p:nvPr/>
        </p:nvSpPr>
        <p:spPr>
          <a:xfrm>
            <a:off x="4683800" y="810000"/>
            <a:ext cx="4134600" cy="1163400"/>
          </a:xfrm>
          <a:prstGeom prst="roundRect">
            <a:avLst>
              <a:gd fmla="val 10151" name="adj"/>
            </a:avLst>
          </a:prstGeom>
          <a:solidFill>
            <a:srgbClr val="FFFFFF"/>
          </a:solidFill>
          <a:ln cap="flat" cmpd="sng" w="1905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0" name="Google Shape;2400;p212"/>
          <p:cNvSpPr/>
          <p:nvPr/>
        </p:nvSpPr>
        <p:spPr>
          <a:xfrm>
            <a:off x="185250" y="810000"/>
            <a:ext cx="4134600" cy="3850200"/>
          </a:xfrm>
          <a:prstGeom prst="roundRect">
            <a:avLst>
              <a:gd fmla="val 2796" name="adj"/>
            </a:avLst>
          </a:prstGeom>
          <a:solidFill>
            <a:srgbClr val="FFFFFF"/>
          </a:solidFill>
          <a:ln cap="flat" cmpd="sng" w="1905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1" name="Google Shape;2401;p212"/>
          <p:cNvSpPr txBox="1"/>
          <p:nvPr/>
        </p:nvSpPr>
        <p:spPr>
          <a:xfrm>
            <a:off x="325475" y="1245050"/>
            <a:ext cx="399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2" name="Google Shape;2402;p212"/>
          <p:cNvSpPr txBox="1"/>
          <p:nvPr/>
        </p:nvSpPr>
        <p:spPr>
          <a:xfrm>
            <a:off x="325475" y="921050"/>
            <a:ext cx="3998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3" name="Google Shape;2403;p212"/>
          <p:cNvSpPr txBox="1"/>
          <p:nvPr/>
        </p:nvSpPr>
        <p:spPr>
          <a:xfrm>
            <a:off x="4824125" y="921050"/>
            <a:ext cx="3998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4" name="Google Shape;2404;p212"/>
          <p:cNvSpPr txBox="1"/>
          <p:nvPr/>
        </p:nvSpPr>
        <p:spPr>
          <a:xfrm>
            <a:off x="325475" y="3407125"/>
            <a:ext cx="399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05" name="Google Shape;2405;p212"/>
          <p:cNvPicPr preferRelativeResize="0"/>
          <p:nvPr/>
        </p:nvPicPr>
        <p:blipFill rotWithShape="1">
          <a:blip r:embed="rId2">
            <a:alphaModFix/>
          </a:blip>
          <a:srcRect b="71084" l="3912" r="56768" t="0"/>
          <a:stretch/>
        </p:blipFill>
        <p:spPr>
          <a:xfrm>
            <a:off x="382600" y="3725750"/>
            <a:ext cx="841850" cy="36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6" name="Google Shape;2406;p212"/>
          <p:cNvPicPr preferRelativeResize="0"/>
          <p:nvPr/>
        </p:nvPicPr>
        <p:blipFill rotWithShape="1">
          <a:blip r:embed="rId2">
            <a:alphaModFix/>
          </a:blip>
          <a:srcRect b="71902" l="62493" r="7303" t="2791"/>
          <a:stretch/>
        </p:blipFill>
        <p:spPr>
          <a:xfrm>
            <a:off x="1322300" y="3754900"/>
            <a:ext cx="688050" cy="33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7" name="Google Shape;2407;p212"/>
          <p:cNvPicPr preferRelativeResize="0"/>
          <p:nvPr/>
        </p:nvPicPr>
        <p:blipFill rotWithShape="1">
          <a:blip r:embed="rId2">
            <a:alphaModFix/>
          </a:blip>
          <a:srcRect b="19543" l="6196" r="59088" t="51182"/>
          <a:stretch/>
        </p:blipFill>
        <p:spPr>
          <a:xfrm>
            <a:off x="2108188" y="3710946"/>
            <a:ext cx="743275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8" name="Google Shape;2408;p212"/>
          <p:cNvPicPr preferRelativeResize="0"/>
          <p:nvPr/>
        </p:nvPicPr>
        <p:blipFill rotWithShape="1">
          <a:blip r:embed="rId2">
            <a:alphaModFix/>
          </a:blip>
          <a:srcRect b="19543" l="58433" r="3864" t="51182"/>
          <a:stretch/>
        </p:blipFill>
        <p:spPr>
          <a:xfrm>
            <a:off x="2989750" y="3725750"/>
            <a:ext cx="807200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9" name="Google Shape;2409;p212"/>
          <p:cNvSpPr/>
          <p:nvPr/>
        </p:nvSpPr>
        <p:spPr>
          <a:xfrm>
            <a:off x="324000" y="264675"/>
            <a:ext cx="67464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0" name="Google Shape;2410;p212"/>
          <p:cNvSpPr txBox="1"/>
          <p:nvPr/>
        </p:nvSpPr>
        <p:spPr>
          <a:xfrm>
            <a:off x="325475" y="4122125"/>
            <a:ext cx="393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Explanation      Check      Practice      Feedback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11" name="Google Shape;2411;p2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913" y="1948533"/>
            <a:ext cx="2067960" cy="121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2" name="Google Shape;2412;p2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5125" y="1828475"/>
            <a:ext cx="1738025" cy="143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2413" name="Shape 2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4" name="Google Shape;2414;p213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2415" name="Google Shape;2415;p213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16" name="Google Shape;2416;p213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17" name="Google Shape;2417;p2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8" name="Google Shape;2418;p2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19" name="Google Shape;2419;p2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20" name="Google Shape;2420;p2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21" name="Google Shape;2421;p2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22" name="Google Shape;2422;p2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23" name="Google Shape;2423;p2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24" name="Google Shape;2424;p213"/>
          <p:cNvSpPr txBox="1"/>
          <p:nvPr>
            <p:ph idx="7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2425" name="Shape 2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6" name="Google Shape;2426;p214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2427" name="Google Shape;2427;p214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28" name="Google Shape;2428;p214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29" name="Google Shape;2429;p2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0" name="Google Shape;2430;p2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31" name="Google Shape;2431;p2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32" name="Google Shape;2432;p2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33" name="Google Shape;2433;p2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34" name="Google Shape;2434;p2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35" name="Google Shape;2435;p2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36" name="Google Shape;2436;p2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37" name="Google Shape;2437;p2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38" name="Google Shape;2438;p214"/>
          <p:cNvSpPr txBox="1"/>
          <p:nvPr>
            <p:ph idx="9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2439" name="Shape 2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0" name="Google Shape;2440;p215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2441" name="Google Shape;2441;p215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42" name="Google Shape;2442;p215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43" name="Google Shape;2443;p2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4" name="Google Shape;2444;p2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45" name="Google Shape;2445;p2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46" name="Google Shape;2446;p2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47" name="Google Shape;2447;p2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48" name="Google Shape;2448;p2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49" name="Google Shape;2449;p2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50" name="Google Shape;2450;p2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51" name="Google Shape;2451;p2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52" name="Google Shape;2452;p2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53" name="Google Shape;2453;p2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54" name="Google Shape;2454;p215"/>
          <p:cNvSpPr txBox="1"/>
          <p:nvPr>
            <p:ph idx="14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2455" name="Shape 2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6" name="Google Shape;2456;p216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2457" name="Google Shape;2457;p216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58" name="Google Shape;2458;p216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59" name="Google Shape;2459;p2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0" name="Google Shape;2460;p2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61" name="Google Shape;2461;p2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62" name="Google Shape;2462;p2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63" name="Google Shape;2463;p2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64" name="Google Shape;2464;p216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_2">
    <p:spTree>
      <p:nvGrpSpPr>
        <p:cNvPr id="2465" name="Shape 2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6" name="Google Shape;2466;p2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7" name="Google Shape;2467;p2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8" name="Google Shape;2468;p2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69" name="Google Shape;2469;p217"/>
          <p:cNvCxnSpPr>
            <a:endCxn id="2470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471" name="Google Shape;2471;p2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2472" name="Google Shape;2472;p217"/>
          <p:cNvSpPr txBox="1"/>
          <p:nvPr>
            <p:ph type="title"/>
          </p:nvPr>
        </p:nvSpPr>
        <p:spPr>
          <a:xfrm>
            <a:off x="1225225" y="2133562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470" name="Google Shape;2470;p2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3" name="Google Shape;2473;p217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2474" name="Google Shape;2474;p217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75" name="Google Shape;2475;p217"/>
            <p:cNvPicPr preferRelativeResize="0"/>
            <p:nvPr/>
          </p:nvPicPr>
          <p:blipFill rotWithShape="1">
            <a:blip r:embed="rId7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76" name="Google Shape;2476;p2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7" name="Google Shape;2477;p217"/>
          <p:cNvSpPr txBox="1"/>
          <p:nvPr>
            <p:ph idx="2"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2478" name="Google Shape;2478;p217"/>
          <p:cNvSpPr txBox="1"/>
          <p:nvPr>
            <p:ph idx="3" type="title"/>
          </p:nvPr>
        </p:nvSpPr>
        <p:spPr>
          <a:xfrm>
            <a:off x="1225225" y="30698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_1">
    <p:spTree>
      <p:nvGrpSpPr>
        <p:cNvPr id="2479" name="Shape 2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0" name="Google Shape;2480;p2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1" name="Google Shape;2481;p2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2" name="Google Shape;2482;p2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3" name="Google Shape;2483;p2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4" name="Google Shape;2484;p2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5" name="Google Shape;2485;p2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86" name="Google Shape;2486;p218"/>
          <p:cNvCxnSpPr>
            <a:endCxn id="2487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487" name="Google Shape;2487;p2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8" name="Google Shape;2488;p2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9" name="Google Shape;2489;p2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90" name="Google Shape;2490;p218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2491" name="Google Shape;2491;p218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92" name="Google Shape;2492;p218"/>
            <p:cNvPicPr preferRelativeResize="0"/>
            <p:nvPr/>
          </p:nvPicPr>
          <p:blipFill rotWithShape="1">
            <a:blip r:embed="rId9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3" name="Google Shape;2493;p2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4" name="Google Shape;2494;p218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2495" name="Google Shape;2495;p218"/>
          <p:cNvSpPr txBox="1"/>
          <p:nvPr>
            <p:ph idx="2" type="title"/>
          </p:nvPr>
        </p:nvSpPr>
        <p:spPr>
          <a:xfrm>
            <a:off x="1225225" y="28412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96" name="Google Shape;2496;p218"/>
          <p:cNvSpPr txBox="1"/>
          <p:nvPr>
            <p:ph idx="3" type="title"/>
          </p:nvPr>
        </p:nvSpPr>
        <p:spPr>
          <a:xfrm>
            <a:off x="1225200" y="37819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97" name="Google Shape;2497;p218"/>
          <p:cNvSpPr txBox="1"/>
          <p:nvPr>
            <p:ph idx="4" type="title"/>
          </p:nvPr>
        </p:nvSpPr>
        <p:spPr>
          <a:xfrm>
            <a:off x="1225200" y="1822462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2498" name="Shape 2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9" name="Google Shape;2499;p2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0" name="Google Shape;2500;p2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1" name="Google Shape;2501;p2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2" name="Google Shape;2502;p2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3" name="Google Shape;2503;p2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4" name="Google Shape;2504;p2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5" name="Google Shape;2505;p2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6" name="Google Shape;2506;p2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07" name="Google Shape;2507;p2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508" name="Google Shape;2508;p2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9" name="Google Shape;2509;p2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0" name="Google Shape;2510;p2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1" name="Google Shape;2511;p2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12" name="Google Shape;2512;p219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2513" name="Google Shape;2513;p219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14" name="Google Shape;2514;p219"/>
            <p:cNvPicPr preferRelativeResize="0"/>
            <p:nvPr/>
          </p:nvPicPr>
          <p:blipFill rotWithShape="1">
            <a:blip r:embed="rId11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15" name="Google Shape;2515;p2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6" name="Google Shape;2516;p219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2517" name="Google Shape;2517;p219"/>
          <p:cNvSpPr txBox="1"/>
          <p:nvPr>
            <p:ph idx="2" type="title"/>
          </p:nvPr>
        </p:nvSpPr>
        <p:spPr>
          <a:xfrm>
            <a:off x="1224600" y="160210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18" name="Google Shape;2518;p219"/>
          <p:cNvSpPr txBox="1"/>
          <p:nvPr>
            <p:ph idx="3" type="title"/>
          </p:nvPr>
        </p:nvSpPr>
        <p:spPr>
          <a:xfrm>
            <a:off x="1224600" y="24317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19" name="Google Shape;2519;p219"/>
          <p:cNvSpPr txBox="1"/>
          <p:nvPr>
            <p:ph idx="4" type="title"/>
          </p:nvPr>
        </p:nvSpPr>
        <p:spPr>
          <a:xfrm>
            <a:off x="1224600" y="3286637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20" name="Google Shape;2520;p219"/>
          <p:cNvSpPr txBox="1"/>
          <p:nvPr>
            <p:ph idx="5" type="title"/>
          </p:nvPr>
        </p:nvSpPr>
        <p:spPr>
          <a:xfrm>
            <a:off x="1224600" y="41081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521" name="Shape 2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2" name="Google Shape;2522;p220"/>
          <p:cNvGrpSpPr/>
          <p:nvPr/>
        </p:nvGrpSpPr>
        <p:grpSpPr>
          <a:xfrm>
            <a:off x="-1" y="-2"/>
            <a:ext cx="9151203" cy="649227"/>
            <a:chOff x="-1" y="-2"/>
            <a:chExt cx="9151203" cy="649227"/>
          </a:xfrm>
        </p:grpSpPr>
        <p:pic>
          <p:nvPicPr>
            <p:cNvPr id="2523" name="Google Shape;2523;p22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532525"/>
              <a:ext cx="9151202" cy="116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4" name="Google Shape;2524;p220"/>
            <p:cNvSpPr/>
            <p:nvPr/>
          </p:nvSpPr>
          <p:spPr>
            <a:xfrm>
              <a:off x="-1" y="-2"/>
              <a:ext cx="9147600" cy="540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25" name="Google Shape;2525;p220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526" name="Google Shape;2526;p2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7" name="Google Shape;2527;p2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8" name="Google Shape;2528;p220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29" name="Google Shape;2529;p220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530" name="Shape 2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1" name="Google Shape;2531;p221"/>
          <p:cNvGrpSpPr/>
          <p:nvPr/>
        </p:nvGrpSpPr>
        <p:grpSpPr>
          <a:xfrm>
            <a:off x="-1" y="-2"/>
            <a:ext cx="9151203" cy="649236"/>
            <a:chOff x="-1" y="-2"/>
            <a:chExt cx="9151203" cy="649236"/>
          </a:xfrm>
        </p:grpSpPr>
        <p:pic>
          <p:nvPicPr>
            <p:cNvPr id="2532" name="Google Shape;2532;p221"/>
            <p:cNvPicPr preferRelativeResize="0"/>
            <p:nvPr/>
          </p:nvPicPr>
          <p:blipFill rotWithShape="1">
            <a:blip r:embed="rId2">
              <a:alphaModFix/>
            </a:blip>
            <a:srcRect b="1672" l="0" r="0" t="1662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33" name="Google Shape;2533;p221"/>
            <p:cNvSpPr/>
            <p:nvPr/>
          </p:nvSpPr>
          <p:spPr>
            <a:xfrm>
              <a:off x="-1" y="-2"/>
              <a:ext cx="9144300" cy="540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34" name="Google Shape;2534;p2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35" name="Google Shape;2535;p2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6" name="Google Shape;2536;p221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37" name="Google Shape;2537;p221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38" name="Google Shape;2538;p221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539" name="Shape 2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0" name="Google Shape;2540;p2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41" name="Google Shape;2541;p2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2" name="Google Shape;2542;p2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43" name="Google Shape;2543;p2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4" name="Google Shape;2544;p222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45" name="Google Shape;2545;p222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46" name="Google Shape;2546;p222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547" name="Shape 2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8" name="Google Shape;2548;p2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49" name="Google Shape;2549;p2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0" name="Google Shape;2550;p2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51" name="Google Shape;2551;p2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2" name="Google Shape;2552;p223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53" name="Google Shape;2553;p223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54" name="Google Shape;2554;p223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555" name="Shape 2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6" name="Google Shape;2556;p2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57" name="Google Shape;2557;p2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8" name="Google Shape;2558;p2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9" name="Google Shape;2559;p224"/>
          <p:cNvSpPr txBox="1"/>
          <p:nvPr>
            <p:ph idx="1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60" name="Google Shape;2560;p2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561" name="Google Shape;2561;p2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62" name="Google Shape;2562;p2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63" name="Google Shape;2563;p2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4" name="Google Shape;2564;p2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5" name="Google Shape;2565;p2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66" name="Google Shape;2566;p2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567" name="Google Shape;2567;p224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68" name="Google Shape;2568;p224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69" name="Google Shape;2569;p224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570" name="Shape 2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1" name="Google Shape;2571;p2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72" name="Google Shape;2572;p2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73" name="Google Shape;2573;p2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4" name="Google Shape;2574;p225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575" name="Google Shape;2575;p2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6" name="Google Shape;2576;p2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7" name="Google Shape;2577;p2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78" name="Google Shape;2578;p2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9" name="Google Shape;2579;p2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0" name="Google Shape;2580;p2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581" name="Google Shape;2581;p225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82" name="Google Shape;2582;p225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83" name="Google Shape;2583;p225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84" name="Google Shape;2584;p225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5" name="Shape 2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6" name="Google Shape;2586;p2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87" name="Google Shape;2587;p2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88" name="Google Shape;2588;p2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9" name="Google Shape;2589;p226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590" name="Google Shape;2590;p2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91" name="Google Shape;2591;p2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92" name="Google Shape;2592;p2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3" name="Google Shape;2593;p2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94" name="Google Shape;2594;p2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95" name="Google Shape;2595;p2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596" name="Google Shape;2596;p226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97" name="Google Shape;2597;p226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98" name="Google Shape;2598;p226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99" name="Google Shape;2599;p226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600" name="Shape 2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1" name="Google Shape;2601;p2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2" name="Google Shape;2602;p2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03" name="Google Shape;2603;p2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4" name="Google Shape;2604;p227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605" name="Google Shape;2605;p2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06" name="Google Shape;2606;p2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07" name="Google Shape;2607;p2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08" name="Google Shape;2608;p2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9" name="Google Shape;2609;p2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0" name="Google Shape;2610;p2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11" name="Google Shape;2611;p227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12" name="Google Shape;2612;p227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13" name="Google Shape;2613;p227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14" name="Google Shape;2614;p227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/why - purple">
  <p:cSld name="TITLE_AND_TWO_COLUMNS_1_1_9_1_3_1">
    <p:bg>
      <p:bgPr>
        <a:solidFill>
          <a:srgbClr val="F3EEFB"/>
        </a:solidFill>
      </p:bgPr>
    </p:bg>
    <p:spTree>
      <p:nvGrpSpPr>
        <p:cNvPr id="2615" name="Shape 2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6" name="Google Shape;2616;p2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7" name="Google Shape;2617;p2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8" name="Google Shape;2618;p2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9" name="Google Shape;2619;p2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0" name="Google Shape;2620;p228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1" name="Google Shape;2621;p228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2" name="Google Shape;2622;p228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23" name="Google Shape;2623;p228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24" name="Google Shape;2624;p2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625" name="Google Shape;2625;p228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6" name="Google Shape;2626;p228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27" name="Google Shape;2627;p2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8" name="Google Shape;2628;p2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9" name="Google Shape;2629;p228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30" name="Google Shape;2630;p228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/why - jade">
  <p:cSld name="TITLE_AND_TWO_COLUMNS_1_1_9_1_3_1_1_1">
    <p:bg>
      <p:bgPr>
        <a:solidFill>
          <a:srgbClr val="E6F2F2"/>
        </a:solidFill>
      </p:bgPr>
    </p:bg>
    <p:spTree>
      <p:nvGrpSpPr>
        <p:cNvPr id="2631" name="Shape 2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2" name="Google Shape;2632;p2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33" name="Google Shape;2633;p2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34" name="Google Shape;2634;p2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5" name="Google Shape;2635;p2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36" name="Google Shape;2636;p2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7" name="Google Shape;2637;p2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638" name="Google Shape;2638;p229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9" name="Google Shape;2639;p229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0" name="Google Shape;2640;p229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1" name="Google Shape;2641;p229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2" name="Google Shape;2642;p2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643" name="Google Shape;2643;p229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4" name="Google Shape;2644;p229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5" name="Google Shape;2645;p229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46" name="Google Shape;2646;p229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/why - blue">
  <p:cSld name="TITLE_AND_TWO_COLUMNS_1_1_9_1_3_2">
    <p:bg>
      <p:bgPr>
        <a:solidFill>
          <a:srgbClr val="EBEDFE"/>
        </a:solidFill>
      </p:bgPr>
    </p:bg>
    <p:spTree>
      <p:nvGrpSpPr>
        <p:cNvPr id="2647" name="Shape 2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8" name="Google Shape;2648;p2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49" name="Google Shape;2649;p2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50" name="Google Shape;2650;p2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1" name="Google Shape;2651;p2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52" name="Google Shape;2652;p2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3" name="Google Shape;2653;p2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654" name="Google Shape;2654;p230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5" name="Google Shape;2655;p230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6" name="Google Shape;2656;p230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7" name="Google Shape;2657;p230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8" name="Google Shape;2658;p2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659" name="Google Shape;2659;p230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0" name="Google Shape;2660;p230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1" name="Google Shape;2661;p230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62" name="Google Shape;2662;p230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/why - pink">
  <p:cSld name="TITLE_AND_TWO_COLUMNS_1_1_9_1_3_1_1_1_1">
    <p:bg>
      <p:bgPr>
        <a:solidFill>
          <a:srgbClr val="FAEAF6"/>
        </a:solidFill>
      </p:bgPr>
    </p:bg>
    <p:spTree>
      <p:nvGrpSpPr>
        <p:cNvPr id="2663" name="Shape 2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4" name="Google Shape;2664;p2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65" name="Google Shape;2665;p2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66" name="Google Shape;2666;p2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7" name="Google Shape;2667;p2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68" name="Google Shape;2668;p2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9" name="Google Shape;2669;p2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670" name="Google Shape;2670;p231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1" name="Google Shape;2671;p231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2" name="Google Shape;2672;p231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3" name="Google Shape;2673;p231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4" name="Google Shape;2674;p2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675" name="Google Shape;2675;p231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6" name="Google Shape;2676;p231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7" name="Google Shape;2677;p231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78" name="Google Shape;2678;p231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2679" name="Shape 2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0" name="Google Shape;2680;p2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81" name="Google Shape;2681;p2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2" name="Google Shape;2682;p232"/>
          <p:cNvSpPr txBox="1"/>
          <p:nvPr>
            <p:ph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683" name="Google Shape;2683;p2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4" name="Google Shape;2684;p2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5" name="Google Shape;2685;p2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6" name="Google Shape;2686;p232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7" name="Google Shape;2687;p232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688" name="Google Shape;2688;p2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2689" name="Google Shape;2689;p2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90" name="Google Shape;2690;p2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1" name="Google Shape;2691;p2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2692" name="Google Shape;2692;p2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93" name="Google Shape;2693;p2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4" name="Google Shape;2694;p2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2695" name="Google Shape;2695;p2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96" name="Google Shape;2696;p2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97" name="Google Shape;2697;p232"/>
          <p:cNvSpPr txBox="1"/>
          <p:nvPr>
            <p:ph idx="4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98" name="Google Shape;2698;p232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2699" name="Shape 2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0" name="Google Shape;2700;p2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01" name="Google Shape;2701;p2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02" name="Google Shape;2702;p2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3" name="Google Shape;2703;p2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4" name="Google Shape;2704;p2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05" name="Google Shape;2705;p233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06" name="Google Shape;2706;p233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707" name="Google Shape;2707;p2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2708" name="Google Shape;2708;p2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9" name="Google Shape;2709;p2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10" name="Google Shape;2710;p2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2711" name="Google Shape;2711;p2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2" name="Google Shape;2712;p2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13" name="Google Shape;2713;p2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2714" name="Google Shape;2714;p2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5" name="Google Shape;2715;p2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716" name="Google Shape;2716;p233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17" name="Google Shape;2717;p233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18" name="Google Shape;2718;p233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2719" name="Shape 2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0" name="Google Shape;2720;p2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21" name="Google Shape;2721;p2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22" name="Google Shape;2722;p2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3" name="Google Shape;2723;p2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4" name="Google Shape;2724;p2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25" name="Google Shape;2725;p234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26" name="Google Shape;2726;p234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727" name="Google Shape;2727;p2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2728" name="Google Shape;2728;p2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29" name="Google Shape;2729;p2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30" name="Google Shape;2730;p2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2731" name="Google Shape;2731;p2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32" name="Google Shape;2732;p2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33" name="Google Shape;2733;p2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2734" name="Google Shape;2734;p2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35" name="Google Shape;2735;p2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736" name="Google Shape;2736;p234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37" name="Google Shape;2737;p234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38" name="Google Shape;2738;p234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2739" name="Shape 2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0" name="Google Shape;2740;p2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1" name="Google Shape;2741;p2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2" name="Google Shape;2742;p2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3" name="Google Shape;2743;p2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4" name="Google Shape;2744;p2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45" name="Google Shape;2745;p235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46" name="Google Shape;2746;p235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747" name="Google Shape;2747;p2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2748" name="Google Shape;2748;p2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9" name="Google Shape;2749;p2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50" name="Google Shape;2750;p2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2751" name="Google Shape;2751;p2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52" name="Google Shape;2752;p2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53" name="Google Shape;2753;p2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2754" name="Google Shape;2754;p2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55" name="Google Shape;2755;p2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756" name="Google Shape;2756;p235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57" name="Google Shape;2757;p235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58" name="Google Shape;2758;p235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2759" name="Shape 2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0" name="Google Shape;2760;p2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61" name="Google Shape;2761;p2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62" name="Google Shape;2762;p2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3" name="Google Shape;2763;p2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4" name="Google Shape;2764;p2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5" name="Google Shape;2765;p236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6" name="Google Shape;2766;p236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7" name="Google Shape;2767;p236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768" name="Google Shape;2768;p2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769" name="Google Shape;2769;p2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70" name="Google Shape;2770;p2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71" name="Google Shape;2771;p2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772" name="Google Shape;2772;p2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73" name="Google Shape;2773;p2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74" name="Google Shape;2774;p2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775" name="Google Shape;2775;p2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76" name="Google Shape;2776;p2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77" name="Google Shape;2777;p2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778" name="Google Shape;2778;p2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79" name="Google Shape;2779;p2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780" name="Google Shape;2780;p236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81" name="Google Shape;2781;p236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82" name="Google Shape;2782;p236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2783" name="Shape 2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4" name="Google Shape;2784;p2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5" name="Google Shape;2785;p2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86" name="Google Shape;2786;p2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7" name="Google Shape;2787;p2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8" name="Google Shape;2788;p2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9" name="Google Shape;2789;p237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90" name="Google Shape;2790;p237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91" name="Google Shape;2791;p237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792" name="Google Shape;2792;p2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793" name="Google Shape;2793;p2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94" name="Google Shape;2794;p2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95" name="Google Shape;2795;p2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796" name="Google Shape;2796;p2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97" name="Google Shape;2797;p2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98" name="Google Shape;2798;p2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799" name="Google Shape;2799;p2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0" name="Google Shape;2800;p2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01" name="Google Shape;2801;p2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802" name="Google Shape;2802;p2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3" name="Google Shape;2803;p2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804" name="Google Shape;2804;p237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05" name="Google Shape;2805;p237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06" name="Google Shape;2806;p237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2807" name="Shape 2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8" name="Google Shape;2808;p2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09" name="Google Shape;2809;p2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0" name="Google Shape;2810;p2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811" name="Google Shape;2811;p2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2" name="Google Shape;2812;p2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3" name="Google Shape;2813;p2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4" name="Google Shape;2814;p238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5" name="Google Shape;2815;p238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6" name="Google Shape;2816;p238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817" name="Google Shape;2817;p2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818" name="Google Shape;2818;p2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9" name="Google Shape;2819;p2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0" name="Google Shape;2820;p2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821" name="Google Shape;2821;p2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22" name="Google Shape;2822;p2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3" name="Google Shape;2823;p2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824" name="Google Shape;2824;p2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25" name="Google Shape;2825;p2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6" name="Google Shape;2826;p2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827" name="Google Shape;2827;p2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28" name="Google Shape;2828;p2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829" name="Google Shape;2829;p238"/>
          <p:cNvSpPr txBox="1"/>
          <p:nvPr>
            <p:ph idx="5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30" name="Google Shape;2830;p238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2831" name="Shape 2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2" name="Google Shape;2832;p2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33" name="Google Shape;2833;p2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4" name="Google Shape;2834;p2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835" name="Google Shape;2835;p2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6" name="Google Shape;2836;p2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7" name="Google Shape;2837;p2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38" name="Google Shape;2838;p239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39" name="Google Shape;2839;p239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40" name="Google Shape;2840;p239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841" name="Google Shape;2841;p2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842" name="Google Shape;2842;p2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3" name="Google Shape;2843;p2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44" name="Google Shape;2844;p2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845" name="Google Shape;2845;p2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6" name="Google Shape;2846;p2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47" name="Google Shape;2847;p2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848" name="Google Shape;2848;p2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9" name="Google Shape;2849;p2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0" name="Google Shape;2850;p2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851" name="Google Shape;2851;p2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52" name="Google Shape;2852;p2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853" name="Google Shape;2853;p239"/>
          <p:cNvSpPr txBox="1"/>
          <p:nvPr>
            <p:ph idx="5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54" name="Google Shape;2854;p239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2855" name="Shape 2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6" name="Google Shape;2856;p2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57" name="Google Shape;2857;p2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58" name="Google Shape;2858;p2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9" name="Google Shape;2859;p2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0" name="Google Shape;2860;p240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861" name="Google Shape;2861;p240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862" name="Google Shape;2862;p240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863" name="Google Shape;2863;p2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864" name="Google Shape;2864;p2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65" name="Google Shape;2865;p2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66" name="Google Shape;2866;p2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867" name="Google Shape;2867;p2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68" name="Google Shape;2868;p2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69" name="Google Shape;2869;p2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870" name="Google Shape;2870;p2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1" name="Google Shape;2871;p2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872" name="Google Shape;2872;p240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73" name="Google Shape;2873;p240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74" name="Google Shape;2874;p240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2875" name="Shape 2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6" name="Google Shape;2876;p2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77" name="Google Shape;2877;p2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78" name="Google Shape;2878;p2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9" name="Google Shape;2879;p2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0" name="Google Shape;2880;p241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881" name="Google Shape;2881;p241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882" name="Google Shape;2882;p241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883" name="Google Shape;2883;p2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884" name="Google Shape;2884;p2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85" name="Google Shape;2885;p2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86" name="Google Shape;2886;p2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887" name="Google Shape;2887;p2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88" name="Google Shape;2888;p2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89" name="Google Shape;2889;p2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890" name="Google Shape;2890;p2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91" name="Google Shape;2891;p2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892" name="Google Shape;2892;p241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93" name="Google Shape;2893;p241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94" name="Google Shape;2894;p241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2895" name="Shape 2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6" name="Google Shape;2896;p2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7" name="Google Shape;2897;p2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98" name="Google Shape;2898;p2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9" name="Google Shape;2899;p2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0" name="Google Shape;2900;p242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901" name="Google Shape;2901;p242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902" name="Google Shape;2902;p242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903" name="Google Shape;2903;p2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904" name="Google Shape;2904;p2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05" name="Google Shape;2905;p2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06" name="Google Shape;2906;p2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907" name="Google Shape;2907;p2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08" name="Google Shape;2908;p2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09" name="Google Shape;2909;p2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910" name="Google Shape;2910;p2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11" name="Google Shape;2911;p2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912" name="Google Shape;2912;p242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13" name="Google Shape;2913;p242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14" name="Google Shape;2914;p242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2915" name="Shape 2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6" name="Google Shape;2916;p2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17" name="Google Shape;2917;p2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18" name="Google Shape;2918;p2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9" name="Google Shape;2919;p2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0" name="Google Shape;2920;p243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921" name="Google Shape;2921;p243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922" name="Google Shape;2922;p243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923" name="Google Shape;2923;p2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924" name="Google Shape;2924;p2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25" name="Google Shape;2925;p2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26" name="Google Shape;2926;p2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927" name="Google Shape;2927;p2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28" name="Google Shape;2928;p2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29" name="Google Shape;2929;p2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930" name="Google Shape;2930;p2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31" name="Google Shape;2931;p2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932" name="Google Shape;2932;p243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33" name="Google Shape;2933;p243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34" name="Google Shape;2934;p243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_3">
    <p:bg>
      <p:bgPr>
        <a:solidFill>
          <a:srgbClr val="F3EEFB"/>
        </a:solidFill>
      </p:bgPr>
    </p:bg>
    <p:spTree>
      <p:nvGrpSpPr>
        <p:cNvPr id="2935" name="Shape 2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6" name="Google Shape;2936;p2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37" name="Google Shape;2937;p2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38" name="Google Shape;2938;p2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9" name="Google Shape;2939;p2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0" name="Google Shape;2940;p244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41" name="Google Shape;2941;p244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42" name="Google Shape;2942;p244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2943" name="Shape 2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4" name="Google Shape;2944;p2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45" name="Google Shape;2945;p2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46" name="Google Shape;2946;p2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7" name="Google Shape;2947;p2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8" name="Google Shape;2948;p245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49" name="Google Shape;2949;p245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50" name="Google Shape;2950;p245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2951" name="Shape 2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2" name="Google Shape;2952;p2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53" name="Google Shape;2953;p2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54" name="Google Shape;2954;p2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5" name="Google Shape;2955;p2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6" name="Google Shape;2956;p246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57" name="Google Shape;2957;p246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58" name="Google Shape;2958;p246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2959" name="Shape 2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0" name="Google Shape;2960;p2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61" name="Google Shape;2961;p2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2" name="Google Shape;2962;p247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963" name="Google Shape;2963;p2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4" name="Google Shape;2964;p2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5" name="Google Shape;2965;p247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66" name="Google Shape;2966;p247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2967" name="Shape 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8" name="Google Shape;2968;p2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69" name="Google Shape;2969;p2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70" name="Google Shape;2970;p2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1" name="Google Shape;2971;p2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2" name="Google Shape;2972;p2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3" name="Google Shape;2973;p248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74" name="Google Shape;2974;p248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75" name="Google Shape;2975;p248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2976" name="Shape 2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7" name="Google Shape;2977;p2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78" name="Google Shape;2978;p2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9" name="Google Shape;2979;p2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0" name="Google Shape;2980;p2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1" name="Google Shape;2981;p2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2" name="Google Shape;2982;p249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83" name="Google Shape;2983;p249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84" name="Google Shape;2984;p249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2985" name="Shape 2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6" name="Google Shape;2986;p2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87" name="Google Shape;2987;p2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8" name="Google Shape;2988;p2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9" name="Google Shape;2989;p2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0" name="Google Shape;2990;p2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1" name="Google Shape;2991;p250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92" name="Google Shape;2992;p250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93" name="Google Shape;2993;p250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2994" name="Shape 2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5" name="Google Shape;2995;p2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96" name="Google Shape;2996;p2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7" name="Google Shape;2997;p2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8" name="Google Shape;2998;p2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9" name="Google Shape;2999;p2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0" name="Google Shape;3000;p251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01" name="Google Shape;3001;p251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02" name="Google Shape;3002;p251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_2">
    <p:bg>
      <p:bgPr>
        <a:solidFill>
          <a:srgbClr val="F3EEFB"/>
        </a:solidFill>
      </p:bgPr>
    </p:bg>
    <p:spTree>
      <p:nvGrpSpPr>
        <p:cNvPr id="3003" name="Shape 3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4" name="Google Shape;3004;p2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05" name="Google Shape;3005;p2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06" name="Google Shape;3006;p2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7" name="Google Shape;3007;p2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8" name="Google Shape;3008;p2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9" name="Google Shape;3009;p252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10" name="Google Shape;3010;p252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11" name="Google Shape;3011;p252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3012" name="Shape 3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3" name="Google Shape;3013;p2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14" name="Google Shape;3014;p2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5" name="Google Shape;3015;p2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16" name="Google Shape;3016;p2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7" name="Google Shape;3017;p2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8" name="Google Shape;3018;p253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19" name="Google Shape;3019;p253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20" name="Google Shape;3020;p253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3021" name="Shape 3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2" name="Google Shape;3022;p2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23" name="Google Shape;3023;p2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4" name="Google Shape;3024;p2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5" name="Google Shape;3025;p2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6" name="Google Shape;3026;p2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7" name="Google Shape;3027;p254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28" name="Google Shape;3028;p254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29" name="Google Shape;3029;p254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3030" name="Shape 3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1" name="Google Shape;3031;p2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32" name="Google Shape;3032;p2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3" name="Google Shape;3033;p2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34" name="Google Shape;3034;p2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5" name="Google Shape;3035;p2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6" name="Google Shape;3036;p255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37" name="Google Shape;3037;p255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38" name="Google Shape;3038;p255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3039" name="Shape 3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0" name="Google Shape;3040;p256"/>
          <p:cNvGrpSpPr/>
          <p:nvPr/>
        </p:nvGrpSpPr>
        <p:grpSpPr>
          <a:xfrm>
            <a:off x="0" y="0"/>
            <a:ext cx="9151202" cy="652534"/>
            <a:chOff x="0" y="0"/>
            <a:chExt cx="9151202" cy="652534"/>
          </a:xfrm>
        </p:grpSpPr>
        <p:sp>
          <p:nvSpPr>
            <p:cNvPr id="3041" name="Google Shape;3041;p256"/>
            <p:cNvSpPr/>
            <p:nvPr/>
          </p:nvSpPr>
          <p:spPr>
            <a:xfrm>
              <a:off x="0" y="0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042" name="Google Shape;3042;p256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58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43" name="Google Shape;3043;p2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4" name="Google Shape;3044;p256"/>
          <p:cNvSpPr txBox="1"/>
          <p:nvPr>
            <p:ph type="title"/>
          </p:nvPr>
        </p:nvSpPr>
        <p:spPr>
          <a:xfrm>
            <a:off x="1684800" y="11912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b="0"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45" name="Google Shape;3045;p256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46" name="Google Shape;3046;p256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3047" name="Shape 3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8" name="Google Shape;3048;p257"/>
          <p:cNvGrpSpPr/>
          <p:nvPr/>
        </p:nvGrpSpPr>
        <p:grpSpPr>
          <a:xfrm>
            <a:off x="0" y="0"/>
            <a:ext cx="9151202" cy="886259"/>
            <a:chOff x="0" y="0"/>
            <a:chExt cx="9151202" cy="886259"/>
          </a:xfrm>
        </p:grpSpPr>
        <p:sp>
          <p:nvSpPr>
            <p:cNvPr id="3049" name="Google Shape;3049;p257"/>
            <p:cNvSpPr/>
            <p:nvPr/>
          </p:nvSpPr>
          <p:spPr>
            <a:xfrm>
              <a:off x="0" y="0"/>
              <a:ext cx="9144300" cy="77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050" name="Google Shape;3050;p257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7695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51" name="Google Shape;3051;p2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52" name="Google Shape;3052;p2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3" name="Google Shape;3053;p2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54" name="Google Shape;3054;p257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3055" name="Shape 3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6" name="Google Shape;3056;p258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7" name="Google Shape;3057;p258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8" name="Google Shape;3058;p258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9" name="Google Shape;3059;p258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0" name="Google Shape;3060;p258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1" name="Google Shape;3061;p258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Audio clip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2" name="Google Shape;3062;p258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clip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3" name="Google Shape;3063;p258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4" name="Google Shape;3064;p258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3065" name="Shape 3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6" name="Google Shape;3066;p25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3067" name="Google Shape;3067;p259"/>
          <p:cNvSpPr txBox="1"/>
          <p:nvPr>
            <p:ph idx="1" type="subTitle"/>
          </p:nvPr>
        </p:nvSpPr>
        <p:spPr>
          <a:xfrm>
            <a:off x="661775" y="1266500"/>
            <a:ext cx="7351200" cy="262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3068" name="Shape 3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9" name="Google Shape;3069;p260"/>
          <p:cNvSpPr txBox="1"/>
          <p:nvPr>
            <p:ph type="title"/>
          </p:nvPr>
        </p:nvSpPr>
        <p:spPr>
          <a:xfrm>
            <a:off x="459000" y="2262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70" name="Google Shape;3070;p260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3071" name="Shape 3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" name="Google Shape;3072;p26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73" name="Google Shape;3073;p261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74" name="Google Shape;3074;p261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5" name="Google Shape;3075;p261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76" name="Google Shape;3076;p261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77" name="Google Shape;3077;p261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58" Type="http://schemas.openxmlformats.org/officeDocument/2006/relationships/theme" Target="../theme/theme1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95.xml"/><Relationship Id="rId42" Type="http://schemas.openxmlformats.org/officeDocument/2006/relationships/slideLayout" Target="../slideLayouts/slideLayout97.xml"/><Relationship Id="rId41" Type="http://schemas.openxmlformats.org/officeDocument/2006/relationships/slideLayout" Target="../slideLayouts/slideLayout96.xml"/><Relationship Id="rId44" Type="http://schemas.openxmlformats.org/officeDocument/2006/relationships/slideLayout" Target="../slideLayouts/slideLayout99.xml"/><Relationship Id="rId43" Type="http://schemas.openxmlformats.org/officeDocument/2006/relationships/slideLayout" Target="../slideLayouts/slideLayout98.xml"/><Relationship Id="rId46" Type="http://schemas.openxmlformats.org/officeDocument/2006/relationships/slideLayout" Target="../slideLayouts/slideLayout101.xml"/><Relationship Id="rId45" Type="http://schemas.openxmlformats.org/officeDocument/2006/relationships/slideLayout" Target="../slideLayouts/slideLayout100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48" Type="http://schemas.openxmlformats.org/officeDocument/2006/relationships/slideLayout" Target="../slideLayouts/slideLayout103.xml"/><Relationship Id="rId47" Type="http://schemas.openxmlformats.org/officeDocument/2006/relationships/slideLayout" Target="../slideLayouts/slideLayout102.xml"/><Relationship Id="rId49" Type="http://schemas.openxmlformats.org/officeDocument/2006/relationships/slideLayout" Target="../slideLayouts/slideLayout104.xml"/><Relationship Id="rId5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2.xml"/><Relationship Id="rId8" Type="http://schemas.openxmlformats.org/officeDocument/2006/relationships/slideLayout" Target="../slideLayouts/slideLayout63.xml"/><Relationship Id="rId31" Type="http://schemas.openxmlformats.org/officeDocument/2006/relationships/slideLayout" Target="../slideLayouts/slideLayout86.xml"/><Relationship Id="rId30" Type="http://schemas.openxmlformats.org/officeDocument/2006/relationships/slideLayout" Target="../slideLayouts/slideLayout85.xml"/><Relationship Id="rId33" Type="http://schemas.openxmlformats.org/officeDocument/2006/relationships/slideLayout" Target="../slideLayouts/slideLayout88.xml"/><Relationship Id="rId32" Type="http://schemas.openxmlformats.org/officeDocument/2006/relationships/slideLayout" Target="../slideLayouts/slideLayout87.xml"/><Relationship Id="rId35" Type="http://schemas.openxmlformats.org/officeDocument/2006/relationships/slideLayout" Target="../slideLayouts/slideLayout90.xml"/><Relationship Id="rId34" Type="http://schemas.openxmlformats.org/officeDocument/2006/relationships/slideLayout" Target="../slideLayouts/slideLayout89.xml"/><Relationship Id="rId37" Type="http://schemas.openxmlformats.org/officeDocument/2006/relationships/slideLayout" Target="../slideLayouts/slideLayout92.xml"/><Relationship Id="rId36" Type="http://schemas.openxmlformats.org/officeDocument/2006/relationships/slideLayout" Target="../slideLayouts/slideLayout91.xml"/><Relationship Id="rId39" Type="http://schemas.openxmlformats.org/officeDocument/2006/relationships/slideLayout" Target="../slideLayouts/slideLayout94.xml"/><Relationship Id="rId38" Type="http://schemas.openxmlformats.org/officeDocument/2006/relationships/slideLayout" Target="../slideLayouts/slideLayout93.xml"/><Relationship Id="rId62" Type="http://schemas.openxmlformats.org/officeDocument/2006/relationships/slideLayout" Target="../slideLayouts/slideLayout117.xml"/><Relationship Id="rId61" Type="http://schemas.openxmlformats.org/officeDocument/2006/relationships/slideLayout" Target="../slideLayouts/slideLayout116.xml"/><Relationship Id="rId20" Type="http://schemas.openxmlformats.org/officeDocument/2006/relationships/slideLayout" Target="../slideLayouts/slideLayout75.xml"/><Relationship Id="rId64" Type="http://schemas.openxmlformats.org/officeDocument/2006/relationships/theme" Target="../theme/theme4.xml"/><Relationship Id="rId63" Type="http://schemas.openxmlformats.org/officeDocument/2006/relationships/slideLayout" Target="../slideLayouts/slideLayout118.xml"/><Relationship Id="rId22" Type="http://schemas.openxmlformats.org/officeDocument/2006/relationships/slideLayout" Target="../slideLayouts/slideLayout77.xml"/><Relationship Id="rId21" Type="http://schemas.openxmlformats.org/officeDocument/2006/relationships/slideLayout" Target="../slideLayouts/slideLayout76.xml"/><Relationship Id="rId24" Type="http://schemas.openxmlformats.org/officeDocument/2006/relationships/slideLayout" Target="../slideLayouts/slideLayout79.xml"/><Relationship Id="rId23" Type="http://schemas.openxmlformats.org/officeDocument/2006/relationships/slideLayout" Target="../slideLayouts/slideLayout78.xml"/><Relationship Id="rId60" Type="http://schemas.openxmlformats.org/officeDocument/2006/relationships/slideLayout" Target="../slideLayouts/slideLayout115.xml"/><Relationship Id="rId26" Type="http://schemas.openxmlformats.org/officeDocument/2006/relationships/slideLayout" Target="../slideLayouts/slideLayout81.xml"/><Relationship Id="rId25" Type="http://schemas.openxmlformats.org/officeDocument/2006/relationships/slideLayout" Target="../slideLayouts/slideLayout80.xml"/><Relationship Id="rId28" Type="http://schemas.openxmlformats.org/officeDocument/2006/relationships/slideLayout" Target="../slideLayouts/slideLayout83.xml"/><Relationship Id="rId27" Type="http://schemas.openxmlformats.org/officeDocument/2006/relationships/slideLayout" Target="../slideLayouts/slideLayout82.xml"/><Relationship Id="rId29" Type="http://schemas.openxmlformats.org/officeDocument/2006/relationships/slideLayout" Target="../slideLayouts/slideLayout84.xml"/><Relationship Id="rId51" Type="http://schemas.openxmlformats.org/officeDocument/2006/relationships/slideLayout" Target="../slideLayouts/slideLayout106.xml"/><Relationship Id="rId50" Type="http://schemas.openxmlformats.org/officeDocument/2006/relationships/slideLayout" Target="../slideLayouts/slideLayout105.xml"/><Relationship Id="rId53" Type="http://schemas.openxmlformats.org/officeDocument/2006/relationships/slideLayout" Target="../slideLayouts/slideLayout108.xml"/><Relationship Id="rId52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66.xml"/><Relationship Id="rId55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65.xml"/><Relationship Id="rId54" Type="http://schemas.openxmlformats.org/officeDocument/2006/relationships/slideLayout" Target="../slideLayouts/slideLayout109.xml"/><Relationship Id="rId13" Type="http://schemas.openxmlformats.org/officeDocument/2006/relationships/slideLayout" Target="../slideLayouts/slideLayout68.xml"/><Relationship Id="rId57" Type="http://schemas.openxmlformats.org/officeDocument/2006/relationships/slideLayout" Target="../slideLayouts/slideLayout112.xml"/><Relationship Id="rId12" Type="http://schemas.openxmlformats.org/officeDocument/2006/relationships/slideLayout" Target="../slideLayouts/slideLayout67.xml"/><Relationship Id="rId56" Type="http://schemas.openxmlformats.org/officeDocument/2006/relationships/slideLayout" Target="../slideLayouts/slideLayout111.xml"/><Relationship Id="rId15" Type="http://schemas.openxmlformats.org/officeDocument/2006/relationships/slideLayout" Target="../slideLayouts/slideLayout70.xml"/><Relationship Id="rId59" Type="http://schemas.openxmlformats.org/officeDocument/2006/relationships/slideLayout" Target="../slideLayouts/slideLayout114.xml"/><Relationship Id="rId14" Type="http://schemas.openxmlformats.org/officeDocument/2006/relationships/slideLayout" Target="../slideLayouts/slideLayout69.xml"/><Relationship Id="rId58" Type="http://schemas.openxmlformats.org/officeDocument/2006/relationships/slideLayout" Target="../slideLayouts/slideLayout113.xml"/><Relationship Id="rId17" Type="http://schemas.openxmlformats.org/officeDocument/2006/relationships/slideLayout" Target="../slideLayouts/slideLayout72.xml"/><Relationship Id="rId16" Type="http://schemas.openxmlformats.org/officeDocument/2006/relationships/slideLayout" Target="../slideLayouts/slideLayout71.xml"/><Relationship Id="rId19" Type="http://schemas.openxmlformats.org/officeDocument/2006/relationships/slideLayout" Target="../slideLayouts/slideLayout74.xml"/><Relationship Id="rId18" Type="http://schemas.openxmlformats.org/officeDocument/2006/relationships/slideLayout" Target="../slideLayouts/slideLayout73.xml"/></Relationships>
</file>

<file path=ppt/slideMasters/_rels/slideMaster3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57.xml"/><Relationship Id="rId42" Type="http://schemas.openxmlformats.org/officeDocument/2006/relationships/slideLayout" Target="../slideLayouts/slideLayout159.xml"/><Relationship Id="rId41" Type="http://schemas.openxmlformats.org/officeDocument/2006/relationships/slideLayout" Target="../slideLayouts/slideLayout158.xml"/><Relationship Id="rId44" Type="http://schemas.openxmlformats.org/officeDocument/2006/relationships/slideLayout" Target="../slideLayouts/slideLayout161.xml"/><Relationship Id="rId43" Type="http://schemas.openxmlformats.org/officeDocument/2006/relationships/slideLayout" Target="../slideLayouts/slideLayout160.xml"/><Relationship Id="rId46" Type="http://schemas.openxmlformats.org/officeDocument/2006/relationships/slideLayout" Target="../slideLayouts/slideLayout163.xml"/><Relationship Id="rId45" Type="http://schemas.openxmlformats.org/officeDocument/2006/relationships/slideLayout" Target="../slideLayouts/slideLayout16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9.xml"/><Relationship Id="rId3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21.xml"/><Relationship Id="rId9" Type="http://schemas.openxmlformats.org/officeDocument/2006/relationships/slideLayout" Target="../slideLayouts/slideLayout126.xml"/><Relationship Id="rId48" Type="http://schemas.openxmlformats.org/officeDocument/2006/relationships/slideLayout" Target="../slideLayouts/slideLayout165.xml"/><Relationship Id="rId47" Type="http://schemas.openxmlformats.org/officeDocument/2006/relationships/slideLayout" Target="../slideLayouts/slideLayout164.xml"/><Relationship Id="rId49" Type="http://schemas.openxmlformats.org/officeDocument/2006/relationships/slideLayout" Target="../slideLayouts/slideLayout166.xml"/><Relationship Id="rId5" Type="http://schemas.openxmlformats.org/officeDocument/2006/relationships/slideLayout" Target="../slideLayouts/slideLayout122.xml"/><Relationship Id="rId6" Type="http://schemas.openxmlformats.org/officeDocument/2006/relationships/slideLayout" Target="../slideLayouts/slideLayout123.xml"/><Relationship Id="rId7" Type="http://schemas.openxmlformats.org/officeDocument/2006/relationships/slideLayout" Target="../slideLayouts/slideLayout124.xml"/><Relationship Id="rId8" Type="http://schemas.openxmlformats.org/officeDocument/2006/relationships/slideLayout" Target="../slideLayouts/slideLayout125.xml"/><Relationship Id="rId31" Type="http://schemas.openxmlformats.org/officeDocument/2006/relationships/slideLayout" Target="../slideLayouts/slideLayout148.xml"/><Relationship Id="rId30" Type="http://schemas.openxmlformats.org/officeDocument/2006/relationships/slideLayout" Target="../slideLayouts/slideLayout147.xml"/><Relationship Id="rId33" Type="http://schemas.openxmlformats.org/officeDocument/2006/relationships/slideLayout" Target="../slideLayouts/slideLayout150.xml"/><Relationship Id="rId32" Type="http://schemas.openxmlformats.org/officeDocument/2006/relationships/slideLayout" Target="../slideLayouts/slideLayout149.xml"/><Relationship Id="rId35" Type="http://schemas.openxmlformats.org/officeDocument/2006/relationships/slideLayout" Target="../slideLayouts/slideLayout152.xml"/><Relationship Id="rId34" Type="http://schemas.openxmlformats.org/officeDocument/2006/relationships/slideLayout" Target="../slideLayouts/slideLayout151.xml"/><Relationship Id="rId37" Type="http://schemas.openxmlformats.org/officeDocument/2006/relationships/slideLayout" Target="../slideLayouts/slideLayout154.xml"/><Relationship Id="rId36" Type="http://schemas.openxmlformats.org/officeDocument/2006/relationships/slideLayout" Target="../slideLayouts/slideLayout153.xml"/><Relationship Id="rId39" Type="http://schemas.openxmlformats.org/officeDocument/2006/relationships/slideLayout" Target="../slideLayouts/slideLayout156.xml"/><Relationship Id="rId38" Type="http://schemas.openxmlformats.org/officeDocument/2006/relationships/slideLayout" Target="../slideLayouts/slideLayout155.xml"/><Relationship Id="rId62" Type="http://schemas.openxmlformats.org/officeDocument/2006/relationships/slideLayout" Target="../slideLayouts/slideLayout179.xml"/><Relationship Id="rId61" Type="http://schemas.openxmlformats.org/officeDocument/2006/relationships/slideLayout" Target="../slideLayouts/slideLayout178.xml"/><Relationship Id="rId20" Type="http://schemas.openxmlformats.org/officeDocument/2006/relationships/slideLayout" Target="../slideLayouts/slideLayout137.xml"/><Relationship Id="rId64" Type="http://schemas.openxmlformats.org/officeDocument/2006/relationships/slideLayout" Target="../slideLayouts/slideLayout181.xml"/><Relationship Id="rId63" Type="http://schemas.openxmlformats.org/officeDocument/2006/relationships/slideLayout" Target="../slideLayouts/slideLayout180.xml"/><Relationship Id="rId22" Type="http://schemas.openxmlformats.org/officeDocument/2006/relationships/slideLayout" Target="../slideLayouts/slideLayout139.xml"/><Relationship Id="rId66" Type="http://schemas.openxmlformats.org/officeDocument/2006/relationships/slideLayout" Target="../slideLayouts/slideLayout183.xml"/><Relationship Id="rId21" Type="http://schemas.openxmlformats.org/officeDocument/2006/relationships/slideLayout" Target="../slideLayouts/slideLayout138.xml"/><Relationship Id="rId65" Type="http://schemas.openxmlformats.org/officeDocument/2006/relationships/slideLayout" Target="../slideLayouts/slideLayout182.xml"/><Relationship Id="rId24" Type="http://schemas.openxmlformats.org/officeDocument/2006/relationships/slideLayout" Target="../slideLayouts/slideLayout141.xml"/><Relationship Id="rId68" Type="http://schemas.openxmlformats.org/officeDocument/2006/relationships/slideLayout" Target="../slideLayouts/slideLayout185.xml"/><Relationship Id="rId23" Type="http://schemas.openxmlformats.org/officeDocument/2006/relationships/slideLayout" Target="../slideLayouts/slideLayout140.xml"/><Relationship Id="rId67" Type="http://schemas.openxmlformats.org/officeDocument/2006/relationships/slideLayout" Target="../slideLayouts/slideLayout184.xml"/><Relationship Id="rId60" Type="http://schemas.openxmlformats.org/officeDocument/2006/relationships/slideLayout" Target="../slideLayouts/slideLayout177.xml"/><Relationship Id="rId26" Type="http://schemas.openxmlformats.org/officeDocument/2006/relationships/slideLayout" Target="../slideLayouts/slideLayout143.xml"/><Relationship Id="rId25" Type="http://schemas.openxmlformats.org/officeDocument/2006/relationships/slideLayout" Target="../slideLayouts/slideLayout142.xml"/><Relationship Id="rId69" Type="http://schemas.openxmlformats.org/officeDocument/2006/relationships/theme" Target="../theme/theme5.xml"/><Relationship Id="rId28" Type="http://schemas.openxmlformats.org/officeDocument/2006/relationships/slideLayout" Target="../slideLayouts/slideLayout145.xml"/><Relationship Id="rId27" Type="http://schemas.openxmlformats.org/officeDocument/2006/relationships/slideLayout" Target="../slideLayouts/slideLayout144.xml"/><Relationship Id="rId29" Type="http://schemas.openxmlformats.org/officeDocument/2006/relationships/slideLayout" Target="../slideLayouts/slideLayout146.xml"/><Relationship Id="rId51" Type="http://schemas.openxmlformats.org/officeDocument/2006/relationships/slideLayout" Target="../slideLayouts/slideLayout168.xml"/><Relationship Id="rId50" Type="http://schemas.openxmlformats.org/officeDocument/2006/relationships/slideLayout" Target="../slideLayouts/slideLayout167.xml"/><Relationship Id="rId53" Type="http://schemas.openxmlformats.org/officeDocument/2006/relationships/slideLayout" Target="../slideLayouts/slideLayout170.xml"/><Relationship Id="rId52" Type="http://schemas.openxmlformats.org/officeDocument/2006/relationships/slideLayout" Target="../slideLayouts/slideLayout169.xml"/><Relationship Id="rId11" Type="http://schemas.openxmlformats.org/officeDocument/2006/relationships/slideLayout" Target="../slideLayouts/slideLayout128.xml"/><Relationship Id="rId55" Type="http://schemas.openxmlformats.org/officeDocument/2006/relationships/slideLayout" Target="../slideLayouts/slideLayout172.xml"/><Relationship Id="rId10" Type="http://schemas.openxmlformats.org/officeDocument/2006/relationships/slideLayout" Target="../slideLayouts/slideLayout127.xml"/><Relationship Id="rId54" Type="http://schemas.openxmlformats.org/officeDocument/2006/relationships/slideLayout" Target="../slideLayouts/slideLayout171.xml"/><Relationship Id="rId13" Type="http://schemas.openxmlformats.org/officeDocument/2006/relationships/slideLayout" Target="../slideLayouts/slideLayout130.xml"/><Relationship Id="rId57" Type="http://schemas.openxmlformats.org/officeDocument/2006/relationships/slideLayout" Target="../slideLayouts/slideLayout174.xml"/><Relationship Id="rId12" Type="http://schemas.openxmlformats.org/officeDocument/2006/relationships/slideLayout" Target="../slideLayouts/slideLayout129.xml"/><Relationship Id="rId56" Type="http://schemas.openxmlformats.org/officeDocument/2006/relationships/slideLayout" Target="../slideLayouts/slideLayout173.xml"/><Relationship Id="rId15" Type="http://schemas.openxmlformats.org/officeDocument/2006/relationships/slideLayout" Target="../slideLayouts/slideLayout132.xml"/><Relationship Id="rId59" Type="http://schemas.openxmlformats.org/officeDocument/2006/relationships/slideLayout" Target="../slideLayouts/slideLayout176.xml"/><Relationship Id="rId14" Type="http://schemas.openxmlformats.org/officeDocument/2006/relationships/slideLayout" Target="../slideLayouts/slideLayout131.xml"/><Relationship Id="rId58" Type="http://schemas.openxmlformats.org/officeDocument/2006/relationships/slideLayout" Target="../slideLayouts/slideLayout175.xml"/><Relationship Id="rId17" Type="http://schemas.openxmlformats.org/officeDocument/2006/relationships/slideLayout" Target="../slideLayouts/slideLayout134.xml"/><Relationship Id="rId16" Type="http://schemas.openxmlformats.org/officeDocument/2006/relationships/slideLayout" Target="../slideLayouts/slideLayout133.xml"/><Relationship Id="rId19" Type="http://schemas.openxmlformats.org/officeDocument/2006/relationships/slideLayout" Target="../slideLayouts/slideLayout136.xml"/><Relationship Id="rId18" Type="http://schemas.openxmlformats.org/officeDocument/2006/relationships/slideLayout" Target="../slideLayouts/slideLayout135.xml"/></Relationships>
</file>

<file path=ppt/slideMasters/_rels/slideMaster4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224.xml"/><Relationship Id="rId42" Type="http://schemas.openxmlformats.org/officeDocument/2006/relationships/slideLayout" Target="../slideLayouts/slideLayout226.xml"/><Relationship Id="rId41" Type="http://schemas.openxmlformats.org/officeDocument/2006/relationships/slideLayout" Target="../slideLayouts/slideLayout225.xml"/><Relationship Id="rId44" Type="http://schemas.openxmlformats.org/officeDocument/2006/relationships/slideLayout" Target="../slideLayouts/slideLayout228.xml"/><Relationship Id="rId43" Type="http://schemas.openxmlformats.org/officeDocument/2006/relationships/slideLayout" Target="../slideLayouts/slideLayout227.xml"/><Relationship Id="rId46" Type="http://schemas.openxmlformats.org/officeDocument/2006/relationships/slideLayout" Target="../slideLayouts/slideLayout230.xml"/><Relationship Id="rId45" Type="http://schemas.openxmlformats.org/officeDocument/2006/relationships/slideLayout" Target="../slideLayouts/slideLayout229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86.xml"/><Relationship Id="rId3" Type="http://schemas.openxmlformats.org/officeDocument/2006/relationships/slideLayout" Target="../slideLayouts/slideLayout187.xml"/><Relationship Id="rId4" Type="http://schemas.openxmlformats.org/officeDocument/2006/relationships/slideLayout" Target="../slideLayouts/slideLayout188.xml"/><Relationship Id="rId9" Type="http://schemas.openxmlformats.org/officeDocument/2006/relationships/slideLayout" Target="../slideLayouts/slideLayout193.xml"/><Relationship Id="rId48" Type="http://schemas.openxmlformats.org/officeDocument/2006/relationships/slideLayout" Target="../slideLayouts/slideLayout232.xml"/><Relationship Id="rId47" Type="http://schemas.openxmlformats.org/officeDocument/2006/relationships/slideLayout" Target="../slideLayouts/slideLayout231.xml"/><Relationship Id="rId49" Type="http://schemas.openxmlformats.org/officeDocument/2006/relationships/slideLayout" Target="../slideLayouts/slideLayout233.xml"/><Relationship Id="rId5" Type="http://schemas.openxmlformats.org/officeDocument/2006/relationships/slideLayout" Target="../slideLayouts/slideLayout189.xml"/><Relationship Id="rId6" Type="http://schemas.openxmlformats.org/officeDocument/2006/relationships/slideLayout" Target="../slideLayouts/slideLayout190.xml"/><Relationship Id="rId7" Type="http://schemas.openxmlformats.org/officeDocument/2006/relationships/slideLayout" Target="../slideLayouts/slideLayout191.xml"/><Relationship Id="rId8" Type="http://schemas.openxmlformats.org/officeDocument/2006/relationships/slideLayout" Target="../slideLayouts/slideLayout192.xml"/><Relationship Id="rId73" Type="http://schemas.openxmlformats.org/officeDocument/2006/relationships/slideLayout" Target="../slideLayouts/slideLayout257.xml"/><Relationship Id="rId72" Type="http://schemas.openxmlformats.org/officeDocument/2006/relationships/slideLayout" Target="../slideLayouts/slideLayout256.xml"/><Relationship Id="rId31" Type="http://schemas.openxmlformats.org/officeDocument/2006/relationships/slideLayout" Target="../slideLayouts/slideLayout215.xml"/><Relationship Id="rId30" Type="http://schemas.openxmlformats.org/officeDocument/2006/relationships/slideLayout" Target="../slideLayouts/slideLayout214.xml"/><Relationship Id="rId74" Type="http://schemas.openxmlformats.org/officeDocument/2006/relationships/theme" Target="../theme/theme3.xml"/><Relationship Id="rId33" Type="http://schemas.openxmlformats.org/officeDocument/2006/relationships/slideLayout" Target="../slideLayouts/slideLayout217.xml"/><Relationship Id="rId32" Type="http://schemas.openxmlformats.org/officeDocument/2006/relationships/slideLayout" Target="../slideLayouts/slideLayout216.xml"/><Relationship Id="rId35" Type="http://schemas.openxmlformats.org/officeDocument/2006/relationships/slideLayout" Target="../slideLayouts/slideLayout219.xml"/><Relationship Id="rId34" Type="http://schemas.openxmlformats.org/officeDocument/2006/relationships/slideLayout" Target="../slideLayouts/slideLayout218.xml"/><Relationship Id="rId71" Type="http://schemas.openxmlformats.org/officeDocument/2006/relationships/slideLayout" Target="../slideLayouts/slideLayout255.xml"/><Relationship Id="rId70" Type="http://schemas.openxmlformats.org/officeDocument/2006/relationships/slideLayout" Target="../slideLayouts/slideLayout254.xml"/><Relationship Id="rId37" Type="http://schemas.openxmlformats.org/officeDocument/2006/relationships/slideLayout" Target="../slideLayouts/slideLayout221.xml"/><Relationship Id="rId36" Type="http://schemas.openxmlformats.org/officeDocument/2006/relationships/slideLayout" Target="../slideLayouts/slideLayout220.xml"/><Relationship Id="rId39" Type="http://schemas.openxmlformats.org/officeDocument/2006/relationships/slideLayout" Target="../slideLayouts/slideLayout223.xml"/><Relationship Id="rId38" Type="http://schemas.openxmlformats.org/officeDocument/2006/relationships/slideLayout" Target="../slideLayouts/slideLayout222.xml"/><Relationship Id="rId62" Type="http://schemas.openxmlformats.org/officeDocument/2006/relationships/slideLayout" Target="../slideLayouts/slideLayout246.xml"/><Relationship Id="rId61" Type="http://schemas.openxmlformats.org/officeDocument/2006/relationships/slideLayout" Target="../slideLayouts/slideLayout245.xml"/><Relationship Id="rId20" Type="http://schemas.openxmlformats.org/officeDocument/2006/relationships/slideLayout" Target="../slideLayouts/slideLayout204.xml"/><Relationship Id="rId64" Type="http://schemas.openxmlformats.org/officeDocument/2006/relationships/slideLayout" Target="../slideLayouts/slideLayout248.xml"/><Relationship Id="rId63" Type="http://schemas.openxmlformats.org/officeDocument/2006/relationships/slideLayout" Target="../slideLayouts/slideLayout247.xml"/><Relationship Id="rId22" Type="http://schemas.openxmlformats.org/officeDocument/2006/relationships/slideLayout" Target="../slideLayouts/slideLayout206.xml"/><Relationship Id="rId66" Type="http://schemas.openxmlformats.org/officeDocument/2006/relationships/slideLayout" Target="../slideLayouts/slideLayout250.xml"/><Relationship Id="rId21" Type="http://schemas.openxmlformats.org/officeDocument/2006/relationships/slideLayout" Target="../slideLayouts/slideLayout205.xml"/><Relationship Id="rId65" Type="http://schemas.openxmlformats.org/officeDocument/2006/relationships/slideLayout" Target="../slideLayouts/slideLayout249.xml"/><Relationship Id="rId24" Type="http://schemas.openxmlformats.org/officeDocument/2006/relationships/slideLayout" Target="../slideLayouts/slideLayout208.xml"/><Relationship Id="rId68" Type="http://schemas.openxmlformats.org/officeDocument/2006/relationships/slideLayout" Target="../slideLayouts/slideLayout252.xml"/><Relationship Id="rId23" Type="http://schemas.openxmlformats.org/officeDocument/2006/relationships/slideLayout" Target="../slideLayouts/slideLayout207.xml"/><Relationship Id="rId67" Type="http://schemas.openxmlformats.org/officeDocument/2006/relationships/slideLayout" Target="../slideLayouts/slideLayout251.xml"/><Relationship Id="rId60" Type="http://schemas.openxmlformats.org/officeDocument/2006/relationships/slideLayout" Target="../slideLayouts/slideLayout244.xml"/><Relationship Id="rId26" Type="http://schemas.openxmlformats.org/officeDocument/2006/relationships/slideLayout" Target="../slideLayouts/slideLayout210.xml"/><Relationship Id="rId25" Type="http://schemas.openxmlformats.org/officeDocument/2006/relationships/slideLayout" Target="../slideLayouts/slideLayout209.xml"/><Relationship Id="rId69" Type="http://schemas.openxmlformats.org/officeDocument/2006/relationships/slideLayout" Target="../slideLayouts/slideLayout253.xml"/><Relationship Id="rId28" Type="http://schemas.openxmlformats.org/officeDocument/2006/relationships/slideLayout" Target="../slideLayouts/slideLayout212.xml"/><Relationship Id="rId27" Type="http://schemas.openxmlformats.org/officeDocument/2006/relationships/slideLayout" Target="../slideLayouts/slideLayout211.xml"/><Relationship Id="rId29" Type="http://schemas.openxmlformats.org/officeDocument/2006/relationships/slideLayout" Target="../slideLayouts/slideLayout213.xml"/><Relationship Id="rId51" Type="http://schemas.openxmlformats.org/officeDocument/2006/relationships/slideLayout" Target="../slideLayouts/slideLayout235.xml"/><Relationship Id="rId50" Type="http://schemas.openxmlformats.org/officeDocument/2006/relationships/slideLayout" Target="../slideLayouts/slideLayout234.xml"/><Relationship Id="rId53" Type="http://schemas.openxmlformats.org/officeDocument/2006/relationships/slideLayout" Target="../slideLayouts/slideLayout237.xml"/><Relationship Id="rId52" Type="http://schemas.openxmlformats.org/officeDocument/2006/relationships/slideLayout" Target="../slideLayouts/slideLayout236.xml"/><Relationship Id="rId11" Type="http://schemas.openxmlformats.org/officeDocument/2006/relationships/slideLayout" Target="../slideLayouts/slideLayout195.xml"/><Relationship Id="rId55" Type="http://schemas.openxmlformats.org/officeDocument/2006/relationships/slideLayout" Target="../slideLayouts/slideLayout239.xml"/><Relationship Id="rId10" Type="http://schemas.openxmlformats.org/officeDocument/2006/relationships/slideLayout" Target="../slideLayouts/slideLayout194.xml"/><Relationship Id="rId54" Type="http://schemas.openxmlformats.org/officeDocument/2006/relationships/slideLayout" Target="../slideLayouts/slideLayout238.xml"/><Relationship Id="rId13" Type="http://schemas.openxmlformats.org/officeDocument/2006/relationships/slideLayout" Target="../slideLayouts/slideLayout197.xml"/><Relationship Id="rId57" Type="http://schemas.openxmlformats.org/officeDocument/2006/relationships/slideLayout" Target="../slideLayouts/slideLayout241.xml"/><Relationship Id="rId12" Type="http://schemas.openxmlformats.org/officeDocument/2006/relationships/slideLayout" Target="../slideLayouts/slideLayout196.xml"/><Relationship Id="rId56" Type="http://schemas.openxmlformats.org/officeDocument/2006/relationships/slideLayout" Target="../slideLayouts/slideLayout240.xml"/><Relationship Id="rId15" Type="http://schemas.openxmlformats.org/officeDocument/2006/relationships/slideLayout" Target="../slideLayouts/slideLayout199.xml"/><Relationship Id="rId59" Type="http://schemas.openxmlformats.org/officeDocument/2006/relationships/slideLayout" Target="../slideLayouts/slideLayout243.xml"/><Relationship Id="rId14" Type="http://schemas.openxmlformats.org/officeDocument/2006/relationships/slideLayout" Target="../slideLayouts/slideLayout198.xml"/><Relationship Id="rId58" Type="http://schemas.openxmlformats.org/officeDocument/2006/relationships/slideLayout" Target="../slideLayouts/slideLayout242.xml"/><Relationship Id="rId17" Type="http://schemas.openxmlformats.org/officeDocument/2006/relationships/slideLayout" Target="../slideLayouts/slideLayout201.xml"/><Relationship Id="rId16" Type="http://schemas.openxmlformats.org/officeDocument/2006/relationships/slideLayout" Target="../slideLayouts/slideLayout200.xml"/><Relationship Id="rId19" Type="http://schemas.openxmlformats.org/officeDocument/2006/relationships/slideLayout" Target="../slideLayouts/slideLayout203.xml"/><Relationship Id="rId18" Type="http://schemas.openxmlformats.org/officeDocument/2006/relationships/slideLayout" Target="../slideLayouts/slideLayout20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58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45" name="Google Shape;645;p58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646" name="Google Shape;646;p5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  <p:sldLayoutId id="2147483722" r:id="rId20"/>
    <p:sldLayoutId id="2147483723" r:id="rId21"/>
    <p:sldLayoutId id="2147483724" r:id="rId22"/>
    <p:sldLayoutId id="2147483725" r:id="rId23"/>
    <p:sldLayoutId id="2147483726" r:id="rId24"/>
    <p:sldLayoutId id="2147483727" r:id="rId25"/>
    <p:sldLayoutId id="2147483728" r:id="rId26"/>
    <p:sldLayoutId id="2147483729" r:id="rId27"/>
    <p:sldLayoutId id="2147483730" r:id="rId28"/>
    <p:sldLayoutId id="2147483731" r:id="rId29"/>
    <p:sldLayoutId id="2147483732" r:id="rId30"/>
    <p:sldLayoutId id="2147483733" r:id="rId31"/>
    <p:sldLayoutId id="2147483734" r:id="rId32"/>
    <p:sldLayoutId id="2147483735" r:id="rId33"/>
    <p:sldLayoutId id="2147483736" r:id="rId34"/>
    <p:sldLayoutId id="2147483737" r:id="rId35"/>
    <p:sldLayoutId id="2147483738" r:id="rId36"/>
    <p:sldLayoutId id="2147483739" r:id="rId37"/>
    <p:sldLayoutId id="2147483740" r:id="rId38"/>
    <p:sldLayoutId id="2147483741" r:id="rId39"/>
    <p:sldLayoutId id="2147483742" r:id="rId40"/>
    <p:sldLayoutId id="2147483743" r:id="rId41"/>
    <p:sldLayoutId id="2147483744" r:id="rId42"/>
    <p:sldLayoutId id="2147483745" r:id="rId43"/>
    <p:sldLayoutId id="2147483746" r:id="rId44"/>
    <p:sldLayoutId id="2147483747" r:id="rId45"/>
    <p:sldLayoutId id="2147483748" r:id="rId46"/>
    <p:sldLayoutId id="2147483749" r:id="rId47"/>
    <p:sldLayoutId id="2147483750" r:id="rId48"/>
    <p:sldLayoutId id="2147483751" r:id="rId49"/>
    <p:sldLayoutId id="2147483752" r:id="rId50"/>
    <p:sldLayoutId id="2147483753" r:id="rId51"/>
    <p:sldLayoutId id="2147483754" r:id="rId52"/>
    <p:sldLayoutId id="2147483755" r:id="rId53"/>
    <p:sldLayoutId id="2147483756" r:id="rId54"/>
    <p:sldLayoutId id="2147483757" r:id="rId55"/>
    <p:sldLayoutId id="2147483758" r:id="rId56"/>
    <p:sldLayoutId id="2147483759" r:id="rId57"/>
    <p:sldLayoutId id="2147483760" r:id="rId58"/>
    <p:sldLayoutId id="2147483761" r:id="rId59"/>
    <p:sldLayoutId id="2147483762" r:id="rId60"/>
    <p:sldLayoutId id="2147483763" r:id="rId61"/>
    <p:sldLayoutId id="2147483764" r:id="rId62"/>
    <p:sldLayoutId id="2147483765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12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1386" name="Google Shape;1386;p12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1387" name="Google Shape;1387;p12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8" r:id="rId14"/>
    <p:sldLayoutId id="2147483779" r:id="rId15"/>
    <p:sldLayoutId id="2147483780" r:id="rId16"/>
    <p:sldLayoutId id="2147483781" r:id="rId17"/>
    <p:sldLayoutId id="2147483782" r:id="rId18"/>
    <p:sldLayoutId id="2147483783" r:id="rId19"/>
    <p:sldLayoutId id="2147483784" r:id="rId20"/>
    <p:sldLayoutId id="2147483785" r:id="rId21"/>
    <p:sldLayoutId id="2147483786" r:id="rId22"/>
    <p:sldLayoutId id="2147483787" r:id="rId23"/>
    <p:sldLayoutId id="2147483788" r:id="rId24"/>
    <p:sldLayoutId id="2147483789" r:id="rId25"/>
    <p:sldLayoutId id="2147483790" r:id="rId26"/>
    <p:sldLayoutId id="2147483791" r:id="rId27"/>
    <p:sldLayoutId id="2147483792" r:id="rId28"/>
    <p:sldLayoutId id="2147483793" r:id="rId29"/>
    <p:sldLayoutId id="2147483794" r:id="rId30"/>
    <p:sldLayoutId id="2147483795" r:id="rId31"/>
    <p:sldLayoutId id="2147483796" r:id="rId32"/>
    <p:sldLayoutId id="2147483797" r:id="rId33"/>
    <p:sldLayoutId id="2147483798" r:id="rId34"/>
    <p:sldLayoutId id="2147483799" r:id="rId35"/>
    <p:sldLayoutId id="2147483800" r:id="rId36"/>
    <p:sldLayoutId id="2147483801" r:id="rId37"/>
    <p:sldLayoutId id="2147483802" r:id="rId38"/>
    <p:sldLayoutId id="2147483803" r:id="rId39"/>
    <p:sldLayoutId id="2147483804" r:id="rId40"/>
    <p:sldLayoutId id="2147483805" r:id="rId41"/>
    <p:sldLayoutId id="2147483806" r:id="rId42"/>
    <p:sldLayoutId id="2147483807" r:id="rId43"/>
    <p:sldLayoutId id="2147483808" r:id="rId44"/>
    <p:sldLayoutId id="2147483809" r:id="rId45"/>
    <p:sldLayoutId id="2147483810" r:id="rId46"/>
    <p:sldLayoutId id="2147483811" r:id="rId47"/>
    <p:sldLayoutId id="2147483812" r:id="rId48"/>
    <p:sldLayoutId id="2147483813" r:id="rId49"/>
    <p:sldLayoutId id="2147483814" r:id="rId50"/>
    <p:sldLayoutId id="2147483815" r:id="rId51"/>
    <p:sldLayoutId id="2147483816" r:id="rId52"/>
    <p:sldLayoutId id="2147483817" r:id="rId53"/>
    <p:sldLayoutId id="2147483818" r:id="rId54"/>
    <p:sldLayoutId id="2147483819" r:id="rId55"/>
    <p:sldLayoutId id="2147483820" r:id="rId56"/>
    <p:sldLayoutId id="2147483821" r:id="rId57"/>
    <p:sldLayoutId id="2147483822" r:id="rId58"/>
    <p:sldLayoutId id="2147483823" r:id="rId59"/>
    <p:sldLayoutId id="2147483824" r:id="rId60"/>
    <p:sldLayoutId id="2147483825" r:id="rId61"/>
    <p:sldLayoutId id="2147483826" r:id="rId62"/>
    <p:sldLayoutId id="2147483827" r:id="rId63"/>
    <p:sldLayoutId id="2147483828" r:id="rId64"/>
    <p:sldLayoutId id="2147483829" r:id="rId65"/>
    <p:sldLayoutId id="2147483830" r:id="rId66"/>
    <p:sldLayoutId id="2147483831" r:id="rId67"/>
    <p:sldLayoutId id="2147483832" r:id="rId6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177" name="Shape 2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8" name="Google Shape;2178;p189"/>
          <p:cNvSpPr txBox="1"/>
          <p:nvPr>
            <p:ph type="title"/>
          </p:nvPr>
        </p:nvSpPr>
        <p:spPr>
          <a:xfrm>
            <a:off x="324000" y="167475"/>
            <a:ext cx="6981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2179" name="Google Shape;2179;p189"/>
          <p:cNvSpPr txBox="1"/>
          <p:nvPr>
            <p:ph idx="1" type="body"/>
          </p:nvPr>
        </p:nvSpPr>
        <p:spPr>
          <a:xfrm>
            <a:off x="324000" y="8100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2180" name="Google Shape;2180;p18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  <p:sldLayoutId id="2147483845" r:id="rId14"/>
    <p:sldLayoutId id="2147483846" r:id="rId15"/>
    <p:sldLayoutId id="2147483847" r:id="rId16"/>
    <p:sldLayoutId id="2147483848" r:id="rId17"/>
    <p:sldLayoutId id="2147483849" r:id="rId18"/>
    <p:sldLayoutId id="2147483850" r:id="rId19"/>
    <p:sldLayoutId id="2147483851" r:id="rId20"/>
    <p:sldLayoutId id="2147483852" r:id="rId21"/>
    <p:sldLayoutId id="2147483853" r:id="rId22"/>
    <p:sldLayoutId id="2147483854" r:id="rId23"/>
    <p:sldLayoutId id="2147483855" r:id="rId24"/>
    <p:sldLayoutId id="2147483856" r:id="rId25"/>
    <p:sldLayoutId id="2147483857" r:id="rId26"/>
    <p:sldLayoutId id="2147483858" r:id="rId27"/>
    <p:sldLayoutId id="2147483859" r:id="rId28"/>
    <p:sldLayoutId id="2147483860" r:id="rId29"/>
    <p:sldLayoutId id="2147483861" r:id="rId30"/>
    <p:sldLayoutId id="2147483862" r:id="rId31"/>
    <p:sldLayoutId id="2147483863" r:id="rId32"/>
    <p:sldLayoutId id="2147483864" r:id="rId33"/>
    <p:sldLayoutId id="2147483865" r:id="rId34"/>
    <p:sldLayoutId id="2147483866" r:id="rId35"/>
    <p:sldLayoutId id="2147483867" r:id="rId36"/>
    <p:sldLayoutId id="2147483868" r:id="rId37"/>
    <p:sldLayoutId id="2147483869" r:id="rId38"/>
    <p:sldLayoutId id="2147483870" r:id="rId39"/>
    <p:sldLayoutId id="2147483871" r:id="rId40"/>
    <p:sldLayoutId id="2147483872" r:id="rId41"/>
    <p:sldLayoutId id="2147483873" r:id="rId42"/>
    <p:sldLayoutId id="2147483874" r:id="rId43"/>
    <p:sldLayoutId id="2147483875" r:id="rId44"/>
    <p:sldLayoutId id="2147483876" r:id="rId45"/>
    <p:sldLayoutId id="2147483877" r:id="rId46"/>
    <p:sldLayoutId id="2147483878" r:id="rId47"/>
    <p:sldLayoutId id="2147483879" r:id="rId48"/>
    <p:sldLayoutId id="2147483880" r:id="rId49"/>
    <p:sldLayoutId id="2147483881" r:id="rId50"/>
    <p:sldLayoutId id="2147483882" r:id="rId51"/>
    <p:sldLayoutId id="2147483883" r:id="rId52"/>
    <p:sldLayoutId id="2147483884" r:id="rId53"/>
    <p:sldLayoutId id="2147483885" r:id="rId54"/>
    <p:sldLayoutId id="2147483886" r:id="rId55"/>
    <p:sldLayoutId id="2147483887" r:id="rId56"/>
    <p:sldLayoutId id="2147483888" r:id="rId57"/>
    <p:sldLayoutId id="2147483889" r:id="rId58"/>
    <p:sldLayoutId id="2147483890" r:id="rId59"/>
    <p:sldLayoutId id="2147483891" r:id="rId60"/>
    <p:sldLayoutId id="2147483892" r:id="rId61"/>
    <p:sldLayoutId id="2147483893" r:id="rId62"/>
    <p:sldLayoutId id="2147483894" r:id="rId63"/>
    <p:sldLayoutId id="2147483895" r:id="rId64"/>
    <p:sldLayoutId id="2147483896" r:id="rId65"/>
    <p:sldLayoutId id="2147483897" r:id="rId66"/>
    <p:sldLayoutId id="2147483898" r:id="rId67"/>
    <p:sldLayoutId id="2147483899" r:id="rId68"/>
    <p:sldLayoutId id="2147483900" r:id="rId69"/>
    <p:sldLayoutId id="2147483901" r:id="rId70"/>
    <p:sldLayoutId id="2147483902" r:id="rId71"/>
    <p:sldLayoutId id="2147483903" r:id="rId72"/>
    <p:sldLayoutId id="2147483904" r:id="rId7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2991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  <p15:guide id="23" pos="420">
          <p15:clr>
            <a:srgbClr val="6D9EEB"/>
          </p15:clr>
        </p15:guide>
        <p15:guide id="24" pos="363">
          <p15:clr>
            <a:srgbClr val="FF9900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9.png"/><Relationship Id="rId4" Type="http://schemas.openxmlformats.org/officeDocument/2006/relationships/image" Target="../media/image266.png"/><Relationship Id="rId5" Type="http://schemas.openxmlformats.org/officeDocument/2006/relationships/image" Target="../media/image265.png"/><Relationship Id="rId6" Type="http://schemas.openxmlformats.org/officeDocument/2006/relationships/image" Target="../media/image263.png"/><Relationship Id="rId7" Type="http://schemas.openxmlformats.org/officeDocument/2006/relationships/image" Target="../media/image26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4.png"/><Relationship Id="rId4" Type="http://schemas.openxmlformats.org/officeDocument/2006/relationships/image" Target="../media/image259.png"/><Relationship Id="rId5" Type="http://schemas.openxmlformats.org/officeDocument/2006/relationships/image" Target="../media/image267.png"/><Relationship Id="rId6" Type="http://schemas.openxmlformats.org/officeDocument/2006/relationships/image" Target="../media/image266.png"/><Relationship Id="rId7" Type="http://schemas.openxmlformats.org/officeDocument/2006/relationships/image" Target="../media/image26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2.png"/><Relationship Id="rId4" Type="http://schemas.openxmlformats.org/officeDocument/2006/relationships/image" Target="../media/image25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9.png"/><Relationship Id="rId4" Type="http://schemas.openxmlformats.org/officeDocument/2006/relationships/image" Target="../media/image27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8.png"/><Relationship Id="rId4" Type="http://schemas.openxmlformats.org/officeDocument/2006/relationships/image" Target="../media/image27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0.png"/><Relationship Id="rId4" Type="http://schemas.openxmlformats.org/officeDocument/2006/relationships/image" Target="../media/image27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4.png"/><Relationship Id="rId4" Type="http://schemas.openxmlformats.org/officeDocument/2006/relationships/image" Target="../media/image276.png"/><Relationship Id="rId5" Type="http://schemas.openxmlformats.org/officeDocument/2006/relationships/image" Target="../media/image277.png"/><Relationship Id="rId6" Type="http://schemas.openxmlformats.org/officeDocument/2006/relationships/image" Target="../media/image26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1.png"/><Relationship Id="rId4" Type="http://schemas.openxmlformats.org/officeDocument/2006/relationships/image" Target="../media/image27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75.png"/><Relationship Id="rId4" Type="http://schemas.openxmlformats.org/officeDocument/2006/relationships/image" Target="../media/image27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4.png"/><Relationship Id="rId4" Type="http://schemas.openxmlformats.org/officeDocument/2006/relationships/image" Target="../media/image28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9.png"/><Relationship Id="rId4" Type="http://schemas.openxmlformats.org/officeDocument/2006/relationships/image" Target="../media/image266.png"/><Relationship Id="rId5" Type="http://schemas.openxmlformats.org/officeDocument/2006/relationships/image" Target="../media/image265.png"/><Relationship Id="rId6" Type="http://schemas.openxmlformats.org/officeDocument/2006/relationships/image" Target="../media/image263.png"/><Relationship Id="rId7" Type="http://schemas.openxmlformats.org/officeDocument/2006/relationships/image" Target="../media/image26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5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27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1" name="Shape 3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" name="Google Shape;3082;p26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missing side lengths from the area of a trapezium</a:t>
            </a:r>
            <a:endParaRPr/>
          </a:p>
        </p:txBody>
      </p:sp>
      <p:sp>
        <p:nvSpPr>
          <p:cNvPr id="3083" name="Google Shape;3083;p262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 and area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87" name="Shape 3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8" name="Google Shape;3088;p263"/>
          <p:cNvSpPr txBox="1"/>
          <p:nvPr/>
        </p:nvSpPr>
        <p:spPr>
          <a:xfrm>
            <a:off x="5590850" y="725950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2" name="Shape 3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3" name="Google Shape;3093;p264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calculate a missing side length from </a:t>
            </a:r>
            <a:r>
              <a:rPr lang="en-GB"/>
              <a:t>the area of a trapezium.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7" name="Shape 3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8" name="Google Shape;3098;p265"/>
          <p:cNvSpPr txBox="1"/>
          <p:nvPr>
            <p:ph idx="1" type="subTitle"/>
          </p:nvPr>
        </p:nvSpPr>
        <p:spPr>
          <a:xfrm>
            <a:off x="324000" y="993650"/>
            <a:ext cx="8496000" cy="79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A trapezium is a quadrilateral with a pair of parallel opposite sides.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dk1"/>
                </a:solidFill>
              </a:rPr>
              <a:t>The plural of trapezium can be referred to as trapezia or trapeziums.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2" name="Shape 3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3" name="Google Shape;3103;p266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area of a trapezium</a:t>
            </a:r>
            <a:endParaRPr/>
          </a:p>
        </p:txBody>
      </p:sp>
      <p:sp>
        <p:nvSpPr>
          <p:cNvPr id="3104" name="Google Shape;3104;p266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missing side length using the area</a:t>
            </a:r>
            <a:endParaRPr/>
          </a:p>
        </p:txBody>
      </p:sp>
      <p:sp>
        <p:nvSpPr>
          <p:cNvPr id="3105" name="Google Shape;3105;p266"/>
          <p:cNvSpPr txBox="1"/>
          <p:nvPr>
            <p:ph idx="3" type="title"/>
          </p:nvPr>
        </p:nvSpPr>
        <p:spPr>
          <a:xfrm>
            <a:off x="324000" y="657600"/>
            <a:ext cx="71046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missing side lengths from the area of a trapezium</a:t>
            </a:r>
            <a:endParaRPr/>
          </a:p>
        </p:txBody>
      </p:sp>
      <p:pic>
        <p:nvPicPr>
          <p:cNvPr id="3106" name="Google Shape;3106;p2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114" y="2049043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0" name="Shape 3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1" name="Google Shape;3111;p267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area of a trapezium</a:t>
            </a:r>
            <a:endParaRPr/>
          </a:p>
        </p:txBody>
      </p:sp>
      <p:sp>
        <p:nvSpPr>
          <p:cNvPr id="3112" name="Google Shape;3112;p267"/>
          <p:cNvSpPr txBox="1"/>
          <p:nvPr>
            <p:ph idx="1" type="body"/>
          </p:nvPr>
        </p:nvSpPr>
        <p:spPr>
          <a:xfrm>
            <a:off x="324000" y="810000"/>
            <a:ext cx="8237700" cy="3387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The formula for calculating the area of a trapezium is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>
                <a:solidFill>
                  <a:srgbClr val="000000"/>
                </a:solidFill>
              </a:rPr>
              <a:t> and 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>
                <a:solidFill>
                  <a:srgbClr val="000000"/>
                </a:solidFill>
              </a:rPr>
              <a:t> represent the two parallel sides.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>
                <a:solidFill>
                  <a:srgbClr val="000000"/>
                </a:solidFill>
              </a:rPr>
              <a:t> represents the perpendicular distance between the parallel sides.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\left(a+b\right)h}{2}&quot;&gt;&lt;mfrac&gt;&lt;mrow&gt;&lt;mrow data-mjx-texclass=&quot;INNER&quot;&gt;&lt;mo data-mjx-texclass=&quot;OPEN&quot;&gt;(&lt;/mo&gt;&lt;mi&gt;a&lt;/mi&gt;&lt;mo&gt;+&lt;/mo&gt;&lt;mi&gt;b&lt;/mi&gt;&lt;mo data-mjx-texclass=&quot;CLOSE&quot;&gt;)&lt;/mo&gt;&lt;/mrow&gt;&lt;mi&gt;h&lt;/mi&gt;&lt;/mrow&gt;&lt;mn&gt;2&lt;/mn&gt;&lt;/mfrac&gt;&lt;/math&gt;" id="3113" name="Google Shape;3113;p267" title="open paren a plus b close paren times h over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2000" y="1559143"/>
            <a:ext cx="1152525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3-06-2023/5bdb1f77-e044-4d49-adb2-90f55d407daa&quot; data-equatio-type=&quot;image&quot;&gt;&lt;mglyph src=&quot;https://equatio-api.texthelp.com/desmos/get/23-06-2023/5bdb1f77-e044-4d49-adb2-90f55d407daa&quot; alt=&quot;Equatio Image&quot;/&gt;&lt;/math&gt;" id="3114" name="Google Shape;3114;p267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6400" y="1526318"/>
            <a:ext cx="2163600" cy="1000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15" name="Google Shape;3115;p267"/>
          <p:cNvCxnSpPr/>
          <p:nvPr/>
        </p:nvCxnSpPr>
        <p:spPr>
          <a:xfrm>
            <a:off x="4659400" y="2616918"/>
            <a:ext cx="2118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16" name="Google Shape;3116;p267"/>
          <p:cNvCxnSpPr/>
          <p:nvPr/>
        </p:nvCxnSpPr>
        <p:spPr>
          <a:xfrm>
            <a:off x="5551950" y="1436393"/>
            <a:ext cx="999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17" name="Google Shape;3117;p267"/>
          <p:cNvCxnSpPr/>
          <p:nvPr/>
        </p:nvCxnSpPr>
        <p:spPr>
          <a:xfrm>
            <a:off x="5879450" y="1559143"/>
            <a:ext cx="0" cy="929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triangl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a&quot;&gt;&lt;mi&gt;a&lt;/mi&gt;&lt;/math&gt;" id="3118" name="Google Shape;3118;p267" title="a"/>
          <p:cNvPicPr preferRelativeResize="0"/>
          <p:nvPr/>
        </p:nvPicPr>
        <p:blipFill rotWithShape="1">
          <a:blip r:embed="rId5">
            <a:alphaModFix/>
          </a:blip>
          <a:srcRect b="0" l="0" r="-31250" t="-31250"/>
          <a:stretch/>
        </p:blipFill>
        <p:spPr>
          <a:xfrm>
            <a:off x="5879450" y="1198568"/>
            <a:ext cx="2000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b&quot;&gt;&lt;mi&gt;b&lt;/mi&gt;&lt;/math&gt;" id="3119" name="Google Shape;3119;p267" title="b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03250" y="2616918"/>
            <a:ext cx="15240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h&quot;&gt;&lt;mi&gt;h&lt;/mi&gt;&lt;/math&gt;" id="3120" name="Google Shape;3120;p267" title="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98500" y="1902830"/>
            <a:ext cx="1619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121" name="Google Shape;3121;p267"/>
          <p:cNvSpPr/>
          <p:nvPr/>
        </p:nvSpPr>
        <p:spPr>
          <a:xfrm>
            <a:off x="5892325" y="2344618"/>
            <a:ext cx="152400" cy="152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5" name="Shape 3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6" name="Google Shape;3126;p268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area of a trapezium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23-06-2023/9fe1b27e-a4bf-4952-a6b1-7ec0369e269a&quot; data-equatio-type=&quot;image&quot;&gt;&lt;mglyph src=&quot;https://equatio-api.texthelp.com/desmos/get/23-06-2023/9fe1b27e-a4bf-4952-a6b1-7ec0369e269a&quot; alt=&quot;Equatio Image&quot;/&gt;&lt;/math&gt;" id="3127" name="Google Shape;3127;p268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9963" y="613500"/>
            <a:ext cx="1177925" cy="175556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28" name="Google Shape;3128;p268"/>
          <p:cNvCxnSpPr/>
          <p:nvPr/>
        </p:nvCxnSpPr>
        <p:spPr>
          <a:xfrm>
            <a:off x="1746625" y="2425025"/>
            <a:ext cx="1164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29" name="Google Shape;3129;p268"/>
          <p:cNvCxnSpPr/>
          <p:nvPr/>
        </p:nvCxnSpPr>
        <p:spPr>
          <a:xfrm>
            <a:off x="2981600" y="613500"/>
            <a:ext cx="0" cy="175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30" name="Google Shape;3130;p268"/>
          <p:cNvCxnSpPr/>
          <p:nvPr/>
        </p:nvCxnSpPr>
        <p:spPr>
          <a:xfrm rot="10800000">
            <a:off x="1676250" y="1780900"/>
            <a:ext cx="0" cy="571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31" name="Google Shape;3131;p268"/>
          <p:cNvCxnSpPr/>
          <p:nvPr/>
        </p:nvCxnSpPr>
        <p:spPr>
          <a:xfrm flipH="1" rot="10800000">
            <a:off x="1754850" y="613600"/>
            <a:ext cx="1086000" cy="106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frac{\left(a+b\right)h}{2}&quot;&gt;&lt;mfrac&gt;&lt;mrow&gt;&lt;mrow data-mjx-texclass=&quot;INNER&quot;&gt;&lt;mo data-mjx-texclass=&quot;OPEN&quot;&gt;(&lt;/mo&gt;&lt;mi&gt;a&lt;/mi&gt;&lt;mo&gt;+&lt;/mo&gt;&lt;mi&gt;b&lt;/mi&gt;&lt;mo data-mjx-texclass=&quot;CLOSE&quot;&gt;)&lt;/mo&gt;&lt;/mrow&gt;&lt;mi&gt;h&lt;/mi&gt;&lt;/mrow&gt;&lt;mn&gt;2&lt;/mn&gt;&lt;/mfrac&gt;&lt;/math&gt;" id="3132" name="Google Shape;3132;p268" title="open paren a plus b close paren times h over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750" y="689525"/>
            <a:ext cx="1152525" cy="676275"/>
          </a:xfrm>
          <a:prstGeom prst="rect">
            <a:avLst/>
          </a:prstGeom>
          <a:noFill/>
          <a:ln>
            <a:noFill/>
          </a:ln>
        </p:spPr>
      </p:pic>
      <p:sp>
        <p:nvSpPr>
          <p:cNvPr id="3133" name="Google Shape;3133;p268"/>
          <p:cNvSpPr txBox="1"/>
          <p:nvPr/>
        </p:nvSpPr>
        <p:spPr>
          <a:xfrm>
            <a:off x="785675" y="1855138"/>
            <a:ext cx="10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units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4" name="Google Shape;3134;p268"/>
          <p:cNvSpPr txBox="1"/>
          <p:nvPr/>
        </p:nvSpPr>
        <p:spPr>
          <a:xfrm>
            <a:off x="1817725" y="2340888"/>
            <a:ext cx="10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 units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5" name="Google Shape;3135;p268"/>
          <p:cNvSpPr txBox="1"/>
          <p:nvPr/>
        </p:nvSpPr>
        <p:spPr>
          <a:xfrm>
            <a:off x="2917863" y="1259688"/>
            <a:ext cx="10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 units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6" name="Google Shape;3136;p268"/>
          <p:cNvSpPr txBox="1"/>
          <p:nvPr/>
        </p:nvSpPr>
        <p:spPr>
          <a:xfrm>
            <a:off x="1547675" y="699213"/>
            <a:ext cx="10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 units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7" name="Google Shape;3137;p268"/>
          <p:cNvSpPr txBox="1"/>
          <p:nvPr>
            <p:ph idx="1" type="subTitle"/>
          </p:nvPr>
        </p:nvSpPr>
        <p:spPr>
          <a:xfrm>
            <a:off x="337825" y="2958600"/>
            <a:ext cx="3982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Area</a:t>
            </a:r>
            <a:r>
              <a:rPr lang="en-GB"/>
              <a:t>  </a:t>
            </a:r>
            <a:endParaRPr/>
          </a:p>
        </p:txBody>
      </p:sp>
      <p:pic>
        <p:nvPicPr>
          <p:cNvPr id="3138" name="Google Shape;3138;p2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3625" y="2882675"/>
            <a:ext cx="1086000" cy="1854946"/>
          </a:xfrm>
          <a:prstGeom prst="rect">
            <a:avLst/>
          </a:prstGeom>
          <a:noFill/>
          <a:ln>
            <a:noFill/>
          </a:ln>
        </p:spPr>
      </p:pic>
      <p:sp>
        <p:nvSpPr>
          <p:cNvPr id="3139" name="Google Shape;3139;p268"/>
          <p:cNvSpPr txBox="1"/>
          <p:nvPr/>
        </p:nvSpPr>
        <p:spPr>
          <a:xfrm>
            <a:off x="1395275" y="4419213"/>
            <a:ext cx="10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units</a:t>
            </a:r>
            <a:r>
              <a:rPr baseline="30000" lang="en-GB" sz="18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8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3140" name="Google Shape;3140;p268"/>
          <p:cNvGrpSpPr/>
          <p:nvPr/>
        </p:nvGrpSpPr>
        <p:grpSpPr>
          <a:xfrm>
            <a:off x="5234400" y="558688"/>
            <a:ext cx="3616700" cy="1910550"/>
            <a:chOff x="5234400" y="558688"/>
            <a:chExt cx="3616700" cy="1910550"/>
          </a:xfrm>
        </p:grpSpPr>
        <p:pic>
          <p:nvPicPr>
            <p:cNvPr descr="&lt;math xmlns=&quot;http://www.w3.org/1998/Math/MathML&quot; data-is-equatio=&quot;1&quot; data-equatio-url=&quot;https://equatio-api.texthelp.com/desmos/get/23-06-2023/5bdb1f77-e044-4d49-adb2-90f55d407daa&quot; data-equatio-type=&quot;image&quot;&gt;&lt;mglyph src=&quot;https://equatio-api.texthelp.com/desmos/get/23-06-2023/5bdb1f77-e044-4d49-adb2-90f55d407daa&quot; alt=&quot;Equatio Image&quot;/&gt;&lt;/math&gt;" id="3141" name="Google Shape;3141;p268" title="Equatio Image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733300" y="1004625"/>
              <a:ext cx="2163600" cy="10006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142" name="Google Shape;3142;p268"/>
            <p:cNvCxnSpPr/>
            <p:nvPr/>
          </p:nvCxnSpPr>
          <p:spPr>
            <a:xfrm>
              <a:off x="5756100" y="2080100"/>
              <a:ext cx="2118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143" name="Google Shape;3143;p268"/>
            <p:cNvCxnSpPr/>
            <p:nvPr/>
          </p:nvCxnSpPr>
          <p:spPr>
            <a:xfrm flipH="1" rot="10800000">
              <a:off x="6641175" y="929775"/>
              <a:ext cx="1022400" cy="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144" name="Google Shape;3144;p268"/>
            <p:cNvCxnSpPr/>
            <p:nvPr/>
          </p:nvCxnSpPr>
          <p:spPr>
            <a:xfrm rot="10800000">
              <a:off x="7248600" y="1038625"/>
              <a:ext cx="0" cy="9507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round/>
              <a:headEnd len="med" w="med" type="triangle"/>
              <a:tailEnd len="med" w="med" type="triangle"/>
            </a:ln>
          </p:spPr>
        </p:cxnSp>
        <p:cxnSp>
          <p:nvCxnSpPr>
            <p:cNvPr id="3145" name="Google Shape;3145;p268"/>
            <p:cNvCxnSpPr/>
            <p:nvPr/>
          </p:nvCxnSpPr>
          <p:spPr>
            <a:xfrm flipH="1" rot="10800000">
              <a:off x="5604900" y="1020163"/>
              <a:ext cx="893700" cy="969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146" name="Google Shape;3146;p268"/>
            <p:cNvCxnSpPr/>
            <p:nvPr/>
          </p:nvCxnSpPr>
          <p:spPr>
            <a:xfrm rot="10800000">
              <a:off x="7762875" y="1020350"/>
              <a:ext cx="263100" cy="981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147" name="Google Shape;3147;p268"/>
            <p:cNvSpPr/>
            <p:nvPr/>
          </p:nvSpPr>
          <p:spPr>
            <a:xfrm>
              <a:off x="7248600" y="1837375"/>
              <a:ext cx="152400" cy="1524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8" name="Google Shape;3148;p268"/>
            <p:cNvSpPr txBox="1"/>
            <p:nvPr/>
          </p:nvSpPr>
          <p:spPr>
            <a:xfrm>
              <a:off x="7828700" y="1160913"/>
              <a:ext cx="1022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5 units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49" name="Google Shape;3149;p268"/>
            <p:cNvSpPr txBox="1"/>
            <p:nvPr/>
          </p:nvSpPr>
          <p:spPr>
            <a:xfrm>
              <a:off x="5234400" y="1115938"/>
              <a:ext cx="1022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6 units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50" name="Google Shape;3150;p268"/>
            <p:cNvSpPr txBox="1"/>
            <p:nvPr/>
          </p:nvSpPr>
          <p:spPr>
            <a:xfrm>
              <a:off x="6641175" y="558688"/>
              <a:ext cx="1022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 units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51" name="Google Shape;3151;p268"/>
            <p:cNvSpPr txBox="1"/>
            <p:nvPr/>
          </p:nvSpPr>
          <p:spPr>
            <a:xfrm>
              <a:off x="6340775" y="2007538"/>
              <a:ext cx="1022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9 units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52" name="Google Shape;3152;p268"/>
            <p:cNvSpPr txBox="1"/>
            <p:nvPr/>
          </p:nvSpPr>
          <p:spPr>
            <a:xfrm>
              <a:off x="6340775" y="1274375"/>
              <a:ext cx="1022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 units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153" name="Google Shape;3153;p268"/>
          <p:cNvSpPr txBox="1"/>
          <p:nvPr>
            <p:ph idx="2" type="subTitle"/>
          </p:nvPr>
        </p:nvSpPr>
        <p:spPr>
          <a:xfrm>
            <a:off x="4824000" y="2882425"/>
            <a:ext cx="3982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Area</a:t>
            </a:r>
            <a:r>
              <a:rPr lang="en-GB"/>
              <a:t> 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=\frac{\left(3+9\right)\times3}{2}\\&amp;#13;&amp;#10;=\frac{12\times3}{2}\\&amp;#13;&amp;#10;=\frac{36}{2}\\&amp;#13;&amp;#10;=18\end{array}&quot;&gt;&lt;mtable columnalign=&quot;left&quot; columnspacing=&quot;1em&quot; rowspacing=&quot;4pt&quot;&gt;&lt;mtr&gt;&lt;mtd&gt;&lt;mo&gt;=&lt;/mo&gt;&lt;mfrac&gt;&lt;mrow&gt;&lt;mrow data-mjx-texclass=&quot;INNER&quot;&gt;&lt;mo data-mjx-texclass=&quot;OPEN&quot;&gt;(&lt;/mo&gt;&lt;mn&gt;3&lt;/mn&gt;&lt;mo&gt;+&lt;/mo&gt;&lt;mn&gt;9&lt;/mn&gt;&lt;mo data-mjx-texclass=&quot;CLOSE&quot;&gt;)&lt;/mo&gt;&lt;/mrow&gt;&lt;mo&gt;×&lt;/mo&gt;&lt;mn&gt;3&lt;/mn&gt;&lt;/mrow&gt;&lt;mn&gt;2&lt;/mn&gt;&lt;/mfrac&gt;&lt;/mtd&gt;&lt;/mtr&gt;&lt;mtr&gt;&lt;mtd&gt;&lt;mo&gt;=&lt;/mo&gt;&lt;mfrac&gt;&lt;mrow&gt;&lt;mn&gt;12&lt;/mn&gt;&lt;mo&gt;×&lt;/mo&gt;&lt;mn&gt;3&lt;/mn&gt;&lt;/mrow&gt;&lt;mn&gt;2&lt;/mn&gt;&lt;/mfrac&gt;&lt;/mtd&gt;&lt;/mtr&gt;&lt;mtr&gt;&lt;mtd&gt;&lt;mo&gt;=&lt;/mo&gt;&lt;mfrac&gt;&lt;mn&gt;36&lt;/mn&gt;&lt;mn&gt;2&lt;/mn&gt;&lt;/mfrac&gt;&lt;/mtd&gt;&lt;/mtr&gt;&lt;mtr&gt;&lt;mtd&gt;&lt;mo&gt;=&lt;/mo&gt;&lt;mn&gt;18&lt;/mn&gt;&lt;/mtd&gt;&lt;/mtr&gt;&lt;/mtable&gt;&lt;/math&gt;" id="3154" name="Google Shape;3154;p268" title="4 lines Line 1: equals the fraction with numerator open paren 3 plus 9 close paren times 3 and denominator 2 Line 2: equals the fraction with numerator 12 times 3 and denominator 2 Line 3: equals 36 over 2 Line 4: equals 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12600" y="2816925"/>
            <a:ext cx="1086000" cy="1846207"/>
          </a:xfrm>
          <a:prstGeom prst="rect">
            <a:avLst/>
          </a:prstGeom>
          <a:noFill/>
          <a:ln>
            <a:noFill/>
          </a:ln>
        </p:spPr>
      </p:pic>
      <p:sp>
        <p:nvSpPr>
          <p:cNvPr id="3155" name="Google Shape;3155;p268"/>
          <p:cNvSpPr txBox="1"/>
          <p:nvPr/>
        </p:nvSpPr>
        <p:spPr>
          <a:xfrm>
            <a:off x="5866700" y="4343013"/>
            <a:ext cx="10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units</a:t>
            </a:r>
            <a:r>
              <a:rPr baseline="30000" lang="en-GB" sz="18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9" name="Shape 3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0" name="Google Shape;3160;p269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area of a trapezium</a:t>
            </a:r>
            <a:endParaRPr/>
          </a:p>
        </p:txBody>
      </p:sp>
      <p:sp>
        <p:nvSpPr>
          <p:cNvPr id="3161" name="Google Shape;3161;p269"/>
          <p:cNvSpPr txBox="1"/>
          <p:nvPr>
            <p:ph idx="1" type="body"/>
          </p:nvPr>
        </p:nvSpPr>
        <p:spPr>
          <a:xfrm>
            <a:off x="324000" y="810000"/>
            <a:ext cx="8237700" cy="7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 </a:t>
            </a:r>
            <a:r>
              <a:rPr lang="en-GB" sz="2000">
                <a:solidFill>
                  <a:srgbClr val="000000"/>
                </a:solidFill>
              </a:rPr>
              <a:t>Calculate the area of each trapezium.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a)                                 b)                                       c)</a:t>
            </a:r>
            <a:endParaRPr sz="2000"/>
          </a:p>
        </p:txBody>
      </p:sp>
      <p:pic>
        <p:nvPicPr>
          <p:cNvPr descr="&lt;math xmlns=&quot;http://www.w3.org/1998/Math/MathML&quot; data-is-equatio=&quot;1&quot; data-equatio-url=&quot;https://equatio-api.texthelp.com/desmos/get/23-06-2023/5acbdd09-3f06-4c44-aa14-553e9f3a30f9&quot; data-equatio-type=&quot;image&quot;&gt;&lt;mglyph src=&quot;https://equatio-api.texthelp.com/desmos/get/23-06-2023/5acbdd09-3f06-4c44-aa14-553e9f3a30f9&quot; alt=&quot;Equatio Image&quot;/&gt;&lt;/math&gt;" id="3162" name="Google Shape;3162;p269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418" y="1630650"/>
            <a:ext cx="8062949" cy="1058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63" name="Google Shape;3163;p269"/>
          <p:cNvCxnSpPr/>
          <p:nvPr/>
        </p:nvCxnSpPr>
        <p:spPr>
          <a:xfrm>
            <a:off x="509418" y="1770000"/>
            <a:ext cx="1683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64" name="Google Shape;3164;p269"/>
          <p:cNvCxnSpPr/>
          <p:nvPr/>
        </p:nvCxnSpPr>
        <p:spPr>
          <a:xfrm>
            <a:off x="894768" y="2732525"/>
            <a:ext cx="897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65" name="Google Shape;3165;p269"/>
          <p:cNvCxnSpPr/>
          <p:nvPr/>
        </p:nvCxnSpPr>
        <p:spPr>
          <a:xfrm>
            <a:off x="422043" y="1855475"/>
            <a:ext cx="387000" cy="814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66" name="Google Shape;3166;p269"/>
          <p:cNvCxnSpPr/>
          <p:nvPr/>
        </p:nvCxnSpPr>
        <p:spPr>
          <a:xfrm flipH="1">
            <a:off x="1867918" y="1855475"/>
            <a:ext cx="390600" cy="852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67" name="Google Shape;3167;p269"/>
          <p:cNvCxnSpPr/>
          <p:nvPr/>
        </p:nvCxnSpPr>
        <p:spPr>
          <a:xfrm>
            <a:off x="7962893" y="1941675"/>
            <a:ext cx="705000" cy="70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68" name="Google Shape;3168;p269"/>
          <p:cNvCxnSpPr/>
          <p:nvPr/>
        </p:nvCxnSpPr>
        <p:spPr>
          <a:xfrm>
            <a:off x="6163768" y="1973050"/>
            <a:ext cx="174600" cy="704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69" name="Google Shape;3169;p269"/>
          <p:cNvCxnSpPr/>
          <p:nvPr/>
        </p:nvCxnSpPr>
        <p:spPr>
          <a:xfrm>
            <a:off x="6414518" y="2775950"/>
            <a:ext cx="2132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70" name="Google Shape;3170;p269"/>
          <p:cNvCxnSpPr/>
          <p:nvPr/>
        </p:nvCxnSpPr>
        <p:spPr>
          <a:xfrm>
            <a:off x="6249243" y="1855475"/>
            <a:ext cx="1586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71" name="Google Shape;3171;p269"/>
          <p:cNvCxnSpPr/>
          <p:nvPr/>
        </p:nvCxnSpPr>
        <p:spPr>
          <a:xfrm flipH="1">
            <a:off x="3317393" y="1607825"/>
            <a:ext cx="520200" cy="495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72" name="Google Shape;3172;p269"/>
          <p:cNvCxnSpPr/>
          <p:nvPr/>
        </p:nvCxnSpPr>
        <p:spPr>
          <a:xfrm>
            <a:off x="3317393" y="2205575"/>
            <a:ext cx="447000" cy="46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73" name="Google Shape;3173;p269"/>
          <p:cNvCxnSpPr/>
          <p:nvPr/>
        </p:nvCxnSpPr>
        <p:spPr>
          <a:xfrm>
            <a:off x="3876093" y="2732525"/>
            <a:ext cx="1032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74" name="Google Shape;3174;p269"/>
          <p:cNvCxnSpPr/>
          <p:nvPr/>
        </p:nvCxnSpPr>
        <p:spPr>
          <a:xfrm>
            <a:off x="3987643" y="1607825"/>
            <a:ext cx="989100" cy="103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75" name="Google Shape;3175;p269"/>
          <p:cNvCxnSpPr/>
          <p:nvPr/>
        </p:nvCxnSpPr>
        <p:spPr>
          <a:xfrm>
            <a:off x="1114968" y="1891625"/>
            <a:ext cx="0" cy="733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triangle"/>
            <a:tailEnd len="med" w="med" type="triangle"/>
          </a:ln>
        </p:spPr>
      </p:cxnSp>
      <p:cxnSp>
        <p:nvCxnSpPr>
          <p:cNvPr id="3176" name="Google Shape;3176;p269"/>
          <p:cNvCxnSpPr/>
          <p:nvPr/>
        </p:nvCxnSpPr>
        <p:spPr>
          <a:xfrm>
            <a:off x="6525643" y="1973050"/>
            <a:ext cx="0" cy="666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3177" name="Google Shape;3177;p269"/>
          <p:cNvSpPr/>
          <p:nvPr/>
        </p:nvSpPr>
        <p:spPr>
          <a:xfrm rot="-2700000">
            <a:off x="3410262" y="2083845"/>
            <a:ext cx="152311" cy="15231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8" name="Google Shape;3178;p269"/>
          <p:cNvSpPr/>
          <p:nvPr/>
        </p:nvSpPr>
        <p:spPr>
          <a:xfrm rot="-2700000">
            <a:off x="3803781" y="1693840"/>
            <a:ext cx="152311" cy="15231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9" name="Google Shape;3179;p269"/>
          <p:cNvSpPr/>
          <p:nvPr/>
        </p:nvSpPr>
        <p:spPr>
          <a:xfrm>
            <a:off x="1114968" y="2472425"/>
            <a:ext cx="152400" cy="152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0" name="Google Shape;3180;p269"/>
          <p:cNvSpPr/>
          <p:nvPr/>
        </p:nvSpPr>
        <p:spPr>
          <a:xfrm>
            <a:off x="6525643" y="1989775"/>
            <a:ext cx="152400" cy="152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1" name="Google Shape;3181;p269"/>
          <p:cNvSpPr txBox="1"/>
          <p:nvPr/>
        </p:nvSpPr>
        <p:spPr>
          <a:xfrm>
            <a:off x="288848" y="2206925"/>
            <a:ext cx="520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2" name="Google Shape;3182;p269"/>
          <p:cNvSpPr txBox="1"/>
          <p:nvPr/>
        </p:nvSpPr>
        <p:spPr>
          <a:xfrm>
            <a:off x="1876131" y="2206925"/>
            <a:ext cx="8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3" name="Google Shape;3183;p269"/>
          <p:cNvSpPr txBox="1"/>
          <p:nvPr/>
        </p:nvSpPr>
        <p:spPr>
          <a:xfrm>
            <a:off x="2915343" y="2319150"/>
            <a:ext cx="8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4" name="Google Shape;3184;p269"/>
          <p:cNvSpPr txBox="1"/>
          <p:nvPr/>
        </p:nvSpPr>
        <p:spPr>
          <a:xfrm>
            <a:off x="948818" y="2708400"/>
            <a:ext cx="76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5" name="Google Shape;3185;p269"/>
          <p:cNvSpPr txBox="1"/>
          <p:nvPr/>
        </p:nvSpPr>
        <p:spPr>
          <a:xfrm>
            <a:off x="4288893" y="1624625"/>
            <a:ext cx="76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6" name="Google Shape;3186;p269"/>
          <p:cNvSpPr txBox="1"/>
          <p:nvPr/>
        </p:nvSpPr>
        <p:spPr>
          <a:xfrm>
            <a:off x="4067156" y="2664125"/>
            <a:ext cx="70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7" name="Google Shape;3187;p269"/>
          <p:cNvSpPr txBox="1"/>
          <p:nvPr/>
        </p:nvSpPr>
        <p:spPr>
          <a:xfrm>
            <a:off x="2927956" y="1539150"/>
            <a:ext cx="79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8" name="Google Shape;3188;p269"/>
          <p:cNvSpPr txBox="1"/>
          <p:nvPr/>
        </p:nvSpPr>
        <p:spPr>
          <a:xfrm>
            <a:off x="6515368" y="1479975"/>
            <a:ext cx="98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4.8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9" name="Google Shape;3189;p269"/>
          <p:cNvSpPr txBox="1"/>
          <p:nvPr/>
        </p:nvSpPr>
        <p:spPr>
          <a:xfrm>
            <a:off x="7128218" y="2708400"/>
            <a:ext cx="79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0" name="Google Shape;3190;p269"/>
          <p:cNvSpPr txBox="1"/>
          <p:nvPr/>
        </p:nvSpPr>
        <p:spPr>
          <a:xfrm>
            <a:off x="8000093" y="1770000"/>
            <a:ext cx="95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2.9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1" name="Google Shape;3191;p269"/>
          <p:cNvSpPr txBox="1"/>
          <p:nvPr/>
        </p:nvSpPr>
        <p:spPr>
          <a:xfrm>
            <a:off x="6414518" y="2160000"/>
            <a:ext cx="95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1.3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2" name="Google Shape;3192;p269"/>
          <p:cNvSpPr txBox="1"/>
          <p:nvPr/>
        </p:nvSpPr>
        <p:spPr>
          <a:xfrm>
            <a:off x="5576068" y="2160000"/>
            <a:ext cx="76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3" name="Google Shape;3193;p269"/>
          <p:cNvSpPr txBox="1"/>
          <p:nvPr/>
        </p:nvSpPr>
        <p:spPr>
          <a:xfrm>
            <a:off x="894768" y="1437025"/>
            <a:ext cx="76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4" name="Google Shape;3194;p269"/>
          <p:cNvSpPr txBox="1"/>
          <p:nvPr/>
        </p:nvSpPr>
        <p:spPr>
          <a:xfrm>
            <a:off x="1008643" y="1954725"/>
            <a:ext cx="76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195" name="Google Shape;3195;p269"/>
          <p:cNvGrpSpPr/>
          <p:nvPr/>
        </p:nvGrpSpPr>
        <p:grpSpPr>
          <a:xfrm>
            <a:off x="3721950" y="3587350"/>
            <a:ext cx="1441800" cy="852300"/>
            <a:chOff x="3851175" y="3974700"/>
            <a:chExt cx="1441800" cy="852300"/>
          </a:xfrm>
        </p:grpSpPr>
        <p:pic>
          <p:nvPicPr>
            <p:cNvPr descr="&lt;math xmlns=&quot;http://www.w3.org/1998/Math/MathML&quot; display=&quot;block&quot; data-is-equatio=&quot;1&quot; data-latex=&quot;\frac{\left(a+b\right)h}{2}&quot;&gt;&lt;mfrac&gt;&lt;mrow&gt;&lt;mrow data-mjx-texclass=&quot;INNER&quot;&gt;&lt;mo data-mjx-texclass=&quot;OPEN&quot;&gt;(&lt;/mo&gt;&lt;mi&gt;a&lt;/mi&gt;&lt;mo&gt;+&lt;/mo&gt;&lt;mi&gt;b&lt;/mi&gt;&lt;mo data-mjx-texclass=&quot;CLOSE&quot;&gt;)&lt;/mo&gt;&lt;/mrow&gt;&lt;mi&gt;h&lt;/mi&gt;&lt;/mrow&gt;&lt;mn&gt;2&lt;/mn&gt;&lt;/mfrac&gt;&lt;/math&gt;" id="3196" name="Google Shape;3196;p269" title="open paren a plus b close paren times h over 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004100" y="4066075"/>
              <a:ext cx="1152525" cy="676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97" name="Google Shape;3197;p269"/>
            <p:cNvSpPr/>
            <p:nvPr/>
          </p:nvSpPr>
          <p:spPr>
            <a:xfrm>
              <a:off x="3851175" y="3974700"/>
              <a:ext cx="1441800" cy="8523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1" name="Shape 3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2" name="Google Shape;3202;p270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area of a trapezium</a:t>
            </a:r>
            <a:endParaRPr/>
          </a:p>
        </p:txBody>
      </p:sp>
      <p:sp>
        <p:nvSpPr>
          <p:cNvPr id="3203" name="Google Shape;3203;p270"/>
          <p:cNvSpPr txBox="1"/>
          <p:nvPr>
            <p:ph idx="1" type="body"/>
          </p:nvPr>
        </p:nvSpPr>
        <p:spPr>
          <a:xfrm>
            <a:off x="324000" y="810000"/>
            <a:ext cx="8237700" cy="7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 Calculate the area of each trapezium.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a)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begin{array}{l}=\frac{\left(3+7\right)\times2}{2}\\&amp;#13;&amp;#10;=\frac{10\times2}{2}\\&amp;#13;&amp;#10;=\frac{20}{2}\\&amp;#13;&amp;#10;=10\end{array}&quot;&gt;&lt;mtable columnalign=&quot;left&quot; columnspacing=&quot;1em&quot; rowspacing=&quot;4pt&quot;&gt;&lt;mtr&gt;&lt;mtd&gt;&lt;mo&gt;=&lt;/mo&gt;&lt;mfrac&gt;&lt;mrow&gt;&lt;mrow data-mjx-texclass=&quot;INNER&quot;&gt;&lt;mo data-mjx-texclass=&quot;OPEN&quot;&gt;(&lt;/mo&gt;&lt;mn&gt;3&lt;/mn&gt;&lt;mo&gt;+&lt;/mo&gt;&lt;mn&gt;7&lt;/mn&gt;&lt;mo data-mjx-texclass=&quot;CLOSE&quot;&gt;)&lt;/mo&gt;&lt;/mrow&gt;&lt;mo&gt;×&lt;/mo&gt;&lt;mn&gt;2&lt;/mn&gt;&lt;/mrow&gt;&lt;mn&gt;2&lt;/mn&gt;&lt;/mfrac&gt;&lt;/mtd&gt;&lt;/mtr&gt;&lt;mtr&gt;&lt;mtd&gt;&lt;mo&gt;=&lt;/mo&gt;&lt;mfrac&gt;&lt;mrow&gt;&lt;mn&gt;10&lt;/mn&gt;&lt;mo&gt;×&lt;/mo&gt;&lt;mn&gt;2&lt;/mn&gt;&lt;/mrow&gt;&lt;mn&gt;2&lt;/mn&gt;&lt;/mfrac&gt;&lt;/mtd&gt;&lt;/mtr&gt;&lt;mtr&gt;&lt;mtd&gt;&lt;mo&gt;=&lt;/mo&gt;&lt;mfrac&gt;&lt;mn&gt;20&lt;/mn&gt;&lt;mn&gt;2&lt;/mn&gt;&lt;/mfrac&gt;&lt;/mtd&gt;&lt;/mtr&gt;&lt;mtr&gt;&lt;mtd&gt;&lt;mo&gt;=&lt;/mo&gt;&lt;mn&gt;10&lt;/mn&gt;&lt;/mtd&gt;&lt;/mtr&gt;&lt;/mtable&gt;&lt;/math&gt;" id="3204" name="Google Shape;3204;p270" title="4 lines Line 1: equals the fraction with numerator open paren 3 plus 7 close paren times 2 and denominator 2 Line 2: equals the fraction with numerator 10 times 2 and denominator 2 Line 3: equals 20 over 2 Line 4: equals 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7150" y="1437025"/>
            <a:ext cx="1240866" cy="2109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05" name="Google Shape;3205;p270"/>
          <p:cNvGrpSpPr/>
          <p:nvPr/>
        </p:nvGrpSpPr>
        <p:grpSpPr>
          <a:xfrm>
            <a:off x="329700" y="1437025"/>
            <a:ext cx="2661888" cy="1733075"/>
            <a:chOff x="-51300" y="1437025"/>
            <a:chExt cx="2661888" cy="1733075"/>
          </a:xfrm>
        </p:grpSpPr>
        <p:cxnSp>
          <p:nvCxnSpPr>
            <p:cNvPr id="3206" name="Google Shape;3206;p270"/>
            <p:cNvCxnSpPr/>
            <p:nvPr/>
          </p:nvCxnSpPr>
          <p:spPr>
            <a:xfrm>
              <a:off x="411375" y="1770000"/>
              <a:ext cx="1683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207" name="Google Shape;3207;p270"/>
            <p:cNvCxnSpPr/>
            <p:nvPr/>
          </p:nvCxnSpPr>
          <p:spPr>
            <a:xfrm>
              <a:off x="796725" y="2732525"/>
              <a:ext cx="897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208" name="Google Shape;3208;p270"/>
            <p:cNvCxnSpPr/>
            <p:nvPr/>
          </p:nvCxnSpPr>
          <p:spPr>
            <a:xfrm>
              <a:off x="324000" y="1855475"/>
              <a:ext cx="387000" cy="814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209" name="Google Shape;3209;p270"/>
            <p:cNvCxnSpPr/>
            <p:nvPr/>
          </p:nvCxnSpPr>
          <p:spPr>
            <a:xfrm flipH="1">
              <a:off x="1769875" y="1855475"/>
              <a:ext cx="390600" cy="852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210" name="Google Shape;3210;p270"/>
            <p:cNvCxnSpPr/>
            <p:nvPr/>
          </p:nvCxnSpPr>
          <p:spPr>
            <a:xfrm>
              <a:off x="1016925" y="1891625"/>
              <a:ext cx="0" cy="733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round/>
              <a:headEnd len="med" w="med" type="triangle"/>
              <a:tailEnd len="med" w="med" type="triangle"/>
            </a:ln>
          </p:spPr>
        </p:cxnSp>
        <p:sp>
          <p:nvSpPr>
            <p:cNvPr id="3211" name="Google Shape;3211;p270"/>
            <p:cNvSpPr/>
            <p:nvPr/>
          </p:nvSpPr>
          <p:spPr>
            <a:xfrm>
              <a:off x="1016925" y="2472425"/>
              <a:ext cx="152400" cy="1524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2" name="Google Shape;3212;p270"/>
            <p:cNvSpPr txBox="1"/>
            <p:nvPr/>
          </p:nvSpPr>
          <p:spPr>
            <a:xfrm>
              <a:off x="-51300" y="2206925"/>
              <a:ext cx="762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13" name="Google Shape;3213;p270"/>
            <p:cNvSpPr txBox="1"/>
            <p:nvPr/>
          </p:nvSpPr>
          <p:spPr>
            <a:xfrm>
              <a:off x="1778088" y="2206925"/>
              <a:ext cx="832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14" name="Google Shape;3214;p270"/>
            <p:cNvSpPr txBox="1"/>
            <p:nvPr/>
          </p:nvSpPr>
          <p:spPr>
            <a:xfrm>
              <a:off x="850775" y="2708400"/>
              <a:ext cx="762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15" name="Google Shape;3215;p270"/>
            <p:cNvSpPr txBox="1"/>
            <p:nvPr/>
          </p:nvSpPr>
          <p:spPr>
            <a:xfrm>
              <a:off x="796725" y="1437025"/>
              <a:ext cx="762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7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16" name="Google Shape;3216;p270"/>
            <p:cNvSpPr txBox="1"/>
            <p:nvPr/>
          </p:nvSpPr>
          <p:spPr>
            <a:xfrm>
              <a:off x="965670" y="1954725"/>
              <a:ext cx="762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217" name="Google Shape;3217;p270"/>
          <p:cNvSpPr txBox="1"/>
          <p:nvPr/>
        </p:nvSpPr>
        <p:spPr>
          <a:xfrm>
            <a:off x="5362700" y="3226388"/>
            <a:ext cx="10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units</a:t>
            </a:r>
            <a:r>
              <a:rPr baseline="30000" lang="en-GB" sz="18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18" name="Google Shape;3218;p270"/>
          <p:cNvSpPr txBox="1"/>
          <p:nvPr/>
        </p:nvSpPr>
        <p:spPr>
          <a:xfrm>
            <a:off x="4029950" y="1452212"/>
            <a:ext cx="10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Area</a:t>
            </a:r>
            <a:endParaRPr baseline="30000" sz="18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23-06-2023/10d46cc4-37b4-4f49-87ee-b2bc16673282&quot; data-equatio-type=&quot;image&quot;&gt;&lt;mglyph src=&quot;https://equatio-api.texthelp.com/desmos/get/23-06-2023/10d46cc4-37b4-4f49-87ee-b2bc16673282&quot; alt=&quot;Equatio Image&quot;/&gt;&lt;/math&gt;" id="3219" name="Google Shape;3219;p270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8925" y="1855475"/>
            <a:ext cx="1678123" cy="8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3" name="Shape 3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4" name="Google Shape;3224;p271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area of a trapezium</a:t>
            </a:r>
            <a:endParaRPr/>
          </a:p>
        </p:txBody>
      </p:sp>
      <p:sp>
        <p:nvSpPr>
          <p:cNvPr id="3225" name="Google Shape;3225;p271"/>
          <p:cNvSpPr txBox="1"/>
          <p:nvPr>
            <p:ph idx="1" type="body"/>
          </p:nvPr>
        </p:nvSpPr>
        <p:spPr>
          <a:xfrm>
            <a:off x="324000" y="810000"/>
            <a:ext cx="8237700" cy="7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 Calculate the area of each trapezium.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b)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begin{array}{l}=\frac{\left(2+5\right)\times2}{2}\\&amp;#13;&amp;#10;=\frac{7\times2}{2}\\&amp;#13;&amp;#10;=\frac{14}{2}\\&amp;#13;&amp;#10;=7\end{array}&quot;&gt;&lt;mtable columnalign=&quot;left&quot; columnspacing=&quot;1em&quot; rowspacing=&quot;4pt&quot;&gt;&lt;mtr&gt;&lt;mtd&gt;&lt;mo&gt;=&lt;/mo&gt;&lt;mfrac&gt;&lt;mrow&gt;&lt;mrow data-mjx-texclass=&quot;INNER&quot;&gt;&lt;mo data-mjx-texclass=&quot;OPEN&quot;&gt;(&lt;/mo&gt;&lt;mn&gt;2&lt;/mn&gt;&lt;mo&gt;+&lt;/mo&gt;&lt;mn&gt;5&lt;/mn&gt;&lt;mo data-mjx-texclass=&quot;CLOSE&quot;&gt;)&lt;/mo&gt;&lt;/mrow&gt;&lt;mo&gt;×&lt;/mo&gt;&lt;mn&gt;2&lt;/mn&gt;&lt;/mrow&gt;&lt;mn&gt;2&lt;/mn&gt;&lt;/mfrac&gt;&lt;/mtd&gt;&lt;/mtr&gt;&lt;mtr&gt;&lt;mtd&gt;&lt;mo&gt;=&lt;/mo&gt;&lt;mfrac&gt;&lt;mrow&gt;&lt;mn&gt;7&lt;/mn&gt;&lt;mo&gt;×&lt;/mo&gt;&lt;mn&gt;2&lt;/mn&gt;&lt;/mrow&gt;&lt;mn&gt;2&lt;/mn&gt;&lt;/mfrac&gt;&lt;/mtd&gt;&lt;/mtr&gt;&lt;mtr&gt;&lt;mtd&gt;&lt;mo&gt;=&lt;/mo&gt;&lt;mfrac&gt;&lt;mn&gt;14&lt;/mn&gt;&lt;mn&gt;2&lt;/mn&gt;&lt;/mfrac&gt;&lt;/mtd&gt;&lt;/mtr&gt;&lt;mtr&gt;&lt;mtd&gt;&lt;mo&gt;=&lt;/mo&gt;&lt;mn&gt;7&lt;/mn&gt;&lt;/mtd&gt;&lt;/mtr&gt;&lt;/mtable&gt;&lt;/math&gt;" id="3226" name="Google Shape;3226;p271" title="4 lines Line 1: equals the fraction with numerator open paren 2 plus 5 close paren times 2 and denominator 2 Line 2: equals the fraction with numerator 7 times 2 and denominator 2 Line 3: equals fourteen halves Line 4: equals 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7300" y="1437012"/>
            <a:ext cx="1240875" cy="21094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27" name="Google Shape;3227;p271"/>
          <p:cNvGrpSpPr/>
          <p:nvPr/>
        </p:nvGrpSpPr>
        <p:grpSpPr>
          <a:xfrm>
            <a:off x="570800" y="1573800"/>
            <a:ext cx="2135850" cy="1586675"/>
            <a:chOff x="2817300" y="1539150"/>
            <a:chExt cx="2135850" cy="1586675"/>
          </a:xfrm>
        </p:grpSpPr>
        <p:pic>
          <p:nvPicPr>
            <p:cNvPr descr="&lt;math xmlns=&quot;http://www.w3.org/1998/Math/MathML&quot; data-is-equatio=&quot;1&quot; data-equatio-url=&quot;https://equatio-api.texthelp.com/desmos/get/23-06-2023/181850af-7e22-4de1-ba34-979316c8a5bb&quot; data-equatio-type=&quot;image&quot;&gt;&lt;mglyph src=&quot;https://equatio-api.texthelp.com/desmos/get/23-06-2023/181850af-7e22-4de1-ba34-979316c8a5bb&quot; alt=&quot;Equatio Image&quot;/&gt;&lt;/math&gt;" id="3228" name="Google Shape;3228;p271" title="Equatio Image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245922" y="1607825"/>
              <a:ext cx="1563510" cy="10587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229" name="Google Shape;3229;p271"/>
            <p:cNvCxnSpPr/>
            <p:nvPr/>
          </p:nvCxnSpPr>
          <p:spPr>
            <a:xfrm flipH="1">
              <a:off x="3219350" y="1607825"/>
              <a:ext cx="520200" cy="495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230" name="Google Shape;3230;p271"/>
            <p:cNvCxnSpPr/>
            <p:nvPr/>
          </p:nvCxnSpPr>
          <p:spPr>
            <a:xfrm>
              <a:off x="3219350" y="2205575"/>
              <a:ext cx="447000" cy="4644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231" name="Google Shape;3231;p271"/>
            <p:cNvCxnSpPr/>
            <p:nvPr/>
          </p:nvCxnSpPr>
          <p:spPr>
            <a:xfrm>
              <a:off x="3778050" y="2732525"/>
              <a:ext cx="1032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232" name="Google Shape;3232;p271"/>
            <p:cNvCxnSpPr/>
            <p:nvPr/>
          </p:nvCxnSpPr>
          <p:spPr>
            <a:xfrm>
              <a:off x="3889600" y="1607825"/>
              <a:ext cx="989100" cy="1032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233" name="Google Shape;3233;p271"/>
            <p:cNvSpPr/>
            <p:nvPr/>
          </p:nvSpPr>
          <p:spPr>
            <a:xfrm rot="-2700000">
              <a:off x="3293444" y="2047670"/>
              <a:ext cx="152311" cy="152311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4" name="Google Shape;3234;p271"/>
            <p:cNvSpPr/>
            <p:nvPr/>
          </p:nvSpPr>
          <p:spPr>
            <a:xfrm rot="-2700000">
              <a:off x="3705737" y="1693840"/>
              <a:ext cx="152311" cy="152311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5" name="Google Shape;3235;p271"/>
            <p:cNvSpPr txBox="1"/>
            <p:nvPr/>
          </p:nvSpPr>
          <p:spPr>
            <a:xfrm>
              <a:off x="2817300" y="2319150"/>
              <a:ext cx="832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36" name="Google Shape;3236;p271"/>
            <p:cNvSpPr txBox="1"/>
            <p:nvPr/>
          </p:nvSpPr>
          <p:spPr>
            <a:xfrm>
              <a:off x="4190850" y="1624625"/>
              <a:ext cx="762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5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37" name="Google Shape;3237;p271"/>
            <p:cNvSpPr txBox="1"/>
            <p:nvPr/>
          </p:nvSpPr>
          <p:spPr>
            <a:xfrm>
              <a:off x="3969113" y="2664125"/>
              <a:ext cx="705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38" name="Google Shape;3238;p271"/>
            <p:cNvSpPr txBox="1"/>
            <p:nvPr/>
          </p:nvSpPr>
          <p:spPr>
            <a:xfrm>
              <a:off x="2829913" y="1539150"/>
              <a:ext cx="798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239" name="Google Shape;3239;p271"/>
          <p:cNvSpPr txBox="1"/>
          <p:nvPr/>
        </p:nvSpPr>
        <p:spPr>
          <a:xfrm>
            <a:off x="5362700" y="3226388"/>
            <a:ext cx="10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units</a:t>
            </a:r>
            <a:r>
              <a:rPr baseline="30000" lang="en-GB" sz="18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40" name="Google Shape;3240;p271"/>
          <p:cNvSpPr txBox="1"/>
          <p:nvPr/>
        </p:nvSpPr>
        <p:spPr>
          <a:xfrm>
            <a:off x="4060800" y="1459613"/>
            <a:ext cx="10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Area</a:t>
            </a:r>
            <a:endParaRPr baseline="30000"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4" name="Shape 3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5" name="Google Shape;3245;p272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area of a trapezium</a:t>
            </a:r>
            <a:endParaRPr/>
          </a:p>
        </p:txBody>
      </p:sp>
      <p:sp>
        <p:nvSpPr>
          <p:cNvPr id="3246" name="Google Shape;3246;p272"/>
          <p:cNvSpPr txBox="1"/>
          <p:nvPr>
            <p:ph idx="1" type="body"/>
          </p:nvPr>
        </p:nvSpPr>
        <p:spPr>
          <a:xfrm>
            <a:off x="324000" y="810000"/>
            <a:ext cx="8237700" cy="7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 Calculate the area of each trapezium.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c)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begin{array}{l}=\frac{\left(4.8+6\right)\times1.3}{2}\\&amp;#13;&amp;#10;=\frac{10.8\times1.3}{2}\\&amp;#13;&amp;#10;=\frac{14.04}{2}\\&amp;#13;&amp;#10;=7.02\end{array}&quot;&gt;&lt;mtable columnalign=&quot;left&quot; columnspacing=&quot;1em&quot; rowspacing=&quot;4pt&quot;&gt;&lt;mtr&gt;&lt;mtd&gt;&lt;mo&gt;=&lt;/mo&gt;&lt;mfrac&gt;&lt;mrow&gt;&lt;mrow data-mjx-texclass=&quot;INNER&quot;&gt;&lt;mo data-mjx-texclass=&quot;OPEN&quot;&gt;(&lt;/mo&gt;&lt;mn&gt;4.8&lt;/mn&gt;&lt;mo&gt;+&lt;/mo&gt;&lt;mn&gt;6&lt;/mn&gt;&lt;mo data-mjx-texclass=&quot;CLOSE&quot;&gt;)&lt;/mo&gt;&lt;/mrow&gt;&lt;mo&gt;×&lt;/mo&gt;&lt;mn&gt;1.3&lt;/mn&gt;&lt;/mrow&gt;&lt;mn&gt;2&lt;/mn&gt;&lt;/mfrac&gt;&lt;/mtd&gt;&lt;/mtr&gt;&lt;mtr&gt;&lt;mtd&gt;&lt;mo&gt;=&lt;/mo&gt;&lt;mfrac&gt;&lt;mrow&gt;&lt;mn&gt;10.8&lt;/mn&gt;&lt;mo&gt;×&lt;/mo&gt;&lt;mn&gt;1.3&lt;/mn&gt;&lt;/mrow&gt;&lt;mn&gt;2&lt;/mn&gt;&lt;/mfrac&gt;&lt;/mtd&gt;&lt;/mtr&gt;&lt;mtr&gt;&lt;mtd&gt;&lt;mo&gt;=&lt;/mo&gt;&lt;mfrac&gt;&lt;mn&gt;14.04&lt;/mn&gt;&lt;mn&gt;2&lt;/mn&gt;&lt;/mfrac&gt;&lt;/mtd&gt;&lt;/mtr&gt;&lt;mtr&gt;&lt;mtd&gt;&lt;mo&gt;=&lt;/mo&gt;&lt;mn&gt;7.02&lt;/mn&gt;&lt;/mtd&gt;&lt;/mtr&gt;&lt;/mtable&gt;&lt;/math&gt;" id="3247" name="Google Shape;3247;p272" title="4 lines Line 1: equals the fraction with numerator open paren 4.8 plus 6 close paren times 1.3 and denominator 2 Line 2: equals the fraction with numerator 10.8 times 1.3 and denominator 2 Line 3: equals 14.04 over 2 Line 4: equals 7.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7600" y="1437025"/>
            <a:ext cx="1597646" cy="2109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48" name="Google Shape;3248;p272"/>
          <p:cNvGrpSpPr/>
          <p:nvPr/>
        </p:nvGrpSpPr>
        <p:grpSpPr>
          <a:xfrm>
            <a:off x="296425" y="1479975"/>
            <a:ext cx="3505100" cy="1690125"/>
            <a:chOff x="5478025" y="1479975"/>
            <a:chExt cx="3505100" cy="1690125"/>
          </a:xfrm>
        </p:grpSpPr>
        <p:cxnSp>
          <p:nvCxnSpPr>
            <p:cNvPr id="3249" name="Google Shape;3249;p272"/>
            <p:cNvCxnSpPr/>
            <p:nvPr/>
          </p:nvCxnSpPr>
          <p:spPr>
            <a:xfrm>
              <a:off x="7864850" y="1941675"/>
              <a:ext cx="705000" cy="7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250" name="Google Shape;3250;p272"/>
            <p:cNvCxnSpPr/>
            <p:nvPr/>
          </p:nvCxnSpPr>
          <p:spPr>
            <a:xfrm>
              <a:off x="6065725" y="1973050"/>
              <a:ext cx="174600" cy="7047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251" name="Google Shape;3251;p272"/>
            <p:cNvCxnSpPr/>
            <p:nvPr/>
          </p:nvCxnSpPr>
          <p:spPr>
            <a:xfrm>
              <a:off x="6316475" y="2775950"/>
              <a:ext cx="2132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252" name="Google Shape;3252;p272"/>
            <p:cNvCxnSpPr/>
            <p:nvPr/>
          </p:nvCxnSpPr>
          <p:spPr>
            <a:xfrm>
              <a:off x="6151200" y="1855475"/>
              <a:ext cx="1586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253" name="Google Shape;3253;p272"/>
            <p:cNvCxnSpPr/>
            <p:nvPr/>
          </p:nvCxnSpPr>
          <p:spPr>
            <a:xfrm>
              <a:off x="6427600" y="1973050"/>
              <a:ext cx="0" cy="666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round/>
              <a:headEnd len="med" w="med" type="triangle"/>
              <a:tailEnd len="med" w="med" type="triangle"/>
            </a:ln>
          </p:spPr>
        </p:cxnSp>
        <p:sp>
          <p:nvSpPr>
            <p:cNvPr id="3254" name="Google Shape;3254;p272"/>
            <p:cNvSpPr/>
            <p:nvPr/>
          </p:nvSpPr>
          <p:spPr>
            <a:xfrm>
              <a:off x="6427600" y="1989775"/>
              <a:ext cx="152400" cy="1524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5" name="Google Shape;3255;p272"/>
            <p:cNvSpPr txBox="1"/>
            <p:nvPr/>
          </p:nvSpPr>
          <p:spPr>
            <a:xfrm>
              <a:off x="6417325" y="1479975"/>
              <a:ext cx="989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4.8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56" name="Google Shape;3256;p272"/>
            <p:cNvSpPr txBox="1"/>
            <p:nvPr/>
          </p:nvSpPr>
          <p:spPr>
            <a:xfrm>
              <a:off x="7030175" y="2708400"/>
              <a:ext cx="798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6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57" name="Google Shape;3257;p272"/>
            <p:cNvSpPr txBox="1"/>
            <p:nvPr/>
          </p:nvSpPr>
          <p:spPr>
            <a:xfrm>
              <a:off x="8027025" y="1898725"/>
              <a:ext cx="956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2.9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58" name="Google Shape;3258;p272"/>
            <p:cNvSpPr txBox="1"/>
            <p:nvPr/>
          </p:nvSpPr>
          <p:spPr>
            <a:xfrm>
              <a:off x="6316475" y="2160000"/>
              <a:ext cx="956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1.3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59" name="Google Shape;3259;p272"/>
            <p:cNvSpPr txBox="1"/>
            <p:nvPr/>
          </p:nvSpPr>
          <p:spPr>
            <a:xfrm>
              <a:off x="5478025" y="2160000"/>
              <a:ext cx="762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ata-is-equatio=&quot;1&quot; data-equatio-url=&quot;https://equatio-api.texthelp.com/desmos/get/23-06-2023/c65b4c1a-fb72-4e45-b8f1-1be1f605ee83&quot; data-equatio-type=&quot;image&quot;&gt;&lt;mglyph src=&quot;https://equatio-api.texthelp.com/desmos/get/23-06-2023/c65b4c1a-fb72-4e45-b8f1-1be1f605ee83&quot; alt=&quot;Equatio Image&quot;/&gt;&lt;/math&gt;" id="3260" name="Google Shape;3260;p272" title="Equatio Image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164075" y="1941675"/>
              <a:ext cx="2323850" cy="74195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61" name="Google Shape;3261;p272"/>
          <p:cNvSpPr txBox="1"/>
          <p:nvPr/>
        </p:nvSpPr>
        <p:spPr>
          <a:xfrm>
            <a:off x="5667500" y="3226388"/>
            <a:ext cx="10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units</a:t>
            </a:r>
            <a:r>
              <a:rPr baseline="30000" lang="en-GB" sz="18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62" name="Google Shape;3262;p272"/>
          <p:cNvSpPr txBox="1"/>
          <p:nvPr/>
        </p:nvSpPr>
        <p:spPr>
          <a:xfrm>
            <a:off x="4060800" y="1437013"/>
            <a:ext cx="10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Area</a:t>
            </a:r>
            <a:endParaRPr baseline="30000"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6" name="Shape 3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7" name="Google Shape;3267;p273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area of a trapezium</a:t>
            </a:r>
            <a:endParaRPr/>
          </a:p>
        </p:txBody>
      </p:sp>
      <p:sp>
        <p:nvSpPr>
          <p:cNvPr id="3268" name="Google Shape;3268;p273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missing side length using the area</a:t>
            </a:r>
            <a:endParaRPr/>
          </a:p>
        </p:txBody>
      </p:sp>
      <p:sp>
        <p:nvSpPr>
          <p:cNvPr id="3269" name="Google Shape;3269;p273"/>
          <p:cNvSpPr txBox="1"/>
          <p:nvPr>
            <p:ph idx="3" type="title"/>
          </p:nvPr>
        </p:nvSpPr>
        <p:spPr>
          <a:xfrm>
            <a:off x="324000" y="657600"/>
            <a:ext cx="71046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missing side lengths from the area of a trapezium</a:t>
            </a:r>
            <a:endParaRPr/>
          </a:p>
        </p:txBody>
      </p:sp>
      <p:pic>
        <p:nvPicPr>
          <p:cNvPr id="3270" name="Google Shape;3270;p2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114" y="299361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4" name="Shape 3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5" name="Google Shape;3275;p274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missing side length using the area</a:t>
            </a:r>
            <a:endParaRPr/>
          </a:p>
        </p:txBody>
      </p:sp>
      <p:sp>
        <p:nvSpPr>
          <p:cNvPr id="3276" name="Google Shape;3276;p274"/>
          <p:cNvSpPr txBox="1"/>
          <p:nvPr>
            <p:ph idx="1" type="body"/>
          </p:nvPr>
        </p:nvSpPr>
        <p:spPr>
          <a:xfrm>
            <a:off x="324000" y="810000"/>
            <a:ext cx="84960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Given the area of a trapezium, it may be possible to calculate a missing side length.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0" name="Shape 3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1" name="Google Shape;3281;p275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missing side length using the area</a:t>
            </a:r>
            <a:endParaRPr/>
          </a:p>
        </p:txBody>
      </p:sp>
      <p:sp>
        <p:nvSpPr>
          <p:cNvPr id="3282" name="Google Shape;3282;p275"/>
          <p:cNvSpPr txBox="1"/>
          <p:nvPr>
            <p:ph idx="1" type="subTitle"/>
          </p:nvPr>
        </p:nvSpPr>
        <p:spPr>
          <a:xfrm>
            <a:off x="324000" y="3577125"/>
            <a:ext cx="8496000" cy="7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formula for the area of a trapezium only involves the parallel sides and the perpendicular distance between them.</a:t>
            </a:r>
            <a:endParaRPr/>
          </a:p>
        </p:txBody>
      </p:sp>
      <p:sp>
        <p:nvSpPr>
          <p:cNvPr id="3283" name="Google Shape;3283;p275"/>
          <p:cNvSpPr txBox="1"/>
          <p:nvPr>
            <p:ph idx="2" type="subTitle"/>
          </p:nvPr>
        </p:nvSpPr>
        <p:spPr>
          <a:xfrm>
            <a:off x="324000" y="1080000"/>
            <a:ext cx="8496000" cy="7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Given the area of a trapezium, you can calculate any missing side length.</a:t>
            </a:r>
            <a:endParaRPr/>
          </a:p>
        </p:txBody>
      </p:sp>
      <p:pic>
        <p:nvPicPr>
          <p:cNvPr id="3284" name="Google Shape;3284;p2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08" y="20841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8" name="Shape 3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9" name="Google Shape;3289;p276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missing side length using the area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23-06-2023/9fe1b27e-a4bf-4952-a6b1-7ec0369e269a&quot; data-equatio-type=&quot;image&quot;&gt;&lt;mglyph src=&quot;https://equatio-api.texthelp.com/desmos/get/23-06-2023/9fe1b27e-a4bf-4952-a6b1-7ec0369e269a&quot; alt=&quot;Equatio Image&quot;/&gt;&lt;/math&gt;" id="3290" name="Google Shape;3290;p276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7163" y="613500"/>
            <a:ext cx="1177925" cy="175556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91" name="Google Shape;3291;p276"/>
          <p:cNvCxnSpPr/>
          <p:nvPr/>
        </p:nvCxnSpPr>
        <p:spPr>
          <a:xfrm>
            <a:off x="2203825" y="2425025"/>
            <a:ext cx="1164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92" name="Google Shape;3292;p276"/>
          <p:cNvCxnSpPr/>
          <p:nvPr/>
        </p:nvCxnSpPr>
        <p:spPr>
          <a:xfrm>
            <a:off x="3438800" y="613500"/>
            <a:ext cx="0" cy="175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93" name="Google Shape;3293;p276"/>
          <p:cNvCxnSpPr/>
          <p:nvPr/>
        </p:nvCxnSpPr>
        <p:spPr>
          <a:xfrm rot="10800000">
            <a:off x="2133450" y="1780900"/>
            <a:ext cx="0" cy="571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94" name="Google Shape;3294;p276"/>
          <p:cNvCxnSpPr/>
          <p:nvPr/>
        </p:nvCxnSpPr>
        <p:spPr>
          <a:xfrm flipH="1" rot="10800000">
            <a:off x="2212050" y="613600"/>
            <a:ext cx="1086000" cy="106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95" name="Google Shape;3295;p276"/>
          <p:cNvSpPr txBox="1"/>
          <p:nvPr/>
        </p:nvSpPr>
        <p:spPr>
          <a:xfrm>
            <a:off x="324000" y="1115950"/>
            <a:ext cx="171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 = 22 units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6" name="Google Shape;3296;p276"/>
          <p:cNvSpPr txBox="1"/>
          <p:nvPr/>
        </p:nvSpPr>
        <p:spPr>
          <a:xfrm>
            <a:off x="2274925" y="2340888"/>
            <a:ext cx="10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 units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7" name="Google Shape;3297;p276"/>
          <p:cNvSpPr txBox="1"/>
          <p:nvPr/>
        </p:nvSpPr>
        <p:spPr>
          <a:xfrm>
            <a:off x="3375063" y="1259688"/>
            <a:ext cx="10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 units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8" name="Google Shape;3298;p276"/>
          <p:cNvSpPr txBox="1"/>
          <p:nvPr/>
        </p:nvSpPr>
        <p:spPr>
          <a:xfrm>
            <a:off x="2004875" y="699213"/>
            <a:ext cx="10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 units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9" name="Google Shape;3299;p276"/>
          <p:cNvSpPr txBox="1"/>
          <p:nvPr/>
        </p:nvSpPr>
        <p:spPr>
          <a:xfrm>
            <a:off x="2523300" y="3786525"/>
            <a:ext cx="1692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length is 2 units.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3300" name="Google Shape;3300;p2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2884025"/>
            <a:ext cx="2062493" cy="170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8=\frac{\left(3+9\right)\times y}{2}\\&amp;#13;&amp;#10;36=12\times y\\&amp;#13;&amp;#10;\ \ 3=y\end{array}&quot;&gt;&lt;mtable columnalign=&quot;left&quot; columnspacing=&quot;1em&quot; rowspacing=&quot;4pt&quot;&gt;&lt;mtr&gt;&lt;mtd&gt;&lt;mn&gt;18&lt;/mn&gt;&lt;mo&gt;=&lt;/mo&gt;&lt;mfrac&gt;&lt;mrow&gt;&lt;mrow data-mjx-texclass=&quot;INNER&quot;&gt;&lt;mo data-mjx-texclass=&quot;OPEN&quot;&gt;(&lt;/mo&gt;&lt;mn&gt;3&lt;/mn&gt;&lt;mo&gt;+&lt;/mo&gt;&lt;mn&gt;9&lt;/mn&gt;&lt;mo data-mjx-texclass=&quot;CLOSE&quot;&gt;)&lt;/mo&gt;&lt;/mrow&gt;&lt;mo&gt;×&lt;/mo&gt;&lt;mi&gt;y&lt;/mi&gt;&lt;/mrow&gt;&lt;mn&gt;2&lt;/mn&gt;&lt;/mfrac&gt;&lt;/mtd&gt;&lt;/mtr&gt;&lt;mtr&gt;&lt;mtd&gt;&lt;mn&gt;36&lt;/mn&gt;&lt;mo&gt;=&lt;/mo&gt;&lt;mn&gt;12&lt;/mn&gt;&lt;mo&gt;×&lt;/mo&gt;&lt;mi&gt;y&lt;/mi&gt;&lt;/mtd&gt;&lt;/mtr&gt;&lt;mtr&gt;&lt;mtd&gt;&lt;mtext&gt;&lt;/mtext&gt;&lt;mtext&gt;&lt;/mtext&gt;&lt;mn&gt;3&lt;/mn&gt;&lt;mo&gt;=&lt;/mo&gt;&lt;mi&gt;y&lt;/mi&gt;&lt;/mtd&gt;&lt;/mtr&gt;&lt;/mtable&gt;&lt;/math&gt;" id="3301" name="Google Shape;3301;p276" title="3 lines Line 1: 18 equals the fraction with numerator open paren 3 plus 9 close paren times y and denominator 2 Line 2: 36 equals 12 times y Line 3: 3 equals 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14912" y="2884025"/>
            <a:ext cx="1518975" cy="1320575"/>
          </a:xfrm>
          <a:prstGeom prst="rect">
            <a:avLst/>
          </a:prstGeom>
          <a:noFill/>
          <a:ln>
            <a:noFill/>
          </a:ln>
        </p:spPr>
      </p:pic>
      <p:sp>
        <p:nvSpPr>
          <p:cNvPr id="3302" name="Google Shape;3302;p276"/>
          <p:cNvSpPr txBox="1"/>
          <p:nvPr/>
        </p:nvSpPr>
        <p:spPr>
          <a:xfrm>
            <a:off x="7055225" y="3786525"/>
            <a:ext cx="1692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length is 3 units.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03" name="Google Shape;3303;p276"/>
          <p:cNvSpPr txBox="1"/>
          <p:nvPr/>
        </p:nvSpPr>
        <p:spPr>
          <a:xfrm>
            <a:off x="1806025" y="1897300"/>
            <a:ext cx="33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aseline="30000"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304" name="Google Shape;3304;p276"/>
          <p:cNvGrpSpPr/>
          <p:nvPr/>
        </p:nvGrpSpPr>
        <p:grpSpPr>
          <a:xfrm>
            <a:off x="4823038" y="558688"/>
            <a:ext cx="4127669" cy="2018273"/>
            <a:chOff x="4823038" y="558688"/>
            <a:chExt cx="4127669" cy="2018273"/>
          </a:xfrm>
        </p:grpSpPr>
        <p:grpSp>
          <p:nvGrpSpPr>
            <p:cNvPr id="3305" name="Google Shape;3305;p276"/>
            <p:cNvGrpSpPr/>
            <p:nvPr/>
          </p:nvGrpSpPr>
          <p:grpSpPr>
            <a:xfrm>
              <a:off x="4823038" y="558688"/>
              <a:ext cx="4127669" cy="2018273"/>
              <a:chOff x="4823038" y="558688"/>
              <a:chExt cx="4127669" cy="2018273"/>
            </a:xfrm>
          </p:grpSpPr>
          <p:grpSp>
            <p:nvGrpSpPr>
              <p:cNvPr id="3306" name="Google Shape;3306;p276"/>
              <p:cNvGrpSpPr/>
              <p:nvPr/>
            </p:nvGrpSpPr>
            <p:grpSpPr>
              <a:xfrm>
                <a:off x="5386800" y="558688"/>
                <a:ext cx="3563907" cy="1910550"/>
                <a:chOff x="5234400" y="558688"/>
                <a:chExt cx="3563907" cy="1910550"/>
              </a:xfrm>
            </p:grpSpPr>
            <p:pic>
              <p:nvPicPr>
                <p:cNvPr descr="&lt;math xmlns=&quot;http://www.w3.org/1998/Math/MathML&quot; data-is-equatio=&quot;1&quot; data-equatio-url=&quot;https://equatio-api.texthelp.com/desmos/get/23-06-2023/5bdb1f77-e044-4d49-adb2-90f55d407daa&quot; data-equatio-type=&quot;image&quot;&gt;&lt;mglyph src=&quot;https://equatio-api.texthelp.com/desmos/get/23-06-2023/5bdb1f77-e044-4d49-adb2-90f55d407daa&quot; alt=&quot;Equatio Image&quot;/&gt;&lt;/math&gt;" id="3307" name="Google Shape;3307;p276" title="Equatio Image"/>
                <p:cNvPicPr preferRelativeResize="0"/>
                <p:nvPr/>
              </p:nvPicPr>
              <p:blipFill>
                <a:blip r:embed="rId6">
                  <a:alphaModFix/>
                </a:blip>
                <a:stretch>
                  <a:fillRect/>
                </a:stretch>
              </p:blipFill>
              <p:spPr>
                <a:xfrm>
                  <a:off x="5733300" y="1004625"/>
                  <a:ext cx="2163600" cy="10006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3308" name="Google Shape;3308;p276"/>
                <p:cNvCxnSpPr/>
                <p:nvPr/>
              </p:nvCxnSpPr>
              <p:spPr>
                <a:xfrm>
                  <a:off x="5756100" y="2080100"/>
                  <a:ext cx="21180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triangle"/>
                  <a:tailEnd len="med" w="med" type="triangle"/>
                </a:ln>
              </p:spPr>
            </p:cxnSp>
            <p:cxnSp>
              <p:nvCxnSpPr>
                <p:cNvPr id="3309" name="Google Shape;3309;p276"/>
                <p:cNvCxnSpPr/>
                <p:nvPr/>
              </p:nvCxnSpPr>
              <p:spPr>
                <a:xfrm flipH="1" rot="10800000">
                  <a:off x="6641175" y="929775"/>
                  <a:ext cx="1022400" cy="6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triangle"/>
                  <a:tailEnd len="med" w="med" type="triangle"/>
                </a:ln>
              </p:spPr>
            </p:cxnSp>
            <p:cxnSp>
              <p:nvCxnSpPr>
                <p:cNvPr id="3310" name="Google Shape;3310;p276"/>
                <p:cNvCxnSpPr/>
                <p:nvPr/>
              </p:nvCxnSpPr>
              <p:spPr>
                <a:xfrm rot="10800000">
                  <a:off x="7248600" y="1038625"/>
                  <a:ext cx="0" cy="9507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dash"/>
                  <a:round/>
                  <a:headEnd len="med" w="med" type="triangle"/>
                  <a:tailEnd len="med" w="med" type="triangle"/>
                </a:ln>
              </p:spPr>
            </p:cxnSp>
            <p:cxnSp>
              <p:nvCxnSpPr>
                <p:cNvPr id="3311" name="Google Shape;3311;p276"/>
                <p:cNvCxnSpPr/>
                <p:nvPr/>
              </p:nvCxnSpPr>
              <p:spPr>
                <a:xfrm flipH="1" rot="10800000">
                  <a:off x="5604900" y="1020163"/>
                  <a:ext cx="893700" cy="9696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triangle"/>
                  <a:tailEnd len="med" w="med" type="triangle"/>
                </a:ln>
              </p:spPr>
            </p:cxnSp>
            <p:cxnSp>
              <p:nvCxnSpPr>
                <p:cNvPr id="3312" name="Google Shape;3312;p276"/>
                <p:cNvCxnSpPr/>
                <p:nvPr/>
              </p:nvCxnSpPr>
              <p:spPr>
                <a:xfrm rot="10800000">
                  <a:off x="7762875" y="1020350"/>
                  <a:ext cx="263100" cy="9819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triangle"/>
                  <a:tailEnd len="med" w="med" type="triangle"/>
                </a:ln>
              </p:spPr>
            </p:cxnSp>
            <p:sp>
              <p:nvSpPr>
                <p:cNvPr id="3313" name="Google Shape;3313;p276"/>
                <p:cNvSpPr/>
                <p:nvPr/>
              </p:nvSpPr>
              <p:spPr>
                <a:xfrm>
                  <a:off x="7248600" y="1837375"/>
                  <a:ext cx="152400" cy="152400"/>
                </a:xfrm>
                <a:prstGeom prst="rect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14" name="Google Shape;3314;p276"/>
                <p:cNvSpPr txBox="1"/>
                <p:nvPr/>
              </p:nvSpPr>
              <p:spPr>
                <a:xfrm>
                  <a:off x="7775907" y="1160913"/>
                  <a:ext cx="1022400" cy="46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latin typeface="Lexend"/>
                      <a:ea typeface="Lexend"/>
                      <a:cs typeface="Lexend"/>
                      <a:sym typeface="Lexend"/>
                    </a:rPr>
                    <a:t>5 units</a:t>
                  </a:r>
                  <a:endParaRPr sz="18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3315" name="Google Shape;3315;p276"/>
                <p:cNvSpPr txBox="1"/>
                <p:nvPr/>
              </p:nvSpPr>
              <p:spPr>
                <a:xfrm>
                  <a:off x="5234400" y="1115938"/>
                  <a:ext cx="1022400" cy="46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latin typeface="Lexend"/>
                      <a:ea typeface="Lexend"/>
                      <a:cs typeface="Lexend"/>
                      <a:sym typeface="Lexend"/>
                    </a:rPr>
                    <a:t>6 units</a:t>
                  </a:r>
                  <a:endParaRPr sz="18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3316" name="Google Shape;3316;p276"/>
                <p:cNvSpPr txBox="1"/>
                <p:nvPr/>
              </p:nvSpPr>
              <p:spPr>
                <a:xfrm>
                  <a:off x="6641175" y="558688"/>
                  <a:ext cx="1022400" cy="46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latin typeface="Lexend"/>
                      <a:ea typeface="Lexend"/>
                      <a:cs typeface="Lexend"/>
                      <a:sym typeface="Lexend"/>
                    </a:rPr>
                    <a:t>3 units</a:t>
                  </a:r>
                  <a:endParaRPr sz="18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3317" name="Google Shape;3317;p276"/>
                <p:cNvSpPr txBox="1"/>
                <p:nvPr/>
              </p:nvSpPr>
              <p:spPr>
                <a:xfrm>
                  <a:off x="6340775" y="2007538"/>
                  <a:ext cx="1022400" cy="46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latin typeface="Lexend"/>
                      <a:ea typeface="Lexend"/>
                      <a:cs typeface="Lexend"/>
                      <a:sym typeface="Lexend"/>
                    </a:rPr>
                    <a:t>9 units</a:t>
                  </a:r>
                  <a:endParaRPr sz="18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sp>
            <p:nvSpPr>
              <p:cNvPr id="3318" name="Google Shape;3318;p276"/>
              <p:cNvSpPr txBox="1"/>
              <p:nvPr/>
            </p:nvSpPr>
            <p:spPr>
              <a:xfrm>
                <a:off x="4823038" y="2299760"/>
                <a:ext cx="1921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Area = 18 units</a:t>
                </a:r>
                <a:r>
                  <a:rPr baseline="30000" lang="en-GB" sz="18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baseline="30000"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3319" name="Google Shape;3319;p276"/>
            <p:cNvSpPr txBox="1"/>
            <p:nvPr/>
          </p:nvSpPr>
          <p:spPr>
            <a:xfrm>
              <a:off x="7055225" y="1321925"/>
              <a:ext cx="339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baseline="30000" i="1" sz="2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3" name="Shape 3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4" name="Google Shape;3324;p277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missing side length using the area</a:t>
            </a:r>
            <a:endParaRPr/>
          </a:p>
        </p:txBody>
      </p:sp>
      <p:sp>
        <p:nvSpPr>
          <p:cNvPr id="3325" name="Google Shape;3325;p277"/>
          <p:cNvSpPr txBox="1"/>
          <p:nvPr>
            <p:ph idx="1" type="body"/>
          </p:nvPr>
        </p:nvSpPr>
        <p:spPr>
          <a:xfrm>
            <a:off x="324000" y="810000"/>
            <a:ext cx="8496000" cy="355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 </a:t>
            </a:r>
            <a:r>
              <a:rPr lang="en-GB" sz="2000">
                <a:solidFill>
                  <a:srgbClr val="000000"/>
                </a:solidFill>
              </a:rPr>
              <a:t>Calculate the length of the marked side and then, if possible, calculate the perimeter.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a)                                 b)                                       c)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Area = 22 m</a:t>
            </a:r>
            <a:r>
              <a:rPr baseline="30000" lang="en-GB" sz="2000">
                <a:solidFill>
                  <a:srgbClr val="000000"/>
                </a:solidFill>
              </a:rPr>
              <a:t>2</a:t>
            </a:r>
            <a:r>
              <a:rPr lang="en-GB" sz="2000">
                <a:solidFill>
                  <a:srgbClr val="000000"/>
                </a:solidFill>
              </a:rPr>
              <a:t>               Area = 10 cm</a:t>
            </a:r>
            <a:r>
              <a:rPr baseline="30000" lang="en-GB" sz="2000">
                <a:solidFill>
                  <a:srgbClr val="000000"/>
                </a:solidFill>
              </a:rPr>
              <a:t>2</a:t>
            </a:r>
            <a:r>
              <a:rPr lang="en-GB" sz="2000">
                <a:solidFill>
                  <a:srgbClr val="000000"/>
                </a:solidFill>
              </a:rPr>
              <a:t>                    Area = 32.64 cm</a:t>
            </a:r>
            <a:r>
              <a:rPr baseline="30000" lang="en-GB" sz="2000">
                <a:solidFill>
                  <a:srgbClr val="000000"/>
                </a:solidFill>
              </a:rPr>
              <a:t>2</a:t>
            </a:r>
            <a:endParaRPr baseline="30000" sz="2000">
              <a:solidFill>
                <a:srgbClr val="000000"/>
              </a:solidFill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23-06-2023/5acbdd09-3f06-4c44-aa14-553e9f3a30f9&quot; data-equatio-type=&quot;image&quot;&gt;&lt;mglyph src=&quot;https://equatio-api.texthelp.com/desmos/get/23-06-2023/5acbdd09-3f06-4c44-aa14-553e9f3a30f9&quot; alt=&quot;Equatio Image&quot;/&gt;&lt;/math&gt;" id="3326" name="Google Shape;3326;p277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375" y="2011650"/>
            <a:ext cx="8062949" cy="1058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27" name="Google Shape;3327;p277"/>
          <p:cNvCxnSpPr/>
          <p:nvPr/>
        </p:nvCxnSpPr>
        <p:spPr>
          <a:xfrm>
            <a:off x="411375" y="2151000"/>
            <a:ext cx="1683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28" name="Google Shape;3328;p277"/>
          <p:cNvCxnSpPr/>
          <p:nvPr/>
        </p:nvCxnSpPr>
        <p:spPr>
          <a:xfrm>
            <a:off x="796725" y="3113525"/>
            <a:ext cx="897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29" name="Google Shape;3329;p277"/>
          <p:cNvCxnSpPr/>
          <p:nvPr/>
        </p:nvCxnSpPr>
        <p:spPr>
          <a:xfrm flipH="1">
            <a:off x="1814325" y="2249325"/>
            <a:ext cx="390600" cy="852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30" name="Google Shape;3330;p277"/>
          <p:cNvCxnSpPr/>
          <p:nvPr/>
        </p:nvCxnSpPr>
        <p:spPr>
          <a:xfrm>
            <a:off x="7864850" y="2322675"/>
            <a:ext cx="705000" cy="70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31" name="Google Shape;3331;p277"/>
          <p:cNvCxnSpPr/>
          <p:nvPr/>
        </p:nvCxnSpPr>
        <p:spPr>
          <a:xfrm>
            <a:off x="6316475" y="3156950"/>
            <a:ext cx="2132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32" name="Google Shape;3332;p277"/>
          <p:cNvCxnSpPr/>
          <p:nvPr/>
        </p:nvCxnSpPr>
        <p:spPr>
          <a:xfrm>
            <a:off x="6151200" y="2236475"/>
            <a:ext cx="1586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33" name="Google Shape;3333;p277"/>
          <p:cNvCxnSpPr/>
          <p:nvPr/>
        </p:nvCxnSpPr>
        <p:spPr>
          <a:xfrm flipH="1">
            <a:off x="3219350" y="1988825"/>
            <a:ext cx="520200" cy="495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34" name="Google Shape;3334;p277"/>
          <p:cNvCxnSpPr/>
          <p:nvPr/>
        </p:nvCxnSpPr>
        <p:spPr>
          <a:xfrm>
            <a:off x="3219350" y="2586575"/>
            <a:ext cx="447000" cy="46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35" name="Google Shape;3335;p277"/>
          <p:cNvCxnSpPr/>
          <p:nvPr/>
        </p:nvCxnSpPr>
        <p:spPr>
          <a:xfrm>
            <a:off x="3778050" y="3113525"/>
            <a:ext cx="1032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36" name="Google Shape;3336;p277"/>
          <p:cNvCxnSpPr/>
          <p:nvPr/>
        </p:nvCxnSpPr>
        <p:spPr>
          <a:xfrm>
            <a:off x="3889600" y="1988825"/>
            <a:ext cx="989100" cy="103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37" name="Google Shape;3337;p277"/>
          <p:cNvCxnSpPr/>
          <p:nvPr/>
        </p:nvCxnSpPr>
        <p:spPr>
          <a:xfrm>
            <a:off x="1016925" y="2272625"/>
            <a:ext cx="0" cy="733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triangle"/>
            <a:tailEnd len="med" w="med" type="triangle"/>
          </a:ln>
        </p:spPr>
      </p:cxnSp>
      <p:cxnSp>
        <p:nvCxnSpPr>
          <p:cNvPr id="3338" name="Google Shape;3338;p277"/>
          <p:cNvCxnSpPr/>
          <p:nvPr/>
        </p:nvCxnSpPr>
        <p:spPr>
          <a:xfrm>
            <a:off x="6427600" y="2354050"/>
            <a:ext cx="0" cy="666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3339" name="Google Shape;3339;p277"/>
          <p:cNvSpPr/>
          <p:nvPr/>
        </p:nvSpPr>
        <p:spPr>
          <a:xfrm rot="-2700000">
            <a:off x="3312219" y="2464845"/>
            <a:ext cx="152311" cy="15231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0" name="Google Shape;3340;p277"/>
          <p:cNvSpPr/>
          <p:nvPr/>
        </p:nvSpPr>
        <p:spPr>
          <a:xfrm rot="-2700000">
            <a:off x="3705737" y="2074840"/>
            <a:ext cx="152311" cy="15231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1" name="Google Shape;3341;p277"/>
          <p:cNvSpPr/>
          <p:nvPr/>
        </p:nvSpPr>
        <p:spPr>
          <a:xfrm>
            <a:off x="1016925" y="2853425"/>
            <a:ext cx="152400" cy="152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2" name="Google Shape;3342;p277"/>
          <p:cNvSpPr/>
          <p:nvPr/>
        </p:nvSpPr>
        <p:spPr>
          <a:xfrm>
            <a:off x="6427600" y="2370775"/>
            <a:ext cx="152400" cy="152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3" name="Google Shape;3343;p277"/>
          <p:cNvSpPr txBox="1"/>
          <p:nvPr/>
        </p:nvSpPr>
        <p:spPr>
          <a:xfrm>
            <a:off x="1814313" y="2587925"/>
            <a:ext cx="8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4" name="Google Shape;3344;p277"/>
          <p:cNvSpPr txBox="1"/>
          <p:nvPr/>
        </p:nvSpPr>
        <p:spPr>
          <a:xfrm>
            <a:off x="2817300" y="2700150"/>
            <a:ext cx="8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5" name="Google Shape;3345;p277"/>
          <p:cNvSpPr txBox="1"/>
          <p:nvPr/>
        </p:nvSpPr>
        <p:spPr>
          <a:xfrm>
            <a:off x="845238" y="2401413"/>
            <a:ext cx="79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6" name="Google Shape;3346;p277"/>
          <p:cNvSpPr txBox="1"/>
          <p:nvPr/>
        </p:nvSpPr>
        <p:spPr>
          <a:xfrm>
            <a:off x="3969126" y="3045125"/>
            <a:ext cx="76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7" name="Google Shape;3347;p277"/>
          <p:cNvSpPr txBox="1"/>
          <p:nvPr/>
        </p:nvSpPr>
        <p:spPr>
          <a:xfrm>
            <a:off x="4191738" y="2038800"/>
            <a:ext cx="79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8" name="Google Shape;3348;p277"/>
          <p:cNvSpPr txBox="1"/>
          <p:nvPr/>
        </p:nvSpPr>
        <p:spPr>
          <a:xfrm>
            <a:off x="6931175" y="3089400"/>
            <a:ext cx="8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9" name="Google Shape;3349;p277"/>
          <p:cNvSpPr txBox="1"/>
          <p:nvPr/>
        </p:nvSpPr>
        <p:spPr>
          <a:xfrm>
            <a:off x="7974232" y="2257100"/>
            <a:ext cx="95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4.9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0" name="Google Shape;3350;p277"/>
          <p:cNvSpPr txBox="1"/>
          <p:nvPr/>
        </p:nvSpPr>
        <p:spPr>
          <a:xfrm>
            <a:off x="6354300" y="2523175"/>
            <a:ext cx="95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3.4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1" name="Google Shape;3351;p277"/>
          <p:cNvSpPr txBox="1"/>
          <p:nvPr/>
        </p:nvSpPr>
        <p:spPr>
          <a:xfrm>
            <a:off x="796725" y="1818025"/>
            <a:ext cx="76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52" name="Google Shape;3352;p277"/>
          <p:cNvCxnSpPr/>
          <p:nvPr/>
        </p:nvCxnSpPr>
        <p:spPr>
          <a:xfrm>
            <a:off x="499225" y="2609000"/>
            <a:ext cx="2193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3" name="Google Shape;3353;p277"/>
          <p:cNvCxnSpPr/>
          <p:nvPr/>
        </p:nvCxnSpPr>
        <p:spPr>
          <a:xfrm>
            <a:off x="1740850" y="2632275"/>
            <a:ext cx="2193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54" name="Google Shape;3354;p277"/>
          <p:cNvSpPr txBox="1"/>
          <p:nvPr/>
        </p:nvSpPr>
        <p:spPr>
          <a:xfrm>
            <a:off x="1074600" y="3070650"/>
            <a:ext cx="33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baseline="30000"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5" name="Google Shape;3355;p277"/>
          <p:cNvSpPr txBox="1"/>
          <p:nvPr/>
        </p:nvSpPr>
        <p:spPr>
          <a:xfrm>
            <a:off x="3205024" y="1981650"/>
            <a:ext cx="33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aseline="30000"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6" name="Google Shape;3356;p277"/>
          <p:cNvSpPr txBox="1"/>
          <p:nvPr/>
        </p:nvSpPr>
        <p:spPr>
          <a:xfrm>
            <a:off x="6774599" y="1920000"/>
            <a:ext cx="33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baseline="30000"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0" name="Shape 3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1" name="Google Shape;3361;p278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missing side length using the area</a:t>
            </a:r>
            <a:endParaRPr/>
          </a:p>
        </p:txBody>
      </p:sp>
      <p:sp>
        <p:nvSpPr>
          <p:cNvPr id="3362" name="Google Shape;3362;p278"/>
          <p:cNvSpPr txBox="1"/>
          <p:nvPr>
            <p:ph idx="1" type="body"/>
          </p:nvPr>
        </p:nvSpPr>
        <p:spPr>
          <a:xfrm>
            <a:off x="324000" y="810000"/>
            <a:ext cx="8237700" cy="355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 </a:t>
            </a:r>
            <a:r>
              <a:rPr lang="en-GB" sz="2000">
                <a:solidFill>
                  <a:srgbClr val="000000"/>
                </a:solidFill>
              </a:rPr>
              <a:t>Calculate the length of the marked side and then, if possible, calculate the perimeter.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a)                                 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Area = 22 m</a:t>
            </a:r>
            <a:r>
              <a:rPr baseline="30000" lang="en-GB" sz="2000">
                <a:solidFill>
                  <a:srgbClr val="000000"/>
                </a:solidFill>
              </a:rPr>
              <a:t>2</a:t>
            </a:r>
            <a:r>
              <a:rPr lang="en-GB" sz="2000">
                <a:solidFill>
                  <a:srgbClr val="000000"/>
                </a:solidFill>
              </a:rPr>
              <a:t>               </a:t>
            </a:r>
            <a:endParaRPr baseline="30000" sz="2000">
              <a:solidFill>
                <a:srgbClr val="000000"/>
              </a:solidFill>
            </a:endParaRPr>
          </a:p>
        </p:txBody>
      </p:sp>
      <p:grpSp>
        <p:nvGrpSpPr>
          <p:cNvPr id="3363" name="Google Shape;3363;p278"/>
          <p:cNvGrpSpPr/>
          <p:nvPr/>
        </p:nvGrpSpPr>
        <p:grpSpPr>
          <a:xfrm>
            <a:off x="405488" y="1818025"/>
            <a:ext cx="2241325" cy="1295500"/>
            <a:chOff x="405488" y="1818025"/>
            <a:chExt cx="2241325" cy="1295500"/>
          </a:xfrm>
        </p:grpSpPr>
        <p:cxnSp>
          <p:nvCxnSpPr>
            <p:cNvPr id="3364" name="Google Shape;3364;p278"/>
            <p:cNvCxnSpPr/>
            <p:nvPr/>
          </p:nvCxnSpPr>
          <p:spPr>
            <a:xfrm>
              <a:off x="411375" y="2151000"/>
              <a:ext cx="1683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365" name="Google Shape;3365;p278"/>
            <p:cNvCxnSpPr/>
            <p:nvPr/>
          </p:nvCxnSpPr>
          <p:spPr>
            <a:xfrm>
              <a:off x="796725" y="3113525"/>
              <a:ext cx="897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366" name="Google Shape;3366;p278"/>
            <p:cNvCxnSpPr/>
            <p:nvPr/>
          </p:nvCxnSpPr>
          <p:spPr>
            <a:xfrm flipH="1">
              <a:off x="1814325" y="2249325"/>
              <a:ext cx="390600" cy="852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367" name="Google Shape;3367;p278"/>
            <p:cNvCxnSpPr/>
            <p:nvPr/>
          </p:nvCxnSpPr>
          <p:spPr>
            <a:xfrm>
              <a:off x="1016925" y="2272625"/>
              <a:ext cx="0" cy="733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round/>
              <a:headEnd len="med" w="med" type="triangle"/>
              <a:tailEnd len="med" w="med" type="triangle"/>
            </a:ln>
          </p:spPr>
        </p:cxnSp>
        <p:sp>
          <p:nvSpPr>
            <p:cNvPr id="3368" name="Google Shape;3368;p278"/>
            <p:cNvSpPr/>
            <p:nvPr/>
          </p:nvSpPr>
          <p:spPr>
            <a:xfrm>
              <a:off x="1016925" y="2853425"/>
              <a:ext cx="152400" cy="1524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9" name="Google Shape;3369;p278"/>
            <p:cNvSpPr txBox="1"/>
            <p:nvPr/>
          </p:nvSpPr>
          <p:spPr>
            <a:xfrm>
              <a:off x="1814313" y="2587925"/>
              <a:ext cx="832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5 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70" name="Google Shape;3370;p278"/>
            <p:cNvSpPr txBox="1"/>
            <p:nvPr/>
          </p:nvSpPr>
          <p:spPr>
            <a:xfrm>
              <a:off x="845238" y="2401413"/>
              <a:ext cx="798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 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71" name="Google Shape;3371;p278"/>
            <p:cNvSpPr txBox="1"/>
            <p:nvPr/>
          </p:nvSpPr>
          <p:spPr>
            <a:xfrm>
              <a:off x="796725" y="1818025"/>
              <a:ext cx="762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8 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372" name="Google Shape;3372;p278"/>
            <p:cNvCxnSpPr/>
            <p:nvPr/>
          </p:nvCxnSpPr>
          <p:spPr>
            <a:xfrm>
              <a:off x="499225" y="2609000"/>
              <a:ext cx="2193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73" name="Google Shape;3373;p278"/>
            <p:cNvCxnSpPr/>
            <p:nvPr/>
          </p:nvCxnSpPr>
          <p:spPr>
            <a:xfrm>
              <a:off x="1740850" y="2632275"/>
              <a:ext cx="2193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descr="&lt;math xmlns=&quot;http://www.w3.org/1998/Math/MathML&quot; data-is-equatio=&quot;1&quot; data-equatio-url=&quot;https://equatio-api.texthelp.com/desmos/get/23-06-2023/10d46cc4-37b4-4f49-87ee-b2bc16673282&quot; data-equatio-type=&quot;image&quot;&gt;&lt;mglyph src=&quot;https://equatio-api.texthelp.com/desmos/get/23-06-2023/10d46cc4-37b4-4f49-87ee-b2bc16673282&quot; alt=&quot;Equatio Image&quot;/&gt;&lt;/math&gt;" id="3374" name="Google Shape;3374;p278" title="Equatio Imag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5488" y="2225013"/>
              <a:ext cx="1678123" cy="814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75" name="Google Shape;3375;p278"/>
          <p:cNvSpPr txBox="1"/>
          <p:nvPr/>
        </p:nvSpPr>
        <p:spPr>
          <a:xfrm>
            <a:off x="3288750" y="3549150"/>
            <a:ext cx="4925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length is 3 m.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perimeter is 8 + 5 + 5 + ‘3’ = 21 m.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22=\frac{\left(b+8\right)\times4}{2}\\&amp;#13;&amp;#10;44=\left(b+8\right)\times4\\&amp;#13;&amp;#10;11=\left(b+8\right)\\&amp;#13;&amp;#10;\ \ 3=b\end{array}&quot;&gt;&lt;mtable columnalign=&quot;left&quot; columnspacing=&quot;1em&quot; rowspacing=&quot;4pt&quot;&gt;&lt;mtr&gt;&lt;mtd&gt;&lt;mn&gt;22&lt;/mn&gt;&lt;mo&gt;=&lt;/mo&gt;&lt;mfrac&gt;&lt;mrow&gt;&lt;mrow data-mjx-texclass=&quot;INNER&quot;&gt;&lt;mo data-mjx-texclass=&quot;OPEN&quot;&gt;(&lt;/mo&gt;&lt;mi&gt;b&lt;/mi&gt;&lt;mo&gt;+&lt;/mo&gt;&lt;mn&gt;8&lt;/mn&gt;&lt;mo data-mjx-texclass=&quot;CLOSE&quot;&gt;)&lt;/mo&gt;&lt;/mrow&gt;&lt;mo&gt;×&lt;/mo&gt;&lt;mn&gt;4&lt;/mn&gt;&lt;/mrow&gt;&lt;mn&gt;2&lt;/mn&gt;&lt;/mfrac&gt;&lt;/mtd&gt;&lt;/mtr&gt;&lt;mtr&gt;&lt;mtd&gt;&lt;mn&gt;44&lt;/mn&gt;&lt;mo&gt;=&lt;/mo&gt;&lt;mrow data-mjx-texclass=&quot;INNER&quot;&gt;&lt;mo data-mjx-texclass=&quot;OPEN&quot;&gt;(&lt;/mo&gt;&lt;mi&gt;b&lt;/mi&gt;&lt;mo&gt;+&lt;/mo&gt;&lt;mn&gt;8&lt;/mn&gt;&lt;mo data-mjx-texclass=&quot;CLOSE&quot;&gt;)&lt;/mo&gt;&lt;/mrow&gt;&lt;mo&gt;×&lt;/mo&gt;&lt;mn&gt;4&lt;/mn&gt;&lt;/mtd&gt;&lt;/mtr&gt;&lt;mtr&gt;&lt;mtd&gt;&lt;mn&gt;11&lt;/mn&gt;&lt;mo&gt;=&lt;/mo&gt;&lt;mrow data-mjx-texclass=&quot;INNER&quot;&gt;&lt;mo data-mjx-texclass=&quot;OPEN&quot;&gt;(&lt;/mo&gt;&lt;mi&gt;b&lt;/mi&gt;&lt;mo&gt;+&lt;/mo&gt;&lt;mn&gt;8&lt;/mn&gt;&lt;mo data-mjx-texclass=&quot;CLOSE&quot;&gt;)&lt;/mo&gt;&lt;/mrow&gt;&lt;/mtd&gt;&lt;/mtr&gt;&lt;mtr&gt;&lt;mtd&gt;&lt;mtext&gt;&lt;/mtext&gt;&lt;mtext&gt;&lt;/mtext&gt;&lt;mn&gt;3&lt;/mn&gt;&lt;mo&gt;=&lt;/mo&gt;&lt;mi&gt;b&lt;/mi&gt;&lt;/mtd&gt;&lt;/mtr&gt;&lt;/mtable&gt;&lt;/math&gt;" id="3376" name="Google Shape;3376;p278" title="4 lines Line 1: 22 equals the fraction with numerator open paren b plus 8 close paren times 4 and denominator 2 Line 2: 44 equals open paren b plus 8 close paren times 4 Line 3: 11 equals open paren b plus 8 close paren Line 4: 3 equals b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8750" y="1685600"/>
            <a:ext cx="2062500" cy="1718761"/>
          </a:xfrm>
          <a:prstGeom prst="rect">
            <a:avLst/>
          </a:prstGeom>
          <a:noFill/>
          <a:ln>
            <a:noFill/>
          </a:ln>
        </p:spPr>
      </p:pic>
      <p:sp>
        <p:nvSpPr>
          <p:cNvPr id="3377" name="Google Shape;3377;p278"/>
          <p:cNvSpPr txBox="1"/>
          <p:nvPr/>
        </p:nvSpPr>
        <p:spPr>
          <a:xfrm>
            <a:off x="1052000" y="3070650"/>
            <a:ext cx="33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baseline="30000"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1" name="Shape 3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2" name="Google Shape;3382;p279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missing side length using the area</a:t>
            </a:r>
            <a:endParaRPr/>
          </a:p>
        </p:txBody>
      </p:sp>
      <p:sp>
        <p:nvSpPr>
          <p:cNvPr id="3383" name="Google Shape;3383;p279"/>
          <p:cNvSpPr txBox="1"/>
          <p:nvPr>
            <p:ph idx="1" type="body"/>
          </p:nvPr>
        </p:nvSpPr>
        <p:spPr>
          <a:xfrm>
            <a:off x="324000" y="810000"/>
            <a:ext cx="8237700" cy="355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 </a:t>
            </a:r>
            <a:r>
              <a:rPr lang="en-GB" sz="2000">
                <a:solidFill>
                  <a:srgbClr val="000000"/>
                </a:solidFill>
              </a:rPr>
              <a:t>Calculate the length of the marked side and then, if possible, calculate the perimeter.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b)                                 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Area = 10 cm</a:t>
            </a:r>
            <a:r>
              <a:rPr baseline="30000" lang="en-GB" sz="2000">
                <a:solidFill>
                  <a:srgbClr val="000000"/>
                </a:solidFill>
              </a:rPr>
              <a:t>2</a:t>
            </a:r>
            <a:r>
              <a:rPr lang="en-GB" sz="2000">
                <a:solidFill>
                  <a:srgbClr val="000000"/>
                </a:solidFill>
              </a:rPr>
              <a:t>               </a:t>
            </a:r>
            <a:endParaRPr baseline="30000" sz="2000">
              <a:solidFill>
                <a:srgbClr val="000000"/>
              </a:solidFill>
            </a:endParaRPr>
          </a:p>
        </p:txBody>
      </p:sp>
      <p:grpSp>
        <p:nvGrpSpPr>
          <p:cNvPr id="3384" name="Google Shape;3384;p279"/>
          <p:cNvGrpSpPr/>
          <p:nvPr/>
        </p:nvGrpSpPr>
        <p:grpSpPr>
          <a:xfrm>
            <a:off x="378900" y="1988825"/>
            <a:ext cx="2173038" cy="1518000"/>
            <a:chOff x="2817300" y="1988825"/>
            <a:chExt cx="2173038" cy="1518000"/>
          </a:xfrm>
        </p:grpSpPr>
        <p:grpSp>
          <p:nvGrpSpPr>
            <p:cNvPr id="3385" name="Google Shape;3385;p279"/>
            <p:cNvGrpSpPr/>
            <p:nvPr/>
          </p:nvGrpSpPr>
          <p:grpSpPr>
            <a:xfrm>
              <a:off x="3251109" y="2021763"/>
              <a:ext cx="1563510" cy="1058700"/>
              <a:chOff x="3560522" y="3432600"/>
              <a:chExt cx="1563510" cy="1058700"/>
            </a:xfrm>
          </p:grpSpPr>
          <p:pic>
            <p:nvPicPr>
              <p:cNvPr descr="&lt;math xmlns=&quot;http://www.w3.org/1998/Math/MathML&quot; data-is-equatio=&quot;1&quot; data-equatio-url=&quot;https://equatio-api.texthelp.com/desmos/get/23-06-2023/181850af-7e22-4de1-ba34-979316c8a5bb&quot; data-equatio-type=&quot;image&quot;&gt;&lt;mglyph src=&quot;https://equatio-api.texthelp.com/desmos/get/23-06-2023/181850af-7e22-4de1-ba34-979316c8a5bb&quot; alt=&quot;Equatio Image&quot;/&gt;&lt;/math&gt;" id="3386" name="Google Shape;3386;p279" title="Equatio Image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560522" y="3432600"/>
                <a:ext cx="1563510" cy="10587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87" name="Google Shape;3387;p279"/>
              <p:cNvSpPr/>
              <p:nvPr/>
            </p:nvSpPr>
            <p:spPr>
              <a:xfrm rot="-2700000">
                <a:off x="3608044" y="3872445"/>
                <a:ext cx="152311" cy="152311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8" name="Google Shape;3388;p279"/>
              <p:cNvSpPr/>
              <p:nvPr/>
            </p:nvSpPr>
            <p:spPr>
              <a:xfrm rot="-2700000">
                <a:off x="4020337" y="3518615"/>
                <a:ext cx="152311" cy="152311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3389" name="Google Shape;3389;p279"/>
            <p:cNvCxnSpPr/>
            <p:nvPr/>
          </p:nvCxnSpPr>
          <p:spPr>
            <a:xfrm flipH="1">
              <a:off x="3219350" y="1988825"/>
              <a:ext cx="520200" cy="495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390" name="Google Shape;3390;p279"/>
            <p:cNvCxnSpPr/>
            <p:nvPr/>
          </p:nvCxnSpPr>
          <p:spPr>
            <a:xfrm>
              <a:off x="3219350" y="2586575"/>
              <a:ext cx="447000" cy="4644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391" name="Google Shape;3391;p279"/>
            <p:cNvCxnSpPr/>
            <p:nvPr/>
          </p:nvCxnSpPr>
          <p:spPr>
            <a:xfrm>
              <a:off x="3778050" y="3113525"/>
              <a:ext cx="1032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392" name="Google Shape;3392;p279"/>
            <p:cNvCxnSpPr/>
            <p:nvPr/>
          </p:nvCxnSpPr>
          <p:spPr>
            <a:xfrm>
              <a:off x="3889600" y="1988825"/>
              <a:ext cx="989100" cy="1032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393" name="Google Shape;3393;p279"/>
            <p:cNvSpPr txBox="1"/>
            <p:nvPr/>
          </p:nvSpPr>
          <p:spPr>
            <a:xfrm>
              <a:off x="2817300" y="2700150"/>
              <a:ext cx="832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94" name="Google Shape;3394;p279"/>
            <p:cNvSpPr txBox="1"/>
            <p:nvPr/>
          </p:nvSpPr>
          <p:spPr>
            <a:xfrm>
              <a:off x="3969126" y="3045125"/>
              <a:ext cx="762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95" name="Google Shape;3395;p279"/>
            <p:cNvSpPr txBox="1"/>
            <p:nvPr/>
          </p:nvSpPr>
          <p:spPr>
            <a:xfrm>
              <a:off x="4191738" y="2038800"/>
              <a:ext cx="798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7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396" name="Google Shape;3396;p279"/>
          <p:cNvSpPr txBox="1"/>
          <p:nvPr/>
        </p:nvSpPr>
        <p:spPr>
          <a:xfrm>
            <a:off x="3288750" y="3549150"/>
            <a:ext cx="4925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length is 2 cm.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perimeter is 7 + 4 + 3 + ‘2’ = 16 cm.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10=\frac{\left(3+7\right)\times d}{2}\\&amp;#13;&amp;#10;20=10\times d\\&amp;#13;&amp;#10;\ \ 2=d\end{array}&quot;&gt;&lt;mtable columnalign=&quot;left&quot; columnspacing=&quot;1em&quot; rowspacing=&quot;4pt&quot;&gt;&lt;mtr&gt;&lt;mtd&gt;&lt;mn&gt;10&lt;/mn&gt;&lt;mo&gt;=&lt;/mo&gt;&lt;mfrac&gt;&lt;mrow&gt;&lt;mrow data-mjx-texclass=&quot;INNER&quot;&gt;&lt;mo data-mjx-texclass=&quot;OPEN&quot;&gt;(&lt;/mo&gt;&lt;mn&gt;3&lt;/mn&gt;&lt;mo&gt;+&lt;/mo&gt;&lt;mn&gt;7&lt;/mn&gt;&lt;mo data-mjx-texclass=&quot;CLOSE&quot;&gt;)&lt;/mo&gt;&lt;/mrow&gt;&lt;mo&gt;×&lt;/mo&gt;&lt;mi&gt;d&lt;/mi&gt;&lt;/mrow&gt;&lt;mn&gt;2&lt;/mn&gt;&lt;/mfrac&gt;&lt;/mtd&gt;&lt;/mtr&gt;&lt;mtr&gt;&lt;mtd&gt;&lt;mn&gt;20&lt;/mn&gt;&lt;mo&gt;=&lt;/mo&gt;&lt;mn&gt;10&lt;/mn&gt;&lt;mo&gt;×&lt;/mo&gt;&lt;mi&gt;d&lt;/mi&gt;&lt;/mtd&gt;&lt;/mtr&gt;&lt;mtr&gt;&lt;mtd&gt;&lt;mtext&gt;&lt;/mtext&gt;&lt;mtext&gt;&lt;/mtext&gt;&lt;mn&gt;2&lt;/mn&gt;&lt;mo&gt;=&lt;/mo&gt;&lt;mi&gt;d&lt;/mi&gt;&lt;/mtd&gt;&lt;/mtr&gt;&lt;/mtable&gt;&lt;/math&gt;" id="3397" name="Google Shape;3397;p279" title="3 lines Line 1: 10 equals the fraction with numerator open paren 3 plus 7 close paren times d and denominator 2 Line 2: 20 equals 10 times d Line 3: 2 equals 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9599" y="1941675"/>
            <a:ext cx="1519000" cy="1260158"/>
          </a:xfrm>
          <a:prstGeom prst="rect">
            <a:avLst/>
          </a:prstGeom>
          <a:noFill/>
          <a:ln>
            <a:noFill/>
          </a:ln>
        </p:spPr>
      </p:pic>
      <p:sp>
        <p:nvSpPr>
          <p:cNvPr id="3398" name="Google Shape;3398;p279"/>
          <p:cNvSpPr txBox="1"/>
          <p:nvPr/>
        </p:nvSpPr>
        <p:spPr>
          <a:xfrm>
            <a:off x="761499" y="1990650"/>
            <a:ext cx="33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aseline="30000"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2" name="Shape 3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3" name="Google Shape;3403;p280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missing side length using the area</a:t>
            </a:r>
            <a:endParaRPr/>
          </a:p>
        </p:txBody>
      </p:sp>
      <p:sp>
        <p:nvSpPr>
          <p:cNvPr id="3404" name="Google Shape;3404;p280"/>
          <p:cNvSpPr txBox="1"/>
          <p:nvPr>
            <p:ph idx="1" type="body"/>
          </p:nvPr>
        </p:nvSpPr>
        <p:spPr>
          <a:xfrm>
            <a:off x="324000" y="810000"/>
            <a:ext cx="8237700" cy="355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 </a:t>
            </a:r>
            <a:r>
              <a:rPr lang="en-GB" sz="2000">
                <a:solidFill>
                  <a:srgbClr val="000000"/>
                </a:solidFill>
              </a:rPr>
              <a:t>Calculate the length of the marked side and then, if possible, calculate the perimeter.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c)                                 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Area = 32.64 cm</a:t>
            </a:r>
            <a:r>
              <a:rPr baseline="30000" lang="en-GB" sz="2000">
                <a:solidFill>
                  <a:srgbClr val="000000"/>
                </a:solidFill>
              </a:rPr>
              <a:t>2</a:t>
            </a:r>
            <a:r>
              <a:rPr lang="en-GB" sz="2000">
                <a:solidFill>
                  <a:srgbClr val="000000"/>
                </a:solidFill>
              </a:rPr>
              <a:t>               </a:t>
            </a:r>
            <a:endParaRPr baseline="30000" sz="2000">
              <a:solidFill>
                <a:srgbClr val="000000"/>
              </a:solidFill>
            </a:endParaRPr>
          </a:p>
        </p:txBody>
      </p:sp>
      <p:cxnSp>
        <p:nvCxnSpPr>
          <p:cNvPr id="3405" name="Google Shape;3405;p280"/>
          <p:cNvCxnSpPr/>
          <p:nvPr/>
        </p:nvCxnSpPr>
        <p:spPr>
          <a:xfrm>
            <a:off x="2073650" y="2322675"/>
            <a:ext cx="705000" cy="70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06" name="Google Shape;3406;p280"/>
          <p:cNvCxnSpPr/>
          <p:nvPr/>
        </p:nvCxnSpPr>
        <p:spPr>
          <a:xfrm>
            <a:off x="525275" y="3156950"/>
            <a:ext cx="2132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07" name="Google Shape;3407;p280"/>
          <p:cNvCxnSpPr/>
          <p:nvPr/>
        </p:nvCxnSpPr>
        <p:spPr>
          <a:xfrm>
            <a:off x="360000" y="2236475"/>
            <a:ext cx="1586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08" name="Google Shape;3408;p280"/>
          <p:cNvCxnSpPr/>
          <p:nvPr/>
        </p:nvCxnSpPr>
        <p:spPr>
          <a:xfrm>
            <a:off x="636400" y="2354050"/>
            <a:ext cx="0" cy="666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3409" name="Google Shape;3409;p280"/>
          <p:cNvSpPr/>
          <p:nvPr/>
        </p:nvSpPr>
        <p:spPr>
          <a:xfrm>
            <a:off x="636400" y="2370775"/>
            <a:ext cx="152400" cy="152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0" name="Google Shape;3410;p280"/>
          <p:cNvSpPr txBox="1"/>
          <p:nvPr/>
        </p:nvSpPr>
        <p:spPr>
          <a:xfrm>
            <a:off x="1139975" y="3089400"/>
            <a:ext cx="8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1" name="Google Shape;3411;p280"/>
          <p:cNvSpPr txBox="1"/>
          <p:nvPr/>
        </p:nvSpPr>
        <p:spPr>
          <a:xfrm>
            <a:off x="2235825" y="2279725"/>
            <a:ext cx="95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4.9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2" name="Google Shape;3412;p280"/>
          <p:cNvSpPr txBox="1"/>
          <p:nvPr/>
        </p:nvSpPr>
        <p:spPr>
          <a:xfrm>
            <a:off x="563100" y="2523175"/>
            <a:ext cx="95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3.4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23-06-2023/c65b4c1a-fb72-4e45-b8f1-1be1f605ee83&quot; data-equatio-type=&quot;image&quot;&gt;&lt;mglyph src=&quot;https://equatio-api.texthelp.com/desmos/get/23-06-2023/c65b4c1a-fb72-4e45-b8f1-1be1f605ee83&quot; alt=&quot;Equatio Image&quot;/&gt;&lt;/math&gt;" id="3413" name="Google Shape;3413;p280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975" y="2325738"/>
            <a:ext cx="2323850" cy="741952"/>
          </a:xfrm>
          <a:prstGeom prst="rect">
            <a:avLst/>
          </a:prstGeom>
          <a:noFill/>
          <a:ln>
            <a:noFill/>
          </a:ln>
        </p:spPr>
      </p:pic>
      <p:sp>
        <p:nvSpPr>
          <p:cNvPr id="3414" name="Google Shape;3414;p280"/>
          <p:cNvSpPr txBox="1"/>
          <p:nvPr/>
        </p:nvSpPr>
        <p:spPr>
          <a:xfrm>
            <a:off x="3568625" y="3488650"/>
            <a:ext cx="4925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length is 7.2 cm.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perimeter cannot be found as one side length is still unknown.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32.64=\frac{\left(h+12\right)\times3.4}{2}\\&amp;#13;&amp;#10;65.28=\left(h+12\right)\times3.4\\&amp;#13;&amp;#10;\ \ 19.2=h+12\\&amp;#13;&amp;#10;\ \ \ \ 7.2=h\end{array}&quot;&gt;&lt;mtable columnalign=&quot;left&quot; columnspacing=&quot;1em&quot; rowspacing=&quot;4pt&quot;&gt;&lt;mtr&gt;&lt;mtd&gt;&lt;mn&gt;32.64&lt;/mn&gt;&lt;mo&gt;=&lt;/mo&gt;&lt;mfrac&gt;&lt;mrow&gt;&lt;mrow data-mjx-texclass=&quot;INNER&quot;&gt;&lt;mo data-mjx-texclass=&quot;OPEN&quot;&gt;(&lt;/mo&gt;&lt;mi&gt;h&lt;/mi&gt;&lt;mo&gt;+&lt;/mo&gt;&lt;mn&gt;12&lt;/mn&gt;&lt;mo data-mjx-texclass=&quot;CLOSE&quot;&gt;)&lt;/mo&gt;&lt;/mrow&gt;&lt;mo&gt;×&lt;/mo&gt;&lt;mn&gt;3.4&lt;/mn&gt;&lt;/mrow&gt;&lt;mn&gt;2&lt;/mn&gt;&lt;/mfrac&gt;&lt;/mtd&gt;&lt;/mtr&gt;&lt;mtr&gt;&lt;mtd&gt;&lt;mn&gt;65.28&lt;/mn&gt;&lt;mo&gt;=&lt;/mo&gt;&lt;mrow data-mjx-texclass=&quot;INNER&quot;&gt;&lt;mo data-mjx-texclass=&quot;OPEN&quot;&gt;(&lt;/mo&gt;&lt;mi&gt;h&lt;/mi&gt;&lt;mo&gt;+&lt;/mo&gt;&lt;mn&gt;12&lt;/mn&gt;&lt;mo data-mjx-texclass=&quot;CLOSE&quot;&gt;)&lt;/mo&gt;&lt;/mrow&gt;&lt;mo&gt;×&lt;/mo&gt;&lt;mn&gt;3.4&lt;/mn&gt;&lt;/mtd&gt;&lt;/mtr&gt;&lt;mtr&gt;&lt;mtd&gt;&lt;mtext&gt;&lt;/mtext&gt;&lt;mtext&gt;&lt;/mtext&gt;&lt;mn&gt;19.2&lt;/mn&gt;&lt;mo&gt;=&lt;/mo&gt;&lt;mi&gt;h&lt;/mi&gt;&lt;mo&gt;+&lt;/mo&gt;&lt;mn&gt;12&lt;/mn&gt;&lt;/mtd&gt;&lt;/mtr&gt;&lt;mtr&gt;&lt;mtd&gt;&lt;mtext&gt;&lt;/mtext&gt;&lt;mtext&gt;&lt;/mtext&gt;&lt;mtext&gt;&lt;/mtext&gt;&lt;mtext&gt;&lt;/mtext&gt;&lt;mn&gt;7.2&lt;/mn&gt;&lt;mo&gt;=&lt;/mo&gt;&lt;mi&gt;h&lt;/mi&gt;&lt;/mtd&gt;&lt;/mtr&gt;&lt;/mtable&gt;&lt;/math&gt;" id="3415" name="Google Shape;3415;p280" title="4 lines Line 1: 32.64 equals the fraction with numerator open paren h plus 12 close paren times 3.4 and denominator 2 Line 2: 65.28 equals open paren h plus 12 close paren times 3.4 Line 3: 19.2 equals h plus 12 Line 4: 7.2 equals 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2400" y="1595525"/>
            <a:ext cx="2815547" cy="170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6" name="Google Shape;3416;p280"/>
          <p:cNvSpPr txBox="1"/>
          <p:nvPr/>
        </p:nvSpPr>
        <p:spPr>
          <a:xfrm>
            <a:off x="983399" y="1927641"/>
            <a:ext cx="33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baseline="30000"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0" name="Shape 3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1" name="Google Shape;3421;p281"/>
          <p:cNvSpPr txBox="1"/>
          <p:nvPr>
            <p:ph type="title"/>
          </p:nvPr>
        </p:nvSpPr>
        <p:spPr>
          <a:xfrm>
            <a:off x="1684800" y="43825"/>
            <a:ext cx="5741400" cy="615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missing side lengths from the area of a trapezium</a:t>
            </a:r>
            <a:endParaRPr/>
          </a:p>
        </p:txBody>
      </p:sp>
      <p:sp>
        <p:nvSpPr>
          <p:cNvPr id="3422" name="Google Shape;3422;p281"/>
          <p:cNvSpPr txBox="1"/>
          <p:nvPr>
            <p:ph idx="1" type="body"/>
          </p:nvPr>
        </p:nvSpPr>
        <p:spPr>
          <a:xfrm>
            <a:off x="324000" y="1080000"/>
            <a:ext cx="8113800" cy="372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formula for calculating the area of a trapezium is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br>
              <a:rPr lang="en-GB" sz="2000"/>
            </a:br>
            <a:br>
              <a:rPr lang="en-GB" sz="2000"/>
            </a:b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000"/>
              <a:t> and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000"/>
              <a:t> represent the two parallel sides.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2000"/>
              <a:t> represents the perpendicular distance between the parallel sides.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The formula can be used to find the length of either parallel side or the perpendicular distance between them.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frac{\left(a+b\right)h}{2}&quot;&gt;&lt;mfrac&gt;&lt;mrow&gt;&lt;mrow data-mjx-texclass=&quot;INNER&quot;&gt;&lt;mo data-mjx-texclass=&quot;OPEN&quot;&gt;(&lt;/mo&gt;&lt;mi&gt;a&lt;/mi&gt;&lt;mo&gt;+&lt;/mo&gt;&lt;mi&gt;b&lt;/mi&gt;&lt;mo data-mjx-texclass=&quot;CLOSE&quot;&gt;)&lt;/mo&gt;&lt;/mrow&gt;&lt;mi&gt;h&lt;/mi&gt;&lt;/mrow&gt;&lt;mn&gt;2&lt;/mn&gt;&lt;/mfrac&gt;&lt;/math&gt;" id="3423" name="Google Shape;3423;p281" title="open paren a plus b close paren times h over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8975" y="1730920"/>
            <a:ext cx="1057407" cy="6204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3-06-2023/5bdb1f77-e044-4d49-adb2-90f55d407daa&quot; data-equatio-type=&quot;image&quot;&gt;&lt;mglyph src=&quot;https://equatio-api.texthelp.com/desmos/get/23-06-2023/5bdb1f77-e044-4d49-adb2-90f55d407daa&quot; alt=&quot;Equatio Image&quot;/&gt;&lt;/math&gt;" id="3424" name="Google Shape;3424;p281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9987" y="1700803"/>
            <a:ext cx="1985038" cy="91809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25" name="Google Shape;3425;p281"/>
          <p:cNvCxnSpPr/>
          <p:nvPr/>
        </p:nvCxnSpPr>
        <p:spPr>
          <a:xfrm>
            <a:off x="4731089" y="2701402"/>
            <a:ext cx="1943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26" name="Google Shape;3426;p281"/>
          <p:cNvCxnSpPr/>
          <p:nvPr/>
        </p:nvCxnSpPr>
        <p:spPr>
          <a:xfrm>
            <a:off x="5549977" y="1618299"/>
            <a:ext cx="917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27" name="Google Shape;3427;p281"/>
          <p:cNvCxnSpPr/>
          <p:nvPr/>
        </p:nvCxnSpPr>
        <p:spPr>
          <a:xfrm>
            <a:off x="5850448" y="1730920"/>
            <a:ext cx="0" cy="852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triangl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a&quot;&gt;&lt;mi&gt;a&lt;/mi&gt;&lt;/math&gt;" id="3428" name="Google Shape;3428;p281" title="a"/>
          <p:cNvPicPr preferRelativeResize="0"/>
          <p:nvPr/>
        </p:nvPicPr>
        <p:blipFill rotWithShape="1">
          <a:blip r:embed="rId5">
            <a:alphaModFix/>
          </a:blip>
          <a:srcRect b="0" l="0" r="-31250" t="-31250"/>
          <a:stretch/>
        </p:blipFill>
        <p:spPr>
          <a:xfrm>
            <a:off x="5850448" y="1400101"/>
            <a:ext cx="183517" cy="183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b&quot;&gt;&lt;mi&gt;b&lt;/mi&gt;&lt;/math&gt;" id="3429" name="Google Shape;3429;p281" title="b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80537" y="2701402"/>
            <a:ext cx="139822" cy="2184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h&quot;&gt;&lt;mi&gt;h&lt;/mi&gt;&lt;/math&gt;" id="3430" name="Google Shape;3430;p281" title="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67926" y="2046244"/>
            <a:ext cx="148561" cy="227213"/>
          </a:xfrm>
          <a:prstGeom prst="rect">
            <a:avLst/>
          </a:prstGeom>
          <a:noFill/>
          <a:ln>
            <a:noFill/>
          </a:ln>
        </p:spPr>
      </p:pic>
      <p:sp>
        <p:nvSpPr>
          <p:cNvPr id="3431" name="Google Shape;3431;p281"/>
          <p:cNvSpPr/>
          <p:nvPr/>
        </p:nvSpPr>
        <p:spPr>
          <a:xfrm>
            <a:off x="5862261" y="2451574"/>
            <a:ext cx="139800" cy="139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5" name="Shape 3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6" name="Google Shape;3436;p282"/>
          <p:cNvSpPr txBox="1"/>
          <p:nvPr>
            <p:ph idx="1" type="subTitle"/>
          </p:nvPr>
        </p:nvSpPr>
        <p:spPr>
          <a:xfrm>
            <a:off x="666000" y="1636650"/>
            <a:ext cx="7351200" cy="187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3437" name="Google Shape;3437;p2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June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ak theme -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