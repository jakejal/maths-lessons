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5e4264191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55e42641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8000" y="1626000"/>
            <a:ext cx="66240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Using one to find the other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6-06-2023/456d8a80-b428-42c3-bf90-55ab4d4ff500&quot; data-equatio-type=&quot;image&quot;&gt;&lt;mglyph src=&quot;https://equatio-api.texthelp.com/desmos/get/26-06-2023/456d8a80-b428-42c3-bf90-55ab4d4ff500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50" y="2302897"/>
            <a:ext cx="2624307" cy="11164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4"/>
          <p:cNvCxnSpPr/>
          <p:nvPr/>
        </p:nvCxnSpPr>
        <p:spPr>
          <a:xfrm>
            <a:off x="1207384" y="2434233"/>
            <a:ext cx="0" cy="87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p14"/>
          <p:cNvSpPr txBox="1"/>
          <p:nvPr/>
        </p:nvSpPr>
        <p:spPr>
          <a:xfrm>
            <a:off x="1148321" y="2690378"/>
            <a:ext cx="68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2802694" y="2740952"/>
            <a:ext cx="68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" name="Google Shape;125;p14"/>
          <p:cNvCxnSpPr/>
          <p:nvPr/>
        </p:nvCxnSpPr>
        <p:spPr>
          <a:xfrm flipH="1">
            <a:off x="2561426" y="2423878"/>
            <a:ext cx="599400" cy="89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26-06-2023/dbfdda80-6afb-4022-8d23-35e72b7596d7&quot; data-equatio-type=&quot;image&quot;&gt;&lt;mglyph src=&quot;https://equatio-api.texthelp.com/desmos/get/26-06-2023/dbfdda80-6afb-4022-8d23-35e72b7596d7&quot; alt=&quot;Equatio Image&quot;/&gt;&lt;/math&gt;" id="126" name="Google Shape;126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003" y="2302900"/>
            <a:ext cx="2663824" cy="81441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3780000" y="1978825"/>
            <a:ext cx="3312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" name="Google Shape;128;p14"/>
          <p:cNvCxnSpPr/>
          <p:nvPr/>
        </p:nvCxnSpPr>
        <p:spPr>
          <a:xfrm>
            <a:off x="6306944" y="2303778"/>
            <a:ext cx="617700" cy="81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p14"/>
          <p:cNvSpPr txBox="1"/>
          <p:nvPr/>
        </p:nvSpPr>
        <p:spPr>
          <a:xfrm>
            <a:off x="6535577" y="2489000"/>
            <a:ext cx="68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5022524" y="2489000"/>
            <a:ext cx="68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" name="Google Shape;131;p14"/>
          <p:cNvCxnSpPr/>
          <p:nvPr/>
        </p:nvCxnSpPr>
        <p:spPr>
          <a:xfrm>
            <a:off x="5054642" y="2303778"/>
            <a:ext cx="0" cy="78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4139995" y="3173009"/>
            <a:ext cx="2652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" name="Google Shape;133;p14"/>
          <p:cNvSpPr txBox="1"/>
          <p:nvPr/>
        </p:nvSpPr>
        <p:spPr>
          <a:xfrm>
            <a:off x="5087295" y="3139875"/>
            <a:ext cx="121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13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68000" y="3493500"/>
            <a:ext cx="31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this shape is 31 units.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4140000" y="3516425"/>
            <a:ext cx="295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area of this shape is 63 units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" name="Google Shape;136;p14"/>
          <p:cNvCxnSpPr/>
          <p:nvPr/>
        </p:nvCxnSpPr>
        <p:spPr>
          <a:xfrm>
            <a:off x="474750" y="56454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ata-is-equatio=&quot;1&quot; data-equatio-url=&quot;https://equatio-api.texthelp.com/desmos/get/26-06-2023/456d8a80-b428-42c3-bf90-55ab4d4ff500&quot; data-equatio-type=&quot;image&quot;&gt;&lt;mglyph src=&quot;https://equatio-api.texthelp.com/desmos/get/26-06-2023/456d8a80-b428-42c3-bf90-55ab4d4ff500&quot; alt=&quot;Equatio Image&quot;/&gt;&lt;/math&gt;" id="137" name="Google Shape;137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439622" y="7152828"/>
            <a:ext cx="1823782" cy="95997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474750" y="5872000"/>
            <a:ext cx="66105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Perimeter and area in context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’s garden is an unusual shape. He wants to put a fence around it. What is the total length of fencing he needs to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" name="Google Shape;139;p14"/>
          <p:cNvCxnSpPr/>
          <p:nvPr/>
        </p:nvCxnSpPr>
        <p:spPr>
          <a:xfrm>
            <a:off x="993650" y="7330533"/>
            <a:ext cx="72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" name="Google Shape;140;p14"/>
          <p:cNvSpPr txBox="1"/>
          <p:nvPr/>
        </p:nvSpPr>
        <p:spPr>
          <a:xfrm>
            <a:off x="1023728" y="7073793"/>
            <a:ext cx="66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065327" y="8359261"/>
            <a:ext cx="66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" name="Google Shape;142;p14"/>
          <p:cNvCxnSpPr/>
          <p:nvPr/>
        </p:nvCxnSpPr>
        <p:spPr>
          <a:xfrm flipH="1">
            <a:off x="950530" y="8184338"/>
            <a:ext cx="780000" cy="44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>
            <a:off x="1860407" y="6720925"/>
            <a:ext cx="0" cy="138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" name="Google Shape;144;p14"/>
          <p:cNvSpPr txBox="1"/>
          <p:nvPr/>
        </p:nvSpPr>
        <p:spPr>
          <a:xfrm>
            <a:off x="1751347" y="7248680"/>
            <a:ext cx="66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 and area</a:t>
            </a:r>
            <a:endParaRPr/>
          </a:p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26-06-2023/dbfdda80-6afb-4022-8d23-35e72b7596d7&quot; data-equatio-type=&quot;image&quot;&gt;&lt;mglyph src=&quot;https://equatio-api.texthelp.com/desmos/get/26-06-2023/dbfdda80-6afb-4022-8d23-35e72b7596d7&quot; alt=&quot;Equatio Image&quot;/&gt;&lt;/math&gt;" id="151" name="Google Shape;151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33" y="1905224"/>
            <a:ext cx="2371446" cy="725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462850" y="916625"/>
            <a:ext cx="3312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Jun is a painter. They want to create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mural. How much space will the mural take up?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" name="Google Shape;153;p15"/>
          <p:cNvCxnSpPr/>
          <p:nvPr/>
        </p:nvCxnSpPr>
        <p:spPr>
          <a:xfrm>
            <a:off x="2493835" y="1906005"/>
            <a:ext cx="549600" cy="72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" name="Google Shape;154;p15"/>
          <p:cNvSpPr txBox="1"/>
          <p:nvPr/>
        </p:nvSpPr>
        <p:spPr>
          <a:xfrm>
            <a:off x="2697370" y="2070906"/>
            <a:ext cx="64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321847" y="2070900"/>
            <a:ext cx="68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" name="Google Shape;156;p15"/>
          <p:cNvCxnSpPr/>
          <p:nvPr/>
        </p:nvCxnSpPr>
        <p:spPr>
          <a:xfrm>
            <a:off x="1408044" y="1906012"/>
            <a:ext cx="0" cy="71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" name="Google Shape;157;p15"/>
          <p:cNvCxnSpPr/>
          <p:nvPr/>
        </p:nvCxnSpPr>
        <p:spPr>
          <a:xfrm>
            <a:off x="564726" y="2679825"/>
            <a:ext cx="236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" name="Google Shape;158;p15"/>
          <p:cNvSpPr txBox="1"/>
          <p:nvPr/>
        </p:nvSpPr>
        <p:spPr>
          <a:xfrm>
            <a:off x="1408063" y="2650321"/>
            <a:ext cx="608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50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" name="Google Shape;159;p15"/>
          <p:cNvCxnSpPr/>
          <p:nvPr/>
        </p:nvCxnSpPr>
        <p:spPr>
          <a:xfrm>
            <a:off x="1111543" y="1861129"/>
            <a:ext cx="126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" name="Google Shape;160;p15"/>
          <p:cNvSpPr txBox="1"/>
          <p:nvPr/>
        </p:nvSpPr>
        <p:spPr>
          <a:xfrm>
            <a:off x="1406802" y="1610913"/>
            <a:ext cx="68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4011050" y="817200"/>
            <a:ext cx="308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The rectangular wall Jun plans to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paint on measures 21 cm by 38 cm.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Will the mural fit on the wall?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Justify your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" name="Google Shape;162;p15"/>
          <p:cNvCxnSpPr/>
          <p:nvPr/>
        </p:nvCxnSpPr>
        <p:spPr>
          <a:xfrm>
            <a:off x="474750" y="42311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5"/>
          <p:cNvSpPr txBox="1"/>
          <p:nvPr/>
        </p:nvSpPr>
        <p:spPr>
          <a:xfrm>
            <a:off x="474750" y="4453125"/>
            <a:ext cx="60978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Units of measurement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Andeep’s sister wants to tile a wall in her bathroom. The wall is rectangular and measures 3 m by 4.5 m.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tile is a square which measures 50 cm by 50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many tiles will she need to use to cover the wall?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3903375" y="1011672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 and area</a:t>
            </a:r>
            <a:endParaRPr/>
          </a:p>
        </p:txBody>
      </p:sp>
      <p:sp>
        <p:nvSpPr>
          <p:cNvPr id="166" name="Google Shape;166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67" name="Google Shape;167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