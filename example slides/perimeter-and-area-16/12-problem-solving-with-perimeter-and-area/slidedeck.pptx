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912" r:id="rId4"/>
    <p:sldMasterId id="2147483913" r:id="rId5"/>
    <p:sldMasterId id="2147483914" r:id="rId6"/>
    <p:sldMasterId id="214748391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E6E14E-DECE-495C-AF71-E7D8196982EE}">
  <a:tblStyle styleId="{92E6E14E-DECE-495C-AF71-E7D8196982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6" name="Shape 3166"/>
        <p:cNvGrpSpPr/>
        <p:nvPr/>
      </p:nvGrpSpPr>
      <p:grpSpPr>
        <a:xfrm>
          <a:off x="0" y="0"/>
          <a:ext cx="0" cy="0"/>
          <a:chOff x="0" y="0"/>
          <a:chExt cx="0" cy="0"/>
        </a:xfrm>
      </p:grpSpPr>
      <p:sp>
        <p:nvSpPr>
          <p:cNvPr id="3167" name="Google Shape;3167;g250728437da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8" name="Google Shape;3168;g250728437da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2" name="Shape 3172"/>
        <p:cNvGrpSpPr/>
        <p:nvPr/>
      </p:nvGrpSpPr>
      <p:grpSpPr>
        <a:xfrm>
          <a:off x="0" y="0"/>
          <a:ext cx="0" cy="0"/>
          <a:chOff x="0" y="0"/>
          <a:chExt cx="0" cy="0"/>
        </a:xfrm>
      </p:grpSpPr>
      <p:sp>
        <p:nvSpPr>
          <p:cNvPr id="3173" name="Google Shape;3173;g27e68d965b1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4" name="Google Shape;3174;g27e68d965b1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7" name="Shape 3177"/>
        <p:cNvGrpSpPr/>
        <p:nvPr/>
      </p:nvGrpSpPr>
      <p:grpSpPr>
        <a:xfrm>
          <a:off x="0" y="0"/>
          <a:ext cx="0" cy="0"/>
          <a:chOff x="0" y="0"/>
          <a:chExt cx="0" cy="0"/>
        </a:xfrm>
      </p:grpSpPr>
      <p:sp>
        <p:nvSpPr>
          <p:cNvPr id="3178" name="Google Shape;3178;g1e31228a0c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9" name="Google Shape;3179;g1e31228a0c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2" name="Shape 3182"/>
        <p:cNvGrpSpPr/>
        <p:nvPr/>
      </p:nvGrpSpPr>
      <p:grpSpPr>
        <a:xfrm>
          <a:off x="0" y="0"/>
          <a:ext cx="0" cy="0"/>
          <a:chOff x="0" y="0"/>
          <a:chExt cx="0" cy="0"/>
        </a:xfrm>
      </p:grpSpPr>
      <p:sp>
        <p:nvSpPr>
          <p:cNvPr id="3183" name="Google Shape;3183;g3204e489ac2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4" name="Google Shape;3184;g3204e489ac2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7" name="Shape 3187"/>
        <p:cNvGrpSpPr/>
        <p:nvPr/>
      </p:nvGrpSpPr>
      <p:grpSpPr>
        <a:xfrm>
          <a:off x="0" y="0"/>
          <a:ext cx="0" cy="0"/>
          <a:chOff x="0" y="0"/>
          <a:chExt cx="0" cy="0"/>
        </a:xfrm>
      </p:grpSpPr>
      <p:sp>
        <p:nvSpPr>
          <p:cNvPr id="3188" name="Google Shape;3188;g3204e489ac2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9" name="Google Shape;3189;g3204e489ac2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6" name="Shape 3196"/>
        <p:cNvGrpSpPr/>
        <p:nvPr/>
      </p:nvGrpSpPr>
      <p:grpSpPr>
        <a:xfrm>
          <a:off x="0" y="0"/>
          <a:ext cx="0" cy="0"/>
          <a:chOff x="0" y="0"/>
          <a:chExt cx="0" cy="0"/>
        </a:xfrm>
      </p:grpSpPr>
      <p:sp>
        <p:nvSpPr>
          <p:cNvPr id="3197" name="Google Shape;3197;g3204e489ac2_0_3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8" name="Google Shape;3198;g3204e489ac2_0_3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2" name="Shape 3202"/>
        <p:cNvGrpSpPr/>
        <p:nvPr/>
      </p:nvGrpSpPr>
      <p:grpSpPr>
        <a:xfrm>
          <a:off x="0" y="0"/>
          <a:ext cx="0" cy="0"/>
          <a:chOff x="0" y="0"/>
          <a:chExt cx="0" cy="0"/>
        </a:xfrm>
      </p:grpSpPr>
      <p:sp>
        <p:nvSpPr>
          <p:cNvPr id="3203" name="Google Shape;3203;g3204e489ac2_0_4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4" name="Google Shape;3204;g3204e489ac2_0_4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4" name="Shape 3214"/>
        <p:cNvGrpSpPr/>
        <p:nvPr/>
      </p:nvGrpSpPr>
      <p:grpSpPr>
        <a:xfrm>
          <a:off x="0" y="0"/>
          <a:ext cx="0" cy="0"/>
          <a:chOff x="0" y="0"/>
          <a:chExt cx="0" cy="0"/>
        </a:xfrm>
      </p:grpSpPr>
      <p:sp>
        <p:nvSpPr>
          <p:cNvPr id="3215" name="Google Shape;3215;g3204e489ac2_0_4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6" name="Google Shape;3216;g3204e489ac2_0_4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4" name="Shape 3224"/>
        <p:cNvGrpSpPr/>
        <p:nvPr/>
      </p:nvGrpSpPr>
      <p:grpSpPr>
        <a:xfrm>
          <a:off x="0" y="0"/>
          <a:ext cx="0" cy="0"/>
          <a:chOff x="0" y="0"/>
          <a:chExt cx="0" cy="0"/>
        </a:xfrm>
      </p:grpSpPr>
      <p:sp>
        <p:nvSpPr>
          <p:cNvPr id="3225" name="Google Shape;3225;g3204e489ac2_0_4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6" name="Google Shape;3226;g3204e489ac2_0_4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1" name="Shape 3241"/>
        <p:cNvGrpSpPr/>
        <p:nvPr/>
      </p:nvGrpSpPr>
      <p:grpSpPr>
        <a:xfrm>
          <a:off x="0" y="0"/>
          <a:ext cx="0" cy="0"/>
          <a:chOff x="0" y="0"/>
          <a:chExt cx="0" cy="0"/>
        </a:xfrm>
      </p:grpSpPr>
      <p:sp>
        <p:nvSpPr>
          <p:cNvPr id="3242" name="Google Shape;3242;g3204e489ac2_0_4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3" name="Google Shape;3243;g3204e489ac2_0_4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2" name="Shape 3252"/>
        <p:cNvGrpSpPr/>
        <p:nvPr/>
      </p:nvGrpSpPr>
      <p:grpSpPr>
        <a:xfrm>
          <a:off x="0" y="0"/>
          <a:ext cx="0" cy="0"/>
          <a:chOff x="0" y="0"/>
          <a:chExt cx="0" cy="0"/>
        </a:xfrm>
      </p:grpSpPr>
      <p:sp>
        <p:nvSpPr>
          <p:cNvPr id="3253" name="Google Shape;3253;g3204e489ac2_0_4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4" name="Google Shape;3254;g3204e489ac2_0_4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5" name="Shape 3265"/>
        <p:cNvGrpSpPr/>
        <p:nvPr/>
      </p:nvGrpSpPr>
      <p:grpSpPr>
        <a:xfrm>
          <a:off x="0" y="0"/>
          <a:ext cx="0" cy="0"/>
          <a:chOff x="0" y="0"/>
          <a:chExt cx="0" cy="0"/>
        </a:xfrm>
      </p:grpSpPr>
      <p:sp>
        <p:nvSpPr>
          <p:cNvPr id="3266" name="Google Shape;3266;g3204e489ac2_0_4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7" name="Google Shape;3267;g3204e489ac2_0_4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g3204e489ac2_0_4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9" name="Google Shape;3279;g3204e489ac2_0_4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1" name="Shape 3291"/>
        <p:cNvGrpSpPr/>
        <p:nvPr/>
      </p:nvGrpSpPr>
      <p:grpSpPr>
        <a:xfrm>
          <a:off x="0" y="0"/>
          <a:ext cx="0" cy="0"/>
          <a:chOff x="0" y="0"/>
          <a:chExt cx="0" cy="0"/>
        </a:xfrm>
      </p:grpSpPr>
      <p:sp>
        <p:nvSpPr>
          <p:cNvPr id="3292" name="Google Shape;3292;g3204e489ac2_0_4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3" name="Google Shape;3293;g3204e489ac2_0_4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0" name="Shape 3300"/>
        <p:cNvGrpSpPr/>
        <p:nvPr/>
      </p:nvGrpSpPr>
      <p:grpSpPr>
        <a:xfrm>
          <a:off x="0" y="0"/>
          <a:ext cx="0" cy="0"/>
          <a:chOff x="0" y="0"/>
          <a:chExt cx="0" cy="0"/>
        </a:xfrm>
      </p:grpSpPr>
      <p:sp>
        <p:nvSpPr>
          <p:cNvPr id="3301" name="Google Shape;3301;g3204e489ac2_0_4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2" name="Google Shape;3302;g3204e489ac2_0_4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6" name="Shape 3306"/>
        <p:cNvGrpSpPr/>
        <p:nvPr/>
      </p:nvGrpSpPr>
      <p:grpSpPr>
        <a:xfrm>
          <a:off x="0" y="0"/>
          <a:ext cx="0" cy="0"/>
          <a:chOff x="0" y="0"/>
          <a:chExt cx="0" cy="0"/>
        </a:xfrm>
      </p:grpSpPr>
      <p:sp>
        <p:nvSpPr>
          <p:cNvPr id="3307" name="Google Shape;3307;g3204e489ac2_0_4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8" name="Google Shape;3308;g3204e489ac2_0_4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2" name="Shape 3322"/>
        <p:cNvGrpSpPr/>
        <p:nvPr/>
      </p:nvGrpSpPr>
      <p:grpSpPr>
        <a:xfrm>
          <a:off x="0" y="0"/>
          <a:ext cx="0" cy="0"/>
          <a:chOff x="0" y="0"/>
          <a:chExt cx="0" cy="0"/>
        </a:xfrm>
      </p:grpSpPr>
      <p:sp>
        <p:nvSpPr>
          <p:cNvPr id="3323" name="Google Shape;3323;g3204e489ac2_0_4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4" name="Google Shape;3324;g3204e489ac2_0_4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g3204e489ac2_0_4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1" name="Google Shape;3341;g3204e489ac2_0_4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2" name="Shape 3352"/>
        <p:cNvGrpSpPr/>
        <p:nvPr/>
      </p:nvGrpSpPr>
      <p:grpSpPr>
        <a:xfrm>
          <a:off x="0" y="0"/>
          <a:ext cx="0" cy="0"/>
          <a:chOff x="0" y="0"/>
          <a:chExt cx="0" cy="0"/>
        </a:xfrm>
      </p:grpSpPr>
      <p:sp>
        <p:nvSpPr>
          <p:cNvPr id="3353" name="Google Shape;3353;g3204e489ac2_0_4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4" name="Google Shape;3354;g3204e489ac2_0_4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7" name="Shape 3367"/>
        <p:cNvGrpSpPr/>
        <p:nvPr/>
      </p:nvGrpSpPr>
      <p:grpSpPr>
        <a:xfrm>
          <a:off x="0" y="0"/>
          <a:ext cx="0" cy="0"/>
          <a:chOff x="0" y="0"/>
          <a:chExt cx="0" cy="0"/>
        </a:xfrm>
      </p:grpSpPr>
      <p:sp>
        <p:nvSpPr>
          <p:cNvPr id="3368" name="Google Shape;3368;g3204e489ac2_0_4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9" name="Google Shape;3369;g3204e489ac2_0_4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1" name="Shape 3381"/>
        <p:cNvGrpSpPr/>
        <p:nvPr/>
      </p:nvGrpSpPr>
      <p:grpSpPr>
        <a:xfrm>
          <a:off x="0" y="0"/>
          <a:ext cx="0" cy="0"/>
          <a:chOff x="0" y="0"/>
          <a:chExt cx="0" cy="0"/>
        </a:xfrm>
      </p:grpSpPr>
      <p:sp>
        <p:nvSpPr>
          <p:cNvPr id="3382" name="Google Shape;3382;g3204e489ac2_0_4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3" name="Google Shape;3383;g3204e489ac2_0_4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7" name="Shape 3397"/>
        <p:cNvGrpSpPr/>
        <p:nvPr/>
      </p:nvGrpSpPr>
      <p:grpSpPr>
        <a:xfrm>
          <a:off x="0" y="0"/>
          <a:ext cx="0" cy="0"/>
          <a:chOff x="0" y="0"/>
          <a:chExt cx="0" cy="0"/>
        </a:xfrm>
      </p:grpSpPr>
      <p:sp>
        <p:nvSpPr>
          <p:cNvPr id="3398" name="Google Shape;3398;g3204e489ac2_0_4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9" name="Google Shape;3399;g3204e489ac2_0_4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4" name="Shape 3404"/>
        <p:cNvGrpSpPr/>
        <p:nvPr/>
      </p:nvGrpSpPr>
      <p:grpSpPr>
        <a:xfrm>
          <a:off x="0" y="0"/>
          <a:ext cx="0" cy="0"/>
          <a:chOff x="0" y="0"/>
          <a:chExt cx="0" cy="0"/>
        </a:xfrm>
      </p:grpSpPr>
      <p:sp>
        <p:nvSpPr>
          <p:cNvPr id="3405" name="Google Shape;3405;g3204e489ac2_0_4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6" name="Google Shape;3406;g3204e489ac2_0_4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3" name="Shape 3413"/>
        <p:cNvGrpSpPr/>
        <p:nvPr/>
      </p:nvGrpSpPr>
      <p:grpSpPr>
        <a:xfrm>
          <a:off x="0" y="0"/>
          <a:ext cx="0" cy="0"/>
          <a:chOff x="0" y="0"/>
          <a:chExt cx="0" cy="0"/>
        </a:xfrm>
      </p:grpSpPr>
      <p:sp>
        <p:nvSpPr>
          <p:cNvPr id="3414" name="Google Shape;3414;g3204e489ac2_0_4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5" name="Google Shape;3415;g3204e489ac2_0_4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g3204e489ac2_0_4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2" name="Google Shape;3422;g3204e489ac2_0_4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7" name="Shape 3427"/>
        <p:cNvGrpSpPr/>
        <p:nvPr/>
      </p:nvGrpSpPr>
      <p:grpSpPr>
        <a:xfrm>
          <a:off x="0" y="0"/>
          <a:ext cx="0" cy="0"/>
          <a:chOff x="0" y="0"/>
          <a:chExt cx="0" cy="0"/>
        </a:xfrm>
      </p:grpSpPr>
      <p:sp>
        <p:nvSpPr>
          <p:cNvPr id="3428" name="Google Shape;3428;g3204e489ac2_0_4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9" name="Google Shape;3429;g3204e489ac2_0_4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3" name="Shape 3443"/>
        <p:cNvGrpSpPr/>
        <p:nvPr/>
      </p:nvGrpSpPr>
      <p:grpSpPr>
        <a:xfrm>
          <a:off x="0" y="0"/>
          <a:ext cx="0" cy="0"/>
          <a:chOff x="0" y="0"/>
          <a:chExt cx="0" cy="0"/>
        </a:xfrm>
      </p:grpSpPr>
      <p:sp>
        <p:nvSpPr>
          <p:cNvPr id="3444" name="Google Shape;3444;g3204e489ac2_0_4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5" name="Google Shape;3445;g3204e489ac2_0_4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5" name="Shape 3455"/>
        <p:cNvGrpSpPr/>
        <p:nvPr/>
      </p:nvGrpSpPr>
      <p:grpSpPr>
        <a:xfrm>
          <a:off x="0" y="0"/>
          <a:ext cx="0" cy="0"/>
          <a:chOff x="0" y="0"/>
          <a:chExt cx="0" cy="0"/>
        </a:xfrm>
      </p:grpSpPr>
      <p:sp>
        <p:nvSpPr>
          <p:cNvPr id="3456" name="Google Shape;3456;g3204e489ac2_0_4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7" name="Google Shape;3457;g3204e489ac2_0_4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7" name="Shape 3467"/>
        <p:cNvGrpSpPr/>
        <p:nvPr/>
      </p:nvGrpSpPr>
      <p:grpSpPr>
        <a:xfrm>
          <a:off x="0" y="0"/>
          <a:ext cx="0" cy="0"/>
          <a:chOff x="0" y="0"/>
          <a:chExt cx="0" cy="0"/>
        </a:xfrm>
      </p:grpSpPr>
      <p:sp>
        <p:nvSpPr>
          <p:cNvPr id="3468" name="Google Shape;3468;g3204e489ac2_0_4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9" name="Google Shape;3469;g3204e489ac2_0_4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g3204e489ac2_0_4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6" name="Google Shape;3486;g3204e489ac2_0_4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5" name="Shape 3525"/>
        <p:cNvGrpSpPr/>
        <p:nvPr/>
      </p:nvGrpSpPr>
      <p:grpSpPr>
        <a:xfrm>
          <a:off x="0" y="0"/>
          <a:ext cx="0" cy="0"/>
          <a:chOff x="0" y="0"/>
          <a:chExt cx="0" cy="0"/>
        </a:xfrm>
      </p:grpSpPr>
      <p:sp>
        <p:nvSpPr>
          <p:cNvPr id="3526" name="Google Shape;3526;g3204e489ac2_0_4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7" name="Google Shape;3527;g3204e489ac2_0_4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4" name="Shape 3544"/>
        <p:cNvGrpSpPr/>
        <p:nvPr/>
      </p:nvGrpSpPr>
      <p:grpSpPr>
        <a:xfrm>
          <a:off x="0" y="0"/>
          <a:ext cx="0" cy="0"/>
          <a:chOff x="0" y="0"/>
          <a:chExt cx="0" cy="0"/>
        </a:xfrm>
      </p:grpSpPr>
      <p:sp>
        <p:nvSpPr>
          <p:cNvPr id="3545" name="Google Shape;3545;g3204e489ac2_0_4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6" name="Google Shape;3546;g3204e489ac2_0_4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9" name="Shape 3559"/>
        <p:cNvGrpSpPr/>
        <p:nvPr/>
      </p:nvGrpSpPr>
      <p:grpSpPr>
        <a:xfrm>
          <a:off x="0" y="0"/>
          <a:ext cx="0" cy="0"/>
          <a:chOff x="0" y="0"/>
          <a:chExt cx="0" cy="0"/>
        </a:xfrm>
      </p:grpSpPr>
      <p:sp>
        <p:nvSpPr>
          <p:cNvPr id="3560" name="Google Shape;3560;g3204e489ac2_0_4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1" name="Google Shape;3561;g3204e489ac2_0_4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4" name="Shape 3574"/>
        <p:cNvGrpSpPr/>
        <p:nvPr/>
      </p:nvGrpSpPr>
      <p:grpSpPr>
        <a:xfrm>
          <a:off x="0" y="0"/>
          <a:ext cx="0" cy="0"/>
          <a:chOff x="0" y="0"/>
          <a:chExt cx="0" cy="0"/>
        </a:xfrm>
      </p:grpSpPr>
      <p:sp>
        <p:nvSpPr>
          <p:cNvPr id="3575" name="Google Shape;3575;g3204e489ac2_0_4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6" name="Google Shape;3576;g3204e489ac2_0_4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0" name="Shape 3580"/>
        <p:cNvGrpSpPr/>
        <p:nvPr/>
      </p:nvGrpSpPr>
      <p:grpSpPr>
        <a:xfrm>
          <a:off x="0" y="0"/>
          <a:ext cx="0" cy="0"/>
          <a:chOff x="0" y="0"/>
          <a:chExt cx="0" cy="0"/>
        </a:xfrm>
      </p:grpSpPr>
      <p:sp>
        <p:nvSpPr>
          <p:cNvPr id="3581" name="Google Shape;3581;g3204e489ac2_0_4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2" name="Google Shape;3582;g3204e489ac2_0_4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8" name="Shape 3588"/>
        <p:cNvGrpSpPr/>
        <p:nvPr/>
      </p:nvGrpSpPr>
      <p:grpSpPr>
        <a:xfrm>
          <a:off x="0" y="0"/>
          <a:ext cx="0" cy="0"/>
          <a:chOff x="0" y="0"/>
          <a:chExt cx="0" cy="0"/>
        </a:xfrm>
      </p:grpSpPr>
      <p:sp>
        <p:nvSpPr>
          <p:cNvPr id="3589" name="Google Shape;3589;g3204e489ac2_0_4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0" name="Google Shape;3590;g3204e489ac2_0_4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1" name="Shape 3601"/>
        <p:cNvGrpSpPr/>
        <p:nvPr/>
      </p:nvGrpSpPr>
      <p:grpSpPr>
        <a:xfrm>
          <a:off x="0" y="0"/>
          <a:ext cx="0" cy="0"/>
          <a:chOff x="0" y="0"/>
          <a:chExt cx="0" cy="0"/>
        </a:xfrm>
      </p:grpSpPr>
      <p:sp>
        <p:nvSpPr>
          <p:cNvPr id="3602" name="Google Shape;3602;g3204e489ac2_0_4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3" name="Google Shape;3603;g3204e489ac2_0_4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7" name="Shape 3607"/>
        <p:cNvGrpSpPr/>
        <p:nvPr/>
      </p:nvGrpSpPr>
      <p:grpSpPr>
        <a:xfrm>
          <a:off x="0" y="0"/>
          <a:ext cx="0" cy="0"/>
          <a:chOff x="0" y="0"/>
          <a:chExt cx="0" cy="0"/>
        </a:xfrm>
      </p:grpSpPr>
      <p:sp>
        <p:nvSpPr>
          <p:cNvPr id="3608" name="Google Shape;3608;g3204e489ac2_0_4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9" name="Google Shape;3609;g3204e489ac2_0_4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23.png"/><Relationship Id="rId10" Type="http://schemas.openxmlformats.org/officeDocument/2006/relationships/image" Target="../media/image29.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95.png"/><Relationship Id="rId4" Type="http://schemas.openxmlformats.org/officeDocument/2006/relationships/image" Target="../media/image34.png"/><Relationship Id="rId11" Type="http://schemas.openxmlformats.org/officeDocument/2006/relationships/image" Target="../media/image38.png"/><Relationship Id="rId10" Type="http://schemas.openxmlformats.org/officeDocument/2006/relationships/image" Target="../media/image36.png"/><Relationship Id="rId12" Type="http://schemas.openxmlformats.org/officeDocument/2006/relationships/image" Target="../media/image39.png"/><Relationship Id="rId9" Type="http://schemas.openxmlformats.org/officeDocument/2006/relationships/image" Target="../media/image37.png"/><Relationship Id="rId5" Type="http://schemas.openxmlformats.org/officeDocument/2006/relationships/image" Target="../media/image23.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42.png"/><Relationship Id="rId4" Type="http://schemas.openxmlformats.org/officeDocument/2006/relationships/image" Target="../media/image4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42.png"/><Relationship Id="rId4" Type="http://schemas.openxmlformats.org/officeDocument/2006/relationships/image" Target="../media/image4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2.png"/><Relationship Id="rId4" Type="http://schemas.openxmlformats.org/officeDocument/2006/relationships/image" Target="../media/image4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4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image" Target="../media/image4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7.png"/><Relationship Id="rId4" Type="http://schemas.openxmlformats.org/officeDocument/2006/relationships/image" Target="../media/image55.png"/><Relationship Id="rId5" Type="http://schemas.openxmlformats.org/officeDocument/2006/relationships/image" Target="../media/image4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56.png"/><Relationship Id="rId4" Type="http://schemas.openxmlformats.org/officeDocument/2006/relationships/image" Target="../media/image60.png"/><Relationship Id="rId5" Type="http://schemas.openxmlformats.org/officeDocument/2006/relationships/image" Target="../media/image4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4.png"/><Relationship Id="rId4" Type="http://schemas.openxmlformats.org/officeDocument/2006/relationships/image" Target="../media/image66.png"/><Relationship Id="rId5" Type="http://schemas.openxmlformats.org/officeDocument/2006/relationships/image" Target="../media/image4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 Id="rId4" Type="http://schemas.openxmlformats.org/officeDocument/2006/relationships/image" Target="../media/image4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1.png"/><Relationship Id="rId4" Type="http://schemas.openxmlformats.org/officeDocument/2006/relationships/image" Target="../media/image4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5.png"/><Relationship Id="rId4" Type="http://schemas.openxmlformats.org/officeDocument/2006/relationships/image" Target="../media/image4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60.png"/><Relationship Id="rId4" Type="http://schemas.openxmlformats.org/officeDocument/2006/relationships/image" Target="../media/image4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6.png"/><Relationship Id="rId4" Type="http://schemas.openxmlformats.org/officeDocument/2006/relationships/image" Target="../media/image4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 Id="rId4" Type="http://schemas.openxmlformats.org/officeDocument/2006/relationships/image" Target="../media/image4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1.png"/><Relationship Id="rId4" Type="http://schemas.openxmlformats.org/officeDocument/2006/relationships/image" Target="../media/image4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5.png"/><Relationship Id="rId4" Type="http://schemas.openxmlformats.org/officeDocument/2006/relationships/image" Target="../media/image4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60.png"/><Relationship Id="rId4" Type="http://schemas.openxmlformats.org/officeDocument/2006/relationships/image" Target="../media/image4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6.png"/><Relationship Id="rId4" Type="http://schemas.openxmlformats.org/officeDocument/2006/relationships/image" Target="../media/image4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4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9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9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9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9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9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9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9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9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9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9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05.png"/><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1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9.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8.png"/><Relationship Id="rId3" Type="http://schemas.openxmlformats.org/officeDocument/2006/relationships/image" Target="../media/image117.png"/><Relationship Id="rId4" Type="http://schemas.openxmlformats.org/officeDocument/2006/relationships/image" Target="../media/image115.png"/><Relationship Id="rId5" Type="http://schemas.openxmlformats.org/officeDocument/2006/relationships/image" Target="../media/image114.png"/><Relationship Id="rId6" Type="http://schemas.openxmlformats.org/officeDocument/2006/relationships/image" Target="../media/image116.png"/><Relationship Id="rId7" Type="http://schemas.openxmlformats.org/officeDocument/2006/relationships/image" Target="../media/image12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9.png"/><Relationship Id="rId4" Type="http://schemas.openxmlformats.org/officeDocument/2006/relationships/image" Target="../media/image9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1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17.png"/><Relationship Id="rId9"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2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23.png"/><Relationship Id="rId11" Type="http://schemas.openxmlformats.org/officeDocument/2006/relationships/image" Target="../media/image16.png"/><Relationship Id="rId10" Type="http://schemas.openxmlformats.org/officeDocument/2006/relationships/image" Target="../media/image29.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2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3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1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3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13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8.png"/><Relationship Id="rId3" Type="http://schemas.openxmlformats.org/officeDocument/2006/relationships/image" Target="../media/image40.png"/><Relationship Id="rId4" Type="http://schemas.openxmlformats.org/officeDocument/2006/relationships/image" Target="../media/image46.png"/><Relationship Id="rId5" Type="http://schemas.openxmlformats.org/officeDocument/2006/relationships/image" Target="../media/image139.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46.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46.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94.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9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9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94.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9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9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96.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9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05.png"/><Relationship Id="rId4" Type="http://schemas.openxmlformats.org/officeDocument/2006/relationships/image" Target="../media/image2.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11.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2.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8.png"/><Relationship Id="rId3" Type="http://schemas.openxmlformats.org/officeDocument/2006/relationships/image" Target="../media/image117.png"/><Relationship Id="rId4" Type="http://schemas.openxmlformats.org/officeDocument/2006/relationships/image" Target="../media/image115.png"/><Relationship Id="rId5" Type="http://schemas.openxmlformats.org/officeDocument/2006/relationships/image" Target="../media/image114.png"/><Relationship Id="rId6" Type="http://schemas.openxmlformats.org/officeDocument/2006/relationships/image" Target="../media/image116.png"/><Relationship Id="rId7" Type="http://schemas.openxmlformats.org/officeDocument/2006/relationships/image" Target="../media/image12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9.png"/><Relationship Id="rId4" Type="http://schemas.openxmlformats.org/officeDocument/2006/relationships/image" Target="../media/image9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16.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17.png"/><Relationship Id="rId9"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26.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23.png"/><Relationship Id="rId11" Type="http://schemas.openxmlformats.org/officeDocument/2006/relationships/image" Target="../media/image16.png"/><Relationship Id="rId10" Type="http://schemas.openxmlformats.org/officeDocument/2006/relationships/image" Target="../media/image29.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2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133.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133.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133.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133.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8.png"/><Relationship Id="rId3" Type="http://schemas.openxmlformats.org/officeDocument/2006/relationships/image" Target="../media/image40.png"/><Relationship Id="rId4" Type="http://schemas.openxmlformats.org/officeDocument/2006/relationships/image" Target="../media/image46.png"/><Relationship Id="rId5" Type="http://schemas.openxmlformats.org/officeDocument/2006/relationships/image" Target="../media/image139.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 Id="rId5" Type="http://schemas.openxmlformats.org/officeDocument/2006/relationships/image" Target="../media/image13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46.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4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94.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94.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94.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94.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96.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96.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3.png"/><Relationship Id="rId3" Type="http://schemas.openxmlformats.org/officeDocument/2006/relationships/image" Target="../media/image96.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 Id="rId3" Type="http://schemas.openxmlformats.org/officeDocument/2006/relationships/image" Target="../media/image96.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94.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 Id="rId3" Type="http://schemas.openxmlformats.org/officeDocument/2006/relationships/image" Target="../media/image96.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94.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 Id="rId3" Type="http://schemas.openxmlformats.org/officeDocument/2006/relationships/image" Target="../media/image96.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203.png"/><Relationship Id="rId5" Type="http://schemas.openxmlformats.org/officeDocument/2006/relationships/image" Target="../media/image2.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04.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05.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14.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09.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07.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05.png"/><Relationship Id="rId4" Type="http://schemas.openxmlformats.org/officeDocument/2006/relationships/image" Target="../media/image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10.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11.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19.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9.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26.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26.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27.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8.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224.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6.png"/><Relationship Id="rId3" Type="http://schemas.openxmlformats.org/officeDocument/2006/relationships/image" Target="../media/image231.png"/><Relationship Id="rId4" Type="http://schemas.openxmlformats.org/officeDocument/2006/relationships/image" Target="../media/image233.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19.png"/><Relationship Id="rId4" Type="http://schemas.openxmlformats.org/officeDocument/2006/relationships/image" Target="../media/image95.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16.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17.png"/><Relationship Id="rId9"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26.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95.png"/><Relationship Id="rId4" Type="http://schemas.openxmlformats.org/officeDocument/2006/relationships/image" Target="../media/image23.png"/><Relationship Id="rId11" Type="http://schemas.openxmlformats.org/officeDocument/2006/relationships/image" Target="../media/image16.png"/><Relationship Id="rId10" Type="http://schemas.openxmlformats.org/officeDocument/2006/relationships/image" Target="../media/image29.png"/><Relationship Id="rId9" Type="http://schemas.openxmlformats.org/officeDocument/2006/relationships/image" Target="../media/image26.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24.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133.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133.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133.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133.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133.png"/><Relationship Id="rId4" Type="http://schemas.openxmlformats.org/officeDocument/2006/relationships/image" Target="../media/image46.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8.png"/><Relationship Id="rId3" Type="http://schemas.openxmlformats.org/officeDocument/2006/relationships/image" Target="../media/image40.png"/><Relationship Id="rId4" Type="http://schemas.openxmlformats.org/officeDocument/2006/relationships/image" Target="../media/image46.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8.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8.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8.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image" Target="../media/image139.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46.pn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46.pn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94.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94.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94.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94.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 Id="rId3" Type="http://schemas.openxmlformats.org/officeDocument/2006/relationships/image" Target="../media/image96.pn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1.png"/><Relationship Id="rId3" Type="http://schemas.openxmlformats.org/officeDocument/2006/relationships/image" Target="../media/image96.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 Id="rId3" Type="http://schemas.openxmlformats.org/officeDocument/2006/relationships/image" Target="../media/image96.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4.png"/><Relationship Id="rId3" Type="http://schemas.openxmlformats.org/officeDocument/2006/relationships/image" Target="../media/image96.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35" name="Google Shape;35;p5"/>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36" name="Google Shape;36;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 name="Google Shape;37;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8" name="Google Shape;38;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9" name="Google Shape;39;p5"/>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40" name="Google Shape;40;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1" name="Shape 41"/>
        <p:cNvGrpSpPr/>
        <p:nvPr/>
      </p:nvGrpSpPr>
      <p:grpSpPr>
        <a:xfrm>
          <a:off x="0" y="0"/>
          <a:ext cx="0" cy="0"/>
          <a:chOff x="0" y="0"/>
          <a:chExt cx="0" cy="0"/>
        </a:xfrm>
      </p:grpSpPr>
      <p:pic>
        <p:nvPicPr>
          <p:cNvPr id="42" name="Google Shape;42;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3" name="Google Shape;43;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 name="Google Shape;44;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5" name="Google Shape;45;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6" name="Google Shape;46;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47" name="Google Shape;47;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48" name="Google Shape;48;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49" name="Shape 49"/>
        <p:cNvGrpSpPr/>
        <p:nvPr/>
      </p:nvGrpSpPr>
      <p:grpSpPr>
        <a:xfrm>
          <a:off x="0" y="0"/>
          <a:ext cx="0" cy="0"/>
          <a:chOff x="0" y="0"/>
          <a:chExt cx="0" cy="0"/>
        </a:xfrm>
      </p:grpSpPr>
      <p:pic>
        <p:nvPicPr>
          <p:cNvPr id="50" name="Google Shape;50;p7"/>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51" name="Google Shape;51;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3" name="Google Shape;53;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4" name="Google Shape;54;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5" name="Google Shape;55;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6" name="Google Shape;56;p7"/>
          <p:cNvPicPr preferRelativeResize="0"/>
          <p:nvPr/>
        </p:nvPicPr>
        <p:blipFill rotWithShape="1">
          <a:blip r:embed="rId4">
            <a:alphaModFix/>
          </a:blip>
          <a:srcRect b="0" l="6209" r="6209" t="0"/>
          <a:stretch/>
        </p:blipFill>
        <p:spPr>
          <a:xfrm>
            <a:off x="324000" y="4008600"/>
            <a:ext cx="859400" cy="12799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57" name="Shape 57"/>
        <p:cNvGrpSpPr/>
        <p:nvPr/>
      </p:nvGrpSpPr>
      <p:grpSpPr>
        <a:xfrm>
          <a:off x="0" y="0"/>
          <a:ext cx="0" cy="0"/>
          <a:chOff x="0" y="0"/>
          <a:chExt cx="0" cy="0"/>
        </a:xfrm>
      </p:grpSpPr>
      <p:pic>
        <p:nvPicPr>
          <p:cNvPr id="58" name="Google Shape;58;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59" name="Google Shape;59;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0" name="Google Shape;60;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2" name="Google Shape;62;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3" name="Google Shape;63;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64" name="Google Shape;64;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65" name="Shape 65"/>
        <p:cNvGrpSpPr/>
        <p:nvPr/>
      </p:nvGrpSpPr>
      <p:grpSpPr>
        <a:xfrm>
          <a:off x="0" y="0"/>
          <a:ext cx="0" cy="0"/>
          <a:chOff x="0" y="0"/>
          <a:chExt cx="0" cy="0"/>
        </a:xfrm>
      </p:grpSpPr>
      <p:pic>
        <p:nvPicPr>
          <p:cNvPr id="66" name="Google Shape;66;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7" name="Google Shape;67;p9"/>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8" name="Google Shape;68;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 name="Google Shape;69;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0" name="Google Shape;70;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1" name="Google Shape;71;p9"/>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2" name="Google Shape;72;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73" name="Shape 73"/>
        <p:cNvGrpSpPr/>
        <p:nvPr/>
      </p:nvGrpSpPr>
      <p:grpSpPr>
        <a:xfrm>
          <a:off x="0" y="0"/>
          <a:ext cx="0" cy="0"/>
          <a:chOff x="0" y="0"/>
          <a:chExt cx="0" cy="0"/>
        </a:xfrm>
      </p:grpSpPr>
      <p:pic>
        <p:nvPicPr>
          <p:cNvPr id="74" name="Google Shape;74;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75" name="Google Shape;75;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6" name="Google Shape;76;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78" name="Google Shape;78;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9" name="Google Shape;79;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0" name="Google Shape;80;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81" name="Shape 81"/>
        <p:cNvGrpSpPr/>
        <p:nvPr/>
      </p:nvGrpSpPr>
      <p:grpSpPr>
        <a:xfrm>
          <a:off x="0" y="0"/>
          <a:ext cx="0" cy="0"/>
          <a:chOff x="0" y="0"/>
          <a:chExt cx="0" cy="0"/>
        </a:xfrm>
      </p:grpSpPr>
      <p:pic>
        <p:nvPicPr>
          <p:cNvPr id="82" name="Google Shape;82;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83" name="Google Shape;83;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84" name="Google Shape;84;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85" name="Shape 85"/>
        <p:cNvGrpSpPr/>
        <p:nvPr/>
      </p:nvGrpSpPr>
      <p:grpSpPr>
        <a:xfrm>
          <a:off x="0" y="0"/>
          <a:ext cx="0" cy="0"/>
          <a:chOff x="0" y="0"/>
          <a:chExt cx="0" cy="0"/>
        </a:xfrm>
      </p:grpSpPr>
      <p:sp>
        <p:nvSpPr>
          <p:cNvPr id="86" name="Google Shape;86;p12"/>
          <p:cNvSpPr/>
          <p:nvPr/>
        </p:nvSpPr>
        <p:spPr>
          <a:xfrm>
            <a:off x="324000" y="281457"/>
            <a:ext cx="2828400" cy="31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Lesson phase codes</a:t>
            </a:r>
            <a:endParaRPr b="0" i="0" sz="2000" u="none" cap="none" strike="noStrike">
              <a:solidFill>
                <a:srgbClr val="282828"/>
              </a:solidFill>
              <a:latin typeface="Calibri"/>
              <a:ea typeface="Calibri"/>
              <a:cs typeface="Calibri"/>
              <a:sym typeface="Calibri"/>
            </a:endParaRPr>
          </a:p>
        </p:txBody>
      </p:sp>
      <p:sp>
        <p:nvSpPr>
          <p:cNvPr id="87" name="Google Shape;87;p12"/>
          <p:cNvSpPr/>
          <p:nvPr/>
        </p:nvSpPr>
        <p:spPr>
          <a:xfrm>
            <a:off x="1480224" y="1895406"/>
            <a:ext cx="3106500" cy="65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i="0" lang="en-GB" sz="1800" u="none" cap="none" strike="noStrike">
                <a:solidFill>
                  <a:srgbClr val="282828"/>
                </a:solidFill>
                <a:latin typeface="Lexend"/>
                <a:ea typeface="Lexend"/>
                <a:cs typeface="Lexend"/>
                <a:sym typeface="Lexend"/>
              </a:rPr>
              <a:t>Check for understanding</a:t>
            </a:r>
            <a:endParaRPr i="0" sz="1800" u="none" cap="none" strike="noStrike">
              <a:solidFill>
                <a:srgbClr val="282828"/>
              </a:solidFill>
              <a:latin typeface="Lexend"/>
              <a:ea typeface="Lexend"/>
              <a:cs typeface="Lexend"/>
              <a:sym typeface="Lexend"/>
            </a:endParaRPr>
          </a:p>
        </p:txBody>
      </p:sp>
      <p:sp>
        <p:nvSpPr>
          <p:cNvPr id="88" name="Google Shape;88;p12"/>
          <p:cNvSpPr/>
          <p:nvPr/>
        </p:nvSpPr>
        <p:spPr>
          <a:xfrm>
            <a:off x="1473205" y="1217091"/>
            <a:ext cx="1363500" cy="31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i="0" lang="en-GB" sz="1800" u="none" cap="none" strike="noStrike">
                <a:latin typeface="Lexend"/>
                <a:ea typeface="Lexend"/>
                <a:cs typeface="Lexend"/>
                <a:sym typeface="Lexend"/>
              </a:rPr>
              <a:t>Explanation</a:t>
            </a:r>
            <a:endParaRPr i="0" sz="1800" u="none" cap="none" strike="noStrike">
              <a:latin typeface="Lexend"/>
              <a:ea typeface="Lexend"/>
              <a:cs typeface="Lexend"/>
              <a:sym typeface="Lexend"/>
            </a:endParaRPr>
          </a:p>
        </p:txBody>
      </p:sp>
      <p:sp>
        <p:nvSpPr>
          <p:cNvPr id="89" name="Google Shape;89;p12"/>
          <p:cNvSpPr/>
          <p:nvPr/>
        </p:nvSpPr>
        <p:spPr>
          <a:xfrm>
            <a:off x="5919121" y="1217091"/>
            <a:ext cx="1485600" cy="31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i="0" lang="en-GB" sz="1800" u="none" cap="none" strike="noStrike">
                <a:solidFill>
                  <a:srgbClr val="282828"/>
                </a:solidFill>
                <a:latin typeface="Lexend"/>
                <a:ea typeface="Lexend"/>
                <a:cs typeface="Lexend"/>
                <a:sym typeface="Lexend"/>
              </a:rPr>
              <a:t>Practice task</a:t>
            </a:r>
            <a:endParaRPr i="0" sz="1800" u="none" cap="none" strike="noStrike">
              <a:solidFill>
                <a:srgbClr val="282828"/>
              </a:solidFill>
              <a:latin typeface="Lexend"/>
              <a:ea typeface="Lexend"/>
              <a:cs typeface="Lexend"/>
              <a:sym typeface="Lexend"/>
            </a:endParaRPr>
          </a:p>
        </p:txBody>
      </p:sp>
      <p:pic>
        <p:nvPicPr>
          <p:cNvPr id="90" name="Google Shape;90;p12"/>
          <p:cNvPicPr preferRelativeResize="0"/>
          <p:nvPr/>
        </p:nvPicPr>
        <p:blipFill rotWithShape="1">
          <a:blip r:embed="rId2">
            <a:alphaModFix/>
          </a:blip>
          <a:srcRect b="0" l="0" r="0" t="0"/>
          <a:stretch/>
        </p:blipFill>
        <p:spPr>
          <a:xfrm>
            <a:off x="659713" y="1926054"/>
            <a:ext cx="594518" cy="594525"/>
          </a:xfrm>
          <a:prstGeom prst="rect">
            <a:avLst/>
          </a:prstGeom>
          <a:noFill/>
          <a:ln>
            <a:noFill/>
          </a:ln>
        </p:spPr>
      </p:pic>
      <p:pic>
        <p:nvPicPr>
          <p:cNvPr id="91" name="Google Shape;91;p12"/>
          <p:cNvPicPr preferRelativeResize="0"/>
          <p:nvPr/>
        </p:nvPicPr>
        <p:blipFill rotWithShape="1">
          <a:blip r:embed="rId3">
            <a:alphaModFix/>
          </a:blip>
          <a:srcRect b="0" l="0" r="0" t="0"/>
          <a:stretch/>
        </p:blipFill>
        <p:spPr>
          <a:xfrm>
            <a:off x="659727" y="1079129"/>
            <a:ext cx="594518" cy="594525"/>
          </a:xfrm>
          <a:prstGeom prst="rect">
            <a:avLst/>
          </a:prstGeom>
          <a:noFill/>
          <a:ln>
            <a:noFill/>
          </a:ln>
        </p:spPr>
      </p:pic>
      <p:pic>
        <p:nvPicPr>
          <p:cNvPr id="92" name="Google Shape;92;p12"/>
          <p:cNvPicPr preferRelativeResize="0"/>
          <p:nvPr/>
        </p:nvPicPr>
        <p:blipFill rotWithShape="1">
          <a:blip r:embed="rId4">
            <a:alphaModFix/>
          </a:blip>
          <a:srcRect b="0" l="0" r="0" t="0"/>
          <a:stretch/>
        </p:blipFill>
        <p:spPr>
          <a:xfrm>
            <a:off x="5108872" y="1079129"/>
            <a:ext cx="594518" cy="594525"/>
          </a:xfrm>
          <a:prstGeom prst="rect">
            <a:avLst/>
          </a:prstGeom>
          <a:noFill/>
          <a:ln>
            <a:noFill/>
          </a:ln>
        </p:spPr>
      </p:pic>
      <p:sp>
        <p:nvSpPr>
          <p:cNvPr id="93" name="Google Shape;93;p12"/>
          <p:cNvSpPr/>
          <p:nvPr/>
        </p:nvSpPr>
        <p:spPr>
          <a:xfrm>
            <a:off x="5919121" y="2033391"/>
            <a:ext cx="1485600" cy="31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GB" sz="1800">
                <a:solidFill>
                  <a:srgbClr val="282828"/>
                </a:solidFill>
                <a:latin typeface="Lexend"/>
                <a:ea typeface="Lexend"/>
                <a:cs typeface="Lexend"/>
                <a:sym typeface="Lexend"/>
              </a:rPr>
              <a:t>Feedback</a:t>
            </a:r>
            <a:endParaRPr i="0" sz="1800" u="none" cap="none" strike="noStrike">
              <a:solidFill>
                <a:srgbClr val="282828"/>
              </a:solidFill>
              <a:latin typeface="Lexend"/>
              <a:ea typeface="Lexend"/>
              <a:cs typeface="Lexend"/>
              <a:sym typeface="Lexend"/>
            </a:endParaRPr>
          </a:p>
        </p:txBody>
      </p:sp>
      <p:pic>
        <p:nvPicPr>
          <p:cNvPr id="94" name="Google Shape;94;p12"/>
          <p:cNvPicPr preferRelativeResize="0"/>
          <p:nvPr/>
        </p:nvPicPr>
        <p:blipFill rotWithShape="1">
          <a:blip r:embed="rId5">
            <a:alphaModFix/>
          </a:blip>
          <a:srcRect b="0" l="0" r="0" t="0"/>
          <a:stretch/>
        </p:blipFill>
        <p:spPr>
          <a:xfrm>
            <a:off x="5108872" y="1895429"/>
            <a:ext cx="594518" cy="5945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95" name="Shape 95"/>
        <p:cNvGrpSpPr/>
        <p:nvPr/>
      </p:nvGrpSpPr>
      <p:grpSpPr>
        <a:xfrm>
          <a:off x="0" y="0"/>
          <a:ext cx="0" cy="0"/>
          <a:chOff x="0" y="0"/>
          <a:chExt cx="0" cy="0"/>
        </a:xfrm>
      </p:grpSpPr>
      <p:sp>
        <p:nvSpPr>
          <p:cNvPr id="96" name="Google Shape;96;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 name="Google Shape;97;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98" name="Google Shape;98;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99" name="Google Shape;99;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0" name="Google Shape;100;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1" name="Google Shape;101;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02" name="Shape 102"/>
        <p:cNvGrpSpPr/>
        <p:nvPr/>
      </p:nvGrpSpPr>
      <p:grpSpPr>
        <a:xfrm>
          <a:off x="0" y="0"/>
          <a:ext cx="0" cy="0"/>
          <a:chOff x="0" y="0"/>
          <a:chExt cx="0" cy="0"/>
        </a:xfrm>
      </p:grpSpPr>
      <p:sp>
        <p:nvSpPr>
          <p:cNvPr id="103" name="Google Shape;103;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05" name="Google Shape;105;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6" name="Google Shape;106;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7" name="Google Shape;107;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8" name="Google Shape;108;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09" name="Shape 109"/>
        <p:cNvGrpSpPr/>
        <p:nvPr/>
      </p:nvGrpSpPr>
      <p:grpSpPr>
        <a:xfrm>
          <a:off x="0" y="0"/>
          <a:ext cx="0" cy="0"/>
          <a:chOff x="0" y="0"/>
          <a:chExt cx="0" cy="0"/>
        </a:xfrm>
      </p:grpSpPr>
      <p:sp>
        <p:nvSpPr>
          <p:cNvPr id="110" name="Google Shape;11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 name="Google Shape;11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2" name="Google Shape;112;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4" name="Google Shape;114;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5" name="Google Shape;115;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6" name="Google Shape;116;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17" name="Shape 117"/>
        <p:cNvGrpSpPr/>
        <p:nvPr/>
      </p:nvGrpSpPr>
      <p:grpSpPr>
        <a:xfrm>
          <a:off x="0" y="0"/>
          <a:ext cx="0" cy="0"/>
          <a:chOff x="0" y="0"/>
          <a:chExt cx="0" cy="0"/>
        </a:xfrm>
      </p:grpSpPr>
      <p:sp>
        <p:nvSpPr>
          <p:cNvPr id="118" name="Google Shape;118;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1" name="Google Shape;121;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25" name="Shape 125"/>
        <p:cNvGrpSpPr/>
        <p:nvPr/>
      </p:nvGrpSpPr>
      <p:grpSpPr>
        <a:xfrm>
          <a:off x="0" y="0"/>
          <a:ext cx="0" cy="0"/>
          <a:chOff x="0" y="0"/>
          <a:chExt cx="0" cy="0"/>
        </a:xfrm>
      </p:grpSpPr>
      <p:sp>
        <p:nvSpPr>
          <p:cNvPr id="126" name="Google Shape;126;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7" name="Google Shape;127;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8" name="Google Shape;128;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0" name="Google Shape;130;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1" name="Google Shape;131;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2" name="Google Shape;132;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34" name="Shape 134"/>
        <p:cNvGrpSpPr/>
        <p:nvPr/>
      </p:nvGrpSpPr>
      <p:grpSpPr>
        <a:xfrm>
          <a:off x="0" y="0"/>
          <a:ext cx="0" cy="0"/>
          <a:chOff x="0" y="0"/>
          <a:chExt cx="0" cy="0"/>
        </a:xfrm>
      </p:grpSpPr>
      <p:sp>
        <p:nvSpPr>
          <p:cNvPr id="135" name="Google Shape;135;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 name="Google Shape;136;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7" name="Google Shape;137;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40" name="Google Shape;140;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41" name="Google Shape;141;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
    <p:spTree>
      <p:nvGrpSpPr>
        <p:cNvPr id="143" name="Shape 143"/>
        <p:cNvGrpSpPr/>
        <p:nvPr/>
      </p:nvGrpSpPr>
      <p:grpSpPr>
        <a:xfrm>
          <a:off x="0" y="0"/>
          <a:ext cx="0" cy="0"/>
          <a:chOff x="0" y="0"/>
          <a:chExt cx="0" cy="0"/>
        </a:xfrm>
      </p:grpSpPr>
      <p:pic>
        <p:nvPicPr>
          <p:cNvPr id="144" name="Google Shape;144;p19"/>
          <p:cNvPicPr preferRelativeResize="0"/>
          <p:nvPr/>
        </p:nvPicPr>
        <p:blipFill rotWithShape="1">
          <a:blip r:embed="rId2">
            <a:alphaModFix/>
          </a:blip>
          <a:srcRect b="4438" l="0" r="0" t="4429"/>
          <a:stretch/>
        </p:blipFill>
        <p:spPr>
          <a:xfrm>
            <a:off x="863550" y="3870825"/>
            <a:ext cx="7168824" cy="563228"/>
          </a:xfrm>
          <a:prstGeom prst="rect">
            <a:avLst/>
          </a:prstGeom>
          <a:noFill/>
          <a:ln>
            <a:noFill/>
          </a:ln>
        </p:spPr>
      </p:pic>
      <p:pic>
        <p:nvPicPr>
          <p:cNvPr id="145" name="Google Shape;145;p19"/>
          <p:cNvPicPr preferRelativeResize="0"/>
          <p:nvPr/>
        </p:nvPicPr>
        <p:blipFill rotWithShape="1">
          <a:blip r:embed="rId3">
            <a:alphaModFix/>
          </a:blip>
          <a:srcRect b="0" l="74623" r="0" t="0"/>
          <a:stretch/>
        </p:blipFill>
        <p:spPr>
          <a:xfrm>
            <a:off x="863550" y="3829500"/>
            <a:ext cx="145900" cy="645874"/>
          </a:xfrm>
          <a:prstGeom prst="rect">
            <a:avLst/>
          </a:prstGeom>
          <a:noFill/>
          <a:ln>
            <a:noFill/>
          </a:ln>
        </p:spPr>
      </p:pic>
      <p:pic>
        <p:nvPicPr>
          <p:cNvPr id="146" name="Google Shape;146;p19"/>
          <p:cNvPicPr preferRelativeResize="0"/>
          <p:nvPr/>
        </p:nvPicPr>
        <p:blipFill rotWithShape="1">
          <a:blip r:embed="rId4">
            <a:alphaModFix/>
          </a:blip>
          <a:srcRect b="3669" l="0" r="0" t="3678"/>
          <a:stretch/>
        </p:blipFill>
        <p:spPr>
          <a:xfrm>
            <a:off x="863550" y="2704188"/>
            <a:ext cx="7168824" cy="572075"/>
          </a:xfrm>
          <a:prstGeom prst="rect">
            <a:avLst/>
          </a:prstGeom>
          <a:noFill/>
          <a:ln>
            <a:noFill/>
          </a:ln>
        </p:spPr>
      </p:pic>
      <p:pic>
        <p:nvPicPr>
          <p:cNvPr id="147" name="Google Shape;147;p1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48" name="Google Shape;148;p19"/>
          <p:cNvPicPr preferRelativeResize="0"/>
          <p:nvPr/>
        </p:nvPicPr>
        <p:blipFill rotWithShape="1">
          <a:blip r:embed="rId5">
            <a:alphaModFix/>
          </a:blip>
          <a:srcRect b="3669" l="0" r="0" t="3678"/>
          <a:stretch/>
        </p:blipFill>
        <p:spPr>
          <a:xfrm>
            <a:off x="863550" y="1449725"/>
            <a:ext cx="7168824" cy="572075"/>
          </a:xfrm>
          <a:prstGeom prst="rect">
            <a:avLst/>
          </a:prstGeom>
          <a:noFill/>
          <a:ln>
            <a:noFill/>
          </a:ln>
        </p:spPr>
      </p:pic>
      <p:pic>
        <p:nvPicPr>
          <p:cNvPr id="149" name="Google Shape;149;p19"/>
          <p:cNvPicPr preferRelativeResize="0"/>
          <p:nvPr/>
        </p:nvPicPr>
        <p:blipFill rotWithShape="1">
          <a:blip r:embed="rId3">
            <a:alphaModFix/>
          </a:blip>
          <a:srcRect b="0" l="74623" r="0" t="0"/>
          <a:stretch/>
        </p:blipFill>
        <p:spPr>
          <a:xfrm>
            <a:off x="863550" y="1414875"/>
            <a:ext cx="145900" cy="645874"/>
          </a:xfrm>
          <a:prstGeom prst="rect">
            <a:avLst/>
          </a:prstGeom>
          <a:noFill/>
          <a:ln>
            <a:noFill/>
          </a:ln>
        </p:spPr>
      </p:pic>
      <p:cxnSp>
        <p:nvCxnSpPr>
          <p:cNvPr id="150" name="Google Shape;150;p19"/>
          <p:cNvCxnSpPr>
            <a:endCxn id="151" idx="2"/>
          </p:cNvCxnSpPr>
          <p:nvPr/>
        </p:nvCxnSpPr>
        <p:spPr>
          <a:xfrm>
            <a:off x="647802" y="1795098"/>
            <a:ext cx="0" cy="2641800"/>
          </a:xfrm>
          <a:prstGeom prst="straightConnector1">
            <a:avLst/>
          </a:prstGeom>
          <a:noFill/>
          <a:ln cap="flat" cmpd="sng" w="38100">
            <a:solidFill>
              <a:srgbClr val="282828"/>
            </a:solidFill>
            <a:prstDash val="solid"/>
            <a:round/>
            <a:headEnd len="med" w="med" type="none"/>
            <a:tailEnd len="med" w="med" type="none"/>
          </a:ln>
        </p:spPr>
      </p:cxnSp>
      <p:pic>
        <p:nvPicPr>
          <p:cNvPr id="151" name="Google Shape;151;p19"/>
          <p:cNvPicPr preferRelativeResize="0"/>
          <p:nvPr/>
        </p:nvPicPr>
        <p:blipFill>
          <a:blip r:embed="rId6">
            <a:alphaModFix/>
          </a:blip>
          <a:stretch>
            <a:fillRect/>
          </a:stretch>
        </p:blipFill>
        <p:spPr>
          <a:xfrm>
            <a:off x="366079" y="3864820"/>
            <a:ext cx="563446" cy="572077"/>
          </a:xfrm>
          <a:prstGeom prst="rect">
            <a:avLst/>
          </a:prstGeom>
          <a:noFill/>
          <a:ln>
            <a:noFill/>
          </a:ln>
        </p:spPr>
      </p:pic>
      <p:pic>
        <p:nvPicPr>
          <p:cNvPr id="152" name="Google Shape;152;p19"/>
          <p:cNvPicPr preferRelativeResize="0"/>
          <p:nvPr/>
        </p:nvPicPr>
        <p:blipFill>
          <a:blip r:embed="rId7">
            <a:alphaModFix/>
          </a:blip>
          <a:stretch>
            <a:fillRect/>
          </a:stretch>
        </p:blipFill>
        <p:spPr>
          <a:xfrm>
            <a:off x="363482" y="1453908"/>
            <a:ext cx="563185" cy="572092"/>
          </a:xfrm>
          <a:prstGeom prst="rect">
            <a:avLst/>
          </a:prstGeom>
          <a:noFill/>
          <a:ln>
            <a:noFill/>
          </a:ln>
        </p:spPr>
      </p:pic>
      <p:sp>
        <p:nvSpPr>
          <p:cNvPr id="153" name="Google Shape;153;p19"/>
          <p:cNvSpPr txBox="1"/>
          <p:nvPr>
            <p:ph type="title"/>
          </p:nvPr>
        </p:nvSpPr>
        <p:spPr>
          <a:xfrm>
            <a:off x="1327200" y="1558425"/>
            <a:ext cx="65676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4" name="Google Shape;154;p19"/>
          <p:cNvSpPr txBox="1"/>
          <p:nvPr>
            <p:ph idx="2" type="title"/>
          </p:nvPr>
        </p:nvSpPr>
        <p:spPr>
          <a:xfrm>
            <a:off x="1369099" y="2830769"/>
            <a:ext cx="65676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19"/>
          <p:cNvSpPr txBox="1"/>
          <p:nvPr>
            <p:ph idx="3" type="title"/>
          </p:nvPr>
        </p:nvSpPr>
        <p:spPr>
          <a:xfrm>
            <a:off x="1346644" y="3986875"/>
            <a:ext cx="661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6" name="Google Shape;156;p19"/>
          <p:cNvSpPr txBox="1"/>
          <p:nvPr>
            <p:ph idx="4" type="title"/>
          </p:nvPr>
        </p:nvSpPr>
        <p:spPr>
          <a:xfrm>
            <a:off x="324000" y="540000"/>
            <a:ext cx="8353200" cy="369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19"/>
          <p:cNvSpPr txBox="1"/>
          <p:nvPr/>
        </p:nvSpPr>
        <p:spPr>
          <a:xfrm>
            <a:off x="324000" y="141750"/>
            <a:ext cx="2384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pic>
        <p:nvPicPr>
          <p:cNvPr id="158" name="Google Shape;158;p19"/>
          <p:cNvPicPr preferRelativeResize="0"/>
          <p:nvPr/>
        </p:nvPicPr>
        <p:blipFill>
          <a:blip r:embed="rId8">
            <a:alphaModFix/>
          </a:blip>
          <a:stretch>
            <a:fillRect/>
          </a:stretch>
        </p:blipFill>
        <p:spPr>
          <a:xfrm>
            <a:off x="363340" y="2703416"/>
            <a:ext cx="563446" cy="57207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4 Lesson outline (4)">
  <p:cSld name="CUSTOM_4">
    <p:spTree>
      <p:nvGrpSpPr>
        <p:cNvPr id="159" name="Shape 159"/>
        <p:cNvGrpSpPr/>
        <p:nvPr/>
      </p:nvGrpSpPr>
      <p:grpSpPr>
        <a:xfrm>
          <a:off x="0" y="0"/>
          <a:ext cx="0" cy="0"/>
          <a:chOff x="0" y="0"/>
          <a:chExt cx="0" cy="0"/>
        </a:xfrm>
      </p:grpSpPr>
      <p:pic>
        <p:nvPicPr>
          <p:cNvPr id="160" name="Google Shape;160;p20"/>
          <p:cNvPicPr preferRelativeResize="0"/>
          <p:nvPr/>
        </p:nvPicPr>
        <p:blipFill rotWithShape="1">
          <a:blip r:embed="rId2">
            <a:alphaModFix/>
          </a:blip>
          <a:srcRect b="4438" l="0" r="0" t="4429"/>
          <a:stretch/>
        </p:blipFill>
        <p:spPr>
          <a:xfrm>
            <a:off x="863550" y="3216650"/>
            <a:ext cx="7168824" cy="563228"/>
          </a:xfrm>
          <a:prstGeom prst="rect">
            <a:avLst/>
          </a:prstGeom>
          <a:noFill/>
          <a:ln>
            <a:noFill/>
          </a:ln>
        </p:spPr>
      </p:pic>
      <p:pic>
        <p:nvPicPr>
          <p:cNvPr id="161" name="Google Shape;161;p20"/>
          <p:cNvPicPr preferRelativeResize="0"/>
          <p:nvPr/>
        </p:nvPicPr>
        <p:blipFill rotWithShape="1">
          <a:blip r:embed="rId3">
            <a:alphaModFix/>
          </a:blip>
          <a:srcRect b="0" l="74623" r="0" t="0"/>
          <a:stretch/>
        </p:blipFill>
        <p:spPr>
          <a:xfrm>
            <a:off x="863550" y="3175325"/>
            <a:ext cx="145900" cy="645874"/>
          </a:xfrm>
          <a:prstGeom prst="rect">
            <a:avLst/>
          </a:prstGeom>
          <a:noFill/>
          <a:ln>
            <a:noFill/>
          </a:ln>
        </p:spPr>
      </p:pic>
      <p:pic>
        <p:nvPicPr>
          <p:cNvPr id="162" name="Google Shape;162;p20"/>
          <p:cNvPicPr preferRelativeResize="0"/>
          <p:nvPr/>
        </p:nvPicPr>
        <p:blipFill rotWithShape="1">
          <a:blip r:embed="rId4">
            <a:alphaModFix/>
          </a:blip>
          <a:srcRect b="4396" l="0" r="0" t="4387"/>
          <a:stretch/>
        </p:blipFill>
        <p:spPr>
          <a:xfrm>
            <a:off x="863550" y="4193472"/>
            <a:ext cx="7168824" cy="563215"/>
          </a:xfrm>
          <a:prstGeom prst="rect">
            <a:avLst/>
          </a:prstGeom>
          <a:noFill/>
          <a:ln>
            <a:noFill/>
          </a:ln>
        </p:spPr>
      </p:pic>
      <p:pic>
        <p:nvPicPr>
          <p:cNvPr id="163" name="Google Shape;163;p20"/>
          <p:cNvPicPr preferRelativeResize="0"/>
          <p:nvPr/>
        </p:nvPicPr>
        <p:blipFill rotWithShape="1">
          <a:blip r:embed="rId3">
            <a:alphaModFix/>
          </a:blip>
          <a:srcRect b="0" l="74623" r="0" t="0"/>
          <a:stretch/>
        </p:blipFill>
        <p:spPr>
          <a:xfrm>
            <a:off x="863550" y="4161763"/>
            <a:ext cx="145900" cy="645874"/>
          </a:xfrm>
          <a:prstGeom prst="rect">
            <a:avLst/>
          </a:prstGeom>
          <a:noFill/>
          <a:ln>
            <a:noFill/>
          </a:ln>
        </p:spPr>
      </p:pic>
      <p:pic>
        <p:nvPicPr>
          <p:cNvPr id="164" name="Google Shape;164;p20"/>
          <p:cNvPicPr preferRelativeResize="0"/>
          <p:nvPr/>
        </p:nvPicPr>
        <p:blipFill rotWithShape="1">
          <a:blip r:embed="rId5">
            <a:alphaModFix/>
          </a:blip>
          <a:srcRect b="3669" l="0" r="0" t="3678"/>
          <a:stretch/>
        </p:blipFill>
        <p:spPr>
          <a:xfrm>
            <a:off x="863550" y="2209513"/>
            <a:ext cx="7168824" cy="572075"/>
          </a:xfrm>
          <a:prstGeom prst="rect">
            <a:avLst/>
          </a:prstGeom>
          <a:noFill/>
          <a:ln>
            <a:noFill/>
          </a:ln>
        </p:spPr>
      </p:pic>
      <p:pic>
        <p:nvPicPr>
          <p:cNvPr id="165" name="Google Shape;165;p20"/>
          <p:cNvPicPr preferRelativeResize="0"/>
          <p:nvPr/>
        </p:nvPicPr>
        <p:blipFill rotWithShape="1">
          <a:blip r:embed="rId3">
            <a:alphaModFix/>
          </a:blip>
          <a:srcRect b="0" l="74623" r="0" t="0"/>
          <a:stretch/>
        </p:blipFill>
        <p:spPr>
          <a:xfrm>
            <a:off x="863550" y="2183313"/>
            <a:ext cx="145900" cy="645874"/>
          </a:xfrm>
          <a:prstGeom prst="rect">
            <a:avLst/>
          </a:prstGeom>
          <a:noFill/>
          <a:ln>
            <a:noFill/>
          </a:ln>
        </p:spPr>
      </p:pic>
      <p:pic>
        <p:nvPicPr>
          <p:cNvPr id="166" name="Google Shape;166;p20"/>
          <p:cNvPicPr preferRelativeResize="0"/>
          <p:nvPr/>
        </p:nvPicPr>
        <p:blipFill rotWithShape="1">
          <a:blip r:embed="rId6">
            <a:alphaModFix/>
          </a:blip>
          <a:srcRect b="3669" l="0" r="0" t="3678"/>
          <a:stretch/>
        </p:blipFill>
        <p:spPr>
          <a:xfrm>
            <a:off x="863550" y="1222875"/>
            <a:ext cx="7168824" cy="572075"/>
          </a:xfrm>
          <a:prstGeom prst="rect">
            <a:avLst/>
          </a:prstGeom>
          <a:noFill/>
          <a:ln>
            <a:noFill/>
          </a:ln>
        </p:spPr>
      </p:pic>
      <p:pic>
        <p:nvPicPr>
          <p:cNvPr id="167" name="Google Shape;167;p20"/>
          <p:cNvPicPr preferRelativeResize="0"/>
          <p:nvPr/>
        </p:nvPicPr>
        <p:blipFill rotWithShape="1">
          <a:blip r:embed="rId3">
            <a:alphaModFix/>
          </a:blip>
          <a:srcRect b="0" l="74623" r="0" t="0"/>
          <a:stretch/>
        </p:blipFill>
        <p:spPr>
          <a:xfrm>
            <a:off x="863550" y="1188025"/>
            <a:ext cx="145900" cy="645874"/>
          </a:xfrm>
          <a:prstGeom prst="rect">
            <a:avLst/>
          </a:prstGeom>
          <a:noFill/>
          <a:ln>
            <a:noFill/>
          </a:ln>
        </p:spPr>
      </p:pic>
      <p:cxnSp>
        <p:nvCxnSpPr>
          <p:cNvPr id="168" name="Google Shape;168;p20"/>
          <p:cNvCxnSpPr/>
          <p:nvPr/>
        </p:nvCxnSpPr>
        <p:spPr>
          <a:xfrm>
            <a:off x="647802" y="1794949"/>
            <a:ext cx="0" cy="2864700"/>
          </a:xfrm>
          <a:prstGeom prst="straightConnector1">
            <a:avLst/>
          </a:prstGeom>
          <a:noFill/>
          <a:ln cap="flat" cmpd="sng" w="38100">
            <a:solidFill>
              <a:srgbClr val="282828"/>
            </a:solidFill>
            <a:prstDash val="solid"/>
            <a:round/>
            <a:headEnd len="med" w="med" type="none"/>
            <a:tailEnd len="med" w="med" type="none"/>
          </a:ln>
        </p:spPr>
      </p:cxnSp>
      <p:pic>
        <p:nvPicPr>
          <p:cNvPr id="169" name="Google Shape;169;p20"/>
          <p:cNvPicPr preferRelativeResize="0"/>
          <p:nvPr/>
        </p:nvPicPr>
        <p:blipFill>
          <a:blip r:embed="rId7">
            <a:alphaModFix/>
          </a:blip>
          <a:stretch>
            <a:fillRect/>
          </a:stretch>
        </p:blipFill>
        <p:spPr>
          <a:xfrm>
            <a:off x="366079" y="3204365"/>
            <a:ext cx="563446" cy="572077"/>
          </a:xfrm>
          <a:prstGeom prst="rect">
            <a:avLst/>
          </a:prstGeom>
          <a:noFill/>
          <a:ln>
            <a:noFill/>
          </a:ln>
        </p:spPr>
      </p:pic>
      <p:pic>
        <p:nvPicPr>
          <p:cNvPr id="170" name="Google Shape;170;p20"/>
          <p:cNvPicPr preferRelativeResize="0"/>
          <p:nvPr/>
        </p:nvPicPr>
        <p:blipFill>
          <a:blip r:embed="rId8">
            <a:alphaModFix/>
          </a:blip>
          <a:stretch>
            <a:fillRect/>
          </a:stretch>
        </p:blipFill>
        <p:spPr>
          <a:xfrm>
            <a:off x="363357" y="1227081"/>
            <a:ext cx="563185" cy="572092"/>
          </a:xfrm>
          <a:prstGeom prst="rect">
            <a:avLst/>
          </a:prstGeom>
          <a:noFill/>
          <a:ln>
            <a:noFill/>
          </a:ln>
        </p:spPr>
      </p:pic>
      <p:pic>
        <p:nvPicPr>
          <p:cNvPr id="171" name="Google Shape;171;p20"/>
          <p:cNvPicPr preferRelativeResize="0"/>
          <p:nvPr/>
        </p:nvPicPr>
        <p:blipFill>
          <a:blip r:embed="rId9">
            <a:alphaModFix/>
          </a:blip>
          <a:stretch>
            <a:fillRect/>
          </a:stretch>
        </p:blipFill>
        <p:spPr>
          <a:xfrm>
            <a:off x="363340" y="2204903"/>
            <a:ext cx="563446" cy="572077"/>
          </a:xfrm>
          <a:prstGeom prst="rect">
            <a:avLst/>
          </a:prstGeom>
          <a:noFill/>
          <a:ln>
            <a:noFill/>
          </a:ln>
        </p:spPr>
      </p:pic>
      <p:sp>
        <p:nvSpPr>
          <p:cNvPr id="172" name="Google Shape;172;p20"/>
          <p:cNvSpPr txBox="1"/>
          <p:nvPr>
            <p:ph type="title"/>
          </p:nvPr>
        </p:nvSpPr>
        <p:spPr>
          <a:xfrm>
            <a:off x="1340800" y="1227075"/>
            <a:ext cx="6586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3" name="Google Shape;173;p20"/>
          <p:cNvSpPr txBox="1"/>
          <p:nvPr>
            <p:ph idx="2" type="title"/>
          </p:nvPr>
        </p:nvSpPr>
        <p:spPr>
          <a:xfrm>
            <a:off x="1340800" y="2209525"/>
            <a:ext cx="6586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4" name="Google Shape;174;p20"/>
          <p:cNvSpPr txBox="1"/>
          <p:nvPr>
            <p:ph idx="3" type="title"/>
          </p:nvPr>
        </p:nvSpPr>
        <p:spPr>
          <a:xfrm>
            <a:off x="1340800" y="3240000"/>
            <a:ext cx="6631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5" name="Google Shape;175;p20"/>
          <p:cNvSpPr txBox="1"/>
          <p:nvPr>
            <p:ph idx="4" type="title"/>
          </p:nvPr>
        </p:nvSpPr>
        <p:spPr>
          <a:xfrm>
            <a:off x="1340800" y="4193475"/>
            <a:ext cx="6631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6" name="Google Shape;176;p20"/>
          <p:cNvSpPr txBox="1"/>
          <p:nvPr>
            <p:ph idx="5" type="title"/>
          </p:nvPr>
        </p:nvSpPr>
        <p:spPr>
          <a:xfrm>
            <a:off x="324000" y="540000"/>
            <a:ext cx="8353200" cy="369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7" name="Google Shape;177;p20"/>
          <p:cNvSpPr txBox="1"/>
          <p:nvPr/>
        </p:nvSpPr>
        <p:spPr>
          <a:xfrm>
            <a:off x="324000" y="141750"/>
            <a:ext cx="2384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pic>
        <p:nvPicPr>
          <p:cNvPr id="178" name="Google Shape;178;p20"/>
          <p:cNvPicPr preferRelativeResize="0"/>
          <p:nvPr/>
        </p:nvPicPr>
        <p:blipFill>
          <a:blip r:embed="rId10">
            <a:alphaModFix/>
          </a:blip>
          <a:stretch>
            <a:fillRect/>
          </a:stretch>
        </p:blipFill>
        <p:spPr>
          <a:xfrm>
            <a:off x="363341" y="4191478"/>
            <a:ext cx="563446" cy="57207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5 Lesson outline (5)">
  <p:cSld name="CUSTOM_2">
    <p:spTree>
      <p:nvGrpSpPr>
        <p:cNvPr id="179" name="Shape 179"/>
        <p:cNvGrpSpPr/>
        <p:nvPr/>
      </p:nvGrpSpPr>
      <p:grpSpPr>
        <a:xfrm>
          <a:off x="0" y="0"/>
          <a:ext cx="0" cy="0"/>
          <a:chOff x="0" y="0"/>
          <a:chExt cx="0" cy="0"/>
        </a:xfrm>
      </p:grpSpPr>
      <p:cxnSp>
        <p:nvCxnSpPr>
          <p:cNvPr id="180" name="Google Shape;180;p21"/>
          <p:cNvCxnSpPr/>
          <p:nvPr/>
        </p:nvCxnSpPr>
        <p:spPr>
          <a:xfrm>
            <a:off x="647802" y="1794949"/>
            <a:ext cx="0" cy="2864700"/>
          </a:xfrm>
          <a:prstGeom prst="straightConnector1">
            <a:avLst/>
          </a:prstGeom>
          <a:noFill/>
          <a:ln cap="flat" cmpd="sng" w="38100">
            <a:solidFill>
              <a:srgbClr val="282828"/>
            </a:solidFill>
            <a:prstDash val="solid"/>
            <a:round/>
            <a:headEnd len="med" w="med" type="none"/>
            <a:tailEnd len="med" w="med" type="none"/>
          </a:ln>
        </p:spPr>
      </p:cxnSp>
      <p:sp>
        <p:nvSpPr>
          <p:cNvPr id="181" name="Google Shape;181;p21"/>
          <p:cNvSpPr/>
          <p:nvPr/>
        </p:nvSpPr>
        <p:spPr>
          <a:xfrm>
            <a:off x="392632" y="3396707"/>
            <a:ext cx="533100" cy="533100"/>
          </a:xfrm>
          <a:prstGeom prst="ellipse">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a:off x="232725" y="4099200"/>
            <a:ext cx="533100" cy="533100"/>
          </a:xfrm>
          <a:prstGeom prst="ellipse">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a:off x="367858" y="2674360"/>
            <a:ext cx="533100" cy="533100"/>
          </a:xfrm>
          <a:prstGeom prst="ellipse">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a:off x="401275" y="1992182"/>
            <a:ext cx="533100" cy="495000"/>
          </a:xfrm>
          <a:prstGeom prst="ellipse">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a:off x="435425" y="4204150"/>
            <a:ext cx="533100" cy="533100"/>
          </a:xfrm>
          <a:prstGeom prst="ellipse">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 name="Google Shape;186;p21"/>
          <p:cNvPicPr preferRelativeResize="0"/>
          <p:nvPr/>
        </p:nvPicPr>
        <p:blipFill rotWithShape="1">
          <a:blip r:embed="rId2">
            <a:alphaModFix/>
          </a:blip>
          <a:srcRect b="4396" l="0" r="0" t="4387"/>
          <a:stretch/>
        </p:blipFill>
        <p:spPr>
          <a:xfrm>
            <a:off x="866388" y="1942474"/>
            <a:ext cx="7168824" cy="563215"/>
          </a:xfrm>
          <a:prstGeom prst="rect">
            <a:avLst/>
          </a:prstGeom>
          <a:noFill/>
          <a:ln>
            <a:noFill/>
          </a:ln>
        </p:spPr>
      </p:pic>
      <p:pic>
        <p:nvPicPr>
          <p:cNvPr id="187" name="Google Shape;187;p21"/>
          <p:cNvPicPr preferRelativeResize="0"/>
          <p:nvPr/>
        </p:nvPicPr>
        <p:blipFill rotWithShape="1">
          <a:blip r:embed="rId3">
            <a:alphaModFix/>
          </a:blip>
          <a:srcRect b="0" l="74623" r="0" t="0"/>
          <a:stretch/>
        </p:blipFill>
        <p:spPr>
          <a:xfrm>
            <a:off x="863550" y="2640513"/>
            <a:ext cx="145900" cy="645874"/>
          </a:xfrm>
          <a:prstGeom prst="rect">
            <a:avLst/>
          </a:prstGeom>
          <a:noFill/>
          <a:ln>
            <a:noFill/>
          </a:ln>
        </p:spPr>
      </p:pic>
      <p:pic>
        <p:nvPicPr>
          <p:cNvPr id="188" name="Google Shape;188;p21"/>
          <p:cNvPicPr preferRelativeResize="0"/>
          <p:nvPr/>
        </p:nvPicPr>
        <p:blipFill rotWithShape="1">
          <a:blip r:embed="rId4">
            <a:alphaModFix/>
          </a:blip>
          <a:srcRect b="4396" l="0" r="0" t="4387"/>
          <a:stretch/>
        </p:blipFill>
        <p:spPr>
          <a:xfrm>
            <a:off x="863550" y="4083338"/>
            <a:ext cx="7168824" cy="563228"/>
          </a:xfrm>
          <a:prstGeom prst="rect">
            <a:avLst/>
          </a:prstGeom>
          <a:noFill/>
          <a:ln>
            <a:noFill/>
          </a:ln>
        </p:spPr>
      </p:pic>
      <p:pic>
        <p:nvPicPr>
          <p:cNvPr id="189" name="Google Shape;189;p21"/>
          <p:cNvPicPr preferRelativeResize="0"/>
          <p:nvPr/>
        </p:nvPicPr>
        <p:blipFill rotWithShape="1">
          <a:blip r:embed="rId3">
            <a:alphaModFix/>
          </a:blip>
          <a:srcRect b="0" l="74623" r="0" t="0"/>
          <a:stretch/>
        </p:blipFill>
        <p:spPr>
          <a:xfrm>
            <a:off x="863550" y="4043488"/>
            <a:ext cx="145900" cy="645874"/>
          </a:xfrm>
          <a:prstGeom prst="rect">
            <a:avLst/>
          </a:prstGeom>
          <a:noFill/>
          <a:ln>
            <a:noFill/>
          </a:ln>
        </p:spPr>
      </p:pic>
      <p:pic>
        <p:nvPicPr>
          <p:cNvPr id="190" name="Google Shape;190;p21"/>
          <p:cNvPicPr preferRelativeResize="0"/>
          <p:nvPr/>
        </p:nvPicPr>
        <p:blipFill rotWithShape="1">
          <a:blip r:embed="rId5">
            <a:alphaModFix/>
          </a:blip>
          <a:srcRect b="4396" l="0" r="0" t="4387"/>
          <a:stretch/>
        </p:blipFill>
        <p:spPr>
          <a:xfrm>
            <a:off x="863550" y="3383331"/>
            <a:ext cx="7168824" cy="563215"/>
          </a:xfrm>
          <a:prstGeom prst="rect">
            <a:avLst/>
          </a:prstGeom>
          <a:noFill/>
          <a:ln>
            <a:noFill/>
          </a:ln>
        </p:spPr>
      </p:pic>
      <p:pic>
        <p:nvPicPr>
          <p:cNvPr id="191" name="Google Shape;191;p21"/>
          <p:cNvPicPr preferRelativeResize="0"/>
          <p:nvPr/>
        </p:nvPicPr>
        <p:blipFill rotWithShape="1">
          <a:blip r:embed="rId3">
            <a:alphaModFix/>
          </a:blip>
          <a:srcRect b="0" l="74623" r="0" t="0"/>
          <a:stretch/>
        </p:blipFill>
        <p:spPr>
          <a:xfrm>
            <a:off x="863550" y="3335114"/>
            <a:ext cx="145900" cy="645874"/>
          </a:xfrm>
          <a:prstGeom prst="rect">
            <a:avLst/>
          </a:prstGeom>
          <a:noFill/>
          <a:ln>
            <a:noFill/>
          </a:ln>
        </p:spPr>
      </p:pic>
      <p:pic>
        <p:nvPicPr>
          <p:cNvPr id="192" name="Google Shape;192;p21"/>
          <p:cNvPicPr preferRelativeResize="0"/>
          <p:nvPr/>
        </p:nvPicPr>
        <p:blipFill rotWithShape="1">
          <a:blip r:embed="rId6">
            <a:alphaModFix/>
          </a:blip>
          <a:srcRect b="3669" l="0" r="0" t="3678"/>
          <a:stretch/>
        </p:blipFill>
        <p:spPr>
          <a:xfrm>
            <a:off x="866388" y="1238066"/>
            <a:ext cx="7168824" cy="572075"/>
          </a:xfrm>
          <a:prstGeom prst="rect">
            <a:avLst/>
          </a:prstGeom>
          <a:noFill/>
          <a:ln>
            <a:noFill/>
          </a:ln>
        </p:spPr>
      </p:pic>
      <p:pic>
        <p:nvPicPr>
          <p:cNvPr id="193" name="Google Shape;193;p21"/>
          <p:cNvPicPr preferRelativeResize="0"/>
          <p:nvPr/>
        </p:nvPicPr>
        <p:blipFill rotWithShape="1">
          <a:blip r:embed="rId3">
            <a:alphaModFix/>
          </a:blip>
          <a:srcRect b="0" l="74623" r="0" t="0"/>
          <a:stretch/>
        </p:blipFill>
        <p:spPr>
          <a:xfrm>
            <a:off x="863550" y="1200366"/>
            <a:ext cx="145900" cy="645874"/>
          </a:xfrm>
          <a:prstGeom prst="rect">
            <a:avLst/>
          </a:prstGeom>
          <a:noFill/>
          <a:ln>
            <a:noFill/>
          </a:ln>
        </p:spPr>
      </p:pic>
      <p:pic>
        <p:nvPicPr>
          <p:cNvPr id="194" name="Google Shape;194;p21"/>
          <p:cNvPicPr preferRelativeResize="0"/>
          <p:nvPr/>
        </p:nvPicPr>
        <p:blipFill rotWithShape="1">
          <a:blip r:embed="rId7">
            <a:alphaModFix/>
          </a:blip>
          <a:srcRect b="3721" l="0" r="0" t="3711"/>
          <a:stretch/>
        </p:blipFill>
        <p:spPr>
          <a:xfrm>
            <a:off x="866388" y="2660695"/>
            <a:ext cx="7168824" cy="572075"/>
          </a:xfrm>
          <a:prstGeom prst="rect">
            <a:avLst/>
          </a:prstGeom>
          <a:noFill/>
          <a:ln>
            <a:noFill/>
          </a:ln>
        </p:spPr>
      </p:pic>
      <p:pic>
        <p:nvPicPr>
          <p:cNvPr id="195" name="Google Shape;195;p21"/>
          <p:cNvPicPr preferRelativeResize="0"/>
          <p:nvPr/>
        </p:nvPicPr>
        <p:blipFill rotWithShape="1">
          <a:blip r:embed="rId3">
            <a:alphaModFix/>
          </a:blip>
          <a:srcRect b="0" l="74623" r="0" t="0"/>
          <a:stretch/>
        </p:blipFill>
        <p:spPr>
          <a:xfrm>
            <a:off x="863550" y="1912488"/>
            <a:ext cx="145900" cy="645874"/>
          </a:xfrm>
          <a:prstGeom prst="rect">
            <a:avLst/>
          </a:prstGeom>
          <a:noFill/>
          <a:ln>
            <a:noFill/>
          </a:ln>
        </p:spPr>
      </p:pic>
      <p:pic>
        <p:nvPicPr>
          <p:cNvPr id="196" name="Google Shape;196;p21"/>
          <p:cNvPicPr preferRelativeResize="0"/>
          <p:nvPr/>
        </p:nvPicPr>
        <p:blipFill rotWithShape="1">
          <a:blip r:embed="rId8">
            <a:alphaModFix/>
          </a:blip>
          <a:srcRect b="0" l="758" r="748" t="0"/>
          <a:stretch/>
        </p:blipFill>
        <p:spPr>
          <a:xfrm>
            <a:off x="363341" y="3373935"/>
            <a:ext cx="563446" cy="572077"/>
          </a:xfrm>
          <a:prstGeom prst="rect">
            <a:avLst/>
          </a:prstGeom>
          <a:noFill/>
          <a:ln>
            <a:noFill/>
          </a:ln>
        </p:spPr>
      </p:pic>
      <p:pic>
        <p:nvPicPr>
          <p:cNvPr id="197" name="Google Shape;197;p21"/>
          <p:cNvPicPr preferRelativeResize="0"/>
          <p:nvPr/>
        </p:nvPicPr>
        <p:blipFill rotWithShape="1">
          <a:blip r:embed="rId9">
            <a:alphaModFix/>
          </a:blip>
          <a:srcRect b="0" l="777" r="777" t="0"/>
          <a:stretch/>
        </p:blipFill>
        <p:spPr>
          <a:xfrm>
            <a:off x="363470" y="1235529"/>
            <a:ext cx="563185" cy="572093"/>
          </a:xfrm>
          <a:prstGeom prst="rect">
            <a:avLst/>
          </a:prstGeom>
          <a:noFill/>
          <a:ln>
            <a:noFill/>
          </a:ln>
        </p:spPr>
      </p:pic>
      <p:pic>
        <p:nvPicPr>
          <p:cNvPr id="198" name="Google Shape;198;p21"/>
          <p:cNvPicPr preferRelativeResize="0"/>
          <p:nvPr/>
        </p:nvPicPr>
        <p:blipFill rotWithShape="1">
          <a:blip r:embed="rId10">
            <a:alphaModFix/>
          </a:blip>
          <a:srcRect b="0" l="1559" r="1559" t="0"/>
          <a:stretch/>
        </p:blipFill>
        <p:spPr>
          <a:xfrm>
            <a:off x="363329" y="4090770"/>
            <a:ext cx="563446" cy="572077"/>
          </a:xfrm>
          <a:prstGeom prst="rect">
            <a:avLst/>
          </a:prstGeom>
          <a:noFill/>
          <a:ln>
            <a:noFill/>
          </a:ln>
        </p:spPr>
      </p:pic>
      <p:sp>
        <p:nvSpPr>
          <p:cNvPr id="199" name="Google Shape;199;p21"/>
          <p:cNvSpPr txBox="1"/>
          <p:nvPr>
            <p:ph type="title"/>
          </p:nvPr>
        </p:nvSpPr>
        <p:spPr>
          <a:xfrm>
            <a:off x="1327200" y="1329825"/>
            <a:ext cx="6586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0" name="Google Shape;200;p21"/>
          <p:cNvSpPr txBox="1"/>
          <p:nvPr>
            <p:ph idx="2" type="title"/>
          </p:nvPr>
        </p:nvSpPr>
        <p:spPr>
          <a:xfrm>
            <a:off x="1327200" y="2041819"/>
            <a:ext cx="6586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1" name="Google Shape;201;p21"/>
          <p:cNvSpPr txBox="1"/>
          <p:nvPr>
            <p:ph idx="3" type="title"/>
          </p:nvPr>
        </p:nvSpPr>
        <p:spPr>
          <a:xfrm>
            <a:off x="1327200" y="2753813"/>
            <a:ext cx="6631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21"/>
          <p:cNvSpPr txBox="1"/>
          <p:nvPr>
            <p:ph idx="4" type="title"/>
          </p:nvPr>
        </p:nvSpPr>
        <p:spPr>
          <a:xfrm>
            <a:off x="1327200" y="4177800"/>
            <a:ext cx="6631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ph idx="5" type="title"/>
          </p:nvPr>
        </p:nvSpPr>
        <p:spPr>
          <a:xfrm>
            <a:off x="324000" y="540000"/>
            <a:ext cx="8353200" cy="369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4" name="Google Shape;204;p21"/>
          <p:cNvSpPr txBox="1"/>
          <p:nvPr>
            <p:ph idx="6" type="title"/>
          </p:nvPr>
        </p:nvSpPr>
        <p:spPr>
          <a:xfrm>
            <a:off x="1327200" y="3465806"/>
            <a:ext cx="6631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200"/>
              <a:buFont typeface="Lexend"/>
              <a:buNone/>
              <a:defRPr b="0" sz="22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5" name="Google Shape;205;p21"/>
          <p:cNvSpPr txBox="1"/>
          <p:nvPr/>
        </p:nvSpPr>
        <p:spPr>
          <a:xfrm>
            <a:off x="324000" y="141750"/>
            <a:ext cx="2384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pic>
        <p:nvPicPr>
          <p:cNvPr id="206" name="Google Shape;206;p21"/>
          <p:cNvPicPr preferRelativeResize="0"/>
          <p:nvPr/>
        </p:nvPicPr>
        <p:blipFill rotWithShape="1">
          <a:blip r:embed="rId11">
            <a:alphaModFix/>
          </a:blip>
          <a:srcRect b="0" l="758" r="748" t="0"/>
          <a:stretch/>
        </p:blipFill>
        <p:spPr>
          <a:xfrm>
            <a:off x="363340" y="1943075"/>
            <a:ext cx="563446" cy="572077"/>
          </a:xfrm>
          <a:prstGeom prst="rect">
            <a:avLst/>
          </a:prstGeom>
          <a:noFill/>
          <a:ln>
            <a:noFill/>
          </a:ln>
        </p:spPr>
      </p:pic>
      <p:pic>
        <p:nvPicPr>
          <p:cNvPr id="207" name="Google Shape;207;p21"/>
          <p:cNvPicPr preferRelativeResize="0"/>
          <p:nvPr/>
        </p:nvPicPr>
        <p:blipFill rotWithShape="1">
          <a:blip r:embed="rId3">
            <a:alphaModFix/>
          </a:blip>
          <a:srcRect b="0" l="74623" r="0" t="0"/>
          <a:stretch/>
        </p:blipFill>
        <p:spPr>
          <a:xfrm>
            <a:off x="863550" y="2598288"/>
            <a:ext cx="145900" cy="645874"/>
          </a:xfrm>
          <a:prstGeom prst="rect">
            <a:avLst/>
          </a:prstGeom>
          <a:noFill/>
          <a:ln>
            <a:noFill/>
          </a:ln>
        </p:spPr>
      </p:pic>
      <p:pic>
        <p:nvPicPr>
          <p:cNvPr id="208" name="Google Shape;208;p21"/>
          <p:cNvPicPr preferRelativeResize="0"/>
          <p:nvPr/>
        </p:nvPicPr>
        <p:blipFill rotWithShape="1">
          <a:blip r:embed="rId12">
            <a:alphaModFix/>
          </a:blip>
          <a:srcRect b="0" l="758" r="748" t="0"/>
          <a:stretch/>
        </p:blipFill>
        <p:spPr>
          <a:xfrm>
            <a:off x="363479" y="2648651"/>
            <a:ext cx="563446" cy="572077"/>
          </a:xfrm>
          <a:prstGeom prst="rect">
            <a:avLst/>
          </a:prstGeom>
          <a:noFill/>
          <a:ln>
            <a:noFill/>
          </a:ln>
        </p:spPr>
      </p:pic>
    </p:spTree>
  </p:cSld>
  <p:clrMapOvr>
    <a:masterClrMapping/>
  </p:clrMapOvr>
  <p:extLst>
    <p:ext uri="{DCECCB84-F9BA-43D5-87BE-67443E8EF086}">
      <p15:sldGuideLst>
        <p15:guide id="1" pos="506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Explanation blank - purple ">
  <p:cSld name="TITLE_AND_TWO_COLUMNS_1_1_6_2_1_4">
    <p:spTree>
      <p:nvGrpSpPr>
        <p:cNvPr id="209" name="Shape 209"/>
        <p:cNvGrpSpPr/>
        <p:nvPr/>
      </p:nvGrpSpPr>
      <p:grpSpPr>
        <a:xfrm>
          <a:off x="0" y="0"/>
          <a:ext cx="0" cy="0"/>
          <a:chOff x="0" y="0"/>
          <a:chExt cx="0" cy="0"/>
        </a:xfrm>
      </p:grpSpPr>
      <p:pic>
        <p:nvPicPr>
          <p:cNvPr id="210" name="Google Shape;210;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1" name="Google Shape;211;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3" name="Google Shape;21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4" name="Google Shape;214;p22"/>
          <p:cNvPicPr preferRelativeResize="0"/>
          <p:nvPr/>
        </p:nvPicPr>
        <p:blipFill rotWithShape="1">
          <a:blip r:embed="rId3">
            <a:alphaModFix/>
          </a:blip>
          <a:srcRect b="0" l="0" r="0" t="0"/>
          <a:stretch/>
        </p:blipFill>
        <p:spPr>
          <a:xfrm>
            <a:off x="8426950" y="-11474"/>
            <a:ext cx="499700" cy="499700"/>
          </a:xfrm>
          <a:prstGeom prst="rect">
            <a:avLst/>
          </a:prstGeom>
          <a:noFill/>
          <a:ln>
            <a:noFill/>
          </a:ln>
        </p:spPr>
      </p:pic>
      <p:sp>
        <p:nvSpPr>
          <p:cNvPr id="215" name="Google Shape;215;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Explanation blank - jade">
  <p:cSld name="TITLE_AND_TWO_COLUMNS_1_1_6_2_1_2">
    <p:spTree>
      <p:nvGrpSpPr>
        <p:cNvPr id="216" name="Shape 216"/>
        <p:cNvGrpSpPr/>
        <p:nvPr/>
      </p:nvGrpSpPr>
      <p:grpSpPr>
        <a:xfrm>
          <a:off x="0" y="0"/>
          <a:ext cx="0" cy="0"/>
          <a:chOff x="0" y="0"/>
          <a:chExt cx="0" cy="0"/>
        </a:xfrm>
      </p:grpSpPr>
      <p:pic>
        <p:nvPicPr>
          <p:cNvPr id="217" name="Google Shape;21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8" name="Google Shape;218;p23"/>
          <p:cNvSpPr/>
          <p:nvPr/>
        </p:nvSpPr>
        <p:spPr>
          <a:xfrm>
            <a:off x="-1" y="-2"/>
            <a:ext cx="9144178" cy="540209"/>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220" name="Google Shape;220;p23"/>
          <p:cNvPicPr preferRelativeResize="0"/>
          <p:nvPr/>
        </p:nvPicPr>
        <p:blipFill rotWithShape="1">
          <a:blip r:embed="rId3">
            <a:alphaModFix/>
          </a:blip>
          <a:srcRect b="0" l="0" r="0" t="0"/>
          <a:stretch/>
        </p:blipFill>
        <p:spPr>
          <a:xfrm>
            <a:off x="8426950" y="-11474"/>
            <a:ext cx="499700" cy="499700"/>
          </a:xfrm>
          <a:prstGeom prst="rect">
            <a:avLst/>
          </a:prstGeom>
          <a:noFill/>
          <a:ln>
            <a:noFill/>
          </a:ln>
        </p:spPr>
      </p:pic>
      <p:sp>
        <p:nvSpPr>
          <p:cNvPr id="221" name="Google Shape;221;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2" name="Google Shape;222;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Explanation blank - blue ">
  <p:cSld name="TITLE_AND_TWO_COLUMNS_1_1_6_2_2">
    <p:spTree>
      <p:nvGrpSpPr>
        <p:cNvPr id="223" name="Shape 223"/>
        <p:cNvGrpSpPr/>
        <p:nvPr/>
      </p:nvGrpSpPr>
      <p:grpSpPr>
        <a:xfrm>
          <a:off x="0" y="0"/>
          <a:ext cx="0" cy="0"/>
          <a:chOff x="0" y="0"/>
          <a:chExt cx="0" cy="0"/>
        </a:xfrm>
      </p:grpSpPr>
      <p:pic>
        <p:nvPicPr>
          <p:cNvPr id="224" name="Google Shape;224;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5" name="Google Shape;225;p24"/>
          <p:cNvSpPr/>
          <p:nvPr/>
        </p:nvSpPr>
        <p:spPr>
          <a:xfrm>
            <a:off x="-1" y="-2"/>
            <a:ext cx="9144178" cy="540209"/>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227" name="Google Shape;227;p24"/>
          <p:cNvPicPr preferRelativeResize="0"/>
          <p:nvPr/>
        </p:nvPicPr>
        <p:blipFill rotWithShape="1">
          <a:blip r:embed="rId3">
            <a:alphaModFix/>
          </a:blip>
          <a:srcRect b="0" l="0" r="0" t="0"/>
          <a:stretch/>
        </p:blipFill>
        <p:spPr>
          <a:xfrm>
            <a:off x="8426950" y="-11474"/>
            <a:ext cx="499700" cy="499700"/>
          </a:xfrm>
          <a:prstGeom prst="rect">
            <a:avLst/>
          </a:prstGeom>
          <a:noFill/>
          <a:ln>
            <a:noFill/>
          </a:ln>
        </p:spPr>
      </p:pic>
      <p:sp>
        <p:nvSpPr>
          <p:cNvPr id="228" name="Google Shape;228;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9" name="Google Shape;229;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Explanation blank - pink ">
  <p:cSld name="TITLE_AND_TWO_COLUMNS_1_1_6_2_1_1">
    <p:spTree>
      <p:nvGrpSpPr>
        <p:cNvPr id="230" name="Shape 230"/>
        <p:cNvGrpSpPr/>
        <p:nvPr/>
      </p:nvGrpSpPr>
      <p:grpSpPr>
        <a:xfrm>
          <a:off x="0" y="0"/>
          <a:ext cx="0" cy="0"/>
          <a:chOff x="0" y="0"/>
          <a:chExt cx="0" cy="0"/>
        </a:xfrm>
      </p:grpSpPr>
      <p:pic>
        <p:nvPicPr>
          <p:cNvPr id="231" name="Google Shape;231;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2" name="Google Shape;232;p25"/>
          <p:cNvSpPr/>
          <p:nvPr/>
        </p:nvSpPr>
        <p:spPr>
          <a:xfrm>
            <a:off x="0" y="1"/>
            <a:ext cx="9144178" cy="540209"/>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234" name="Google Shape;234;p25"/>
          <p:cNvPicPr preferRelativeResize="0"/>
          <p:nvPr/>
        </p:nvPicPr>
        <p:blipFill rotWithShape="1">
          <a:blip r:embed="rId3">
            <a:alphaModFix/>
          </a:blip>
          <a:srcRect b="0" l="0" r="0" t="0"/>
          <a:stretch/>
        </p:blipFill>
        <p:spPr>
          <a:xfrm>
            <a:off x="8426950" y="-11474"/>
            <a:ext cx="499700" cy="499700"/>
          </a:xfrm>
          <a:prstGeom prst="rect">
            <a:avLst/>
          </a:prstGeom>
          <a:noFill/>
          <a:ln>
            <a:noFill/>
          </a:ln>
        </p:spPr>
      </p:pic>
      <p:sp>
        <p:nvSpPr>
          <p:cNvPr id="235" name="Google Shape;235;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6" name="Google Shape;236;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Explanation blank - orange">
  <p:cSld name="TITLE_AND_TWO_COLUMNS_1_1_6_2_1_3">
    <p:spTree>
      <p:nvGrpSpPr>
        <p:cNvPr id="237" name="Shape 237"/>
        <p:cNvGrpSpPr/>
        <p:nvPr/>
      </p:nvGrpSpPr>
      <p:grpSpPr>
        <a:xfrm>
          <a:off x="0" y="0"/>
          <a:ext cx="0" cy="0"/>
          <a:chOff x="0" y="0"/>
          <a:chExt cx="0" cy="0"/>
        </a:xfrm>
      </p:grpSpPr>
      <p:sp>
        <p:nvSpPr>
          <p:cNvPr id="238" name="Google Shape;238;p26"/>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240" name="Google Shape;24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pic>
        <p:nvPicPr>
          <p:cNvPr id="241" name="Google Shape;241;p26"/>
          <p:cNvPicPr preferRelativeResize="0"/>
          <p:nvPr/>
        </p:nvPicPr>
        <p:blipFill rotWithShape="1">
          <a:blip r:embed="rId3">
            <a:alphaModFix/>
          </a:blip>
          <a:srcRect b="0" l="0" r="0" t="0"/>
          <a:stretch/>
        </p:blipFill>
        <p:spPr>
          <a:xfrm>
            <a:off x="8426950" y="-11474"/>
            <a:ext cx="499700" cy="499700"/>
          </a:xfrm>
          <a:prstGeom prst="rect">
            <a:avLst/>
          </a:prstGeom>
          <a:noFill/>
          <a:ln>
            <a:noFill/>
          </a:ln>
        </p:spPr>
      </p:pic>
      <p:sp>
        <p:nvSpPr>
          <p:cNvPr id="242" name="Google Shape;242;p2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Explanation</a:t>
            </a:r>
            <a:endParaRPr b="1" sz="900">
              <a:solidFill>
                <a:srgbClr val="FFEFE4"/>
              </a:solidFill>
              <a:latin typeface="Lexend"/>
              <a:ea typeface="Lexend"/>
              <a:cs typeface="Lexend"/>
              <a:sym typeface="Lexend"/>
            </a:endParaRPr>
          </a:p>
        </p:txBody>
      </p:sp>
      <p:sp>
        <p:nvSpPr>
          <p:cNvPr id="243" name="Google Shape;243;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I do We do - purple">
  <p:cSld name="TITLE_AND_TWO_COLUMNS_1_1_9_2_2">
    <p:spTree>
      <p:nvGrpSpPr>
        <p:cNvPr id="244" name="Shape 244"/>
        <p:cNvGrpSpPr/>
        <p:nvPr/>
      </p:nvGrpSpPr>
      <p:grpSpPr>
        <a:xfrm>
          <a:off x="0" y="0"/>
          <a:ext cx="0" cy="0"/>
          <a:chOff x="0" y="0"/>
          <a:chExt cx="0" cy="0"/>
        </a:xfrm>
      </p:grpSpPr>
      <p:sp>
        <p:nvSpPr>
          <p:cNvPr id="245" name="Google Shape;245;p27"/>
          <p:cNvSpPr/>
          <p:nvPr/>
        </p:nvSpPr>
        <p:spPr>
          <a:xfrm>
            <a:off x="4572000" y="37525"/>
            <a:ext cx="4572300" cy="5106000"/>
          </a:xfrm>
          <a:prstGeom prst="rect">
            <a:avLst/>
          </a:prstGeom>
          <a:solidFill>
            <a:srgbClr val="EBE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 name="Google Shape;246;p27"/>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47" name="Google Shape;247;p2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9" name="Google Shape;249;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51" name="Google Shape;251;p27"/>
          <p:cNvPicPr preferRelativeResize="0"/>
          <p:nvPr/>
        </p:nvPicPr>
        <p:blipFill rotWithShape="1">
          <a:blip r:embed="rId3">
            <a:alphaModFix/>
          </a:blip>
          <a:srcRect b="0" l="0" r="0" t="0"/>
          <a:stretch/>
        </p:blipFill>
        <p:spPr>
          <a:xfrm>
            <a:off x="8005597" y="39476"/>
            <a:ext cx="499700" cy="499700"/>
          </a:xfrm>
          <a:prstGeom prst="rect">
            <a:avLst/>
          </a:prstGeom>
          <a:noFill/>
          <a:ln>
            <a:noFill/>
          </a:ln>
        </p:spPr>
      </p:pic>
      <p:pic>
        <p:nvPicPr>
          <p:cNvPr id="252" name="Google Shape;252;p27"/>
          <p:cNvPicPr preferRelativeResize="0"/>
          <p:nvPr/>
        </p:nvPicPr>
        <p:blipFill rotWithShape="1">
          <a:blip r:embed="rId4">
            <a:alphaModFix/>
          </a:blip>
          <a:srcRect b="0" l="0" r="0" t="0"/>
          <a:stretch/>
        </p:blipFill>
        <p:spPr>
          <a:xfrm>
            <a:off x="8586560" y="39476"/>
            <a:ext cx="499700" cy="4997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I do We do - jade">
  <p:cSld name="TITLE_AND_TWO_COLUMNS_1_1_9_2_2_1_1">
    <p:spTree>
      <p:nvGrpSpPr>
        <p:cNvPr id="253" name="Shape 253"/>
        <p:cNvGrpSpPr/>
        <p:nvPr/>
      </p:nvGrpSpPr>
      <p:grpSpPr>
        <a:xfrm>
          <a:off x="0" y="0"/>
          <a:ext cx="0" cy="0"/>
          <a:chOff x="0" y="0"/>
          <a:chExt cx="0" cy="0"/>
        </a:xfrm>
      </p:grpSpPr>
      <p:sp>
        <p:nvSpPr>
          <p:cNvPr id="254" name="Google Shape;254;p28"/>
          <p:cNvSpPr/>
          <p:nvPr/>
        </p:nvSpPr>
        <p:spPr>
          <a:xfrm>
            <a:off x="4572000" y="37525"/>
            <a:ext cx="4572300" cy="5106000"/>
          </a:xfrm>
          <a:prstGeom prst="rect">
            <a:avLst/>
          </a:prstGeom>
          <a:solidFill>
            <a:srgbClr val="E6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5" name="Google Shape;255;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6" name="Google Shape;256;p2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8" name="Google Shape;258;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9" name="Google Shape;259;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60" name="Google Shape;260;p28"/>
          <p:cNvPicPr preferRelativeResize="0"/>
          <p:nvPr/>
        </p:nvPicPr>
        <p:blipFill rotWithShape="1">
          <a:blip r:embed="rId3">
            <a:alphaModFix/>
          </a:blip>
          <a:srcRect b="0" l="0" r="0" t="0"/>
          <a:stretch/>
        </p:blipFill>
        <p:spPr>
          <a:xfrm>
            <a:off x="8005597" y="39476"/>
            <a:ext cx="499700" cy="499700"/>
          </a:xfrm>
          <a:prstGeom prst="rect">
            <a:avLst/>
          </a:prstGeom>
          <a:noFill/>
          <a:ln>
            <a:noFill/>
          </a:ln>
        </p:spPr>
      </p:pic>
      <p:pic>
        <p:nvPicPr>
          <p:cNvPr id="261" name="Google Shape;261;p28"/>
          <p:cNvPicPr preferRelativeResize="0"/>
          <p:nvPr/>
        </p:nvPicPr>
        <p:blipFill rotWithShape="1">
          <a:blip r:embed="rId4">
            <a:alphaModFix/>
          </a:blip>
          <a:srcRect b="0" l="0" r="0" t="0"/>
          <a:stretch/>
        </p:blipFill>
        <p:spPr>
          <a:xfrm>
            <a:off x="8586560" y="39476"/>
            <a:ext cx="499700" cy="4997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 do We do - blue">
  <p:cSld name="TITLE_AND_TWO_COLUMNS_1_1_9_2_3">
    <p:spTree>
      <p:nvGrpSpPr>
        <p:cNvPr id="262" name="Shape 262"/>
        <p:cNvGrpSpPr/>
        <p:nvPr/>
      </p:nvGrpSpPr>
      <p:grpSpPr>
        <a:xfrm>
          <a:off x="0" y="0"/>
          <a:ext cx="0" cy="0"/>
          <a:chOff x="0" y="0"/>
          <a:chExt cx="0" cy="0"/>
        </a:xfrm>
      </p:grpSpPr>
      <p:sp>
        <p:nvSpPr>
          <p:cNvPr id="263" name="Google Shape;263;p29"/>
          <p:cNvSpPr/>
          <p:nvPr/>
        </p:nvSpPr>
        <p:spPr>
          <a:xfrm>
            <a:off x="4572000" y="37525"/>
            <a:ext cx="4572300" cy="5106000"/>
          </a:xfrm>
          <a:prstGeom prst="rect">
            <a:avLst/>
          </a:prstGeom>
          <a:solidFill>
            <a:srgbClr val="EBE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69" name="Google Shape;269;p29"/>
          <p:cNvPicPr preferRelativeResize="0"/>
          <p:nvPr/>
        </p:nvPicPr>
        <p:blipFill rotWithShape="1">
          <a:blip r:embed="rId3">
            <a:alphaModFix/>
          </a:blip>
          <a:srcRect b="0" l="0" r="0" t="0"/>
          <a:stretch/>
        </p:blipFill>
        <p:spPr>
          <a:xfrm>
            <a:off x="8005597" y="39476"/>
            <a:ext cx="499700" cy="499700"/>
          </a:xfrm>
          <a:prstGeom prst="rect">
            <a:avLst/>
          </a:prstGeom>
          <a:noFill/>
          <a:ln>
            <a:noFill/>
          </a:ln>
        </p:spPr>
      </p:pic>
      <p:pic>
        <p:nvPicPr>
          <p:cNvPr id="270" name="Google Shape;270;p29"/>
          <p:cNvPicPr preferRelativeResize="0"/>
          <p:nvPr/>
        </p:nvPicPr>
        <p:blipFill rotWithShape="1">
          <a:blip r:embed="rId4">
            <a:alphaModFix/>
          </a:blip>
          <a:srcRect b="0" l="0" r="0" t="0"/>
          <a:stretch/>
        </p:blipFill>
        <p:spPr>
          <a:xfrm>
            <a:off x="8586560" y="39476"/>
            <a:ext cx="499700" cy="499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I do We do - pink">
  <p:cSld name="TITLE_AND_TWO_COLUMNS_1_1_9_2_2_1_1_1">
    <p:spTree>
      <p:nvGrpSpPr>
        <p:cNvPr id="271" name="Shape 271"/>
        <p:cNvGrpSpPr/>
        <p:nvPr/>
      </p:nvGrpSpPr>
      <p:grpSpPr>
        <a:xfrm>
          <a:off x="0" y="0"/>
          <a:ext cx="0" cy="0"/>
          <a:chOff x="0" y="0"/>
          <a:chExt cx="0" cy="0"/>
        </a:xfrm>
      </p:grpSpPr>
      <p:sp>
        <p:nvSpPr>
          <p:cNvPr id="272" name="Google Shape;272;p30"/>
          <p:cNvSpPr/>
          <p:nvPr/>
        </p:nvSpPr>
        <p:spPr>
          <a:xfrm>
            <a:off x="4572000" y="37525"/>
            <a:ext cx="4572300" cy="5106000"/>
          </a:xfrm>
          <a:prstGeom prst="rect">
            <a:avLst/>
          </a:prstGeom>
          <a:solidFill>
            <a:srgbClr val="FAEA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3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3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78" name="Google Shape;278;p30"/>
          <p:cNvPicPr preferRelativeResize="0"/>
          <p:nvPr/>
        </p:nvPicPr>
        <p:blipFill rotWithShape="1">
          <a:blip r:embed="rId3">
            <a:alphaModFix/>
          </a:blip>
          <a:srcRect b="0" l="0" r="0" t="0"/>
          <a:stretch/>
        </p:blipFill>
        <p:spPr>
          <a:xfrm>
            <a:off x="8005597" y="39476"/>
            <a:ext cx="499700" cy="499700"/>
          </a:xfrm>
          <a:prstGeom prst="rect">
            <a:avLst/>
          </a:prstGeom>
          <a:noFill/>
          <a:ln>
            <a:noFill/>
          </a:ln>
        </p:spPr>
      </p:pic>
      <p:pic>
        <p:nvPicPr>
          <p:cNvPr id="279" name="Google Shape;279;p30"/>
          <p:cNvPicPr preferRelativeResize="0"/>
          <p:nvPr/>
        </p:nvPicPr>
        <p:blipFill rotWithShape="1">
          <a:blip r:embed="rId4">
            <a:alphaModFix/>
          </a:blip>
          <a:srcRect b="0" l="0" r="0" t="0"/>
          <a:stretch/>
        </p:blipFill>
        <p:spPr>
          <a:xfrm>
            <a:off x="8586560" y="39476"/>
            <a:ext cx="499700" cy="4997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I do We do - orange">
  <p:cSld name="TITLE_AND_TWO_COLUMNS_1_1_9_2_2_1_2">
    <p:spTree>
      <p:nvGrpSpPr>
        <p:cNvPr id="280" name="Shape 280"/>
        <p:cNvGrpSpPr/>
        <p:nvPr/>
      </p:nvGrpSpPr>
      <p:grpSpPr>
        <a:xfrm>
          <a:off x="0" y="0"/>
          <a:ext cx="0" cy="0"/>
          <a:chOff x="0" y="0"/>
          <a:chExt cx="0" cy="0"/>
        </a:xfrm>
      </p:grpSpPr>
      <p:sp>
        <p:nvSpPr>
          <p:cNvPr id="281" name="Google Shape;281;p31"/>
          <p:cNvSpPr/>
          <p:nvPr/>
        </p:nvSpPr>
        <p:spPr>
          <a:xfrm>
            <a:off x="4572000" y="37525"/>
            <a:ext cx="4572300" cy="5106000"/>
          </a:xfrm>
          <a:prstGeom prst="rect">
            <a:avLst/>
          </a:prstGeom>
          <a:solidFill>
            <a:srgbClr val="FFEF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1"/>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 name="Google Shape;283;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84" name="Google Shape;284;p31"/>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5" name="Google Shape;285;p31"/>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6" name="Google Shape;286;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7" name="Google Shape;287;p31"/>
          <p:cNvPicPr preferRelativeResize="0"/>
          <p:nvPr/>
        </p:nvPicPr>
        <p:blipFill rotWithShape="1">
          <a:blip r:embed="rId3">
            <a:alphaModFix/>
          </a:blip>
          <a:srcRect b="0" l="0" r="0" t="0"/>
          <a:stretch/>
        </p:blipFill>
        <p:spPr>
          <a:xfrm>
            <a:off x="8005597" y="39476"/>
            <a:ext cx="499700" cy="499700"/>
          </a:xfrm>
          <a:prstGeom prst="rect">
            <a:avLst/>
          </a:prstGeom>
          <a:noFill/>
          <a:ln>
            <a:noFill/>
          </a:ln>
        </p:spPr>
      </p:pic>
      <p:pic>
        <p:nvPicPr>
          <p:cNvPr id="288" name="Google Shape;288;p31"/>
          <p:cNvPicPr preferRelativeResize="0"/>
          <p:nvPr/>
        </p:nvPicPr>
        <p:blipFill rotWithShape="1">
          <a:blip r:embed="rId4">
            <a:alphaModFix/>
          </a:blip>
          <a:srcRect b="0" l="0" r="0" t="0"/>
          <a:stretch/>
        </p:blipFill>
        <p:spPr>
          <a:xfrm>
            <a:off x="8586560" y="39476"/>
            <a:ext cx="499700" cy="4997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CfU true/false justify - purple">
  <p:cSld name="TITLE_AND_TWO_COLUMNS_1_1_9_1_3_1">
    <p:bg>
      <p:bgPr>
        <a:solidFill>
          <a:srgbClr val="F3EEFB"/>
        </a:solidFill>
      </p:bgPr>
    </p:bg>
    <p:spTree>
      <p:nvGrpSpPr>
        <p:cNvPr id="289" name="Shape 289"/>
        <p:cNvGrpSpPr/>
        <p:nvPr/>
      </p:nvGrpSpPr>
      <p:grpSpPr>
        <a:xfrm>
          <a:off x="0" y="0"/>
          <a:ext cx="0" cy="0"/>
          <a:chOff x="0" y="0"/>
          <a:chExt cx="0" cy="0"/>
        </a:xfrm>
      </p:grpSpPr>
      <p:pic>
        <p:nvPicPr>
          <p:cNvPr id="290" name="Google Shape;290;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91" name="Google Shape;291;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3" name="Google Shape;293;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4" name="Google Shape;294;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5" name="Google Shape;295;p32"/>
          <p:cNvSpPr txBox="1"/>
          <p:nvPr>
            <p:ph idx="1" type="subTitle"/>
          </p:nvPr>
        </p:nvSpPr>
        <p:spPr>
          <a:xfrm>
            <a:off x="980575" y="31840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3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8" name="Google Shape;298;p32"/>
          <p:cNvSpPr txBox="1"/>
          <p:nvPr>
            <p:ph idx="3" type="subTitle"/>
          </p:nvPr>
        </p:nvSpPr>
        <p:spPr>
          <a:xfrm>
            <a:off x="980575" y="40222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299" name="Google Shape;299;p32"/>
          <p:cNvPicPr preferRelativeResize="0"/>
          <p:nvPr/>
        </p:nvPicPr>
        <p:blipFill rotWithShape="1">
          <a:blip r:embed="rId3">
            <a:alphaModFix/>
          </a:blip>
          <a:srcRect b="0" l="0" r="0" t="0"/>
          <a:stretch/>
        </p:blipFill>
        <p:spPr>
          <a:xfrm>
            <a:off x="2429775" y="1780501"/>
            <a:ext cx="457425" cy="457425"/>
          </a:xfrm>
          <a:prstGeom prst="rect">
            <a:avLst/>
          </a:prstGeom>
          <a:noFill/>
          <a:ln>
            <a:noFill/>
          </a:ln>
        </p:spPr>
      </p:pic>
      <p:sp>
        <p:nvSpPr>
          <p:cNvPr id="300" name="Google Shape;300;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pic>
        <p:nvPicPr>
          <p:cNvPr id="301" name="Google Shape;301;p32"/>
          <p:cNvPicPr preferRelativeResize="0"/>
          <p:nvPr/>
        </p:nvPicPr>
        <p:blipFill rotWithShape="1">
          <a:blip r:embed="rId3">
            <a:alphaModFix/>
          </a:blip>
          <a:srcRect b="0" l="0" r="0" t="0"/>
          <a:stretch/>
        </p:blipFill>
        <p:spPr>
          <a:xfrm>
            <a:off x="4824000" y="1780501"/>
            <a:ext cx="457425" cy="457425"/>
          </a:xfrm>
          <a:prstGeom prst="rect">
            <a:avLst/>
          </a:prstGeom>
          <a:noFill/>
          <a:ln>
            <a:noFill/>
          </a:ln>
        </p:spPr>
      </p:pic>
      <p:sp>
        <p:nvSpPr>
          <p:cNvPr id="302" name="Google Shape;302;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3" name="Google Shape;303;p32"/>
          <p:cNvPicPr preferRelativeResize="0"/>
          <p:nvPr/>
        </p:nvPicPr>
        <p:blipFill>
          <a:blip r:embed="rId4">
            <a:alphaModFix/>
          </a:blip>
          <a:stretch>
            <a:fillRect/>
          </a:stretch>
        </p:blipFill>
        <p:spPr>
          <a:xfrm>
            <a:off x="324000" y="3139351"/>
            <a:ext cx="457425" cy="457425"/>
          </a:xfrm>
          <a:prstGeom prst="rect">
            <a:avLst/>
          </a:prstGeom>
          <a:noFill/>
          <a:ln>
            <a:noFill/>
          </a:ln>
        </p:spPr>
      </p:pic>
      <p:sp>
        <p:nvSpPr>
          <p:cNvPr id="304" name="Google Shape;304;p32"/>
          <p:cNvSpPr txBox="1"/>
          <p:nvPr/>
        </p:nvSpPr>
        <p:spPr>
          <a:xfrm>
            <a:off x="348713" y="32294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305" name="Google Shape;305;p32"/>
          <p:cNvPicPr preferRelativeResize="0"/>
          <p:nvPr/>
        </p:nvPicPr>
        <p:blipFill>
          <a:blip r:embed="rId4">
            <a:alphaModFix/>
          </a:blip>
          <a:stretch>
            <a:fillRect/>
          </a:stretch>
        </p:blipFill>
        <p:spPr>
          <a:xfrm>
            <a:off x="324000" y="3987701"/>
            <a:ext cx="457425" cy="457425"/>
          </a:xfrm>
          <a:prstGeom prst="rect">
            <a:avLst/>
          </a:prstGeom>
          <a:noFill/>
          <a:ln>
            <a:noFill/>
          </a:ln>
        </p:spPr>
      </p:pic>
      <p:sp>
        <p:nvSpPr>
          <p:cNvPr id="306" name="Google Shape;306;p32"/>
          <p:cNvSpPr txBox="1"/>
          <p:nvPr/>
        </p:nvSpPr>
        <p:spPr>
          <a:xfrm>
            <a:off x="348713" y="40778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307" name="Google Shape;307;p32"/>
          <p:cNvPicPr preferRelativeResize="0"/>
          <p:nvPr/>
        </p:nvPicPr>
        <p:blipFill rotWithShape="1">
          <a:blip r:embed="rId5">
            <a:alphaModFix/>
          </a:blip>
          <a:srcRect b="0" l="0" r="0" t="0"/>
          <a:stretch/>
        </p:blipFill>
        <p:spPr>
          <a:xfrm>
            <a:off x="8528585" y="-11474"/>
            <a:ext cx="499700" cy="499700"/>
          </a:xfrm>
          <a:prstGeom prst="rect">
            <a:avLst/>
          </a:prstGeom>
          <a:noFill/>
          <a:ln>
            <a:noFill/>
          </a:ln>
        </p:spPr>
      </p:pic>
      <p:sp>
        <p:nvSpPr>
          <p:cNvPr id="308" name="Google Shape;308;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9" name="Google Shape;309;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CfU true/false justify - jade">
  <p:cSld name="TITLE_AND_TWO_COLUMNS_1_1_9_1_3_1_1_1">
    <p:bg>
      <p:bgPr>
        <a:solidFill>
          <a:srgbClr val="E6F2F2"/>
        </a:solidFill>
      </p:bgPr>
    </p:bg>
    <p:spTree>
      <p:nvGrpSpPr>
        <p:cNvPr id="310" name="Shape 310"/>
        <p:cNvGrpSpPr/>
        <p:nvPr/>
      </p:nvGrpSpPr>
      <p:grpSpPr>
        <a:xfrm>
          <a:off x="0" y="0"/>
          <a:ext cx="0" cy="0"/>
          <a:chOff x="0" y="0"/>
          <a:chExt cx="0" cy="0"/>
        </a:xfrm>
      </p:grpSpPr>
      <p:pic>
        <p:nvPicPr>
          <p:cNvPr id="311" name="Google Shape;311;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2" name="Google Shape;312;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4" name="Google Shape;314;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5" name="Google Shape;315;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6" name="Google Shape;316;p33"/>
          <p:cNvSpPr txBox="1"/>
          <p:nvPr>
            <p:ph idx="1" type="subTitle"/>
          </p:nvPr>
        </p:nvSpPr>
        <p:spPr>
          <a:xfrm>
            <a:off x="980575" y="31840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7" name="Google Shape;317;p33"/>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19" name="Google Shape;319;p33"/>
          <p:cNvSpPr txBox="1"/>
          <p:nvPr>
            <p:ph idx="3" type="subTitle"/>
          </p:nvPr>
        </p:nvSpPr>
        <p:spPr>
          <a:xfrm>
            <a:off x="980575" y="40222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320" name="Google Shape;320;p33"/>
          <p:cNvPicPr preferRelativeResize="0"/>
          <p:nvPr/>
        </p:nvPicPr>
        <p:blipFill rotWithShape="1">
          <a:blip r:embed="rId3">
            <a:alphaModFix/>
          </a:blip>
          <a:srcRect b="0" l="0" r="0" t="0"/>
          <a:stretch/>
        </p:blipFill>
        <p:spPr>
          <a:xfrm>
            <a:off x="2429775" y="1780501"/>
            <a:ext cx="457425" cy="457425"/>
          </a:xfrm>
          <a:prstGeom prst="rect">
            <a:avLst/>
          </a:prstGeom>
          <a:noFill/>
          <a:ln>
            <a:noFill/>
          </a:ln>
        </p:spPr>
      </p:pic>
      <p:sp>
        <p:nvSpPr>
          <p:cNvPr id="321" name="Google Shape;321;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pic>
        <p:nvPicPr>
          <p:cNvPr id="322" name="Google Shape;322;p33"/>
          <p:cNvPicPr preferRelativeResize="0"/>
          <p:nvPr/>
        </p:nvPicPr>
        <p:blipFill rotWithShape="1">
          <a:blip r:embed="rId3">
            <a:alphaModFix/>
          </a:blip>
          <a:srcRect b="0" l="0" r="0" t="0"/>
          <a:stretch/>
        </p:blipFill>
        <p:spPr>
          <a:xfrm>
            <a:off x="4824000" y="1780501"/>
            <a:ext cx="457425" cy="457425"/>
          </a:xfrm>
          <a:prstGeom prst="rect">
            <a:avLst/>
          </a:prstGeom>
          <a:noFill/>
          <a:ln>
            <a:noFill/>
          </a:ln>
        </p:spPr>
      </p:pic>
      <p:sp>
        <p:nvSpPr>
          <p:cNvPr id="323" name="Google Shape;323;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24" name="Google Shape;324;p33"/>
          <p:cNvPicPr preferRelativeResize="0"/>
          <p:nvPr/>
        </p:nvPicPr>
        <p:blipFill rotWithShape="1">
          <a:blip r:embed="rId4">
            <a:alphaModFix/>
          </a:blip>
          <a:srcRect b="0" l="0" r="0" t="0"/>
          <a:stretch/>
        </p:blipFill>
        <p:spPr>
          <a:xfrm>
            <a:off x="324000" y="3139351"/>
            <a:ext cx="457425" cy="457425"/>
          </a:xfrm>
          <a:prstGeom prst="rect">
            <a:avLst/>
          </a:prstGeom>
          <a:noFill/>
          <a:ln>
            <a:noFill/>
          </a:ln>
        </p:spPr>
      </p:pic>
      <p:sp>
        <p:nvSpPr>
          <p:cNvPr id="325" name="Google Shape;325;p33"/>
          <p:cNvSpPr txBox="1"/>
          <p:nvPr/>
        </p:nvSpPr>
        <p:spPr>
          <a:xfrm>
            <a:off x="348713" y="32294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326" name="Google Shape;326;p33"/>
          <p:cNvPicPr preferRelativeResize="0"/>
          <p:nvPr/>
        </p:nvPicPr>
        <p:blipFill rotWithShape="1">
          <a:blip r:embed="rId4">
            <a:alphaModFix/>
          </a:blip>
          <a:srcRect b="0" l="0" r="0" t="0"/>
          <a:stretch/>
        </p:blipFill>
        <p:spPr>
          <a:xfrm>
            <a:off x="324000" y="3987701"/>
            <a:ext cx="457425" cy="457425"/>
          </a:xfrm>
          <a:prstGeom prst="rect">
            <a:avLst/>
          </a:prstGeom>
          <a:noFill/>
          <a:ln>
            <a:noFill/>
          </a:ln>
        </p:spPr>
      </p:pic>
      <p:sp>
        <p:nvSpPr>
          <p:cNvPr id="327" name="Google Shape;327;p33"/>
          <p:cNvSpPr txBox="1"/>
          <p:nvPr/>
        </p:nvSpPr>
        <p:spPr>
          <a:xfrm>
            <a:off x="348713" y="40778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328" name="Google Shape;328;p33"/>
          <p:cNvPicPr preferRelativeResize="0"/>
          <p:nvPr/>
        </p:nvPicPr>
        <p:blipFill rotWithShape="1">
          <a:blip r:embed="rId5">
            <a:alphaModFix/>
          </a:blip>
          <a:srcRect b="0" l="0" r="0" t="0"/>
          <a:stretch/>
        </p:blipFill>
        <p:spPr>
          <a:xfrm>
            <a:off x="8528585" y="-11474"/>
            <a:ext cx="499700" cy="499700"/>
          </a:xfrm>
          <a:prstGeom prst="rect">
            <a:avLst/>
          </a:prstGeom>
          <a:noFill/>
          <a:ln>
            <a:noFill/>
          </a:ln>
        </p:spPr>
      </p:pic>
      <p:sp>
        <p:nvSpPr>
          <p:cNvPr id="329" name="Google Shape;329;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30" name="Google Shape;330;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4"/>
          <p:cNvSpPr txBox="1"/>
          <p:nvPr>
            <p:ph idx="1" type="subTitle"/>
          </p:nvPr>
        </p:nvSpPr>
        <p:spPr>
          <a:xfrm>
            <a:off x="980575" y="31840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4"/>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9" name="Google Shape;339;p3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40" name="Google Shape;340;p34"/>
          <p:cNvSpPr txBox="1"/>
          <p:nvPr>
            <p:ph idx="3" type="subTitle"/>
          </p:nvPr>
        </p:nvSpPr>
        <p:spPr>
          <a:xfrm>
            <a:off x="980575" y="40222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341" name="Google Shape;341;p34"/>
          <p:cNvPicPr preferRelativeResize="0"/>
          <p:nvPr/>
        </p:nvPicPr>
        <p:blipFill rotWithShape="1">
          <a:blip r:embed="rId3">
            <a:alphaModFix/>
          </a:blip>
          <a:srcRect b="0" l="0" r="0" t="0"/>
          <a:stretch/>
        </p:blipFill>
        <p:spPr>
          <a:xfrm>
            <a:off x="2429775" y="1780501"/>
            <a:ext cx="457425" cy="457425"/>
          </a:xfrm>
          <a:prstGeom prst="rect">
            <a:avLst/>
          </a:prstGeom>
          <a:noFill/>
          <a:ln>
            <a:noFill/>
          </a:ln>
        </p:spPr>
      </p:pic>
      <p:sp>
        <p:nvSpPr>
          <p:cNvPr id="342" name="Google Shape;342;p3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pic>
        <p:nvPicPr>
          <p:cNvPr id="343" name="Google Shape;343;p34"/>
          <p:cNvPicPr preferRelativeResize="0"/>
          <p:nvPr/>
        </p:nvPicPr>
        <p:blipFill rotWithShape="1">
          <a:blip r:embed="rId3">
            <a:alphaModFix/>
          </a:blip>
          <a:srcRect b="0" l="0" r="0" t="0"/>
          <a:stretch/>
        </p:blipFill>
        <p:spPr>
          <a:xfrm>
            <a:off x="4824000" y="1780501"/>
            <a:ext cx="457425" cy="457425"/>
          </a:xfrm>
          <a:prstGeom prst="rect">
            <a:avLst/>
          </a:prstGeom>
          <a:noFill/>
          <a:ln>
            <a:noFill/>
          </a:ln>
        </p:spPr>
      </p:pic>
      <p:sp>
        <p:nvSpPr>
          <p:cNvPr id="344" name="Google Shape;344;p3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45" name="Google Shape;345;p34"/>
          <p:cNvPicPr preferRelativeResize="0"/>
          <p:nvPr/>
        </p:nvPicPr>
        <p:blipFill rotWithShape="1">
          <a:blip r:embed="rId4">
            <a:alphaModFix/>
          </a:blip>
          <a:srcRect b="0" l="0" r="0" t="0"/>
          <a:stretch/>
        </p:blipFill>
        <p:spPr>
          <a:xfrm>
            <a:off x="324000" y="3139351"/>
            <a:ext cx="457425" cy="457425"/>
          </a:xfrm>
          <a:prstGeom prst="rect">
            <a:avLst/>
          </a:prstGeom>
          <a:noFill/>
          <a:ln>
            <a:noFill/>
          </a:ln>
        </p:spPr>
      </p:pic>
      <p:sp>
        <p:nvSpPr>
          <p:cNvPr id="346" name="Google Shape;346;p34"/>
          <p:cNvSpPr txBox="1"/>
          <p:nvPr/>
        </p:nvSpPr>
        <p:spPr>
          <a:xfrm>
            <a:off x="348713" y="32294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347" name="Google Shape;347;p34"/>
          <p:cNvPicPr preferRelativeResize="0"/>
          <p:nvPr/>
        </p:nvPicPr>
        <p:blipFill rotWithShape="1">
          <a:blip r:embed="rId4">
            <a:alphaModFix/>
          </a:blip>
          <a:srcRect b="0" l="0" r="0" t="0"/>
          <a:stretch/>
        </p:blipFill>
        <p:spPr>
          <a:xfrm>
            <a:off x="324000" y="3987701"/>
            <a:ext cx="457425" cy="457425"/>
          </a:xfrm>
          <a:prstGeom prst="rect">
            <a:avLst/>
          </a:prstGeom>
          <a:noFill/>
          <a:ln>
            <a:noFill/>
          </a:ln>
        </p:spPr>
      </p:pic>
      <p:sp>
        <p:nvSpPr>
          <p:cNvPr id="348" name="Google Shape;348;p34"/>
          <p:cNvSpPr txBox="1"/>
          <p:nvPr/>
        </p:nvSpPr>
        <p:spPr>
          <a:xfrm>
            <a:off x="348713" y="40778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349" name="Google Shape;349;p34"/>
          <p:cNvPicPr preferRelativeResize="0"/>
          <p:nvPr/>
        </p:nvPicPr>
        <p:blipFill rotWithShape="1">
          <a:blip r:embed="rId5">
            <a:alphaModFix/>
          </a:blip>
          <a:srcRect b="0" l="0" r="0" t="0"/>
          <a:stretch/>
        </p:blipFill>
        <p:spPr>
          <a:xfrm>
            <a:off x="8528585" y="-11474"/>
            <a:ext cx="499700" cy="499700"/>
          </a:xfrm>
          <a:prstGeom prst="rect">
            <a:avLst/>
          </a:prstGeom>
          <a:noFill/>
          <a:ln>
            <a:noFill/>
          </a:ln>
        </p:spPr>
      </p:pic>
      <p:sp>
        <p:nvSpPr>
          <p:cNvPr id="350" name="Google Shape;35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CfU true/false justify - pink">
  <p:cSld name="TITLE_AND_TWO_COLUMNS_1_1_9_1_3_1_1_1_1">
    <p:bg>
      <p:bgPr>
        <a:solidFill>
          <a:srgbClr val="FAEAF6"/>
        </a:solidFill>
      </p:bgPr>
    </p:bg>
    <p:spTree>
      <p:nvGrpSpPr>
        <p:cNvPr id="352" name="Shape 352"/>
        <p:cNvGrpSpPr/>
        <p:nvPr/>
      </p:nvGrpSpPr>
      <p:grpSpPr>
        <a:xfrm>
          <a:off x="0" y="0"/>
          <a:ext cx="0" cy="0"/>
          <a:chOff x="0" y="0"/>
          <a:chExt cx="0" cy="0"/>
        </a:xfrm>
      </p:grpSpPr>
      <p:pic>
        <p:nvPicPr>
          <p:cNvPr id="353" name="Google Shape;353;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4" name="Google Shape;354;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6" name="Google Shape;356;p3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7" name="Google Shape;357;p3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8" name="Google Shape;358;p35"/>
          <p:cNvSpPr txBox="1"/>
          <p:nvPr>
            <p:ph idx="1" type="subTitle"/>
          </p:nvPr>
        </p:nvSpPr>
        <p:spPr>
          <a:xfrm>
            <a:off x="980575" y="31840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61" name="Google Shape;361;p35"/>
          <p:cNvSpPr txBox="1"/>
          <p:nvPr>
            <p:ph idx="3" type="subTitle"/>
          </p:nvPr>
        </p:nvSpPr>
        <p:spPr>
          <a:xfrm>
            <a:off x="980575" y="40222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362" name="Google Shape;362;p35"/>
          <p:cNvPicPr preferRelativeResize="0"/>
          <p:nvPr/>
        </p:nvPicPr>
        <p:blipFill rotWithShape="1">
          <a:blip r:embed="rId3">
            <a:alphaModFix/>
          </a:blip>
          <a:srcRect b="0" l="0" r="0" t="0"/>
          <a:stretch/>
        </p:blipFill>
        <p:spPr>
          <a:xfrm>
            <a:off x="2429775" y="1780501"/>
            <a:ext cx="457425" cy="457425"/>
          </a:xfrm>
          <a:prstGeom prst="rect">
            <a:avLst/>
          </a:prstGeom>
          <a:noFill/>
          <a:ln>
            <a:noFill/>
          </a:ln>
        </p:spPr>
      </p:pic>
      <p:sp>
        <p:nvSpPr>
          <p:cNvPr id="363" name="Google Shape;363;p3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pic>
        <p:nvPicPr>
          <p:cNvPr id="364" name="Google Shape;364;p35"/>
          <p:cNvPicPr preferRelativeResize="0"/>
          <p:nvPr/>
        </p:nvPicPr>
        <p:blipFill rotWithShape="1">
          <a:blip r:embed="rId3">
            <a:alphaModFix/>
          </a:blip>
          <a:srcRect b="0" l="0" r="0" t="0"/>
          <a:stretch/>
        </p:blipFill>
        <p:spPr>
          <a:xfrm>
            <a:off x="4824000" y="1780501"/>
            <a:ext cx="457425" cy="457425"/>
          </a:xfrm>
          <a:prstGeom prst="rect">
            <a:avLst/>
          </a:prstGeom>
          <a:noFill/>
          <a:ln>
            <a:noFill/>
          </a:ln>
        </p:spPr>
      </p:pic>
      <p:sp>
        <p:nvSpPr>
          <p:cNvPr id="365" name="Google Shape;365;p3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66" name="Google Shape;366;p35"/>
          <p:cNvPicPr preferRelativeResize="0"/>
          <p:nvPr/>
        </p:nvPicPr>
        <p:blipFill rotWithShape="1">
          <a:blip r:embed="rId4">
            <a:alphaModFix/>
          </a:blip>
          <a:srcRect b="0" l="0" r="0" t="0"/>
          <a:stretch/>
        </p:blipFill>
        <p:spPr>
          <a:xfrm>
            <a:off x="324000" y="3139351"/>
            <a:ext cx="457425" cy="457425"/>
          </a:xfrm>
          <a:prstGeom prst="rect">
            <a:avLst/>
          </a:prstGeom>
          <a:noFill/>
          <a:ln>
            <a:noFill/>
          </a:ln>
        </p:spPr>
      </p:pic>
      <p:sp>
        <p:nvSpPr>
          <p:cNvPr id="367" name="Google Shape;367;p35"/>
          <p:cNvSpPr txBox="1"/>
          <p:nvPr/>
        </p:nvSpPr>
        <p:spPr>
          <a:xfrm>
            <a:off x="348713" y="32294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368" name="Google Shape;368;p35"/>
          <p:cNvPicPr preferRelativeResize="0"/>
          <p:nvPr/>
        </p:nvPicPr>
        <p:blipFill rotWithShape="1">
          <a:blip r:embed="rId4">
            <a:alphaModFix/>
          </a:blip>
          <a:srcRect b="0" l="0" r="0" t="0"/>
          <a:stretch/>
        </p:blipFill>
        <p:spPr>
          <a:xfrm>
            <a:off x="324000" y="3987701"/>
            <a:ext cx="457425" cy="457425"/>
          </a:xfrm>
          <a:prstGeom prst="rect">
            <a:avLst/>
          </a:prstGeom>
          <a:noFill/>
          <a:ln>
            <a:noFill/>
          </a:ln>
        </p:spPr>
      </p:pic>
      <p:sp>
        <p:nvSpPr>
          <p:cNvPr id="369" name="Google Shape;369;p35"/>
          <p:cNvSpPr txBox="1"/>
          <p:nvPr/>
        </p:nvSpPr>
        <p:spPr>
          <a:xfrm>
            <a:off x="348713" y="40778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370" name="Google Shape;370;p35"/>
          <p:cNvPicPr preferRelativeResize="0"/>
          <p:nvPr/>
        </p:nvPicPr>
        <p:blipFill rotWithShape="1">
          <a:blip r:embed="rId5">
            <a:alphaModFix/>
          </a:blip>
          <a:srcRect b="0" l="0" r="0" t="0"/>
          <a:stretch/>
        </p:blipFill>
        <p:spPr>
          <a:xfrm>
            <a:off x="8528585" y="-11474"/>
            <a:ext cx="499700" cy="499700"/>
          </a:xfrm>
          <a:prstGeom prst="rect">
            <a:avLst/>
          </a:prstGeom>
          <a:noFill/>
          <a:ln>
            <a:noFill/>
          </a:ln>
        </p:spPr>
      </p:pic>
      <p:sp>
        <p:nvSpPr>
          <p:cNvPr id="371" name="Google Shape;371;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72" name="Google Shape;372;p3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CfU true/false justify - orange">
  <p:cSld name="TITLE_AND_TWO_COLUMNS_1_1_9_1_3_1_1_2">
    <p:bg>
      <p:bgPr>
        <a:solidFill>
          <a:srgbClr val="FFEFE4"/>
        </a:solidFill>
      </p:bgPr>
    </p:bg>
    <p:spTree>
      <p:nvGrpSpPr>
        <p:cNvPr id="373" name="Shape 373"/>
        <p:cNvGrpSpPr/>
        <p:nvPr/>
      </p:nvGrpSpPr>
      <p:grpSpPr>
        <a:xfrm>
          <a:off x="0" y="0"/>
          <a:ext cx="0" cy="0"/>
          <a:chOff x="0" y="0"/>
          <a:chExt cx="0" cy="0"/>
        </a:xfrm>
      </p:grpSpPr>
      <p:sp>
        <p:nvSpPr>
          <p:cNvPr id="374" name="Google Shape;374;p36"/>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5" name="Google Shape;375;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76" name="Google Shape;376;p3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77" name="Google Shape;377;p3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78" name="Google Shape;378;p3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79" name="Google Shape;379;p36"/>
          <p:cNvSpPr txBox="1"/>
          <p:nvPr>
            <p:ph idx="1" type="subTitle"/>
          </p:nvPr>
        </p:nvSpPr>
        <p:spPr>
          <a:xfrm>
            <a:off x="980575" y="31840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0" name="Google Shape;380;p36"/>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1" name="Google Shape;381;p3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82" name="Google Shape;382;p36"/>
          <p:cNvSpPr txBox="1"/>
          <p:nvPr>
            <p:ph idx="3" type="subTitle"/>
          </p:nvPr>
        </p:nvSpPr>
        <p:spPr>
          <a:xfrm>
            <a:off x="980575" y="4022250"/>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383" name="Google Shape;383;p36"/>
          <p:cNvPicPr preferRelativeResize="0"/>
          <p:nvPr/>
        </p:nvPicPr>
        <p:blipFill rotWithShape="1">
          <a:blip r:embed="rId3">
            <a:alphaModFix/>
          </a:blip>
          <a:srcRect b="0" l="0" r="0" t="0"/>
          <a:stretch/>
        </p:blipFill>
        <p:spPr>
          <a:xfrm>
            <a:off x="2429775" y="1780501"/>
            <a:ext cx="457425" cy="457425"/>
          </a:xfrm>
          <a:prstGeom prst="rect">
            <a:avLst/>
          </a:prstGeom>
          <a:noFill/>
          <a:ln>
            <a:noFill/>
          </a:ln>
        </p:spPr>
      </p:pic>
      <p:sp>
        <p:nvSpPr>
          <p:cNvPr id="384" name="Google Shape;384;p3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pic>
        <p:nvPicPr>
          <p:cNvPr id="385" name="Google Shape;385;p36"/>
          <p:cNvPicPr preferRelativeResize="0"/>
          <p:nvPr/>
        </p:nvPicPr>
        <p:blipFill rotWithShape="1">
          <a:blip r:embed="rId3">
            <a:alphaModFix/>
          </a:blip>
          <a:srcRect b="0" l="0" r="0" t="0"/>
          <a:stretch/>
        </p:blipFill>
        <p:spPr>
          <a:xfrm>
            <a:off x="4824000" y="1780501"/>
            <a:ext cx="457425" cy="457425"/>
          </a:xfrm>
          <a:prstGeom prst="rect">
            <a:avLst/>
          </a:prstGeom>
          <a:noFill/>
          <a:ln>
            <a:noFill/>
          </a:ln>
        </p:spPr>
      </p:pic>
      <p:sp>
        <p:nvSpPr>
          <p:cNvPr id="386" name="Google Shape;386;p3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87" name="Google Shape;387;p36"/>
          <p:cNvPicPr preferRelativeResize="0"/>
          <p:nvPr/>
        </p:nvPicPr>
        <p:blipFill rotWithShape="1">
          <a:blip r:embed="rId4">
            <a:alphaModFix/>
          </a:blip>
          <a:srcRect b="0" l="0" r="0" t="0"/>
          <a:stretch/>
        </p:blipFill>
        <p:spPr>
          <a:xfrm>
            <a:off x="324000" y="3139351"/>
            <a:ext cx="457425" cy="457425"/>
          </a:xfrm>
          <a:prstGeom prst="rect">
            <a:avLst/>
          </a:prstGeom>
          <a:noFill/>
          <a:ln>
            <a:noFill/>
          </a:ln>
        </p:spPr>
      </p:pic>
      <p:sp>
        <p:nvSpPr>
          <p:cNvPr id="388" name="Google Shape;388;p36"/>
          <p:cNvSpPr txBox="1"/>
          <p:nvPr/>
        </p:nvSpPr>
        <p:spPr>
          <a:xfrm>
            <a:off x="348713" y="322946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389" name="Google Shape;389;p36"/>
          <p:cNvPicPr preferRelativeResize="0"/>
          <p:nvPr/>
        </p:nvPicPr>
        <p:blipFill rotWithShape="1">
          <a:blip r:embed="rId4">
            <a:alphaModFix/>
          </a:blip>
          <a:srcRect b="0" l="0" r="0" t="0"/>
          <a:stretch/>
        </p:blipFill>
        <p:spPr>
          <a:xfrm>
            <a:off x="324000" y="3987701"/>
            <a:ext cx="457425" cy="457425"/>
          </a:xfrm>
          <a:prstGeom prst="rect">
            <a:avLst/>
          </a:prstGeom>
          <a:noFill/>
          <a:ln>
            <a:noFill/>
          </a:ln>
        </p:spPr>
      </p:pic>
      <p:sp>
        <p:nvSpPr>
          <p:cNvPr id="390" name="Google Shape;390;p36"/>
          <p:cNvSpPr txBox="1"/>
          <p:nvPr/>
        </p:nvSpPr>
        <p:spPr>
          <a:xfrm>
            <a:off x="348713" y="40778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391" name="Google Shape;391;p36"/>
          <p:cNvPicPr preferRelativeResize="0"/>
          <p:nvPr/>
        </p:nvPicPr>
        <p:blipFill rotWithShape="1">
          <a:blip r:embed="rId5">
            <a:alphaModFix/>
          </a:blip>
          <a:srcRect b="0" l="0" r="0" t="0"/>
          <a:stretch/>
        </p:blipFill>
        <p:spPr>
          <a:xfrm>
            <a:off x="8528585" y="-11474"/>
            <a:ext cx="499700" cy="499700"/>
          </a:xfrm>
          <a:prstGeom prst="rect">
            <a:avLst/>
          </a:prstGeom>
          <a:noFill/>
          <a:ln>
            <a:noFill/>
          </a:ln>
        </p:spPr>
      </p:pic>
      <p:sp>
        <p:nvSpPr>
          <p:cNvPr id="392" name="Google Shape;392;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Check</a:t>
            </a:r>
            <a:endParaRPr b="1" sz="900">
              <a:solidFill>
                <a:srgbClr val="FFEFE4"/>
              </a:solidFill>
              <a:latin typeface="Lexend"/>
              <a:ea typeface="Lexend"/>
              <a:cs typeface="Lexend"/>
              <a:sym typeface="Lexend"/>
            </a:endParaRPr>
          </a:p>
        </p:txBody>
      </p:sp>
      <p:sp>
        <p:nvSpPr>
          <p:cNvPr id="393" name="Google Shape;393;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CfU 3 options - purple">
  <p:cSld name="TITLE_AND_TWO_COLUMNS_1_1_7_1">
    <p:bg>
      <p:bgPr>
        <a:solidFill>
          <a:srgbClr val="F3EEFB"/>
        </a:solidFill>
      </p:bgPr>
    </p:bg>
    <p:spTree>
      <p:nvGrpSpPr>
        <p:cNvPr id="394" name="Shape 394"/>
        <p:cNvGrpSpPr/>
        <p:nvPr/>
      </p:nvGrpSpPr>
      <p:grpSpPr>
        <a:xfrm>
          <a:off x="0" y="0"/>
          <a:ext cx="0" cy="0"/>
          <a:chOff x="0" y="0"/>
          <a:chExt cx="0" cy="0"/>
        </a:xfrm>
      </p:grpSpPr>
      <p:pic>
        <p:nvPicPr>
          <p:cNvPr id="395" name="Google Shape;395;p3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96" name="Google Shape;396;p3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8" name="Google Shape;398;p37"/>
          <p:cNvSpPr txBox="1"/>
          <p:nvPr>
            <p:ph idx="1" type="subTitle"/>
          </p:nvPr>
        </p:nvSpPr>
        <p:spPr>
          <a:xfrm>
            <a:off x="795050" y="1882475"/>
            <a:ext cx="75450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9" name="Google Shape;399;p37"/>
          <p:cNvSpPr txBox="1"/>
          <p:nvPr>
            <p:ph idx="2" type="subTitle"/>
          </p:nvPr>
        </p:nvSpPr>
        <p:spPr>
          <a:xfrm>
            <a:off x="809450" y="2908238"/>
            <a:ext cx="75162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0" name="Google Shape;400;p37"/>
          <p:cNvSpPr txBox="1"/>
          <p:nvPr>
            <p:ph idx="3" type="subTitle"/>
          </p:nvPr>
        </p:nvSpPr>
        <p:spPr>
          <a:xfrm>
            <a:off x="818000" y="3911200"/>
            <a:ext cx="7499100" cy="425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401" name="Google Shape;401;p37"/>
          <p:cNvPicPr preferRelativeResize="0"/>
          <p:nvPr/>
        </p:nvPicPr>
        <p:blipFill rotWithShape="1">
          <a:blip r:embed="rId3">
            <a:alphaModFix/>
          </a:blip>
          <a:srcRect b="0" l="0" r="0" t="0"/>
          <a:stretch/>
        </p:blipFill>
        <p:spPr>
          <a:xfrm>
            <a:off x="247800" y="1820164"/>
            <a:ext cx="457425" cy="457425"/>
          </a:xfrm>
          <a:prstGeom prst="rect">
            <a:avLst/>
          </a:prstGeom>
          <a:noFill/>
          <a:ln>
            <a:noFill/>
          </a:ln>
        </p:spPr>
      </p:pic>
      <p:sp>
        <p:nvSpPr>
          <p:cNvPr id="402" name="Google Shape;402;p37"/>
          <p:cNvSpPr txBox="1"/>
          <p:nvPr/>
        </p:nvSpPr>
        <p:spPr>
          <a:xfrm>
            <a:off x="272513" y="191027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403" name="Google Shape;403;p37"/>
          <p:cNvPicPr preferRelativeResize="0"/>
          <p:nvPr/>
        </p:nvPicPr>
        <p:blipFill rotWithShape="1">
          <a:blip r:embed="rId3">
            <a:alphaModFix/>
          </a:blip>
          <a:srcRect b="0" l="0" r="0" t="0"/>
          <a:stretch/>
        </p:blipFill>
        <p:spPr>
          <a:xfrm>
            <a:off x="247800" y="2858451"/>
            <a:ext cx="457425" cy="457425"/>
          </a:xfrm>
          <a:prstGeom prst="rect">
            <a:avLst/>
          </a:prstGeom>
          <a:noFill/>
          <a:ln>
            <a:noFill/>
          </a:ln>
        </p:spPr>
      </p:pic>
      <p:sp>
        <p:nvSpPr>
          <p:cNvPr id="404" name="Google Shape;404;p37"/>
          <p:cNvSpPr txBox="1"/>
          <p:nvPr/>
        </p:nvSpPr>
        <p:spPr>
          <a:xfrm>
            <a:off x="272513" y="294856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405" name="Google Shape;405;p37"/>
          <p:cNvPicPr preferRelativeResize="0"/>
          <p:nvPr/>
        </p:nvPicPr>
        <p:blipFill rotWithShape="1">
          <a:blip r:embed="rId3">
            <a:alphaModFix/>
          </a:blip>
          <a:srcRect b="0" l="0" r="0" t="0"/>
          <a:stretch/>
        </p:blipFill>
        <p:spPr>
          <a:xfrm>
            <a:off x="247800" y="3896729"/>
            <a:ext cx="457425" cy="457425"/>
          </a:xfrm>
          <a:prstGeom prst="rect">
            <a:avLst/>
          </a:prstGeom>
          <a:noFill/>
          <a:ln>
            <a:noFill/>
          </a:ln>
        </p:spPr>
      </p:pic>
      <p:sp>
        <p:nvSpPr>
          <p:cNvPr id="406" name="Google Shape;406;p37"/>
          <p:cNvSpPr txBox="1"/>
          <p:nvPr/>
        </p:nvSpPr>
        <p:spPr>
          <a:xfrm>
            <a:off x="272513" y="398684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pic>
        <p:nvPicPr>
          <p:cNvPr id="407" name="Google Shape;407;p37"/>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08" name="Google Shape;408;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09" name="Google Shape;409;p37"/>
          <p:cNvSpPr txBox="1"/>
          <p:nvPr>
            <p:ph idx="4"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CfU 3 options - jade">
  <p:cSld name="TITLE_AND_TWO_COLUMNS_1_1_7_1_1_1">
    <p:bg>
      <p:bgPr>
        <a:solidFill>
          <a:srgbClr val="E6F2F2"/>
        </a:solidFill>
      </p:bgPr>
    </p:bg>
    <p:spTree>
      <p:nvGrpSpPr>
        <p:cNvPr id="410" name="Shape 410"/>
        <p:cNvGrpSpPr/>
        <p:nvPr/>
      </p:nvGrpSpPr>
      <p:grpSpPr>
        <a:xfrm>
          <a:off x="0" y="0"/>
          <a:ext cx="0" cy="0"/>
          <a:chOff x="0" y="0"/>
          <a:chExt cx="0" cy="0"/>
        </a:xfrm>
      </p:grpSpPr>
      <p:pic>
        <p:nvPicPr>
          <p:cNvPr id="411" name="Google Shape;411;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2" name="Google Shape;412;p3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4" name="Google Shape;414;p38"/>
          <p:cNvSpPr txBox="1"/>
          <p:nvPr>
            <p:ph idx="1" type="subTitle"/>
          </p:nvPr>
        </p:nvSpPr>
        <p:spPr>
          <a:xfrm>
            <a:off x="795050" y="1882475"/>
            <a:ext cx="75450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5" name="Google Shape;415;p38"/>
          <p:cNvSpPr txBox="1"/>
          <p:nvPr>
            <p:ph idx="2" type="subTitle"/>
          </p:nvPr>
        </p:nvSpPr>
        <p:spPr>
          <a:xfrm>
            <a:off x="809450" y="2908238"/>
            <a:ext cx="75162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6" name="Google Shape;416;p38"/>
          <p:cNvSpPr txBox="1"/>
          <p:nvPr>
            <p:ph idx="3" type="subTitle"/>
          </p:nvPr>
        </p:nvSpPr>
        <p:spPr>
          <a:xfrm>
            <a:off x="818000" y="3911200"/>
            <a:ext cx="7499100" cy="425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417" name="Google Shape;417;p38"/>
          <p:cNvPicPr preferRelativeResize="0"/>
          <p:nvPr/>
        </p:nvPicPr>
        <p:blipFill rotWithShape="1">
          <a:blip r:embed="rId3">
            <a:alphaModFix/>
          </a:blip>
          <a:srcRect b="0" l="0" r="0" t="0"/>
          <a:stretch/>
        </p:blipFill>
        <p:spPr>
          <a:xfrm>
            <a:off x="247800" y="1820164"/>
            <a:ext cx="457425" cy="457425"/>
          </a:xfrm>
          <a:prstGeom prst="rect">
            <a:avLst/>
          </a:prstGeom>
          <a:noFill/>
          <a:ln>
            <a:noFill/>
          </a:ln>
        </p:spPr>
      </p:pic>
      <p:sp>
        <p:nvSpPr>
          <p:cNvPr id="418" name="Google Shape;418;p38"/>
          <p:cNvSpPr txBox="1"/>
          <p:nvPr/>
        </p:nvSpPr>
        <p:spPr>
          <a:xfrm>
            <a:off x="272513" y="191027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419" name="Google Shape;419;p38"/>
          <p:cNvPicPr preferRelativeResize="0"/>
          <p:nvPr/>
        </p:nvPicPr>
        <p:blipFill rotWithShape="1">
          <a:blip r:embed="rId3">
            <a:alphaModFix/>
          </a:blip>
          <a:srcRect b="0" l="0" r="0" t="0"/>
          <a:stretch/>
        </p:blipFill>
        <p:spPr>
          <a:xfrm>
            <a:off x="247800" y="2858451"/>
            <a:ext cx="457425" cy="457425"/>
          </a:xfrm>
          <a:prstGeom prst="rect">
            <a:avLst/>
          </a:prstGeom>
          <a:noFill/>
          <a:ln>
            <a:noFill/>
          </a:ln>
        </p:spPr>
      </p:pic>
      <p:sp>
        <p:nvSpPr>
          <p:cNvPr id="420" name="Google Shape;420;p38"/>
          <p:cNvSpPr txBox="1"/>
          <p:nvPr/>
        </p:nvSpPr>
        <p:spPr>
          <a:xfrm>
            <a:off x="272513" y="294856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421" name="Google Shape;421;p38"/>
          <p:cNvPicPr preferRelativeResize="0"/>
          <p:nvPr/>
        </p:nvPicPr>
        <p:blipFill rotWithShape="1">
          <a:blip r:embed="rId3">
            <a:alphaModFix/>
          </a:blip>
          <a:srcRect b="0" l="0" r="0" t="0"/>
          <a:stretch/>
        </p:blipFill>
        <p:spPr>
          <a:xfrm>
            <a:off x="247800" y="3896729"/>
            <a:ext cx="457425" cy="457425"/>
          </a:xfrm>
          <a:prstGeom prst="rect">
            <a:avLst/>
          </a:prstGeom>
          <a:noFill/>
          <a:ln>
            <a:noFill/>
          </a:ln>
        </p:spPr>
      </p:pic>
      <p:sp>
        <p:nvSpPr>
          <p:cNvPr id="422" name="Google Shape;422;p38"/>
          <p:cNvSpPr txBox="1"/>
          <p:nvPr/>
        </p:nvSpPr>
        <p:spPr>
          <a:xfrm>
            <a:off x="272513" y="398684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pic>
        <p:nvPicPr>
          <p:cNvPr id="423" name="Google Shape;423;p3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24" name="Google Shape;42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38"/>
          <p:cNvSpPr txBox="1"/>
          <p:nvPr>
            <p:ph idx="4"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fU 3 options - blue">
  <p:cSld name="TITLE_AND_TWO_COLUMNS_1_1_7_2">
    <p:bg>
      <p:bgPr>
        <a:solidFill>
          <a:srgbClr val="EBEDFE"/>
        </a:solidFill>
      </p:bgPr>
    </p:bg>
    <p:spTree>
      <p:nvGrpSpPr>
        <p:cNvPr id="426" name="Shape 426"/>
        <p:cNvGrpSpPr/>
        <p:nvPr/>
      </p:nvGrpSpPr>
      <p:grpSpPr>
        <a:xfrm>
          <a:off x="0" y="0"/>
          <a:ext cx="0" cy="0"/>
          <a:chOff x="0" y="0"/>
          <a:chExt cx="0" cy="0"/>
        </a:xfrm>
      </p:grpSpPr>
      <p:pic>
        <p:nvPicPr>
          <p:cNvPr id="427" name="Google Shape;427;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8" name="Google Shape;428;p3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0" name="Google Shape;430;p39"/>
          <p:cNvSpPr txBox="1"/>
          <p:nvPr>
            <p:ph idx="1" type="subTitle"/>
          </p:nvPr>
        </p:nvSpPr>
        <p:spPr>
          <a:xfrm>
            <a:off x="795050" y="1882475"/>
            <a:ext cx="75450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1" name="Google Shape;431;p39"/>
          <p:cNvSpPr txBox="1"/>
          <p:nvPr>
            <p:ph idx="2" type="subTitle"/>
          </p:nvPr>
        </p:nvSpPr>
        <p:spPr>
          <a:xfrm>
            <a:off x="809450" y="2908238"/>
            <a:ext cx="75162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39"/>
          <p:cNvSpPr txBox="1"/>
          <p:nvPr>
            <p:ph idx="3" type="subTitle"/>
          </p:nvPr>
        </p:nvSpPr>
        <p:spPr>
          <a:xfrm>
            <a:off x="818000" y="3911200"/>
            <a:ext cx="7499100" cy="425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433" name="Google Shape;433;p39"/>
          <p:cNvPicPr preferRelativeResize="0"/>
          <p:nvPr/>
        </p:nvPicPr>
        <p:blipFill rotWithShape="1">
          <a:blip r:embed="rId3">
            <a:alphaModFix/>
          </a:blip>
          <a:srcRect b="0" l="0" r="0" t="0"/>
          <a:stretch/>
        </p:blipFill>
        <p:spPr>
          <a:xfrm>
            <a:off x="247800" y="1820164"/>
            <a:ext cx="457425" cy="457425"/>
          </a:xfrm>
          <a:prstGeom prst="rect">
            <a:avLst/>
          </a:prstGeom>
          <a:noFill/>
          <a:ln>
            <a:noFill/>
          </a:ln>
        </p:spPr>
      </p:pic>
      <p:sp>
        <p:nvSpPr>
          <p:cNvPr id="434" name="Google Shape;434;p39"/>
          <p:cNvSpPr txBox="1"/>
          <p:nvPr/>
        </p:nvSpPr>
        <p:spPr>
          <a:xfrm>
            <a:off x="272513" y="191027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435" name="Google Shape;435;p39"/>
          <p:cNvPicPr preferRelativeResize="0"/>
          <p:nvPr/>
        </p:nvPicPr>
        <p:blipFill rotWithShape="1">
          <a:blip r:embed="rId3">
            <a:alphaModFix/>
          </a:blip>
          <a:srcRect b="0" l="0" r="0" t="0"/>
          <a:stretch/>
        </p:blipFill>
        <p:spPr>
          <a:xfrm>
            <a:off x="247800" y="2858451"/>
            <a:ext cx="457425" cy="457425"/>
          </a:xfrm>
          <a:prstGeom prst="rect">
            <a:avLst/>
          </a:prstGeom>
          <a:noFill/>
          <a:ln>
            <a:noFill/>
          </a:ln>
        </p:spPr>
      </p:pic>
      <p:sp>
        <p:nvSpPr>
          <p:cNvPr id="436" name="Google Shape;436;p39"/>
          <p:cNvSpPr txBox="1"/>
          <p:nvPr/>
        </p:nvSpPr>
        <p:spPr>
          <a:xfrm>
            <a:off x="272513" y="294856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437" name="Google Shape;437;p39"/>
          <p:cNvPicPr preferRelativeResize="0"/>
          <p:nvPr/>
        </p:nvPicPr>
        <p:blipFill rotWithShape="1">
          <a:blip r:embed="rId3">
            <a:alphaModFix/>
          </a:blip>
          <a:srcRect b="0" l="0" r="0" t="0"/>
          <a:stretch/>
        </p:blipFill>
        <p:spPr>
          <a:xfrm>
            <a:off x="247800" y="3896729"/>
            <a:ext cx="457425" cy="457425"/>
          </a:xfrm>
          <a:prstGeom prst="rect">
            <a:avLst/>
          </a:prstGeom>
          <a:noFill/>
          <a:ln>
            <a:noFill/>
          </a:ln>
        </p:spPr>
      </p:pic>
      <p:sp>
        <p:nvSpPr>
          <p:cNvPr id="438" name="Google Shape;438;p39"/>
          <p:cNvSpPr txBox="1"/>
          <p:nvPr/>
        </p:nvSpPr>
        <p:spPr>
          <a:xfrm>
            <a:off x="272513" y="398684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pic>
        <p:nvPicPr>
          <p:cNvPr id="439" name="Google Shape;439;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40" name="Google Shape;440;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1" name="Google Shape;441;p39"/>
          <p:cNvSpPr txBox="1"/>
          <p:nvPr>
            <p:ph idx="4"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CfU 3 options - pink">
  <p:cSld name="TITLE_AND_TWO_COLUMNS_1_1_7_1_1_1_1">
    <p:bg>
      <p:bgPr>
        <a:solidFill>
          <a:srgbClr val="FAEAF6"/>
        </a:solidFill>
      </p:bgPr>
    </p:bg>
    <p:spTree>
      <p:nvGrpSpPr>
        <p:cNvPr id="442" name="Shape 442"/>
        <p:cNvGrpSpPr/>
        <p:nvPr/>
      </p:nvGrpSpPr>
      <p:grpSpPr>
        <a:xfrm>
          <a:off x="0" y="0"/>
          <a:ext cx="0" cy="0"/>
          <a:chOff x="0" y="0"/>
          <a:chExt cx="0" cy="0"/>
        </a:xfrm>
      </p:grpSpPr>
      <p:pic>
        <p:nvPicPr>
          <p:cNvPr id="443" name="Google Shape;44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44" name="Google Shape;444;p4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6" name="Google Shape;446;p40"/>
          <p:cNvSpPr txBox="1"/>
          <p:nvPr>
            <p:ph idx="1" type="subTitle"/>
          </p:nvPr>
        </p:nvSpPr>
        <p:spPr>
          <a:xfrm>
            <a:off x="795050" y="1882475"/>
            <a:ext cx="75450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0"/>
          <p:cNvSpPr txBox="1"/>
          <p:nvPr>
            <p:ph idx="2" type="subTitle"/>
          </p:nvPr>
        </p:nvSpPr>
        <p:spPr>
          <a:xfrm>
            <a:off x="809450" y="2908238"/>
            <a:ext cx="75162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8" name="Google Shape;448;p40"/>
          <p:cNvSpPr txBox="1"/>
          <p:nvPr>
            <p:ph idx="3" type="subTitle"/>
          </p:nvPr>
        </p:nvSpPr>
        <p:spPr>
          <a:xfrm>
            <a:off x="818000" y="3911200"/>
            <a:ext cx="7499100" cy="425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449" name="Google Shape;449;p40"/>
          <p:cNvPicPr preferRelativeResize="0"/>
          <p:nvPr/>
        </p:nvPicPr>
        <p:blipFill rotWithShape="1">
          <a:blip r:embed="rId3">
            <a:alphaModFix/>
          </a:blip>
          <a:srcRect b="0" l="0" r="0" t="0"/>
          <a:stretch/>
        </p:blipFill>
        <p:spPr>
          <a:xfrm>
            <a:off x="247800" y="1820164"/>
            <a:ext cx="457425" cy="457425"/>
          </a:xfrm>
          <a:prstGeom prst="rect">
            <a:avLst/>
          </a:prstGeom>
          <a:noFill/>
          <a:ln>
            <a:noFill/>
          </a:ln>
        </p:spPr>
      </p:pic>
      <p:sp>
        <p:nvSpPr>
          <p:cNvPr id="450" name="Google Shape;450;p40"/>
          <p:cNvSpPr txBox="1"/>
          <p:nvPr/>
        </p:nvSpPr>
        <p:spPr>
          <a:xfrm>
            <a:off x="272513" y="191027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451" name="Google Shape;451;p40"/>
          <p:cNvPicPr preferRelativeResize="0"/>
          <p:nvPr/>
        </p:nvPicPr>
        <p:blipFill rotWithShape="1">
          <a:blip r:embed="rId3">
            <a:alphaModFix/>
          </a:blip>
          <a:srcRect b="0" l="0" r="0" t="0"/>
          <a:stretch/>
        </p:blipFill>
        <p:spPr>
          <a:xfrm>
            <a:off x="247800" y="2858451"/>
            <a:ext cx="457425" cy="457425"/>
          </a:xfrm>
          <a:prstGeom prst="rect">
            <a:avLst/>
          </a:prstGeom>
          <a:noFill/>
          <a:ln>
            <a:noFill/>
          </a:ln>
        </p:spPr>
      </p:pic>
      <p:sp>
        <p:nvSpPr>
          <p:cNvPr id="452" name="Google Shape;452;p40"/>
          <p:cNvSpPr txBox="1"/>
          <p:nvPr/>
        </p:nvSpPr>
        <p:spPr>
          <a:xfrm>
            <a:off x="272513" y="294856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453" name="Google Shape;453;p40"/>
          <p:cNvPicPr preferRelativeResize="0"/>
          <p:nvPr/>
        </p:nvPicPr>
        <p:blipFill rotWithShape="1">
          <a:blip r:embed="rId3">
            <a:alphaModFix/>
          </a:blip>
          <a:srcRect b="0" l="0" r="0" t="0"/>
          <a:stretch/>
        </p:blipFill>
        <p:spPr>
          <a:xfrm>
            <a:off x="247800" y="3896729"/>
            <a:ext cx="457425" cy="457425"/>
          </a:xfrm>
          <a:prstGeom prst="rect">
            <a:avLst/>
          </a:prstGeom>
          <a:noFill/>
          <a:ln>
            <a:noFill/>
          </a:ln>
        </p:spPr>
      </p:pic>
      <p:sp>
        <p:nvSpPr>
          <p:cNvPr id="454" name="Google Shape;454;p40"/>
          <p:cNvSpPr txBox="1"/>
          <p:nvPr/>
        </p:nvSpPr>
        <p:spPr>
          <a:xfrm>
            <a:off x="272513" y="398684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pic>
        <p:nvPicPr>
          <p:cNvPr id="455" name="Google Shape;455;p4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56" name="Google Shape;456;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7" name="Google Shape;457;p40"/>
          <p:cNvSpPr txBox="1"/>
          <p:nvPr>
            <p:ph idx="4"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CfU 3 options - orange">
  <p:cSld name="TITLE_AND_TWO_COLUMNS_1_1_7_1_1_2">
    <p:bg>
      <p:bgPr>
        <a:solidFill>
          <a:srgbClr val="FFEFE4"/>
        </a:solidFill>
      </p:bgPr>
    </p:bg>
    <p:spTree>
      <p:nvGrpSpPr>
        <p:cNvPr id="458" name="Shape 458"/>
        <p:cNvGrpSpPr/>
        <p:nvPr/>
      </p:nvGrpSpPr>
      <p:grpSpPr>
        <a:xfrm>
          <a:off x="0" y="0"/>
          <a:ext cx="0" cy="0"/>
          <a:chOff x="0" y="0"/>
          <a:chExt cx="0" cy="0"/>
        </a:xfrm>
      </p:grpSpPr>
      <p:sp>
        <p:nvSpPr>
          <p:cNvPr id="459" name="Google Shape;459;p41"/>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0" name="Google Shape;460;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1" name="Google Shape;461;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2" name="Google Shape;462;p41"/>
          <p:cNvSpPr txBox="1"/>
          <p:nvPr>
            <p:ph idx="1" type="subTitle"/>
          </p:nvPr>
        </p:nvSpPr>
        <p:spPr>
          <a:xfrm>
            <a:off x="795050" y="1882475"/>
            <a:ext cx="75450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41"/>
          <p:cNvSpPr txBox="1"/>
          <p:nvPr>
            <p:ph idx="2" type="subTitle"/>
          </p:nvPr>
        </p:nvSpPr>
        <p:spPr>
          <a:xfrm>
            <a:off x="809450" y="2907014"/>
            <a:ext cx="75162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41"/>
          <p:cNvSpPr txBox="1"/>
          <p:nvPr>
            <p:ph idx="3" type="subTitle"/>
          </p:nvPr>
        </p:nvSpPr>
        <p:spPr>
          <a:xfrm>
            <a:off x="818000" y="3911200"/>
            <a:ext cx="7499100" cy="425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pic>
        <p:nvPicPr>
          <p:cNvPr id="465" name="Google Shape;465;p41"/>
          <p:cNvPicPr preferRelativeResize="0"/>
          <p:nvPr/>
        </p:nvPicPr>
        <p:blipFill rotWithShape="1">
          <a:blip r:embed="rId3">
            <a:alphaModFix/>
          </a:blip>
          <a:srcRect b="0" l="0" r="0" t="0"/>
          <a:stretch/>
        </p:blipFill>
        <p:spPr>
          <a:xfrm>
            <a:off x="247800" y="1820164"/>
            <a:ext cx="457425" cy="457425"/>
          </a:xfrm>
          <a:prstGeom prst="rect">
            <a:avLst/>
          </a:prstGeom>
          <a:noFill/>
          <a:ln>
            <a:noFill/>
          </a:ln>
        </p:spPr>
      </p:pic>
      <p:sp>
        <p:nvSpPr>
          <p:cNvPr id="466" name="Google Shape;466;p41"/>
          <p:cNvSpPr txBox="1"/>
          <p:nvPr/>
        </p:nvSpPr>
        <p:spPr>
          <a:xfrm>
            <a:off x="272513" y="191027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pic>
        <p:nvPicPr>
          <p:cNvPr id="467" name="Google Shape;467;p41"/>
          <p:cNvPicPr preferRelativeResize="0"/>
          <p:nvPr/>
        </p:nvPicPr>
        <p:blipFill rotWithShape="1">
          <a:blip r:embed="rId3">
            <a:alphaModFix/>
          </a:blip>
          <a:srcRect b="0" l="0" r="0" t="0"/>
          <a:stretch/>
        </p:blipFill>
        <p:spPr>
          <a:xfrm>
            <a:off x="247800" y="2858451"/>
            <a:ext cx="457425" cy="457425"/>
          </a:xfrm>
          <a:prstGeom prst="rect">
            <a:avLst/>
          </a:prstGeom>
          <a:noFill/>
          <a:ln>
            <a:noFill/>
          </a:ln>
        </p:spPr>
      </p:pic>
      <p:sp>
        <p:nvSpPr>
          <p:cNvPr id="468" name="Google Shape;468;p41"/>
          <p:cNvSpPr txBox="1"/>
          <p:nvPr/>
        </p:nvSpPr>
        <p:spPr>
          <a:xfrm>
            <a:off x="272513" y="294856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pic>
        <p:nvPicPr>
          <p:cNvPr id="469" name="Google Shape;469;p41"/>
          <p:cNvPicPr preferRelativeResize="0"/>
          <p:nvPr/>
        </p:nvPicPr>
        <p:blipFill rotWithShape="1">
          <a:blip r:embed="rId3">
            <a:alphaModFix/>
          </a:blip>
          <a:srcRect b="0" l="0" r="0" t="0"/>
          <a:stretch/>
        </p:blipFill>
        <p:spPr>
          <a:xfrm>
            <a:off x="247800" y="3896729"/>
            <a:ext cx="457425" cy="457425"/>
          </a:xfrm>
          <a:prstGeom prst="rect">
            <a:avLst/>
          </a:prstGeom>
          <a:noFill/>
          <a:ln>
            <a:noFill/>
          </a:ln>
        </p:spPr>
      </p:pic>
      <p:sp>
        <p:nvSpPr>
          <p:cNvPr id="470" name="Google Shape;470;p41"/>
          <p:cNvSpPr txBox="1"/>
          <p:nvPr/>
        </p:nvSpPr>
        <p:spPr>
          <a:xfrm>
            <a:off x="272513" y="398684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pic>
        <p:nvPicPr>
          <p:cNvPr id="471" name="Google Shape;471;p41"/>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72" name="Google Shape;472;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Check</a:t>
            </a:r>
            <a:endParaRPr b="1" sz="900">
              <a:solidFill>
                <a:srgbClr val="FFEFE4"/>
              </a:solidFill>
              <a:latin typeface="Lexend"/>
              <a:ea typeface="Lexend"/>
              <a:cs typeface="Lexend"/>
              <a:sym typeface="Lexend"/>
            </a:endParaRPr>
          </a:p>
        </p:txBody>
      </p:sp>
      <p:sp>
        <p:nvSpPr>
          <p:cNvPr id="473" name="Google Shape;473;p41"/>
          <p:cNvSpPr txBox="1"/>
          <p:nvPr>
            <p:ph idx="4"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CfU 4 options - purple">
  <p:cSld name="TITLE_AND_TWO_COLUMNS_1_1_8_1">
    <p:bg>
      <p:bgPr>
        <a:solidFill>
          <a:srgbClr val="F3EEFB"/>
        </a:solidFill>
      </p:bgPr>
    </p:bg>
    <p:spTree>
      <p:nvGrpSpPr>
        <p:cNvPr id="474" name="Shape 474"/>
        <p:cNvGrpSpPr/>
        <p:nvPr/>
      </p:nvGrpSpPr>
      <p:grpSpPr>
        <a:xfrm>
          <a:off x="0" y="0"/>
          <a:ext cx="0" cy="0"/>
          <a:chOff x="0" y="0"/>
          <a:chExt cx="0" cy="0"/>
        </a:xfrm>
      </p:grpSpPr>
      <p:pic>
        <p:nvPicPr>
          <p:cNvPr id="475" name="Google Shape;475;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76" name="Google Shape;476;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8" name="Google Shape;478;p4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9" name="Google Shape;479;p42"/>
          <p:cNvSpPr txBox="1"/>
          <p:nvPr>
            <p:ph idx="2" type="subTitle"/>
          </p:nvPr>
        </p:nvSpPr>
        <p:spPr>
          <a:xfrm>
            <a:off x="1034425" y="2477383"/>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0" name="Google Shape;480;p42"/>
          <p:cNvSpPr txBox="1"/>
          <p:nvPr>
            <p:ph idx="3" type="subTitle"/>
          </p:nvPr>
        </p:nvSpPr>
        <p:spPr>
          <a:xfrm>
            <a:off x="1055430" y="3333892"/>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1" name="Google Shape;481;p42"/>
          <p:cNvSpPr txBox="1"/>
          <p:nvPr>
            <p:ph idx="4" type="subTitle"/>
          </p:nvPr>
        </p:nvSpPr>
        <p:spPr>
          <a:xfrm>
            <a:off x="1055430" y="4125900"/>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2" name="Google Shape;482;p42"/>
          <p:cNvGrpSpPr/>
          <p:nvPr/>
        </p:nvGrpSpPr>
        <p:grpSpPr>
          <a:xfrm>
            <a:off x="323541" y="1651623"/>
            <a:ext cx="457425" cy="457425"/>
            <a:chOff x="323541" y="1575423"/>
            <a:chExt cx="457425" cy="457425"/>
          </a:xfrm>
        </p:grpSpPr>
        <p:pic>
          <p:nvPicPr>
            <p:cNvPr id="483" name="Google Shape;483;p42"/>
            <p:cNvPicPr preferRelativeResize="0"/>
            <p:nvPr/>
          </p:nvPicPr>
          <p:blipFill rotWithShape="1">
            <a:blip r:embed="rId3">
              <a:alphaModFix/>
            </a:blip>
            <a:srcRect b="0" l="0" r="0" t="0"/>
            <a:stretch/>
          </p:blipFill>
          <p:spPr>
            <a:xfrm>
              <a:off x="323541" y="1575423"/>
              <a:ext cx="457425" cy="457425"/>
            </a:xfrm>
            <a:prstGeom prst="rect">
              <a:avLst/>
            </a:prstGeom>
            <a:noFill/>
            <a:ln>
              <a:noFill/>
            </a:ln>
          </p:spPr>
        </p:pic>
        <p:sp>
          <p:nvSpPr>
            <p:cNvPr id="484" name="Google Shape;484;p42"/>
            <p:cNvSpPr txBox="1"/>
            <p:nvPr/>
          </p:nvSpPr>
          <p:spPr>
            <a:xfrm>
              <a:off x="348253" y="1665536"/>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grpSp>
      <p:grpSp>
        <p:nvGrpSpPr>
          <p:cNvPr id="485" name="Google Shape;485;p42"/>
          <p:cNvGrpSpPr/>
          <p:nvPr/>
        </p:nvGrpSpPr>
        <p:grpSpPr>
          <a:xfrm>
            <a:off x="323541" y="2461677"/>
            <a:ext cx="457425" cy="457425"/>
            <a:chOff x="323541" y="2348699"/>
            <a:chExt cx="457425" cy="457425"/>
          </a:xfrm>
        </p:grpSpPr>
        <p:pic>
          <p:nvPicPr>
            <p:cNvPr id="486" name="Google Shape;486;p42"/>
            <p:cNvPicPr preferRelativeResize="0"/>
            <p:nvPr/>
          </p:nvPicPr>
          <p:blipFill rotWithShape="1">
            <a:blip r:embed="rId3">
              <a:alphaModFix/>
            </a:blip>
            <a:srcRect b="0" l="0" r="0" t="0"/>
            <a:stretch/>
          </p:blipFill>
          <p:spPr>
            <a:xfrm>
              <a:off x="323541" y="2348699"/>
              <a:ext cx="457425" cy="457425"/>
            </a:xfrm>
            <a:prstGeom prst="rect">
              <a:avLst/>
            </a:prstGeom>
            <a:noFill/>
            <a:ln>
              <a:noFill/>
            </a:ln>
          </p:spPr>
        </p:pic>
        <p:sp>
          <p:nvSpPr>
            <p:cNvPr id="487" name="Google Shape;487;p42"/>
            <p:cNvSpPr txBox="1"/>
            <p:nvPr/>
          </p:nvSpPr>
          <p:spPr>
            <a:xfrm>
              <a:off x="348253" y="243881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grpSp>
      <p:grpSp>
        <p:nvGrpSpPr>
          <p:cNvPr id="488" name="Google Shape;488;p42"/>
          <p:cNvGrpSpPr/>
          <p:nvPr/>
        </p:nvGrpSpPr>
        <p:grpSpPr>
          <a:xfrm>
            <a:off x="323541" y="3271731"/>
            <a:ext cx="457425" cy="457425"/>
            <a:chOff x="323541" y="3203422"/>
            <a:chExt cx="457425" cy="457425"/>
          </a:xfrm>
        </p:grpSpPr>
        <p:pic>
          <p:nvPicPr>
            <p:cNvPr id="489" name="Google Shape;489;p42"/>
            <p:cNvPicPr preferRelativeResize="0"/>
            <p:nvPr/>
          </p:nvPicPr>
          <p:blipFill rotWithShape="1">
            <a:blip r:embed="rId3">
              <a:alphaModFix/>
            </a:blip>
            <a:srcRect b="0" l="0" r="0" t="0"/>
            <a:stretch/>
          </p:blipFill>
          <p:spPr>
            <a:xfrm>
              <a:off x="323541" y="3203422"/>
              <a:ext cx="457425" cy="457425"/>
            </a:xfrm>
            <a:prstGeom prst="rect">
              <a:avLst/>
            </a:prstGeom>
            <a:noFill/>
            <a:ln>
              <a:noFill/>
            </a:ln>
          </p:spPr>
        </p:pic>
        <p:sp>
          <p:nvSpPr>
            <p:cNvPr id="490" name="Google Shape;490;p42"/>
            <p:cNvSpPr txBox="1"/>
            <p:nvPr/>
          </p:nvSpPr>
          <p:spPr>
            <a:xfrm>
              <a:off x="348253" y="329353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grpSp>
      <p:grpSp>
        <p:nvGrpSpPr>
          <p:cNvPr id="491" name="Google Shape;491;p42"/>
          <p:cNvGrpSpPr/>
          <p:nvPr/>
        </p:nvGrpSpPr>
        <p:grpSpPr>
          <a:xfrm>
            <a:off x="323541" y="4081785"/>
            <a:ext cx="457425" cy="457425"/>
            <a:chOff x="323541" y="4005585"/>
            <a:chExt cx="457425" cy="457425"/>
          </a:xfrm>
        </p:grpSpPr>
        <p:pic>
          <p:nvPicPr>
            <p:cNvPr id="492" name="Google Shape;492;p42"/>
            <p:cNvPicPr preferRelativeResize="0"/>
            <p:nvPr/>
          </p:nvPicPr>
          <p:blipFill rotWithShape="1">
            <a:blip r:embed="rId3">
              <a:alphaModFix/>
            </a:blip>
            <a:srcRect b="0" l="0" r="0" t="0"/>
            <a:stretch/>
          </p:blipFill>
          <p:spPr>
            <a:xfrm>
              <a:off x="323541" y="4005585"/>
              <a:ext cx="457425" cy="457425"/>
            </a:xfrm>
            <a:prstGeom prst="rect">
              <a:avLst/>
            </a:prstGeom>
            <a:noFill/>
            <a:ln>
              <a:noFill/>
            </a:ln>
          </p:spPr>
        </p:pic>
        <p:sp>
          <p:nvSpPr>
            <p:cNvPr id="493" name="Google Shape;493;p42"/>
            <p:cNvSpPr txBox="1"/>
            <p:nvPr/>
          </p:nvSpPr>
          <p:spPr>
            <a:xfrm>
              <a:off x="348253" y="409569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D</a:t>
              </a:r>
              <a:endParaRPr b="1" sz="1800">
                <a:solidFill>
                  <a:schemeClr val="lt1"/>
                </a:solidFill>
                <a:latin typeface="Lexend"/>
                <a:ea typeface="Lexend"/>
                <a:cs typeface="Lexend"/>
                <a:sym typeface="Lexend"/>
              </a:endParaRPr>
            </a:p>
          </p:txBody>
        </p:sp>
      </p:grpSp>
      <p:pic>
        <p:nvPicPr>
          <p:cNvPr id="494" name="Google Shape;494;p42"/>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95" name="Google Shape;495;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96" name="Google Shape;496;p42"/>
          <p:cNvSpPr txBox="1"/>
          <p:nvPr>
            <p:ph idx="5"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CfU 4 options - jade">
  <p:cSld name="TITLE_AND_TWO_COLUMNS_1_1_8_1_1_1">
    <p:bg>
      <p:bgPr>
        <a:solidFill>
          <a:srgbClr val="E6F2F2"/>
        </a:solidFill>
      </p:bgPr>
    </p:bg>
    <p:spTree>
      <p:nvGrpSpPr>
        <p:cNvPr id="497" name="Shape 497"/>
        <p:cNvGrpSpPr/>
        <p:nvPr/>
      </p:nvGrpSpPr>
      <p:grpSpPr>
        <a:xfrm>
          <a:off x="0" y="0"/>
          <a:ext cx="0" cy="0"/>
          <a:chOff x="0" y="0"/>
          <a:chExt cx="0" cy="0"/>
        </a:xfrm>
      </p:grpSpPr>
      <p:pic>
        <p:nvPicPr>
          <p:cNvPr id="498" name="Google Shape;49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99" name="Google Shape;49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3"/>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1" name="Google Shape;501;p4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2" name="Google Shape;502;p43"/>
          <p:cNvSpPr txBox="1"/>
          <p:nvPr>
            <p:ph idx="2" type="subTitle"/>
          </p:nvPr>
        </p:nvSpPr>
        <p:spPr>
          <a:xfrm>
            <a:off x="1034425" y="2477383"/>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3" name="Google Shape;503;p43"/>
          <p:cNvSpPr txBox="1"/>
          <p:nvPr>
            <p:ph idx="3" type="subTitle"/>
          </p:nvPr>
        </p:nvSpPr>
        <p:spPr>
          <a:xfrm>
            <a:off x="1055430" y="3333892"/>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4" name="Google Shape;504;p43"/>
          <p:cNvSpPr txBox="1"/>
          <p:nvPr>
            <p:ph idx="4" type="subTitle"/>
          </p:nvPr>
        </p:nvSpPr>
        <p:spPr>
          <a:xfrm>
            <a:off x="1055430" y="4125900"/>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5" name="Google Shape;505;p43"/>
          <p:cNvGrpSpPr/>
          <p:nvPr/>
        </p:nvGrpSpPr>
        <p:grpSpPr>
          <a:xfrm>
            <a:off x="323541" y="1651623"/>
            <a:ext cx="457425" cy="457425"/>
            <a:chOff x="323541" y="1575423"/>
            <a:chExt cx="457425" cy="457425"/>
          </a:xfrm>
        </p:grpSpPr>
        <p:pic>
          <p:nvPicPr>
            <p:cNvPr id="506" name="Google Shape;506;p43"/>
            <p:cNvPicPr preferRelativeResize="0"/>
            <p:nvPr/>
          </p:nvPicPr>
          <p:blipFill rotWithShape="1">
            <a:blip r:embed="rId3">
              <a:alphaModFix/>
            </a:blip>
            <a:srcRect b="0" l="0" r="0" t="0"/>
            <a:stretch/>
          </p:blipFill>
          <p:spPr>
            <a:xfrm>
              <a:off x="323541" y="1575423"/>
              <a:ext cx="457425" cy="457425"/>
            </a:xfrm>
            <a:prstGeom prst="rect">
              <a:avLst/>
            </a:prstGeom>
            <a:noFill/>
            <a:ln>
              <a:noFill/>
            </a:ln>
          </p:spPr>
        </p:pic>
        <p:sp>
          <p:nvSpPr>
            <p:cNvPr id="507" name="Google Shape;507;p43"/>
            <p:cNvSpPr txBox="1"/>
            <p:nvPr/>
          </p:nvSpPr>
          <p:spPr>
            <a:xfrm>
              <a:off x="348253" y="1665536"/>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grpSp>
      <p:grpSp>
        <p:nvGrpSpPr>
          <p:cNvPr id="508" name="Google Shape;508;p43"/>
          <p:cNvGrpSpPr/>
          <p:nvPr/>
        </p:nvGrpSpPr>
        <p:grpSpPr>
          <a:xfrm>
            <a:off x="323541" y="2461677"/>
            <a:ext cx="457425" cy="457425"/>
            <a:chOff x="323541" y="2348699"/>
            <a:chExt cx="457425" cy="457425"/>
          </a:xfrm>
        </p:grpSpPr>
        <p:pic>
          <p:nvPicPr>
            <p:cNvPr id="509" name="Google Shape;509;p43"/>
            <p:cNvPicPr preferRelativeResize="0"/>
            <p:nvPr/>
          </p:nvPicPr>
          <p:blipFill rotWithShape="1">
            <a:blip r:embed="rId3">
              <a:alphaModFix/>
            </a:blip>
            <a:srcRect b="0" l="0" r="0" t="0"/>
            <a:stretch/>
          </p:blipFill>
          <p:spPr>
            <a:xfrm>
              <a:off x="323541" y="2348699"/>
              <a:ext cx="457425" cy="457425"/>
            </a:xfrm>
            <a:prstGeom prst="rect">
              <a:avLst/>
            </a:prstGeom>
            <a:noFill/>
            <a:ln>
              <a:noFill/>
            </a:ln>
          </p:spPr>
        </p:pic>
        <p:sp>
          <p:nvSpPr>
            <p:cNvPr id="510" name="Google Shape;510;p43"/>
            <p:cNvSpPr txBox="1"/>
            <p:nvPr/>
          </p:nvSpPr>
          <p:spPr>
            <a:xfrm>
              <a:off x="348253" y="243881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grpSp>
      <p:grpSp>
        <p:nvGrpSpPr>
          <p:cNvPr id="511" name="Google Shape;511;p43"/>
          <p:cNvGrpSpPr/>
          <p:nvPr/>
        </p:nvGrpSpPr>
        <p:grpSpPr>
          <a:xfrm>
            <a:off x="323541" y="3271731"/>
            <a:ext cx="457425" cy="457425"/>
            <a:chOff x="323541" y="3203422"/>
            <a:chExt cx="457425" cy="457425"/>
          </a:xfrm>
        </p:grpSpPr>
        <p:pic>
          <p:nvPicPr>
            <p:cNvPr id="512" name="Google Shape;512;p43"/>
            <p:cNvPicPr preferRelativeResize="0"/>
            <p:nvPr/>
          </p:nvPicPr>
          <p:blipFill rotWithShape="1">
            <a:blip r:embed="rId3">
              <a:alphaModFix/>
            </a:blip>
            <a:srcRect b="0" l="0" r="0" t="0"/>
            <a:stretch/>
          </p:blipFill>
          <p:spPr>
            <a:xfrm>
              <a:off x="323541" y="3203422"/>
              <a:ext cx="457425" cy="457425"/>
            </a:xfrm>
            <a:prstGeom prst="rect">
              <a:avLst/>
            </a:prstGeom>
            <a:noFill/>
            <a:ln>
              <a:noFill/>
            </a:ln>
          </p:spPr>
        </p:pic>
        <p:sp>
          <p:nvSpPr>
            <p:cNvPr id="513" name="Google Shape;513;p43"/>
            <p:cNvSpPr txBox="1"/>
            <p:nvPr/>
          </p:nvSpPr>
          <p:spPr>
            <a:xfrm>
              <a:off x="348253" y="329353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grpSp>
      <p:grpSp>
        <p:nvGrpSpPr>
          <p:cNvPr id="514" name="Google Shape;514;p43"/>
          <p:cNvGrpSpPr/>
          <p:nvPr/>
        </p:nvGrpSpPr>
        <p:grpSpPr>
          <a:xfrm>
            <a:off x="323541" y="4081785"/>
            <a:ext cx="457425" cy="457425"/>
            <a:chOff x="323541" y="4005585"/>
            <a:chExt cx="457425" cy="457425"/>
          </a:xfrm>
        </p:grpSpPr>
        <p:pic>
          <p:nvPicPr>
            <p:cNvPr id="515" name="Google Shape;515;p43"/>
            <p:cNvPicPr preferRelativeResize="0"/>
            <p:nvPr/>
          </p:nvPicPr>
          <p:blipFill rotWithShape="1">
            <a:blip r:embed="rId3">
              <a:alphaModFix/>
            </a:blip>
            <a:srcRect b="0" l="0" r="0" t="0"/>
            <a:stretch/>
          </p:blipFill>
          <p:spPr>
            <a:xfrm>
              <a:off x="323541" y="4005585"/>
              <a:ext cx="457425" cy="457425"/>
            </a:xfrm>
            <a:prstGeom prst="rect">
              <a:avLst/>
            </a:prstGeom>
            <a:noFill/>
            <a:ln>
              <a:noFill/>
            </a:ln>
          </p:spPr>
        </p:pic>
        <p:sp>
          <p:nvSpPr>
            <p:cNvPr id="516" name="Google Shape;516;p43"/>
            <p:cNvSpPr txBox="1"/>
            <p:nvPr/>
          </p:nvSpPr>
          <p:spPr>
            <a:xfrm>
              <a:off x="348253" y="409569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D</a:t>
              </a:r>
              <a:endParaRPr b="1" sz="1800">
                <a:solidFill>
                  <a:schemeClr val="lt1"/>
                </a:solidFill>
                <a:latin typeface="Lexend"/>
                <a:ea typeface="Lexend"/>
                <a:cs typeface="Lexend"/>
                <a:sym typeface="Lexend"/>
              </a:endParaRPr>
            </a:p>
          </p:txBody>
        </p:sp>
      </p:grpSp>
      <p:pic>
        <p:nvPicPr>
          <p:cNvPr id="517" name="Google Shape;517;p43"/>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518" name="Google Shape;518;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19" name="Google Shape;519;p43"/>
          <p:cNvSpPr txBox="1"/>
          <p:nvPr>
            <p:ph idx="5"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CfU 4 options - blue">
  <p:cSld name="TITLE_AND_TWO_COLUMNS_1_1_8_2">
    <p:bg>
      <p:bgPr>
        <a:solidFill>
          <a:srgbClr val="EBEDFE"/>
        </a:solidFill>
      </p:bgPr>
    </p:bg>
    <p:spTree>
      <p:nvGrpSpPr>
        <p:cNvPr id="520" name="Shape 520"/>
        <p:cNvGrpSpPr/>
        <p:nvPr/>
      </p:nvGrpSpPr>
      <p:grpSpPr>
        <a:xfrm>
          <a:off x="0" y="0"/>
          <a:ext cx="0" cy="0"/>
          <a:chOff x="0" y="0"/>
          <a:chExt cx="0" cy="0"/>
        </a:xfrm>
      </p:grpSpPr>
      <p:pic>
        <p:nvPicPr>
          <p:cNvPr id="521" name="Google Shape;521;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2" name="Google Shape;522;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4"/>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4" name="Google Shape;524;p44"/>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5" name="Google Shape;525;p44"/>
          <p:cNvSpPr txBox="1"/>
          <p:nvPr>
            <p:ph idx="2" type="subTitle"/>
          </p:nvPr>
        </p:nvSpPr>
        <p:spPr>
          <a:xfrm>
            <a:off x="1034425" y="2477383"/>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6" name="Google Shape;526;p44"/>
          <p:cNvSpPr txBox="1"/>
          <p:nvPr>
            <p:ph idx="3" type="subTitle"/>
          </p:nvPr>
        </p:nvSpPr>
        <p:spPr>
          <a:xfrm>
            <a:off x="1055430" y="3333892"/>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7" name="Google Shape;527;p44"/>
          <p:cNvSpPr txBox="1"/>
          <p:nvPr>
            <p:ph idx="4" type="subTitle"/>
          </p:nvPr>
        </p:nvSpPr>
        <p:spPr>
          <a:xfrm>
            <a:off x="1055430" y="4125900"/>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28" name="Google Shape;528;p44"/>
          <p:cNvGrpSpPr/>
          <p:nvPr/>
        </p:nvGrpSpPr>
        <p:grpSpPr>
          <a:xfrm>
            <a:off x="323541" y="1651623"/>
            <a:ext cx="457425" cy="457425"/>
            <a:chOff x="323541" y="1575423"/>
            <a:chExt cx="457425" cy="457425"/>
          </a:xfrm>
        </p:grpSpPr>
        <p:pic>
          <p:nvPicPr>
            <p:cNvPr id="529" name="Google Shape;529;p44"/>
            <p:cNvPicPr preferRelativeResize="0"/>
            <p:nvPr/>
          </p:nvPicPr>
          <p:blipFill rotWithShape="1">
            <a:blip r:embed="rId3">
              <a:alphaModFix/>
            </a:blip>
            <a:srcRect b="0" l="0" r="0" t="0"/>
            <a:stretch/>
          </p:blipFill>
          <p:spPr>
            <a:xfrm>
              <a:off x="323541" y="1575423"/>
              <a:ext cx="457425" cy="457425"/>
            </a:xfrm>
            <a:prstGeom prst="rect">
              <a:avLst/>
            </a:prstGeom>
            <a:noFill/>
            <a:ln>
              <a:noFill/>
            </a:ln>
          </p:spPr>
        </p:pic>
        <p:sp>
          <p:nvSpPr>
            <p:cNvPr id="530" name="Google Shape;530;p44"/>
            <p:cNvSpPr txBox="1"/>
            <p:nvPr/>
          </p:nvSpPr>
          <p:spPr>
            <a:xfrm>
              <a:off x="348253" y="1665536"/>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grpSp>
      <p:grpSp>
        <p:nvGrpSpPr>
          <p:cNvPr id="531" name="Google Shape;531;p44"/>
          <p:cNvGrpSpPr/>
          <p:nvPr/>
        </p:nvGrpSpPr>
        <p:grpSpPr>
          <a:xfrm>
            <a:off x="323541" y="2461677"/>
            <a:ext cx="457425" cy="457425"/>
            <a:chOff x="323541" y="2348699"/>
            <a:chExt cx="457425" cy="457425"/>
          </a:xfrm>
        </p:grpSpPr>
        <p:pic>
          <p:nvPicPr>
            <p:cNvPr id="532" name="Google Shape;532;p44"/>
            <p:cNvPicPr preferRelativeResize="0"/>
            <p:nvPr/>
          </p:nvPicPr>
          <p:blipFill rotWithShape="1">
            <a:blip r:embed="rId3">
              <a:alphaModFix/>
            </a:blip>
            <a:srcRect b="0" l="0" r="0" t="0"/>
            <a:stretch/>
          </p:blipFill>
          <p:spPr>
            <a:xfrm>
              <a:off x="323541" y="2348699"/>
              <a:ext cx="457425" cy="457425"/>
            </a:xfrm>
            <a:prstGeom prst="rect">
              <a:avLst/>
            </a:prstGeom>
            <a:noFill/>
            <a:ln>
              <a:noFill/>
            </a:ln>
          </p:spPr>
        </p:pic>
        <p:sp>
          <p:nvSpPr>
            <p:cNvPr id="533" name="Google Shape;533;p44"/>
            <p:cNvSpPr txBox="1"/>
            <p:nvPr/>
          </p:nvSpPr>
          <p:spPr>
            <a:xfrm>
              <a:off x="348253" y="243881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grpSp>
      <p:grpSp>
        <p:nvGrpSpPr>
          <p:cNvPr id="534" name="Google Shape;534;p44"/>
          <p:cNvGrpSpPr/>
          <p:nvPr/>
        </p:nvGrpSpPr>
        <p:grpSpPr>
          <a:xfrm>
            <a:off x="323541" y="3271731"/>
            <a:ext cx="457425" cy="457425"/>
            <a:chOff x="323541" y="3203422"/>
            <a:chExt cx="457425" cy="457425"/>
          </a:xfrm>
        </p:grpSpPr>
        <p:pic>
          <p:nvPicPr>
            <p:cNvPr id="535" name="Google Shape;535;p44"/>
            <p:cNvPicPr preferRelativeResize="0"/>
            <p:nvPr/>
          </p:nvPicPr>
          <p:blipFill rotWithShape="1">
            <a:blip r:embed="rId3">
              <a:alphaModFix/>
            </a:blip>
            <a:srcRect b="0" l="0" r="0" t="0"/>
            <a:stretch/>
          </p:blipFill>
          <p:spPr>
            <a:xfrm>
              <a:off x="323541" y="3203422"/>
              <a:ext cx="457425" cy="457425"/>
            </a:xfrm>
            <a:prstGeom prst="rect">
              <a:avLst/>
            </a:prstGeom>
            <a:noFill/>
            <a:ln>
              <a:noFill/>
            </a:ln>
          </p:spPr>
        </p:pic>
        <p:sp>
          <p:nvSpPr>
            <p:cNvPr id="536" name="Google Shape;536;p44"/>
            <p:cNvSpPr txBox="1"/>
            <p:nvPr/>
          </p:nvSpPr>
          <p:spPr>
            <a:xfrm>
              <a:off x="348253" y="329353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grpSp>
      <p:grpSp>
        <p:nvGrpSpPr>
          <p:cNvPr id="537" name="Google Shape;537;p44"/>
          <p:cNvGrpSpPr/>
          <p:nvPr/>
        </p:nvGrpSpPr>
        <p:grpSpPr>
          <a:xfrm>
            <a:off x="323541" y="4081785"/>
            <a:ext cx="457425" cy="457425"/>
            <a:chOff x="323541" y="4005585"/>
            <a:chExt cx="457425" cy="457425"/>
          </a:xfrm>
        </p:grpSpPr>
        <p:pic>
          <p:nvPicPr>
            <p:cNvPr id="538" name="Google Shape;538;p44"/>
            <p:cNvPicPr preferRelativeResize="0"/>
            <p:nvPr/>
          </p:nvPicPr>
          <p:blipFill rotWithShape="1">
            <a:blip r:embed="rId3">
              <a:alphaModFix/>
            </a:blip>
            <a:srcRect b="0" l="0" r="0" t="0"/>
            <a:stretch/>
          </p:blipFill>
          <p:spPr>
            <a:xfrm>
              <a:off x="323541" y="4005585"/>
              <a:ext cx="457425" cy="457425"/>
            </a:xfrm>
            <a:prstGeom prst="rect">
              <a:avLst/>
            </a:prstGeom>
            <a:noFill/>
            <a:ln>
              <a:noFill/>
            </a:ln>
          </p:spPr>
        </p:pic>
        <p:sp>
          <p:nvSpPr>
            <p:cNvPr id="539" name="Google Shape;539;p44"/>
            <p:cNvSpPr txBox="1"/>
            <p:nvPr/>
          </p:nvSpPr>
          <p:spPr>
            <a:xfrm>
              <a:off x="348253" y="409569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D</a:t>
              </a:r>
              <a:endParaRPr b="1" sz="1800">
                <a:solidFill>
                  <a:schemeClr val="lt1"/>
                </a:solidFill>
                <a:latin typeface="Lexend"/>
                <a:ea typeface="Lexend"/>
                <a:cs typeface="Lexend"/>
                <a:sym typeface="Lexend"/>
              </a:endParaRPr>
            </a:p>
          </p:txBody>
        </p:sp>
      </p:grpSp>
      <p:pic>
        <p:nvPicPr>
          <p:cNvPr id="540" name="Google Shape;540;p44"/>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541" name="Google Shape;54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42" name="Google Shape;542;p44"/>
          <p:cNvSpPr txBox="1"/>
          <p:nvPr>
            <p:ph idx="5"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CfU 4 options - pink">
  <p:cSld name="TITLE_AND_TWO_COLUMNS_1_1_8_1_1_1_1">
    <p:bg>
      <p:bgPr>
        <a:solidFill>
          <a:srgbClr val="FAEAF6"/>
        </a:solidFill>
      </p:bgPr>
    </p:bg>
    <p:spTree>
      <p:nvGrpSpPr>
        <p:cNvPr id="543" name="Shape 543"/>
        <p:cNvGrpSpPr/>
        <p:nvPr/>
      </p:nvGrpSpPr>
      <p:grpSpPr>
        <a:xfrm>
          <a:off x="0" y="0"/>
          <a:ext cx="0" cy="0"/>
          <a:chOff x="0" y="0"/>
          <a:chExt cx="0" cy="0"/>
        </a:xfrm>
      </p:grpSpPr>
      <p:pic>
        <p:nvPicPr>
          <p:cNvPr id="544" name="Google Shape;54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45" name="Google Shape;545;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5"/>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7" name="Google Shape;547;p45"/>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8" name="Google Shape;548;p45"/>
          <p:cNvSpPr txBox="1"/>
          <p:nvPr>
            <p:ph idx="2" type="subTitle"/>
          </p:nvPr>
        </p:nvSpPr>
        <p:spPr>
          <a:xfrm>
            <a:off x="1034425" y="2477383"/>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5"/>
          <p:cNvSpPr txBox="1"/>
          <p:nvPr>
            <p:ph idx="3" type="subTitle"/>
          </p:nvPr>
        </p:nvSpPr>
        <p:spPr>
          <a:xfrm>
            <a:off x="1055430" y="3333892"/>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5"/>
          <p:cNvSpPr txBox="1"/>
          <p:nvPr>
            <p:ph idx="4" type="subTitle"/>
          </p:nvPr>
        </p:nvSpPr>
        <p:spPr>
          <a:xfrm>
            <a:off x="1055430" y="4125900"/>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1" name="Google Shape;551;p45"/>
          <p:cNvGrpSpPr/>
          <p:nvPr/>
        </p:nvGrpSpPr>
        <p:grpSpPr>
          <a:xfrm>
            <a:off x="323541" y="1651623"/>
            <a:ext cx="457425" cy="457425"/>
            <a:chOff x="323541" y="1575423"/>
            <a:chExt cx="457425" cy="457425"/>
          </a:xfrm>
        </p:grpSpPr>
        <p:pic>
          <p:nvPicPr>
            <p:cNvPr id="552" name="Google Shape;552;p45"/>
            <p:cNvPicPr preferRelativeResize="0"/>
            <p:nvPr/>
          </p:nvPicPr>
          <p:blipFill rotWithShape="1">
            <a:blip r:embed="rId3">
              <a:alphaModFix/>
            </a:blip>
            <a:srcRect b="0" l="0" r="0" t="0"/>
            <a:stretch/>
          </p:blipFill>
          <p:spPr>
            <a:xfrm>
              <a:off x="323541" y="1575423"/>
              <a:ext cx="457425" cy="457425"/>
            </a:xfrm>
            <a:prstGeom prst="rect">
              <a:avLst/>
            </a:prstGeom>
            <a:noFill/>
            <a:ln>
              <a:noFill/>
            </a:ln>
          </p:spPr>
        </p:pic>
        <p:sp>
          <p:nvSpPr>
            <p:cNvPr id="553" name="Google Shape;553;p45"/>
            <p:cNvSpPr txBox="1"/>
            <p:nvPr/>
          </p:nvSpPr>
          <p:spPr>
            <a:xfrm>
              <a:off x="348253" y="1665536"/>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grpSp>
      <p:grpSp>
        <p:nvGrpSpPr>
          <p:cNvPr id="554" name="Google Shape;554;p45"/>
          <p:cNvGrpSpPr/>
          <p:nvPr/>
        </p:nvGrpSpPr>
        <p:grpSpPr>
          <a:xfrm>
            <a:off x="323541" y="2461677"/>
            <a:ext cx="457425" cy="457425"/>
            <a:chOff x="323541" y="2348699"/>
            <a:chExt cx="457425" cy="457425"/>
          </a:xfrm>
        </p:grpSpPr>
        <p:pic>
          <p:nvPicPr>
            <p:cNvPr id="555" name="Google Shape;555;p45"/>
            <p:cNvPicPr preferRelativeResize="0"/>
            <p:nvPr/>
          </p:nvPicPr>
          <p:blipFill rotWithShape="1">
            <a:blip r:embed="rId3">
              <a:alphaModFix/>
            </a:blip>
            <a:srcRect b="0" l="0" r="0" t="0"/>
            <a:stretch/>
          </p:blipFill>
          <p:spPr>
            <a:xfrm>
              <a:off x="323541" y="2348699"/>
              <a:ext cx="457425" cy="457425"/>
            </a:xfrm>
            <a:prstGeom prst="rect">
              <a:avLst/>
            </a:prstGeom>
            <a:noFill/>
            <a:ln>
              <a:noFill/>
            </a:ln>
          </p:spPr>
        </p:pic>
        <p:sp>
          <p:nvSpPr>
            <p:cNvPr id="556" name="Google Shape;556;p45"/>
            <p:cNvSpPr txBox="1"/>
            <p:nvPr/>
          </p:nvSpPr>
          <p:spPr>
            <a:xfrm>
              <a:off x="348253" y="243881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grpSp>
      <p:grpSp>
        <p:nvGrpSpPr>
          <p:cNvPr id="557" name="Google Shape;557;p45"/>
          <p:cNvGrpSpPr/>
          <p:nvPr/>
        </p:nvGrpSpPr>
        <p:grpSpPr>
          <a:xfrm>
            <a:off x="323541" y="3271731"/>
            <a:ext cx="457425" cy="457425"/>
            <a:chOff x="323541" y="3203422"/>
            <a:chExt cx="457425" cy="457425"/>
          </a:xfrm>
        </p:grpSpPr>
        <p:pic>
          <p:nvPicPr>
            <p:cNvPr id="558" name="Google Shape;558;p45"/>
            <p:cNvPicPr preferRelativeResize="0"/>
            <p:nvPr/>
          </p:nvPicPr>
          <p:blipFill rotWithShape="1">
            <a:blip r:embed="rId3">
              <a:alphaModFix/>
            </a:blip>
            <a:srcRect b="0" l="0" r="0" t="0"/>
            <a:stretch/>
          </p:blipFill>
          <p:spPr>
            <a:xfrm>
              <a:off x="323541" y="3203422"/>
              <a:ext cx="457425" cy="457425"/>
            </a:xfrm>
            <a:prstGeom prst="rect">
              <a:avLst/>
            </a:prstGeom>
            <a:noFill/>
            <a:ln>
              <a:noFill/>
            </a:ln>
          </p:spPr>
        </p:pic>
        <p:sp>
          <p:nvSpPr>
            <p:cNvPr id="559" name="Google Shape;559;p45"/>
            <p:cNvSpPr txBox="1"/>
            <p:nvPr/>
          </p:nvSpPr>
          <p:spPr>
            <a:xfrm>
              <a:off x="348253" y="329353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grpSp>
      <p:grpSp>
        <p:nvGrpSpPr>
          <p:cNvPr id="560" name="Google Shape;560;p45"/>
          <p:cNvGrpSpPr/>
          <p:nvPr/>
        </p:nvGrpSpPr>
        <p:grpSpPr>
          <a:xfrm>
            <a:off x="323541" y="4081785"/>
            <a:ext cx="457425" cy="457425"/>
            <a:chOff x="323541" y="4005585"/>
            <a:chExt cx="457425" cy="457425"/>
          </a:xfrm>
        </p:grpSpPr>
        <p:pic>
          <p:nvPicPr>
            <p:cNvPr id="561" name="Google Shape;561;p45"/>
            <p:cNvPicPr preferRelativeResize="0"/>
            <p:nvPr/>
          </p:nvPicPr>
          <p:blipFill rotWithShape="1">
            <a:blip r:embed="rId3">
              <a:alphaModFix/>
            </a:blip>
            <a:srcRect b="0" l="0" r="0" t="0"/>
            <a:stretch/>
          </p:blipFill>
          <p:spPr>
            <a:xfrm>
              <a:off x="323541" y="4005585"/>
              <a:ext cx="457425" cy="457425"/>
            </a:xfrm>
            <a:prstGeom prst="rect">
              <a:avLst/>
            </a:prstGeom>
            <a:noFill/>
            <a:ln>
              <a:noFill/>
            </a:ln>
          </p:spPr>
        </p:pic>
        <p:sp>
          <p:nvSpPr>
            <p:cNvPr id="562" name="Google Shape;562;p45"/>
            <p:cNvSpPr txBox="1"/>
            <p:nvPr/>
          </p:nvSpPr>
          <p:spPr>
            <a:xfrm>
              <a:off x="348253" y="409569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D</a:t>
              </a:r>
              <a:endParaRPr b="1" sz="1800">
                <a:solidFill>
                  <a:schemeClr val="lt1"/>
                </a:solidFill>
                <a:latin typeface="Lexend"/>
                <a:ea typeface="Lexend"/>
                <a:cs typeface="Lexend"/>
                <a:sym typeface="Lexend"/>
              </a:endParaRPr>
            </a:p>
          </p:txBody>
        </p:sp>
      </p:grpSp>
      <p:pic>
        <p:nvPicPr>
          <p:cNvPr id="563" name="Google Shape;563;p45"/>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564" name="Google Shape;564;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65" name="Google Shape;565;p45"/>
          <p:cNvSpPr txBox="1"/>
          <p:nvPr>
            <p:ph idx="5"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 CfU 4 options - orange">
  <p:cSld name="TITLE_AND_TWO_COLUMNS_1_1_8_1_1_2">
    <p:bg>
      <p:bgPr>
        <a:solidFill>
          <a:srgbClr val="FFEFE4"/>
        </a:solidFill>
      </p:bgPr>
    </p:bg>
    <p:spTree>
      <p:nvGrpSpPr>
        <p:cNvPr id="566" name="Shape 566"/>
        <p:cNvGrpSpPr/>
        <p:nvPr/>
      </p:nvGrpSpPr>
      <p:grpSpPr>
        <a:xfrm>
          <a:off x="0" y="0"/>
          <a:ext cx="0" cy="0"/>
          <a:chOff x="0" y="0"/>
          <a:chExt cx="0" cy="0"/>
        </a:xfrm>
      </p:grpSpPr>
      <p:sp>
        <p:nvSpPr>
          <p:cNvPr id="567" name="Google Shape;567;p46"/>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8" name="Google Shape;568;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1" name="Google Shape;571;p46"/>
          <p:cNvSpPr txBox="1"/>
          <p:nvPr>
            <p:ph idx="2" type="subTitle"/>
          </p:nvPr>
        </p:nvSpPr>
        <p:spPr>
          <a:xfrm>
            <a:off x="1034425" y="2477383"/>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6"/>
          <p:cNvSpPr txBox="1"/>
          <p:nvPr>
            <p:ph idx="3" type="subTitle"/>
          </p:nvPr>
        </p:nvSpPr>
        <p:spPr>
          <a:xfrm>
            <a:off x="1055430" y="3333892"/>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6"/>
          <p:cNvSpPr txBox="1"/>
          <p:nvPr>
            <p:ph idx="4" type="subTitle"/>
          </p:nvPr>
        </p:nvSpPr>
        <p:spPr>
          <a:xfrm>
            <a:off x="1055430" y="4125900"/>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4" name="Google Shape;574;p46"/>
          <p:cNvGrpSpPr/>
          <p:nvPr/>
        </p:nvGrpSpPr>
        <p:grpSpPr>
          <a:xfrm>
            <a:off x="323541" y="1651623"/>
            <a:ext cx="457425" cy="457425"/>
            <a:chOff x="323541" y="1575423"/>
            <a:chExt cx="457425" cy="457425"/>
          </a:xfrm>
        </p:grpSpPr>
        <p:pic>
          <p:nvPicPr>
            <p:cNvPr id="575" name="Google Shape;575;p46"/>
            <p:cNvPicPr preferRelativeResize="0"/>
            <p:nvPr/>
          </p:nvPicPr>
          <p:blipFill rotWithShape="1">
            <a:blip r:embed="rId3">
              <a:alphaModFix/>
            </a:blip>
            <a:srcRect b="0" l="0" r="0" t="0"/>
            <a:stretch/>
          </p:blipFill>
          <p:spPr>
            <a:xfrm>
              <a:off x="323541" y="1575423"/>
              <a:ext cx="457425" cy="457425"/>
            </a:xfrm>
            <a:prstGeom prst="rect">
              <a:avLst/>
            </a:prstGeom>
            <a:noFill/>
            <a:ln>
              <a:noFill/>
            </a:ln>
          </p:spPr>
        </p:pic>
        <p:sp>
          <p:nvSpPr>
            <p:cNvPr id="576" name="Google Shape;576;p46"/>
            <p:cNvSpPr txBox="1"/>
            <p:nvPr/>
          </p:nvSpPr>
          <p:spPr>
            <a:xfrm>
              <a:off x="348253" y="1665536"/>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A</a:t>
              </a:r>
              <a:endParaRPr b="1" sz="1800">
                <a:solidFill>
                  <a:schemeClr val="lt1"/>
                </a:solidFill>
                <a:latin typeface="Lexend"/>
                <a:ea typeface="Lexend"/>
                <a:cs typeface="Lexend"/>
                <a:sym typeface="Lexend"/>
              </a:endParaRPr>
            </a:p>
          </p:txBody>
        </p:sp>
      </p:grpSp>
      <p:grpSp>
        <p:nvGrpSpPr>
          <p:cNvPr id="577" name="Google Shape;577;p46"/>
          <p:cNvGrpSpPr/>
          <p:nvPr/>
        </p:nvGrpSpPr>
        <p:grpSpPr>
          <a:xfrm>
            <a:off x="323541" y="2461677"/>
            <a:ext cx="457425" cy="457425"/>
            <a:chOff x="323541" y="2348699"/>
            <a:chExt cx="457425" cy="457425"/>
          </a:xfrm>
        </p:grpSpPr>
        <p:pic>
          <p:nvPicPr>
            <p:cNvPr id="578" name="Google Shape;578;p46"/>
            <p:cNvPicPr preferRelativeResize="0"/>
            <p:nvPr/>
          </p:nvPicPr>
          <p:blipFill rotWithShape="1">
            <a:blip r:embed="rId3">
              <a:alphaModFix/>
            </a:blip>
            <a:srcRect b="0" l="0" r="0" t="0"/>
            <a:stretch/>
          </p:blipFill>
          <p:spPr>
            <a:xfrm>
              <a:off x="323541" y="2348699"/>
              <a:ext cx="457425" cy="457425"/>
            </a:xfrm>
            <a:prstGeom prst="rect">
              <a:avLst/>
            </a:prstGeom>
            <a:noFill/>
            <a:ln>
              <a:noFill/>
            </a:ln>
          </p:spPr>
        </p:pic>
        <p:sp>
          <p:nvSpPr>
            <p:cNvPr id="579" name="Google Shape;579;p46"/>
            <p:cNvSpPr txBox="1"/>
            <p:nvPr/>
          </p:nvSpPr>
          <p:spPr>
            <a:xfrm>
              <a:off x="348253" y="2438812"/>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B</a:t>
              </a:r>
              <a:endParaRPr b="1" sz="1800">
                <a:solidFill>
                  <a:schemeClr val="lt1"/>
                </a:solidFill>
                <a:latin typeface="Lexend"/>
                <a:ea typeface="Lexend"/>
                <a:cs typeface="Lexend"/>
                <a:sym typeface="Lexend"/>
              </a:endParaRPr>
            </a:p>
          </p:txBody>
        </p:sp>
      </p:grpSp>
      <p:grpSp>
        <p:nvGrpSpPr>
          <p:cNvPr id="580" name="Google Shape;580;p46"/>
          <p:cNvGrpSpPr/>
          <p:nvPr/>
        </p:nvGrpSpPr>
        <p:grpSpPr>
          <a:xfrm>
            <a:off x="323541" y="3271731"/>
            <a:ext cx="457425" cy="457425"/>
            <a:chOff x="323541" y="3203422"/>
            <a:chExt cx="457425" cy="457425"/>
          </a:xfrm>
        </p:grpSpPr>
        <p:pic>
          <p:nvPicPr>
            <p:cNvPr id="581" name="Google Shape;581;p46"/>
            <p:cNvPicPr preferRelativeResize="0"/>
            <p:nvPr/>
          </p:nvPicPr>
          <p:blipFill rotWithShape="1">
            <a:blip r:embed="rId3">
              <a:alphaModFix/>
            </a:blip>
            <a:srcRect b="0" l="0" r="0" t="0"/>
            <a:stretch/>
          </p:blipFill>
          <p:spPr>
            <a:xfrm>
              <a:off x="323541" y="3203422"/>
              <a:ext cx="457425" cy="457425"/>
            </a:xfrm>
            <a:prstGeom prst="rect">
              <a:avLst/>
            </a:prstGeom>
            <a:noFill/>
            <a:ln>
              <a:noFill/>
            </a:ln>
          </p:spPr>
        </p:pic>
        <p:sp>
          <p:nvSpPr>
            <p:cNvPr id="582" name="Google Shape;582;p46"/>
            <p:cNvSpPr txBox="1"/>
            <p:nvPr/>
          </p:nvSpPr>
          <p:spPr>
            <a:xfrm>
              <a:off x="348253" y="3293534"/>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C</a:t>
              </a:r>
              <a:endParaRPr b="1" sz="1800">
                <a:solidFill>
                  <a:schemeClr val="lt1"/>
                </a:solidFill>
                <a:latin typeface="Lexend"/>
                <a:ea typeface="Lexend"/>
                <a:cs typeface="Lexend"/>
                <a:sym typeface="Lexend"/>
              </a:endParaRPr>
            </a:p>
          </p:txBody>
        </p:sp>
      </p:grpSp>
      <p:grpSp>
        <p:nvGrpSpPr>
          <p:cNvPr id="583" name="Google Shape;583;p46"/>
          <p:cNvGrpSpPr/>
          <p:nvPr/>
        </p:nvGrpSpPr>
        <p:grpSpPr>
          <a:xfrm>
            <a:off x="323541" y="4081785"/>
            <a:ext cx="457425" cy="457425"/>
            <a:chOff x="323541" y="4005585"/>
            <a:chExt cx="457425" cy="457425"/>
          </a:xfrm>
        </p:grpSpPr>
        <p:pic>
          <p:nvPicPr>
            <p:cNvPr id="584" name="Google Shape;584;p46"/>
            <p:cNvPicPr preferRelativeResize="0"/>
            <p:nvPr/>
          </p:nvPicPr>
          <p:blipFill rotWithShape="1">
            <a:blip r:embed="rId3">
              <a:alphaModFix/>
            </a:blip>
            <a:srcRect b="0" l="0" r="0" t="0"/>
            <a:stretch/>
          </p:blipFill>
          <p:spPr>
            <a:xfrm>
              <a:off x="323541" y="4005585"/>
              <a:ext cx="457425" cy="457425"/>
            </a:xfrm>
            <a:prstGeom prst="rect">
              <a:avLst/>
            </a:prstGeom>
            <a:noFill/>
            <a:ln>
              <a:noFill/>
            </a:ln>
          </p:spPr>
        </p:pic>
        <p:sp>
          <p:nvSpPr>
            <p:cNvPr id="585" name="Google Shape;585;p46"/>
            <p:cNvSpPr txBox="1"/>
            <p:nvPr/>
          </p:nvSpPr>
          <p:spPr>
            <a:xfrm>
              <a:off x="348253" y="4095697"/>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D</a:t>
              </a:r>
              <a:endParaRPr b="1" sz="1800">
                <a:solidFill>
                  <a:schemeClr val="lt1"/>
                </a:solidFill>
                <a:latin typeface="Lexend"/>
                <a:ea typeface="Lexend"/>
                <a:cs typeface="Lexend"/>
                <a:sym typeface="Lexend"/>
              </a:endParaRPr>
            </a:p>
          </p:txBody>
        </p:sp>
      </p:grpSp>
      <p:pic>
        <p:nvPicPr>
          <p:cNvPr id="586" name="Google Shape;586;p46"/>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587" name="Google Shape;58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Check</a:t>
            </a:r>
            <a:endParaRPr b="1" sz="900">
              <a:solidFill>
                <a:srgbClr val="FFEFE4"/>
              </a:solidFill>
              <a:latin typeface="Lexend"/>
              <a:ea typeface="Lexend"/>
              <a:cs typeface="Lexend"/>
              <a:sym typeface="Lexend"/>
            </a:endParaRPr>
          </a:p>
        </p:txBody>
      </p:sp>
      <p:sp>
        <p:nvSpPr>
          <p:cNvPr id="588" name="Google Shape;588;p46"/>
          <p:cNvSpPr txBox="1"/>
          <p:nvPr>
            <p:ph idx="5"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CfU blank - purple ">
  <p:cSld name="TITLE_AND_TWO_COLUMNS_1_1_6_2">
    <p:bg>
      <p:bgPr>
        <a:solidFill>
          <a:srgbClr val="F3EEFB"/>
        </a:solidFill>
      </p:bgPr>
    </p:bg>
    <p:spTree>
      <p:nvGrpSpPr>
        <p:cNvPr id="589" name="Shape 589"/>
        <p:cNvGrpSpPr/>
        <p:nvPr/>
      </p:nvGrpSpPr>
      <p:grpSpPr>
        <a:xfrm>
          <a:off x="0" y="0"/>
          <a:ext cx="0" cy="0"/>
          <a:chOff x="0" y="0"/>
          <a:chExt cx="0" cy="0"/>
        </a:xfrm>
      </p:grpSpPr>
      <p:pic>
        <p:nvPicPr>
          <p:cNvPr id="590" name="Google Shape;590;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91" name="Google Shape;591;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593" name="Google Shape;593;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4" name="Google Shape;594;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5" name="Google Shape;595;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fU blank - jade ">
  <p:cSld name="TITLE_AND_TWO_COLUMNS_1_1_6_2_3_1">
    <p:bg>
      <p:bgPr>
        <a:solidFill>
          <a:srgbClr val="E6F2F2"/>
        </a:solidFill>
      </p:bgPr>
    </p:bg>
    <p:spTree>
      <p:nvGrpSpPr>
        <p:cNvPr id="596" name="Shape 596"/>
        <p:cNvGrpSpPr/>
        <p:nvPr/>
      </p:nvGrpSpPr>
      <p:grpSpPr>
        <a:xfrm>
          <a:off x="0" y="0"/>
          <a:ext cx="0" cy="0"/>
          <a:chOff x="0" y="0"/>
          <a:chExt cx="0" cy="0"/>
        </a:xfrm>
      </p:grpSpPr>
      <p:pic>
        <p:nvPicPr>
          <p:cNvPr id="597" name="Google Shape;597;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98" name="Google Shape;598;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00" name="Google Shape;600;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1" name="Google Shape;601;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02" name="Google Shape;602;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fU blank - blue ">
  <p:cSld name="TITLE_AND_TWO_COLUMNS_1_1_6_3">
    <p:bg>
      <p:bgPr>
        <a:solidFill>
          <a:srgbClr val="EBEDFE"/>
        </a:solidFill>
      </p:bgPr>
    </p:bg>
    <p:spTree>
      <p:nvGrpSpPr>
        <p:cNvPr id="603" name="Shape 603"/>
        <p:cNvGrpSpPr/>
        <p:nvPr/>
      </p:nvGrpSpPr>
      <p:grpSpPr>
        <a:xfrm>
          <a:off x="0" y="0"/>
          <a:ext cx="0" cy="0"/>
          <a:chOff x="0" y="0"/>
          <a:chExt cx="0" cy="0"/>
        </a:xfrm>
      </p:grpSpPr>
      <p:pic>
        <p:nvPicPr>
          <p:cNvPr id="604" name="Google Shape;604;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5" name="Google Shape;605;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07" name="Google Shape;607;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8" name="Google Shape;608;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09" name="Google Shape;609;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4 CfU blank - pink ">
  <p:cSld name="TITLE_AND_TWO_COLUMNS_1_1_6_2_3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5 CfU blank - orange">
  <p:cSld name="TITLE_AND_TWO_COLUMNS_1_1_6_2_3_2">
    <p:bg>
      <p:bgPr>
        <a:solidFill>
          <a:srgbClr val="FFEFE4"/>
        </a:solidFill>
      </p:bgPr>
    </p:bg>
    <p:spTree>
      <p:nvGrpSpPr>
        <p:cNvPr id="617" name="Shape 617"/>
        <p:cNvGrpSpPr/>
        <p:nvPr/>
      </p:nvGrpSpPr>
      <p:grpSpPr>
        <a:xfrm>
          <a:off x="0" y="0"/>
          <a:ext cx="0" cy="0"/>
          <a:chOff x="0" y="0"/>
          <a:chExt cx="0" cy="0"/>
        </a:xfrm>
      </p:grpSpPr>
      <p:sp>
        <p:nvSpPr>
          <p:cNvPr id="618" name="Google Shape;618;p51"/>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9" name="Google Shape;619;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0" name="Google Shape;620;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1" name="Google Shape;621;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2" name="Google Shape;622;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Check</a:t>
            </a:r>
            <a:endParaRPr b="1" sz="900">
              <a:solidFill>
                <a:srgbClr val="FFEFE4"/>
              </a:solidFill>
              <a:latin typeface="Lexend"/>
              <a:ea typeface="Lexend"/>
              <a:cs typeface="Lexend"/>
              <a:sym typeface="Lexend"/>
            </a:endParaRPr>
          </a:p>
        </p:txBody>
      </p:sp>
      <p:sp>
        <p:nvSpPr>
          <p:cNvPr id="623" name="Google Shape;623;p5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1 Practice - purple ">
  <p:cSld name="TITLE_AND_TWO_COLUMNS_1_1_5_1_3_1_1">
    <p:spTree>
      <p:nvGrpSpPr>
        <p:cNvPr id="624" name="Shape 624"/>
        <p:cNvGrpSpPr/>
        <p:nvPr/>
      </p:nvGrpSpPr>
      <p:grpSpPr>
        <a:xfrm>
          <a:off x="0" y="0"/>
          <a:ext cx="0" cy="0"/>
          <a:chOff x="0" y="0"/>
          <a:chExt cx="0" cy="0"/>
        </a:xfrm>
      </p:grpSpPr>
      <p:pic>
        <p:nvPicPr>
          <p:cNvPr id="625" name="Google Shape;625;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28" name="Google Shape;628;p52"/>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29" name="Google Shape;629;p52"/>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30" name="Google Shape;630;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31" name="Google Shape;631;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32" name="Google Shape;63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2 Practice - jade">
  <p:cSld name="TITLE_AND_TWO_COLUMNS_1_1_5_1_3_1_1_1_1">
    <p:spTree>
      <p:nvGrpSpPr>
        <p:cNvPr id="633" name="Shape 633"/>
        <p:cNvGrpSpPr/>
        <p:nvPr/>
      </p:nvGrpSpPr>
      <p:grpSpPr>
        <a:xfrm>
          <a:off x="0" y="0"/>
          <a:ext cx="0" cy="0"/>
          <a:chOff x="0" y="0"/>
          <a:chExt cx="0" cy="0"/>
        </a:xfrm>
      </p:grpSpPr>
      <p:pic>
        <p:nvPicPr>
          <p:cNvPr id="634" name="Google Shape;634;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5" name="Google Shape;635;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37" name="Google Shape;637;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38" name="Google Shape;638;p53"/>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39" name="Google Shape;639;p53"/>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40" name="Google Shape;640;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41" name="Google Shape;641;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3 Practice - blue ">
  <p:cSld name="TITLE_AND_TWO_COLUMNS_1_1_5_1_3_1_2">
    <p:spTree>
      <p:nvGrpSpPr>
        <p:cNvPr id="642" name="Shape 642"/>
        <p:cNvGrpSpPr/>
        <p:nvPr/>
      </p:nvGrpSpPr>
      <p:grpSpPr>
        <a:xfrm>
          <a:off x="0" y="0"/>
          <a:ext cx="0" cy="0"/>
          <a:chOff x="0" y="0"/>
          <a:chExt cx="0" cy="0"/>
        </a:xfrm>
      </p:grpSpPr>
      <p:pic>
        <p:nvPicPr>
          <p:cNvPr id="643" name="Google Shape;643;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46" name="Google Shape;646;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47" name="Google Shape;647;p54"/>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48" name="Google Shape;648;p54"/>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49" name="Google Shape;64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0" name="Google Shape;650;p5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4 Practice - pink">
  <p:cSld name="TITLE_AND_TWO_COLUMNS_1_1_5_1_3_1_1_1_1_1">
    <p:spTree>
      <p:nvGrpSpPr>
        <p:cNvPr id="651" name="Shape 651"/>
        <p:cNvGrpSpPr/>
        <p:nvPr/>
      </p:nvGrpSpPr>
      <p:grpSpPr>
        <a:xfrm>
          <a:off x="0" y="0"/>
          <a:ext cx="0" cy="0"/>
          <a:chOff x="0" y="0"/>
          <a:chExt cx="0" cy="0"/>
        </a:xfrm>
      </p:grpSpPr>
      <p:pic>
        <p:nvPicPr>
          <p:cNvPr id="652" name="Google Shape;652;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3" name="Google Shape;653;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5" name="Google Shape;655;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56" name="Google Shape;656;p55"/>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57" name="Google Shape;657;p55"/>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58" name="Google Shape;658;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9" name="Google Shape;659;p5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5 Practice - orange">
  <p:cSld name="TITLE_AND_TWO_COLUMNS_1_1_5_1_3_1_1_1_2">
    <p:spTree>
      <p:nvGrpSpPr>
        <p:cNvPr id="660" name="Shape 660"/>
        <p:cNvGrpSpPr/>
        <p:nvPr/>
      </p:nvGrpSpPr>
      <p:grpSpPr>
        <a:xfrm>
          <a:off x="0" y="0"/>
          <a:ext cx="0" cy="0"/>
          <a:chOff x="0" y="0"/>
          <a:chExt cx="0" cy="0"/>
        </a:xfrm>
      </p:grpSpPr>
      <p:sp>
        <p:nvSpPr>
          <p:cNvPr id="661" name="Google Shape;661;p56"/>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2" name="Google Shape;662;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3" name="Google Shape;66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Practice</a:t>
            </a:r>
            <a:endParaRPr b="1" sz="900">
              <a:solidFill>
                <a:srgbClr val="FFEFE4"/>
              </a:solidFill>
              <a:latin typeface="Lexend"/>
              <a:ea typeface="Lexend"/>
              <a:cs typeface="Lexend"/>
              <a:sym typeface="Lexend"/>
            </a:endParaRPr>
          </a:p>
        </p:txBody>
      </p:sp>
      <p:sp>
        <p:nvSpPr>
          <p:cNvPr id="665" name="Google Shape;665;p56"/>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66" name="Google Shape;666;p56"/>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67" name="Google Shape;667;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8" name="Google Shape;668;p56"/>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1 Feedback - purple">
  <p:cSld name="TITLE_AND_TWO_COLUMNS_1_1_5_1_3_1_1_1">
    <p:spTree>
      <p:nvGrpSpPr>
        <p:cNvPr id="669" name="Shape 669"/>
        <p:cNvGrpSpPr/>
        <p:nvPr/>
      </p:nvGrpSpPr>
      <p:grpSpPr>
        <a:xfrm>
          <a:off x="0" y="0"/>
          <a:ext cx="0" cy="0"/>
          <a:chOff x="0" y="0"/>
          <a:chExt cx="0" cy="0"/>
        </a:xfrm>
      </p:grpSpPr>
      <p:pic>
        <p:nvPicPr>
          <p:cNvPr id="670" name="Google Shape;670;p5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71" name="Google Shape;671;p5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3" name="Google Shape;673;p57"/>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74" name="Google Shape;674;p57"/>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75" name="Google Shape;675;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6" name="Google Shape;676;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7" name="Google Shape;677;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2 Feedback - jade">
  <p:cSld name="TITLE_AND_TWO_COLUMNS_1_1_5_1_3_1_1_1_1_2">
    <p:spTree>
      <p:nvGrpSpPr>
        <p:cNvPr id="678" name="Shape 678"/>
        <p:cNvGrpSpPr/>
        <p:nvPr/>
      </p:nvGrpSpPr>
      <p:grpSpPr>
        <a:xfrm>
          <a:off x="0" y="0"/>
          <a:ext cx="0" cy="0"/>
          <a:chOff x="0" y="0"/>
          <a:chExt cx="0" cy="0"/>
        </a:xfrm>
      </p:grpSpPr>
      <p:pic>
        <p:nvPicPr>
          <p:cNvPr id="679" name="Google Shape;679;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80" name="Google Shape;680;p5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2" name="Google Shape;682;p58"/>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83" name="Google Shape;683;p58"/>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84" name="Google Shape;684;p5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85" name="Google Shape;68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86" name="Google Shape;686;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3 Feedback - blue">
  <p:cSld name="TITLE_AND_TWO_COLUMNS_1_1_5_1_3_1_2_1">
    <p:spTree>
      <p:nvGrpSpPr>
        <p:cNvPr id="687" name="Shape 687"/>
        <p:cNvGrpSpPr/>
        <p:nvPr/>
      </p:nvGrpSpPr>
      <p:grpSpPr>
        <a:xfrm>
          <a:off x="0" y="0"/>
          <a:ext cx="0" cy="0"/>
          <a:chOff x="0" y="0"/>
          <a:chExt cx="0" cy="0"/>
        </a:xfrm>
      </p:grpSpPr>
      <p:pic>
        <p:nvPicPr>
          <p:cNvPr id="688" name="Google Shape;688;p5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89" name="Google Shape;689;p5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1" name="Google Shape;691;p59"/>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692" name="Google Shape;692;p59"/>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93" name="Google Shape;693;p5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4" name="Google Shape;694;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5" name="Google Shape;695;p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4 Feedback - pink">
  <p:cSld name="TITLE_AND_TWO_COLUMNS_1_1_5_1_3_1_1_1_1_1_1">
    <p:spTree>
      <p:nvGrpSpPr>
        <p:cNvPr id="696" name="Shape 696"/>
        <p:cNvGrpSpPr/>
        <p:nvPr/>
      </p:nvGrpSpPr>
      <p:grpSpPr>
        <a:xfrm>
          <a:off x="0" y="0"/>
          <a:ext cx="0" cy="0"/>
          <a:chOff x="0" y="0"/>
          <a:chExt cx="0" cy="0"/>
        </a:xfrm>
      </p:grpSpPr>
      <p:pic>
        <p:nvPicPr>
          <p:cNvPr id="697" name="Google Shape;697;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6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60"/>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701" name="Google Shape;701;p60"/>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702" name="Google Shape;702;p6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3" name="Google Shape;703;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4" name="Google Shape;704;p6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5 Feedback - orange">
  <p:cSld name="TITLE_AND_TWO_COLUMNS_1_1_5_1_3_1_1_1_2_1">
    <p:spTree>
      <p:nvGrpSpPr>
        <p:cNvPr id="705" name="Shape 705"/>
        <p:cNvGrpSpPr/>
        <p:nvPr/>
      </p:nvGrpSpPr>
      <p:grpSpPr>
        <a:xfrm>
          <a:off x="0" y="0"/>
          <a:ext cx="0" cy="0"/>
          <a:chOff x="0" y="0"/>
          <a:chExt cx="0" cy="0"/>
        </a:xfrm>
      </p:grpSpPr>
      <p:sp>
        <p:nvSpPr>
          <p:cNvPr id="706" name="Google Shape;706;p61"/>
          <p:cNvSpPr/>
          <p:nvPr/>
        </p:nvSpPr>
        <p:spPr>
          <a:xfrm>
            <a:off x="0" y="1"/>
            <a:ext cx="9144300" cy="5403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7" name="Google Shape;707;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8" name="Google Shape;708;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61"/>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710" name="Google Shape;710;p61"/>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711" name="Google Shape;711;p6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2" name="Google Shape;712;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FEFE4"/>
                </a:solidFill>
                <a:latin typeface="Lexend"/>
                <a:ea typeface="Lexend"/>
                <a:cs typeface="Lexend"/>
                <a:sym typeface="Lexend"/>
              </a:rPr>
              <a:t>Feedback</a:t>
            </a:r>
            <a:endParaRPr b="1" sz="900">
              <a:solidFill>
                <a:srgbClr val="FFEFE4"/>
              </a:solidFill>
              <a:latin typeface="Lexend"/>
              <a:ea typeface="Lexend"/>
              <a:cs typeface="Lexend"/>
              <a:sym typeface="Lexend"/>
            </a:endParaRPr>
          </a:p>
        </p:txBody>
      </p:sp>
      <p:pic>
        <p:nvPicPr>
          <p:cNvPr id="713" name="Google Shape;713;p6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p:cSld name="TITLE_AND_TWO_COLUMNS_1_1_5_1_2">
    <p:spTree>
      <p:nvGrpSpPr>
        <p:cNvPr id="714" name="Shape 714"/>
        <p:cNvGrpSpPr/>
        <p:nvPr/>
      </p:nvGrpSpPr>
      <p:grpSpPr>
        <a:xfrm>
          <a:off x="0" y="0"/>
          <a:ext cx="0" cy="0"/>
          <a:chOff x="0" y="0"/>
          <a:chExt cx="0" cy="0"/>
        </a:xfrm>
      </p:grpSpPr>
      <p:sp>
        <p:nvSpPr>
          <p:cNvPr id="715" name="Google Shape;715;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6" name="Google Shape;716;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17" name="Google Shape;717;p62"/>
          <p:cNvSpPr txBox="1"/>
          <p:nvPr>
            <p:ph type="title"/>
          </p:nvPr>
        </p:nvSpPr>
        <p:spPr>
          <a:xfrm>
            <a:off x="1684800" y="115237"/>
            <a:ext cx="6818400" cy="356700"/>
          </a:xfrm>
          <a:prstGeom prst="rect">
            <a:avLst/>
          </a:prstGeom>
        </p:spPr>
        <p:txBody>
          <a:bodyPr anchorCtr="0" anchor="t" bIns="0" lIns="0" spcFirstLastPara="1" rIns="0" wrap="square" tIns="0">
            <a:noAutofit/>
          </a:bodyPr>
          <a:lstStyle>
            <a:lvl1pPr lvl="0" rtl="0">
              <a:spcBef>
                <a:spcPts val="0"/>
              </a:spcBef>
              <a:spcAft>
                <a:spcPts val="0"/>
              </a:spcAft>
              <a:buSzPts val="2000"/>
              <a:buFont typeface="Lexend"/>
              <a:buNone/>
              <a:defRPr b="0" sz="20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8" name="Google Shape;718;p62"/>
          <p:cNvSpPr txBox="1"/>
          <p:nvPr>
            <p:ph idx="1" type="body"/>
          </p:nvPr>
        </p:nvSpPr>
        <p:spPr>
          <a:xfrm>
            <a:off x="324000" y="759300"/>
            <a:ext cx="8113800" cy="40611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9" name="Google Shape;719;p62"/>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0" name="Shape 720"/>
        <p:cNvGrpSpPr/>
        <p:nvPr/>
      </p:nvGrpSpPr>
      <p:grpSpPr>
        <a:xfrm>
          <a:off x="0" y="0"/>
          <a:ext cx="0" cy="0"/>
          <a:chOff x="0" y="0"/>
          <a:chExt cx="0" cy="0"/>
        </a:xfrm>
      </p:grpSpPr>
      <p:pic>
        <p:nvPicPr>
          <p:cNvPr id="721" name="Google Shape;721;p63"/>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2" name="Google Shape;722;p63"/>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3" name="Shape 723"/>
        <p:cNvGrpSpPr/>
        <p:nvPr/>
      </p:nvGrpSpPr>
      <p:grpSpPr>
        <a:xfrm>
          <a:off x="0" y="0"/>
          <a:ext cx="0" cy="0"/>
          <a:chOff x="0" y="0"/>
          <a:chExt cx="0" cy="0"/>
        </a:xfrm>
      </p:grpSpPr>
      <p:sp>
        <p:nvSpPr>
          <p:cNvPr id="724" name="Google Shape;724;p64"/>
          <p:cNvSpPr/>
          <p:nvPr/>
        </p:nvSpPr>
        <p:spPr>
          <a:xfrm>
            <a:off x="357653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5" name="Google Shape;725;p64"/>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26" name="Google Shape;726;p64"/>
          <p:cNvSpPr/>
          <p:nvPr/>
        </p:nvSpPr>
        <p:spPr>
          <a:xfrm>
            <a:off x="6917865" y="715950"/>
            <a:ext cx="1753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27" name="Google Shape;727;p64"/>
          <p:cNvSpPr/>
          <p:nvPr/>
        </p:nvSpPr>
        <p:spPr>
          <a:xfrm>
            <a:off x="7049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28" name="Google Shape;728;p64"/>
          <p:cNvSpPr/>
          <p:nvPr/>
        </p:nvSpPr>
        <p:spPr>
          <a:xfrm>
            <a:off x="5980287" y="4113257"/>
            <a:ext cx="15792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Speech bubble</a:t>
            </a:r>
            <a:endParaRPr i="0" sz="1600" u="none" cap="none" strike="noStrike">
              <a:solidFill>
                <a:schemeClr val="dk1"/>
              </a:solidFill>
              <a:latin typeface="Lexend"/>
              <a:ea typeface="Lexend"/>
              <a:cs typeface="Lexend"/>
              <a:sym typeface="Lexend"/>
            </a:endParaRPr>
          </a:p>
        </p:txBody>
      </p:sp>
      <p:sp>
        <p:nvSpPr>
          <p:cNvPr id="729" name="Google Shape;729;p64"/>
          <p:cNvSpPr/>
          <p:nvPr/>
        </p:nvSpPr>
        <p:spPr>
          <a:xfrm>
            <a:off x="705003" y="1990659"/>
            <a:ext cx="1579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0" name="Google Shape;730;p64"/>
          <p:cNvSpPr/>
          <p:nvPr/>
        </p:nvSpPr>
        <p:spPr>
          <a:xfrm>
            <a:off x="2960816" y="1996197"/>
            <a:ext cx="15792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735" name="Shape 735"/>
        <p:cNvGrpSpPr/>
        <p:nvPr/>
      </p:nvGrpSpPr>
      <p:grpSpPr>
        <a:xfrm>
          <a:off x="0" y="0"/>
          <a:ext cx="0" cy="0"/>
          <a:chOff x="0" y="0"/>
          <a:chExt cx="0" cy="0"/>
        </a:xfrm>
      </p:grpSpPr>
      <p:pic>
        <p:nvPicPr>
          <p:cNvPr id="736" name="Google Shape;736;p6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7" name="Google Shape;737;p6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38" name="Google Shape;738;p66"/>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9" name="Google Shape;739;p66"/>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40" name="Google Shape;740;p6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1" name="Google Shape;741;p66"/>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42" name="Google Shape;742;p6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743" name="Shape 743"/>
        <p:cNvGrpSpPr/>
        <p:nvPr/>
      </p:nvGrpSpPr>
      <p:grpSpPr>
        <a:xfrm>
          <a:off x="0" y="0"/>
          <a:ext cx="0" cy="0"/>
          <a:chOff x="0" y="0"/>
          <a:chExt cx="0" cy="0"/>
        </a:xfrm>
      </p:grpSpPr>
      <p:pic>
        <p:nvPicPr>
          <p:cNvPr id="744" name="Google Shape;744;p67"/>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45" name="Google Shape;745;p6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6" name="Google Shape;746;p6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747" name="Google Shape;747;p67"/>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48" name="Google Shape;748;p6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49" name="Google Shape;749;p6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50" name="Google Shape;750;p67"/>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751" name="Shape 751"/>
        <p:cNvGrpSpPr/>
        <p:nvPr/>
      </p:nvGrpSpPr>
      <p:grpSpPr>
        <a:xfrm>
          <a:off x="0" y="0"/>
          <a:ext cx="0" cy="0"/>
          <a:chOff x="0" y="0"/>
          <a:chExt cx="0" cy="0"/>
        </a:xfrm>
      </p:grpSpPr>
      <p:pic>
        <p:nvPicPr>
          <p:cNvPr id="752" name="Google Shape;752;p68"/>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753" name="Google Shape;753;p6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54" name="Google Shape;754;p6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5" name="Google Shape;755;p6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756" name="Google Shape;756;p68"/>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57" name="Google Shape;757;p6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58" name="Google Shape;758;p6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759" name="Shape 759"/>
        <p:cNvGrpSpPr/>
        <p:nvPr/>
      </p:nvGrpSpPr>
      <p:grpSpPr>
        <a:xfrm>
          <a:off x="0" y="0"/>
          <a:ext cx="0" cy="0"/>
          <a:chOff x="0" y="0"/>
          <a:chExt cx="0" cy="0"/>
        </a:xfrm>
      </p:grpSpPr>
      <p:pic>
        <p:nvPicPr>
          <p:cNvPr id="760" name="Google Shape;760;p6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61" name="Google Shape;761;p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763" name="Google Shape;763;p69"/>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4" name="Google Shape;764;p6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65" name="Google Shape;765;p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66" name="Google Shape;766;p69"/>
          <p:cNvGrpSpPr/>
          <p:nvPr/>
        </p:nvGrpSpPr>
        <p:grpSpPr>
          <a:xfrm>
            <a:off x="6156975" y="0"/>
            <a:ext cx="2987025" cy="3854074"/>
            <a:chOff x="6156975" y="0"/>
            <a:chExt cx="2987025" cy="3854074"/>
          </a:xfrm>
        </p:grpSpPr>
        <p:pic>
          <p:nvPicPr>
            <p:cNvPr id="767" name="Google Shape;767;p6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68" name="Google Shape;768;p69"/>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9" name="Google Shape;769;p69"/>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770" name="Shape 770"/>
        <p:cNvGrpSpPr/>
        <p:nvPr/>
      </p:nvGrpSpPr>
      <p:grpSpPr>
        <a:xfrm>
          <a:off x="0" y="0"/>
          <a:ext cx="0" cy="0"/>
          <a:chOff x="0" y="0"/>
          <a:chExt cx="0" cy="0"/>
        </a:xfrm>
      </p:grpSpPr>
      <p:pic>
        <p:nvPicPr>
          <p:cNvPr id="771" name="Google Shape;771;p70"/>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72" name="Google Shape;772;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3" name="Google Shape;773;p7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774" name="Google Shape;774;p70"/>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75" name="Google Shape;775;p7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6" name="Google Shape;776;p7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77" name="Google Shape;777;p70"/>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778" name="Shape 778"/>
        <p:cNvGrpSpPr/>
        <p:nvPr/>
      </p:nvGrpSpPr>
      <p:grpSpPr>
        <a:xfrm>
          <a:off x="0" y="0"/>
          <a:ext cx="0" cy="0"/>
          <a:chOff x="0" y="0"/>
          <a:chExt cx="0" cy="0"/>
        </a:xfrm>
      </p:grpSpPr>
      <p:sp>
        <p:nvSpPr>
          <p:cNvPr id="779" name="Google Shape;779;p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0" name="Google Shape;780;p7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781" name="Google Shape;781;p71"/>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82" name="Google Shape;782;p71"/>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783" name="Google Shape;783;p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84" name="Google Shape;784;p71"/>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785" name="Google Shape;785;p71"/>
          <p:cNvGrpSpPr/>
          <p:nvPr/>
        </p:nvGrpSpPr>
        <p:grpSpPr>
          <a:xfrm>
            <a:off x="6156975" y="0"/>
            <a:ext cx="2987025" cy="3854074"/>
            <a:chOff x="6156975" y="0"/>
            <a:chExt cx="2987025" cy="3854074"/>
          </a:xfrm>
        </p:grpSpPr>
        <p:pic>
          <p:nvPicPr>
            <p:cNvPr id="786" name="Google Shape;786;p7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87" name="Google Shape;787;p71"/>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8" name="Google Shape;788;p71"/>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789" name="Shape 789"/>
        <p:cNvGrpSpPr/>
        <p:nvPr/>
      </p:nvGrpSpPr>
      <p:grpSpPr>
        <a:xfrm>
          <a:off x="0" y="0"/>
          <a:ext cx="0" cy="0"/>
          <a:chOff x="0" y="0"/>
          <a:chExt cx="0" cy="0"/>
        </a:xfrm>
      </p:grpSpPr>
      <p:pic>
        <p:nvPicPr>
          <p:cNvPr id="790" name="Google Shape;790;p7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791" name="Google Shape;791;p7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92" name="Google Shape;792;p7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3" name="Google Shape;793;p7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794" name="Google Shape;794;p72"/>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95" name="Google Shape;795;p72"/>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96" name="Google Shape;796;p7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97" name="Shape 797"/>
        <p:cNvGrpSpPr/>
        <p:nvPr/>
      </p:nvGrpSpPr>
      <p:grpSpPr>
        <a:xfrm>
          <a:off x="0" y="0"/>
          <a:ext cx="0" cy="0"/>
          <a:chOff x="0" y="0"/>
          <a:chExt cx="0" cy="0"/>
        </a:xfrm>
      </p:grpSpPr>
      <p:pic>
        <p:nvPicPr>
          <p:cNvPr id="798" name="Google Shape;798;p7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99" name="Google Shape;799;p7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0" name="Google Shape;800;p7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801" name="Google Shape;801;p7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02" name="Google Shape;802;p7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803" name="Google Shape;803;p7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804" name="Google Shape;804;p73"/>
          <p:cNvGrpSpPr/>
          <p:nvPr/>
        </p:nvGrpSpPr>
        <p:grpSpPr>
          <a:xfrm>
            <a:off x="6156975" y="0"/>
            <a:ext cx="2987025" cy="3854074"/>
            <a:chOff x="6156975" y="0"/>
            <a:chExt cx="2987025" cy="3854074"/>
          </a:xfrm>
        </p:grpSpPr>
        <p:pic>
          <p:nvPicPr>
            <p:cNvPr id="805" name="Google Shape;805;p7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6" name="Google Shape;806;p73"/>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7" name="Google Shape;807;p73"/>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08" name="Shape 808"/>
        <p:cNvGrpSpPr/>
        <p:nvPr/>
      </p:nvGrpSpPr>
      <p:grpSpPr>
        <a:xfrm>
          <a:off x="0" y="0"/>
          <a:ext cx="0" cy="0"/>
          <a:chOff x="0" y="0"/>
          <a:chExt cx="0" cy="0"/>
        </a:xfrm>
      </p:grpSpPr>
      <p:pic>
        <p:nvPicPr>
          <p:cNvPr id="809" name="Google Shape;809;p7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10" name="Google Shape;810;p7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11" name="Google Shape;811;p7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2" name="Google Shape;812;p7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13" name="Google Shape;813;p74"/>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14" name="Google Shape;814;p7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15" name="Google Shape;815;p7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816" name="Shape 816"/>
        <p:cNvGrpSpPr/>
        <p:nvPr/>
      </p:nvGrpSpPr>
      <p:grpSpPr>
        <a:xfrm>
          <a:off x="0" y="0"/>
          <a:ext cx="0" cy="0"/>
          <a:chOff x="0" y="0"/>
          <a:chExt cx="0" cy="0"/>
        </a:xfrm>
      </p:grpSpPr>
      <p:pic>
        <p:nvPicPr>
          <p:cNvPr id="817" name="Google Shape;817;p75"/>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818" name="Google Shape;818;p75"/>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819" name="Google Shape;819;p7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820" name="Shape 820"/>
        <p:cNvGrpSpPr/>
        <p:nvPr/>
      </p:nvGrpSpPr>
      <p:grpSpPr>
        <a:xfrm>
          <a:off x="0" y="0"/>
          <a:ext cx="0" cy="0"/>
          <a:chOff x="0" y="0"/>
          <a:chExt cx="0" cy="0"/>
        </a:xfrm>
      </p:grpSpPr>
      <p:sp>
        <p:nvSpPr>
          <p:cNvPr id="821" name="Google Shape;821;p76"/>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822" name="Google Shape;822;p76"/>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823" name="Google Shape;823;p76"/>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824" name="Google Shape;824;p76"/>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825" name="Google Shape;825;p76"/>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826" name="Google Shape;826;p76"/>
          <p:cNvGrpSpPr/>
          <p:nvPr/>
        </p:nvGrpSpPr>
        <p:grpSpPr>
          <a:xfrm>
            <a:off x="2498516" y="1415817"/>
            <a:ext cx="1745270" cy="1430724"/>
            <a:chOff x="2642961" y="1644312"/>
            <a:chExt cx="1454634" cy="1195657"/>
          </a:xfrm>
        </p:grpSpPr>
        <p:pic>
          <p:nvPicPr>
            <p:cNvPr id="827" name="Google Shape;827;p76"/>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828" name="Google Shape;828;p76"/>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829" name="Google Shape;829;p76"/>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830" name="Google Shape;830;p76"/>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831" name="Google Shape;831;p76"/>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832" name="Google Shape;832;p76"/>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833" name="Shape 833"/>
        <p:cNvGrpSpPr/>
        <p:nvPr/>
      </p:nvGrpSpPr>
      <p:grpSpPr>
        <a:xfrm>
          <a:off x="0" y="0"/>
          <a:ext cx="0" cy="0"/>
          <a:chOff x="0" y="0"/>
          <a:chExt cx="0" cy="0"/>
        </a:xfrm>
      </p:grpSpPr>
      <p:sp>
        <p:nvSpPr>
          <p:cNvPr id="834" name="Google Shape;834;p7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5" name="Google Shape;835;p7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6" name="Google Shape;836;p7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7" name="Google Shape;837;p77"/>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7"/>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9" name="Google Shape;839;p77"/>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840" name="Shape 840"/>
        <p:cNvGrpSpPr/>
        <p:nvPr/>
      </p:nvGrpSpPr>
      <p:grpSpPr>
        <a:xfrm>
          <a:off x="0" y="0"/>
          <a:ext cx="0" cy="0"/>
          <a:chOff x="0" y="0"/>
          <a:chExt cx="0" cy="0"/>
        </a:xfrm>
      </p:grpSpPr>
      <p:sp>
        <p:nvSpPr>
          <p:cNvPr id="841" name="Google Shape;841;p7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2" name="Google Shape;842;p7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43" name="Google Shape;843;p7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44" name="Google Shape;844;p78"/>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45" name="Google Shape;845;p78"/>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46" name="Google Shape;846;p78"/>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847" name="Shape 847"/>
        <p:cNvGrpSpPr/>
        <p:nvPr/>
      </p:nvGrpSpPr>
      <p:grpSpPr>
        <a:xfrm>
          <a:off x="0" y="0"/>
          <a:ext cx="0" cy="0"/>
          <a:chOff x="0" y="0"/>
          <a:chExt cx="0" cy="0"/>
        </a:xfrm>
      </p:grpSpPr>
      <p:sp>
        <p:nvSpPr>
          <p:cNvPr id="848" name="Google Shape;848;p7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9" name="Google Shape;849;p7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50" name="Google Shape;850;p79"/>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1" name="Google Shape;851;p79"/>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2" name="Google Shape;852;p79"/>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3" name="Google Shape;853;p79"/>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4" name="Google Shape;854;p7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855" name="Shape 855"/>
        <p:cNvGrpSpPr/>
        <p:nvPr/>
      </p:nvGrpSpPr>
      <p:grpSpPr>
        <a:xfrm>
          <a:off x="0" y="0"/>
          <a:ext cx="0" cy="0"/>
          <a:chOff x="0" y="0"/>
          <a:chExt cx="0" cy="0"/>
        </a:xfrm>
      </p:grpSpPr>
      <p:sp>
        <p:nvSpPr>
          <p:cNvPr id="856" name="Google Shape;856;p8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7" name="Google Shape;857;p8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58" name="Google Shape;858;p80"/>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59" name="Google Shape;859;p80"/>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0" name="Google Shape;860;p80"/>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1" name="Google Shape;861;p80"/>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2" name="Google Shape;862;p8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863" name="Shape 863"/>
        <p:cNvGrpSpPr/>
        <p:nvPr/>
      </p:nvGrpSpPr>
      <p:grpSpPr>
        <a:xfrm>
          <a:off x="0" y="0"/>
          <a:ext cx="0" cy="0"/>
          <a:chOff x="0" y="0"/>
          <a:chExt cx="0" cy="0"/>
        </a:xfrm>
      </p:grpSpPr>
      <p:sp>
        <p:nvSpPr>
          <p:cNvPr id="864" name="Google Shape;864;p81"/>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5" name="Google Shape;865;p81"/>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6" name="Google Shape;866;p81"/>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7" name="Google Shape;867;p81"/>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8" name="Google Shape;868;p81"/>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69" name="Google Shape;869;p81"/>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0" name="Google Shape;870;p81"/>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1" name="Google Shape;871;p81"/>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872" name="Shape 872"/>
        <p:cNvGrpSpPr/>
        <p:nvPr/>
      </p:nvGrpSpPr>
      <p:grpSpPr>
        <a:xfrm>
          <a:off x="0" y="0"/>
          <a:ext cx="0" cy="0"/>
          <a:chOff x="0" y="0"/>
          <a:chExt cx="0" cy="0"/>
        </a:xfrm>
      </p:grpSpPr>
      <p:sp>
        <p:nvSpPr>
          <p:cNvPr id="873" name="Google Shape;873;p8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4" name="Google Shape;874;p8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75" name="Google Shape;875;p8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6" name="Google Shape;876;p8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7" name="Google Shape;877;p8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78" name="Google Shape;878;p8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79" name="Google Shape;879;p8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0" name="Google Shape;880;p8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881" name="Shape 881"/>
        <p:cNvGrpSpPr/>
        <p:nvPr/>
      </p:nvGrpSpPr>
      <p:grpSpPr>
        <a:xfrm>
          <a:off x="0" y="0"/>
          <a:ext cx="0" cy="0"/>
          <a:chOff x="0" y="0"/>
          <a:chExt cx="0" cy="0"/>
        </a:xfrm>
      </p:grpSpPr>
      <p:sp>
        <p:nvSpPr>
          <p:cNvPr id="882" name="Google Shape;882;p83"/>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3" name="Google Shape;883;p83"/>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884" name="Google Shape;884;p83"/>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885" name="Google Shape;885;p83"/>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886" name="Google Shape;886;p83"/>
          <p:cNvCxnSpPr>
            <a:endCxn id="88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888" name="Google Shape;888;p83"/>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889" name="Google Shape;889;p83"/>
          <p:cNvSpPr txBox="1"/>
          <p:nvPr>
            <p:ph type="title"/>
          </p:nvPr>
        </p:nvSpPr>
        <p:spPr>
          <a:xfrm>
            <a:off x="1224000" y="2098125"/>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90" name="Google Shape;890;p83"/>
          <p:cNvSpPr txBox="1"/>
          <p:nvPr>
            <p:ph idx="2" type="title"/>
          </p:nvPr>
        </p:nvSpPr>
        <p:spPr>
          <a:xfrm>
            <a:off x="1224000" y="3053050"/>
            <a:ext cx="68523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887" name="Google Shape;887;p83"/>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891" name="Google Shape;891;p83"/>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892" name="Google Shape;892;p83"/>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893" name="Google Shape;893;p83"/>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894" name="Shape 894"/>
        <p:cNvGrpSpPr/>
        <p:nvPr/>
      </p:nvGrpSpPr>
      <p:grpSpPr>
        <a:xfrm>
          <a:off x="0" y="0"/>
          <a:ext cx="0" cy="0"/>
          <a:chOff x="0" y="0"/>
          <a:chExt cx="0" cy="0"/>
        </a:xfrm>
      </p:grpSpPr>
      <p:pic>
        <p:nvPicPr>
          <p:cNvPr id="895" name="Google Shape;895;p84"/>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896" name="Google Shape;896;p84"/>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897" name="Google Shape;897;p84"/>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898" name="Google Shape;898;p84"/>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899" name="Google Shape;899;p84"/>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900" name="Google Shape;900;p84"/>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901" name="Google Shape;901;p84"/>
          <p:cNvCxnSpPr>
            <a:endCxn id="90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902" name="Google Shape;902;p84"/>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903" name="Google Shape;903;p84"/>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904" name="Google Shape;904;p84"/>
          <p:cNvSpPr txBox="1"/>
          <p:nvPr>
            <p:ph type="title"/>
          </p:nvPr>
        </p:nvSpPr>
        <p:spPr>
          <a:xfrm>
            <a:off x="1224600" y="178702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05" name="Google Shape;905;p84"/>
          <p:cNvSpPr txBox="1"/>
          <p:nvPr>
            <p:ph idx="2" type="title"/>
          </p:nvPr>
        </p:nvSpPr>
        <p:spPr>
          <a:xfrm>
            <a:off x="1224000" y="2830775"/>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06" name="Google Shape;906;p84"/>
          <p:cNvSpPr txBox="1"/>
          <p:nvPr>
            <p:ph idx="3" type="title"/>
          </p:nvPr>
        </p:nvSpPr>
        <p:spPr>
          <a:xfrm>
            <a:off x="1224000" y="3758277"/>
            <a:ext cx="6850800" cy="3693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07" name="Google Shape;907;p84"/>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908" name="Google Shape;908;p8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9" name="Google Shape;909;p84"/>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910" name="Google Shape;910;p8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11" name="Google Shape;911;p84"/>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912" name="Shape 912"/>
        <p:cNvGrpSpPr/>
        <p:nvPr/>
      </p:nvGrpSpPr>
      <p:grpSpPr>
        <a:xfrm>
          <a:off x="0" y="0"/>
          <a:ext cx="0" cy="0"/>
          <a:chOff x="0" y="0"/>
          <a:chExt cx="0" cy="0"/>
        </a:xfrm>
      </p:grpSpPr>
      <p:pic>
        <p:nvPicPr>
          <p:cNvPr id="913" name="Google Shape;913;p85"/>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914" name="Google Shape;914;p85"/>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915" name="Google Shape;915;p85"/>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916" name="Google Shape;916;p85"/>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917" name="Google Shape;917;p85"/>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918" name="Google Shape;918;p85"/>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919" name="Google Shape;919;p85"/>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920" name="Google Shape;920;p85"/>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921" name="Google Shape;921;p85"/>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922" name="Google Shape;922;p85"/>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923" name="Google Shape;923;p85"/>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924" name="Google Shape;924;p85"/>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925" name="Google Shape;925;p85"/>
          <p:cNvSpPr txBox="1"/>
          <p:nvPr>
            <p:ph type="title"/>
          </p:nvPr>
        </p:nvSpPr>
        <p:spPr>
          <a:xfrm>
            <a:off x="1224600" y="1462150"/>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6" name="Google Shape;926;p85"/>
          <p:cNvSpPr txBox="1"/>
          <p:nvPr>
            <p:ph idx="2" type="title"/>
          </p:nvPr>
        </p:nvSpPr>
        <p:spPr>
          <a:xfrm>
            <a:off x="1224600" y="22922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7" name="Google Shape;927;p85"/>
          <p:cNvSpPr txBox="1"/>
          <p:nvPr>
            <p:ph idx="3" type="title"/>
          </p:nvPr>
        </p:nvSpPr>
        <p:spPr>
          <a:xfrm>
            <a:off x="1224600" y="3170276"/>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8" name="Google Shape;928;p85"/>
          <p:cNvSpPr txBox="1"/>
          <p:nvPr>
            <p:ph idx="4" type="title"/>
          </p:nvPr>
        </p:nvSpPr>
        <p:spPr>
          <a:xfrm>
            <a:off x="1224600" y="3971352"/>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29" name="Google Shape;929;p85"/>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930" name="Google Shape;930;p85"/>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1" name="Google Shape;931;p85"/>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932" name="Google Shape;932;p85"/>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33" name="Google Shape;933;p85"/>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934" name="Shape 934"/>
        <p:cNvGrpSpPr/>
        <p:nvPr/>
      </p:nvGrpSpPr>
      <p:grpSpPr>
        <a:xfrm>
          <a:off x="0" y="0"/>
          <a:ext cx="0" cy="0"/>
          <a:chOff x="0" y="0"/>
          <a:chExt cx="0" cy="0"/>
        </a:xfrm>
      </p:grpSpPr>
      <p:pic>
        <p:nvPicPr>
          <p:cNvPr id="935" name="Google Shape;935;p8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36" name="Google Shape;936;p86"/>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38" name="Google Shape;938;p8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39" name="Google Shape;939;p8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940" name="Google Shape;940;p8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941" name="Shape 941"/>
        <p:cNvGrpSpPr/>
        <p:nvPr/>
      </p:nvGrpSpPr>
      <p:grpSpPr>
        <a:xfrm>
          <a:off x="0" y="0"/>
          <a:ext cx="0" cy="0"/>
          <a:chOff x="0" y="0"/>
          <a:chExt cx="0" cy="0"/>
        </a:xfrm>
      </p:grpSpPr>
      <p:pic>
        <p:nvPicPr>
          <p:cNvPr id="942" name="Google Shape;942;p8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43" name="Google Shape;943;p8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45" name="Google Shape;945;p8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946" name="Google Shape;946;p8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7" name="Google Shape;947;p8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948" name="Shape 948"/>
        <p:cNvGrpSpPr/>
        <p:nvPr/>
      </p:nvGrpSpPr>
      <p:grpSpPr>
        <a:xfrm>
          <a:off x="0" y="0"/>
          <a:ext cx="0" cy="0"/>
          <a:chOff x="0" y="0"/>
          <a:chExt cx="0" cy="0"/>
        </a:xfrm>
      </p:grpSpPr>
      <p:pic>
        <p:nvPicPr>
          <p:cNvPr id="949" name="Google Shape;949;p8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50" name="Google Shape;950;p8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2" name="Google Shape;952;p88"/>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953" name="Google Shape;953;p8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54" name="Google Shape;954;p88"/>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955" name="Shape 955"/>
        <p:cNvGrpSpPr/>
        <p:nvPr/>
      </p:nvGrpSpPr>
      <p:grpSpPr>
        <a:xfrm>
          <a:off x="0" y="0"/>
          <a:ext cx="0" cy="0"/>
          <a:chOff x="0" y="0"/>
          <a:chExt cx="0" cy="0"/>
        </a:xfrm>
      </p:grpSpPr>
      <p:pic>
        <p:nvPicPr>
          <p:cNvPr id="956" name="Google Shape;956;p8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57" name="Google Shape;957;p8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9" name="Google Shape;959;p89"/>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960" name="Google Shape;960;p8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61" name="Google Shape;961;p89"/>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962" name="Shape 962"/>
        <p:cNvGrpSpPr/>
        <p:nvPr/>
      </p:nvGrpSpPr>
      <p:grpSpPr>
        <a:xfrm>
          <a:off x="0" y="0"/>
          <a:ext cx="0" cy="0"/>
          <a:chOff x="0" y="0"/>
          <a:chExt cx="0" cy="0"/>
        </a:xfrm>
      </p:grpSpPr>
      <p:sp>
        <p:nvSpPr>
          <p:cNvPr id="963" name="Google Shape;963;p90"/>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4" name="Google Shape;964;p9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65" name="Google Shape;965;p9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9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67" name="Google Shape;967;p9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68" name="Google Shape;968;p90"/>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69" name="Google Shape;969;p90"/>
          <p:cNvGrpSpPr/>
          <p:nvPr/>
        </p:nvGrpSpPr>
        <p:grpSpPr>
          <a:xfrm>
            <a:off x="7834231" y="1285"/>
            <a:ext cx="828900" cy="576065"/>
            <a:chOff x="7801496" y="1285"/>
            <a:chExt cx="828900" cy="576065"/>
          </a:xfrm>
        </p:grpSpPr>
        <p:pic>
          <p:nvPicPr>
            <p:cNvPr id="970" name="Google Shape;970;p9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71" name="Google Shape;971;p9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972" name="Google Shape;972;p90"/>
          <p:cNvGrpSpPr/>
          <p:nvPr/>
        </p:nvGrpSpPr>
        <p:grpSpPr>
          <a:xfrm>
            <a:off x="8635663" y="1285"/>
            <a:ext cx="499700" cy="576065"/>
            <a:chOff x="8635663" y="1285"/>
            <a:chExt cx="499700" cy="576065"/>
          </a:xfrm>
        </p:grpSpPr>
        <p:pic>
          <p:nvPicPr>
            <p:cNvPr id="973" name="Google Shape;973;p9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74" name="Google Shape;974;p9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975" name="Shape 975"/>
        <p:cNvGrpSpPr/>
        <p:nvPr/>
      </p:nvGrpSpPr>
      <p:grpSpPr>
        <a:xfrm>
          <a:off x="0" y="0"/>
          <a:ext cx="0" cy="0"/>
          <a:chOff x="0" y="0"/>
          <a:chExt cx="0" cy="0"/>
        </a:xfrm>
      </p:grpSpPr>
      <p:sp>
        <p:nvSpPr>
          <p:cNvPr id="976" name="Google Shape;976;p9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7" name="Google Shape;977;p9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78" name="Google Shape;978;p9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91"/>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0" name="Google Shape;980;p91"/>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1" name="Google Shape;981;p9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82" name="Google Shape;982;p91"/>
          <p:cNvGrpSpPr/>
          <p:nvPr/>
        </p:nvGrpSpPr>
        <p:grpSpPr>
          <a:xfrm>
            <a:off x="7834231" y="1285"/>
            <a:ext cx="828900" cy="576065"/>
            <a:chOff x="7801496" y="1285"/>
            <a:chExt cx="828900" cy="576065"/>
          </a:xfrm>
        </p:grpSpPr>
        <p:pic>
          <p:nvPicPr>
            <p:cNvPr id="983" name="Google Shape;983;p9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84" name="Google Shape;984;p9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985" name="Google Shape;985;p91"/>
          <p:cNvGrpSpPr/>
          <p:nvPr/>
        </p:nvGrpSpPr>
        <p:grpSpPr>
          <a:xfrm>
            <a:off x="8635663" y="1285"/>
            <a:ext cx="499700" cy="576065"/>
            <a:chOff x="8635663" y="1285"/>
            <a:chExt cx="499700" cy="576065"/>
          </a:xfrm>
        </p:grpSpPr>
        <p:pic>
          <p:nvPicPr>
            <p:cNvPr id="986" name="Google Shape;986;p9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87" name="Google Shape;987;p9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988" name="Shape 988"/>
        <p:cNvGrpSpPr/>
        <p:nvPr/>
      </p:nvGrpSpPr>
      <p:grpSpPr>
        <a:xfrm>
          <a:off x="0" y="0"/>
          <a:ext cx="0" cy="0"/>
          <a:chOff x="0" y="0"/>
          <a:chExt cx="0" cy="0"/>
        </a:xfrm>
      </p:grpSpPr>
      <p:sp>
        <p:nvSpPr>
          <p:cNvPr id="989" name="Google Shape;989;p92"/>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0" name="Google Shape;990;p9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91" name="Google Shape;991;p9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92"/>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3" name="Google Shape;993;p92"/>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4" name="Google Shape;994;p9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95" name="Google Shape;995;p92"/>
          <p:cNvGrpSpPr/>
          <p:nvPr/>
        </p:nvGrpSpPr>
        <p:grpSpPr>
          <a:xfrm>
            <a:off x="7834231" y="1285"/>
            <a:ext cx="828900" cy="576065"/>
            <a:chOff x="7801496" y="1285"/>
            <a:chExt cx="828900" cy="576065"/>
          </a:xfrm>
        </p:grpSpPr>
        <p:pic>
          <p:nvPicPr>
            <p:cNvPr id="996" name="Google Shape;996;p9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97" name="Google Shape;997;p9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998" name="Google Shape;998;p92"/>
          <p:cNvGrpSpPr/>
          <p:nvPr/>
        </p:nvGrpSpPr>
        <p:grpSpPr>
          <a:xfrm>
            <a:off x="8635663" y="1285"/>
            <a:ext cx="499700" cy="576065"/>
            <a:chOff x="8635663" y="1285"/>
            <a:chExt cx="499700" cy="576065"/>
          </a:xfrm>
        </p:grpSpPr>
        <p:pic>
          <p:nvPicPr>
            <p:cNvPr id="999" name="Google Shape;999;p9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00" name="Google Shape;1000;p9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001" name="Shape 1001"/>
        <p:cNvGrpSpPr/>
        <p:nvPr/>
      </p:nvGrpSpPr>
      <p:grpSpPr>
        <a:xfrm>
          <a:off x="0" y="0"/>
          <a:ext cx="0" cy="0"/>
          <a:chOff x="0" y="0"/>
          <a:chExt cx="0" cy="0"/>
        </a:xfrm>
      </p:grpSpPr>
      <p:sp>
        <p:nvSpPr>
          <p:cNvPr id="1002" name="Google Shape;1002;p93"/>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3" name="Google Shape;1003;p9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04" name="Google Shape;1004;p9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93"/>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6" name="Google Shape;1006;p93"/>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7" name="Google Shape;1007;p9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08" name="Google Shape;1008;p93"/>
          <p:cNvGrpSpPr/>
          <p:nvPr/>
        </p:nvGrpSpPr>
        <p:grpSpPr>
          <a:xfrm>
            <a:off x="7834231" y="1285"/>
            <a:ext cx="828900" cy="576065"/>
            <a:chOff x="7801496" y="1285"/>
            <a:chExt cx="828900" cy="576065"/>
          </a:xfrm>
        </p:grpSpPr>
        <p:pic>
          <p:nvPicPr>
            <p:cNvPr id="1009" name="Google Shape;1009;p9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10" name="Google Shape;1010;p9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011" name="Google Shape;1011;p93"/>
          <p:cNvGrpSpPr/>
          <p:nvPr/>
        </p:nvGrpSpPr>
        <p:grpSpPr>
          <a:xfrm>
            <a:off x="8635663" y="1285"/>
            <a:ext cx="499700" cy="576065"/>
            <a:chOff x="8635663" y="1285"/>
            <a:chExt cx="499700" cy="576065"/>
          </a:xfrm>
        </p:grpSpPr>
        <p:pic>
          <p:nvPicPr>
            <p:cNvPr id="1012" name="Google Shape;1012;p9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13" name="Google Shape;1013;p9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014" name="Shape 1014"/>
        <p:cNvGrpSpPr/>
        <p:nvPr/>
      </p:nvGrpSpPr>
      <p:grpSpPr>
        <a:xfrm>
          <a:off x="0" y="0"/>
          <a:ext cx="0" cy="0"/>
          <a:chOff x="0" y="0"/>
          <a:chExt cx="0" cy="0"/>
        </a:xfrm>
      </p:grpSpPr>
      <p:pic>
        <p:nvPicPr>
          <p:cNvPr id="1015" name="Google Shape;1015;p94"/>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016" name="Google Shape;1016;p94"/>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017" name="Google Shape;1017;p94"/>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018" name="Google Shape;1018;p9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9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20" name="Google Shape;1020;p9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21" name="Google Shape;1021;p9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22" name="Google Shape;1022;p94"/>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3" name="Google Shape;1023;p94"/>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4" name="Google Shape;1024;p9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025" name="Google Shape;1025;p9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6" name="Google Shape;1026;p9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27" name="Google Shape;1027;p9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028" name="Google Shape;1028;p94"/>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029" name="Google Shape;1029;p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030" name="Google Shape;1030;p9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31" name="Google Shape;1031;p94"/>
          <p:cNvGrpSpPr/>
          <p:nvPr/>
        </p:nvGrpSpPr>
        <p:grpSpPr>
          <a:xfrm>
            <a:off x="324128" y="3139463"/>
            <a:ext cx="457200" cy="457200"/>
            <a:chOff x="1020916" y="1442088"/>
            <a:chExt cx="457200" cy="457200"/>
          </a:xfrm>
        </p:grpSpPr>
        <p:pic>
          <p:nvPicPr>
            <p:cNvPr id="1032" name="Google Shape;1032;p94"/>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33" name="Google Shape;1033;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34" name="Google Shape;1034;p94"/>
          <p:cNvGrpSpPr/>
          <p:nvPr/>
        </p:nvGrpSpPr>
        <p:grpSpPr>
          <a:xfrm>
            <a:off x="324128" y="3987825"/>
            <a:ext cx="457200" cy="457200"/>
            <a:chOff x="1020916" y="1442088"/>
            <a:chExt cx="457200" cy="457200"/>
          </a:xfrm>
        </p:grpSpPr>
        <p:pic>
          <p:nvPicPr>
            <p:cNvPr id="1035" name="Google Shape;1035;p94"/>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36" name="Google Shape;1036;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037" name="Shape 1037"/>
        <p:cNvGrpSpPr/>
        <p:nvPr/>
      </p:nvGrpSpPr>
      <p:grpSpPr>
        <a:xfrm>
          <a:off x="0" y="0"/>
          <a:ext cx="0" cy="0"/>
          <a:chOff x="0" y="0"/>
          <a:chExt cx="0" cy="0"/>
        </a:xfrm>
      </p:grpSpPr>
      <p:pic>
        <p:nvPicPr>
          <p:cNvPr id="1038" name="Google Shape;1038;p9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39" name="Google Shape;1039;p9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9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41" name="Google Shape;1041;p9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42" name="Google Shape;1042;p9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43" name="Google Shape;1043;p95"/>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4" name="Google Shape;1044;p9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45" name="Google Shape;1045;p9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46" name="Google Shape;1046;p9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047" name="Google Shape;1047;p9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8" name="Google Shape;1048;p95"/>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9" name="Google Shape;1049;p95"/>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50" name="Google Shape;1050;p95"/>
          <p:cNvGrpSpPr/>
          <p:nvPr/>
        </p:nvGrpSpPr>
        <p:grpSpPr>
          <a:xfrm>
            <a:off x="324128" y="3139463"/>
            <a:ext cx="457200" cy="457200"/>
            <a:chOff x="1020916" y="1442088"/>
            <a:chExt cx="457200" cy="457200"/>
          </a:xfrm>
        </p:grpSpPr>
        <p:pic>
          <p:nvPicPr>
            <p:cNvPr id="1051" name="Google Shape;1051;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52" name="Google Shape;1052;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53" name="Google Shape;1053;p95"/>
          <p:cNvGrpSpPr/>
          <p:nvPr/>
        </p:nvGrpSpPr>
        <p:grpSpPr>
          <a:xfrm>
            <a:off x="324128" y="3987825"/>
            <a:ext cx="457200" cy="457200"/>
            <a:chOff x="1020916" y="1442088"/>
            <a:chExt cx="457200" cy="457200"/>
          </a:xfrm>
        </p:grpSpPr>
        <p:pic>
          <p:nvPicPr>
            <p:cNvPr id="1054" name="Google Shape;1054;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55" name="Google Shape;1055;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56" name="Google Shape;1056;p95"/>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57" name="Google Shape;1057;p95"/>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58" name="Google Shape;1058;p9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59" name="Google Shape;1059;p9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060" name="Shape 1060"/>
        <p:cNvGrpSpPr/>
        <p:nvPr/>
      </p:nvGrpSpPr>
      <p:grpSpPr>
        <a:xfrm>
          <a:off x="0" y="0"/>
          <a:ext cx="0" cy="0"/>
          <a:chOff x="0" y="0"/>
          <a:chExt cx="0" cy="0"/>
        </a:xfrm>
      </p:grpSpPr>
      <p:pic>
        <p:nvPicPr>
          <p:cNvPr id="1061" name="Google Shape;1061;p9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62" name="Google Shape;1062;p9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9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64" name="Google Shape;1064;p9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65" name="Google Shape;1065;p9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66" name="Google Shape;1066;p96"/>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7" name="Google Shape;1067;p9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68" name="Google Shape;1068;p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69" name="Google Shape;1069;p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070" name="Google Shape;1070;p9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1" name="Google Shape;1071;p96"/>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72" name="Google Shape;1072;p96"/>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73" name="Google Shape;1073;p96"/>
          <p:cNvGrpSpPr/>
          <p:nvPr/>
        </p:nvGrpSpPr>
        <p:grpSpPr>
          <a:xfrm>
            <a:off x="324128" y="3139463"/>
            <a:ext cx="457200" cy="457200"/>
            <a:chOff x="1020916" y="1442088"/>
            <a:chExt cx="457200" cy="457200"/>
          </a:xfrm>
        </p:grpSpPr>
        <p:pic>
          <p:nvPicPr>
            <p:cNvPr id="1074" name="Google Shape;1074;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5" name="Google Shape;1075;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76" name="Google Shape;1076;p96"/>
          <p:cNvGrpSpPr/>
          <p:nvPr/>
        </p:nvGrpSpPr>
        <p:grpSpPr>
          <a:xfrm>
            <a:off x="324128" y="3987825"/>
            <a:ext cx="457200" cy="457200"/>
            <a:chOff x="1020916" y="1442088"/>
            <a:chExt cx="457200" cy="457200"/>
          </a:xfrm>
        </p:grpSpPr>
        <p:pic>
          <p:nvPicPr>
            <p:cNvPr id="1077" name="Google Shape;1077;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8" name="Google Shape;1078;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79" name="Google Shape;1079;p96"/>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80" name="Google Shape;1080;p96"/>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81" name="Google Shape;1081;p9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82" name="Google Shape;1082;p9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083" name="Shape 1083"/>
        <p:cNvGrpSpPr/>
        <p:nvPr/>
      </p:nvGrpSpPr>
      <p:grpSpPr>
        <a:xfrm>
          <a:off x="0" y="0"/>
          <a:ext cx="0" cy="0"/>
          <a:chOff x="0" y="0"/>
          <a:chExt cx="0" cy="0"/>
        </a:xfrm>
      </p:grpSpPr>
      <p:pic>
        <p:nvPicPr>
          <p:cNvPr id="1084" name="Google Shape;1084;p9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85" name="Google Shape;1085;p9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9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87" name="Google Shape;1087;p9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88" name="Google Shape;1088;p9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89" name="Google Shape;1089;p97"/>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90" name="Google Shape;1090;p9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91" name="Google Shape;1091;p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92" name="Google Shape;1092;p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093" name="Google Shape;1093;p9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4" name="Google Shape;1094;p97"/>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95" name="Google Shape;1095;p97"/>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96" name="Google Shape;1096;p97"/>
          <p:cNvGrpSpPr/>
          <p:nvPr/>
        </p:nvGrpSpPr>
        <p:grpSpPr>
          <a:xfrm>
            <a:off x="324128" y="3139463"/>
            <a:ext cx="457200" cy="457200"/>
            <a:chOff x="1020916" y="1442088"/>
            <a:chExt cx="457200" cy="457200"/>
          </a:xfrm>
        </p:grpSpPr>
        <p:pic>
          <p:nvPicPr>
            <p:cNvPr id="1097" name="Google Shape;1097;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8" name="Google Shape;1098;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99" name="Google Shape;1099;p97"/>
          <p:cNvGrpSpPr/>
          <p:nvPr/>
        </p:nvGrpSpPr>
        <p:grpSpPr>
          <a:xfrm>
            <a:off x="324128" y="3987825"/>
            <a:ext cx="457200" cy="457200"/>
            <a:chOff x="1020916" y="1442088"/>
            <a:chExt cx="457200" cy="457200"/>
          </a:xfrm>
        </p:grpSpPr>
        <p:pic>
          <p:nvPicPr>
            <p:cNvPr id="1100" name="Google Shape;1100;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01" name="Google Shape;1101;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102" name="Google Shape;1102;p97"/>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103" name="Google Shape;1103;p97"/>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04" name="Google Shape;1104;p9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05" name="Google Shape;1105;p9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106" name="Shape 1106"/>
        <p:cNvGrpSpPr/>
        <p:nvPr/>
      </p:nvGrpSpPr>
      <p:grpSpPr>
        <a:xfrm>
          <a:off x="0" y="0"/>
          <a:ext cx="0" cy="0"/>
          <a:chOff x="0" y="0"/>
          <a:chExt cx="0" cy="0"/>
        </a:xfrm>
      </p:grpSpPr>
      <p:pic>
        <p:nvPicPr>
          <p:cNvPr id="1107" name="Google Shape;1107;p9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08" name="Google Shape;1108;p9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9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10" name="Google Shape;1110;p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11" name="Google Shape;1111;p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12" name="Google Shape;1112;p9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3" name="Google Shape;1113;p9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14" name="Google Shape;1114;p9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15" name="Google Shape;1115;p9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16" name="Google Shape;1116;p98"/>
          <p:cNvGrpSpPr/>
          <p:nvPr/>
        </p:nvGrpSpPr>
        <p:grpSpPr>
          <a:xfrm>
            <a:off x="323653" y="1804438"/>
            <a:ext cx="457200" cy="457200"/>
            <a:chOff x="1020916" y="1442088"/>
            <a:chExt cx="457200" cy="457200"/>
          </a:xfrm>
        </p:grpSpPr>
        <p:pic>
          <p:nvPicPr>
            <p:cNvPr id="1117" name="Google Shape;1117;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18" name="Google Shape;1118;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19" name="Google Shape;1119;p98"/>
          <p:cNvGrpSpPr/>
          <p:nvPr/>
        </p:nvGrpSpPr>
        <p:grpSpPr>
          <a:xfrm>
            <a:off x="323653" y="2766575"/>
            <a:ext cx="457200" cy="457200"/>
            <a:chOff x="1020916" y="1442088"/>
            <a:chExt cx="457200" cy="457200"/>
          </a:xfrm>
        </p:grpSpPr>
        <p:pic>
          <p:nvPicPr>
            <p:cNvPr id="1120" name="Google Shape;1120;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1" name="Google Shape;112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22" name="Google Shape;1122;p98"/>
          <p:cNvGrpSpPr/>
          <p:nvPr/>
        </p:nvGrpSpPr>
        <p:grpSpPr>
          <a:xfrm>
            <a:off x="323641" y="3729038"/>
            <a:ext cx="457200" cy="457200"/>
            <a:chOff x="1020916" y="1442088"/>
            <a:chExt cx="457200" cy="457200"/>
          </a:xfrm>
        </p:grpSpPr>
        <p:pic>
          <p:nvPicPr>
            <p:cNvPr id="1123" name="Google Shape;1123;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4" name="Google Shape;1124;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125" name="Shape 1125"/>
        <p:cNvGrpSpPr/>
        <p:nvPr/>
      </p:nvGrpSpPr>
      <p:grpSpPr>
        <a:xfrm>
          <a:off x="0" y="0"/>
          <a:ext cx="0" cy="0"/>
          <a:chOff x="0" y="0"/>
          <a:chExt cx="0" cy="0"/>
        </a:xfrm>
      </p:grpSpPr>
      <p:pic>
        <p:nvPicPr>
          <p:cNvPr id="1126" name="Google Shape;1126;p9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27" name="Google Shape;1127;p9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9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29" name="Google Shape;1129;p9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30" name="Google Shape;1130;p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131" name="Google Shape;1131;p9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2" name="Google Shape;1132;p99"/>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3" name="Google Shape;1133;p99"/>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4" name="Google Shape;1134;p99"/>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35" name="Google Shape;1135;p99"/>
          <p:cNvGrpSpPr/>
          <p:nvPr/>
        </p:nvGrpSpPr>
        <p:grpSpPr>
          <a:xfrm>
            <a:off x="323653" y="1804438"/>
            <a:ext cx="457200" cy="457200"/>
            <a:chOff x="1020916" y="1442088"/>
            <a:chExt cx="457200" cy="457200"/>
          </a:xfrm>
        </p:grpSpPr>
        <p:pic>
          <p:nvPicPr>
            <p:cNvPr id="1136" name="Google Shape;1136;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7" name="Google Shape;113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38" name="Google Shape;1138;p99"/>
          <p:cNvGrpSpPr/>
          <p:nvPr/>
        </p:nvGrpSpPr>
        <p:grpSpPr>
          <a:xfrm>
            <a:off x="323653" y="2766575"/>
            <a:ext cx="457200" cy="457200"/>
            <a:chOff x="1020916" y="1442088"/>
            <a:chExt cx="457200" cy="457200"/>
          </a:xfrm>
        </p:grpSpPr>
        <p:pic>
          <p:nvPicPr>
            <p:cNvPr id="1139" name="Google Shape;1139;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0" name="Google Shape;114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41" name="Google Shape;1141;p99"/>
          <p:cNvGrpSpPr/>
          <p:nvPr/>
        </p:nvGrpSpPr>
        <p:grpSpPr>
          <a:xfrm>
            <a:off x="323641" y="3729038"/>
            <a:ext cx="457200" cy="457200"/>
            <a:chOff x="1020916" y="1442088"/>
            <a:chExt cx="457200" cy="457200"/>
          </a:xfrm>
        </p:grpSpPr>
        <p:pic>
          <p:nvPicPr>
            <p:cNvPr id="1142" name="Google Shape;1142;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3" name="Google Shape;1143;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144" name="Shape 1144"/>
        <p:cNvGrpSpPr/>
        <p:nvPr/>
      </p:nvGrpSpPr>
      <p:grpSpPr>
        <a:xfrm>
          <a:off x="0" y="0"/>
          <a:ext cx="0" cy="0"/>
          <a:chOff x="0" y="0"/>
          <a:chExt cx="0" cy="0"/>
        </a:xfrm>
      </p:grpSpPr>
      <p:pic>
        <p:nvPicPr>
          <p:cNvPr id="1145" name="Google Shape;1145;p10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46" name="Google Shape;1146;p10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0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48" name="Google Shape;1148;p10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49" name="Google Shape;1149;p10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50" name="Google Shape;1150;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51" name="Google Shape;1151;p100"/>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2" name="Google Shape;1152;p100"/>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3" name="Google Shape;1153;p100"/>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54" name="Google Shape;1154;p100"/>
          <p:cNvGrpSpPr/>
          <p:nvPr/>
        </p:nvGrpSpPr>
        <p:grpSpPr>
          <a:xfrm>
            <a:off x="323653" y="1804438"/>
            <a:ext cx="457200" cy="457200"/>
            <a:chOff x="1020916" y="1442088"/>
            <a:chExt cx="457200" cy="457200"/>
          </a:xfrm>
        </p:grpSpPr>
        <p:pic>
          <p:nvPicPr>
            <p:cNvPr id="1155" name="Google Shape;1155;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6" name="Google Shape;1156;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57" name="Google Shape;1157;p100"/>
          <p:cNvGrpSpPr/>
          <p:nvPr/>
        </p:nvGrpSpPr>
        <p:grpSpPr>
          <a:xfrm>
            <a:off x="323653" y="2766575"/>
            <a:ext cx="457200" cy="457200"/>
            <a:chOff x="1020916" y="1442088"/>
            <a:chExt cx="457200" cy="457200"/>
          </a:xfrm>
        </p:grpSpPr>
        <p:pic>
          <p:nvPicPr>
            <p:cNvPr id="1158" name="Google Shape;1158;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9" name="Google Shape;1159;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60" name="Google Shape;1160;p100"/>
          <p:cNvGrpSpPr/>
          <p:nvPr/>
        </p:nvGrpSpPr>
        <p:grpSpPr>
          <a:xfrm>
            <a:off x="323641" y="3729038"/>
            <a:ext cx="457200" cy="457200"/>
            <a:chOff x="1020916" y="1442088"/>
            <a:chExt cx="457200" cy="457200"/>
          </a:xfrm>
        </p:grpSpPr>
        <p:pic>
          <p:nvPicPr>
            <p:cNvPr id="1161" name="Google Shape;1161;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62" name="Google Shape;1162;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163" name="Shape 1163"/>
        <p:cNvGrpSpPr/>
        <p:nvPr/>
      </p:nvGrpSpPr>
      <p:grpSpPr>
        <a:xfrm>
          <a:off x="0" y="0"/>
          <a:ext cx="0" cy="0"/>
          <a:chOff x="0" y="0"/>
          <a:chExt cx="0" cy="0"/>
        </a:xfrm>
      </p:grpSpPr>
      <p:pic>
        <p:nvPicPr>
          <p:cNvPr id="1164" name="Google Shape;1164;p10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65" name="Google Shape;1165;p10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0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67" name="Google Shape;1167;p10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68" name="Google Shape;1168;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69" name="Google Shape;1169;p10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0" name="Google Shape;1170;p101"/>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1" name="Google Shape;1171;p101"/>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2" name="Google Shape;1172;p101"/>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73" name="Google Shape;1173;p101"/>
          <p:cNvGrpSpPr/>
          <p:nvPr/>
        </p:nvGrpSpPr>
        <p:grpSpPr>
          <a:xfrm>
            <a:off x="323653" y="1804438"/>
            <a:ext cx="457200" cy="457200"/>
            <a:chOff x="1020916" y="1442088"/>
            <a:chExt cx="457200" cy="457200"/>
          </a:xfrm>
        </p:grpSpPr>
        <p:pic>
          <p:nvPicPr>
            <p:cNvPr id="1174" name="Google Shape;1174;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5" name="Google Shape;1175;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76" name="Google Shape;1176;p101"/>
          <p:cNvGrpSpPr/>
          <p:nvPr/>
        </p:nvGrpSpPr>
        <p:grpSpPr>
          <a:xfrm>
            <a:off x="323653" y="2766575"/>
            <a:ext cx="457200" cy="457200"/>
            <a:chOff x="1020916" y="1442088"/>
            <a:chExt cx="457200" cy="457200"/>
          </a:xfrm>
        </p:grpSpPr>
        <p:pic>
          <p:nvPicPr>
            <p:cNvPr id="1177" name="Google Shape;1177;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8" name="Google Shape;1178;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9" name="Google Shape;1179;p101"/>
          <p:cNvGrpSpPr/>
          <p:nvPr/>
        </p:nvGrpSpPr>
        <p:grpSpPr>
          <a:xfrm>
            <a:off x="323641" y="3729038"/>
            <a:ext cx="457200" cy="457200"/>
            <a:chOff x="1020916" y="1442088"/>
            <a:chExt cx="457200" cy="457200"/>
          </a:xfrm>
        </p:grpSpPr>
        <p:pic>
          <p:nvPicPr>
            <p:cNvPr id="1180" name="Google Shape;1180;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81" name="Google Shape;1181;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182" name="Shape 1182"/>
        <p:cNvGrpSpPr/>
        <p:nvPr/>
      </p:nvGrpSpPr>
      <p:grpSpPr>
        <a:xfrm>
          <a:off x="0" y="0"/>
          <a:ext cx="0" cy="0"/>
          <a:chOff x="0" y="0"/>
          <a:chExt cx="0" cy="0"/>
        </a:xfrm>
      </p:grpSpPr>
      <p:pic>
        <p:nvPicPr>
          <p:cNvPr id="1183" name="Google Shape;1183;p10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84" name="Google Shape;1184;p10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0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86" name="Google Shape;1186;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87" name="Google Shape;1187;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88" name="Google Shape;1188;p10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9" name="Google Shape;1189;p10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0" name="Google Shape;1190;p10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1" name="Google Shape;1191;p10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2" name="Google Shape;1192;p10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93" name="Google Shape;1193;p102"/>
          <p:cNvGrpSpPr/>
          <p:nvPr/>
        </p:nvGrpSpPr>
        <p:grpSpPr>
          <a:xfrm>
            <a:off x="323653" y="1652038"/>
            <a:ext cx="457200" cy="457200"/>
            <a:chOff x="1020916" y="1442088"/>
            <a:chExt cx="457200" cy="457200"/>
          </a:xfrm>
        </p:grpSpPr>
        <p:pic>
          <p:nvPicPr>
            <p:cNvPr id="1194" name="Google Shape;1194;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5" name="Google Shape;1195;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96" name="Google Shape;1196;p102"/>
          <p:cNvGrpSpPr/>
          <p:nvPr/>
        </p:nvGrpSpPr>
        <p:grpSpPr>
          <a:xfrm>
            <a:off x="323653" y="2461775"/>
            <a:ext cx="457200" cy="457200"/>
            <a:chOff x="1020916" y="1442088"/>
            <a:chExt cx="457200" cy="457200"/>
          </a:xfrm>
        </p:grpSpPr>
        <p:pic>
          <p:nvPicPr>
            <p:cNvPr id="1197" name="Google Shape;1197;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8" name="Google Shape;1198;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99" name="Google Shape;1199;p102"/>
          <p:cNvGrpSpPr/>
          <p:nvPr/>
        </p:nvGrpSpPr>
        <p:grpSpPr>
          <a:xfrm>
            <a:off x="323641" y="3271838"/>
            <a:ext cx="457200" cy="457200"/>
            <a:chOff x="1020916" y="1442088"/>
            <a:chExt cx="457200" cy="457200"/>
          </a:xfrm>
        </p:grpSpPr>
        <p:pic>
          <p:nvPicPr>
            <p:cNvPr id="1200" name="Google Shape;1200;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1" name="Google Shape;1201;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02" name="Google Shape;1202;p102"/>
          <p:cNvGrpSpPr/>
          <p:nvPr/>
        </p:nvGrpSpPr>
        <p:grpSpPr>
          <a:xfrm>
            <a:off x="323641" y="4081763"/>
            <a:ext cx="457200" cy="457200"/>
            <a:chOff x="1020916" y="1442088"/>
            <a:chExt cx="457200" cy="457200"/>
          </a:xfrm>
        </p:grpSpPr>
        <p:pic>
          <p:nvPicPr>
            <p:cNvPr id="1203" name="Google Shape;1203;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4" name="Google Shape;1204;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205" name="Shape 1205"/>
        <p:cNvGrpSpPr/>
        <p:nvPr/>
      </p:nvGrpSpPr>
      <p:grpSpPr>
        <a:xfrm>
          <a:off x="0" y="0"/>
          <a:ext cx="0" cy="0"/>
          <a:chOff x="0" y="0"/>
          <a:chExt cx="0" cy="0"/>
        </a:xfrm>
      </p:grpSpPr>
      <p:pic>
        <p:nvPicPr>
          <p:cNvPr id="1206" name="Google Shape;1206;p10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07" name="Google Shape;1207;p10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03"/>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9" name="Google Shape;1209;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10" name="Google Shape;1210;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11" name="Google Shape;1211;p10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2" name="Google Shape;1212;p10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3" name="Google Shape;1213;p103"/>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4" name="Google Shape;1214;p103"/>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5" name="Google Shape;1215;p103"/>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16" name="Google Shape;1216;p103"/>
          <p:cNvGrpSpPr/>
          <p:nvPr/>
        </p:nvGrpSpPr>
        <p:grpSpPr>
          <a:xfrm>
            <a:off x="323653" y="1652038"/>
            <a:ext cx="457200" cy="457200"/>
            <a:chOff x="1020916" y="1442088"/>
            <a:chExt cx="457200" cy="457200"/>
          </a:xfrm>
        </p:grpSpPr>
        <p:pic>
          <p:nvPicPr>
            <p:cNvPr id="1217" name="Google Shape;1217;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8" name="Google Shape;1218;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19" name="Google Shape;1219;p103"/>
          <p:cNvGrpSpPr/>
          <p:nvPr/>
        </p:nvGrpSpPr>
        <p:grpSpPr>
          <a:xfrm>
            <a:off x="323653" y="2461775"/>
            <a:ext cx="457200" cy="457200"/>
            <a:chOff x="1020916" y="1442088"/>
            <a:chExt cx="457200" cy="457200"/>
          </a:xfrm>
        </p:grpSpPr>
        <p:pic>
          <p:nvPicPr>
            <p:cNvPr id="1220" name="Google Shape;1220;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1" name="Google Shape;1221;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22" name="Google Shape;1222;p103"/>
          <p:cNvGrpSpPr/>
          <p:nvPr/>
        </p:nvGrpSpPr>
        <p:grpSpPr>
          <a:xfrm>
            <a:off x="323641" y="3271838"/>
            <a:ext cx="457200" cy="457200"/>
            <a:chOff x="1020916" y="1442088"/>
            <a:chExt cx="457200" cy="457200"/>
          </a:xfrm>
        </p:grpSpPr>
        <p:pic>
          <p:nvPicPr>
            <p:cNvPr id="1223" name="Google Shape;1223;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4" name="Google Shape;1224;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25" name="Google Shape;1225;p103"/>
          <p:cNvGrpSpPr/>
          <p:nvPr/>
        </p:nvGrpSpPr>
        <p:grpSpPr>
          <a:xfrm>
            <a:off x="323641" y="4081763"/>
            <a:ext cx="457200" cy="457200"/>
            <a:chOff x="1020916" y="1442088"/>
            <a:chExt cx="457200" cy="457200"/>
          </a:xfrm>
        </p:grpSpPr>
        <p:pic>
          <p:nvPicPr>
            <p:cNvPr id="1226" name="Google Shape;1226;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7" name="Google Shape;1227;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228" name="Shape 1228"/>
        <p:cNvGrpSpPr/>
        <p:nvPr/>
      </p:nvGrpSpPr>
      <p:grpSpPr>
        <a:xfrm>
          <a:off x="0" y="0"/>
          <a:ext cx="0" cy="0"/>
          <a:chOff x="0" y="0"/>
          <a:chExt cx="0" cy="0"/>
        </a:xfrm>
      </p:grpSpPr>
      <p:pic>
        <p:nvPicPr>
          <p:cNvPr id="1229" name="Google Shape;1229;p10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30" name="Google Shape;1230;p10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04"/>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32" name="Google Shape;1232;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33" name="Google Shape;1233;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34" name="Google Shape;1234;p10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5" name="Google Shape;1235;p104"/>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6" name="Google Shape;1236;p104"/>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7" name="Google Shape;1237;p104"/>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8" name="Google Shape;1238;p104"/>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39" name="Google Shape;1239;p104"/>
          <p:cNvGrpSpPr/>
          <p:nvPr/>
        </p:nvGrpSpPr>
        <p:grpSpPr>
          <a:xfrm>
            <a:off x="323653" y="1652038"/>
            <a:ext cx="457200" cy="457200"/>
            <a:chOff x="1020916" y="1442088"/>
            <a:chExt cx="457200" cy="457200"/>
          </a:xfrm>
        </p:grpSpPr>
        <p:pic>
          <p:nvPicPr>
            <p:cNvPr id="1240" name="Google Shape;1240;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1" name="Google Shape;1241;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42" name="Google Shape;1242;p104"/>
          <p:cNvGrpSpPr/>
          <p:nvPr/>
        </p:nvGrpSpPr>
        <p:grpSpPr>
          <a:xfrm>
            <a:off x="323653" y="2461775"/>
            <a:ext cx="457200" cy="457200"/>
            <a:chOff x="1020916" y="1442088"/>
            <a:chExt cx="457200" cy="457200"/>
          </a:xfrm>
        </p:grpSpPr>
        <p:pic>
          <p:nvPicPr>
            <p:cNvPr id="1243" name="Google Shape;1243;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4" name="Google Shape;1244;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45" name="Google Shape;1245;p104"/>
          <p:cNvGrpSpPr/>
          <p:nvPr/>
        </p:nvGrpSpPr>
        <p:grpSpPr>
          <a:xfrm>
            <a:off x="323641" y="3271838"/>
            <a:ext cx="457200" cy="457200"/>
            <a:chOff x="1020916" y="1442088"/>
            <a:chExt cx="457200" cy="457200"/>
          </a:xfrm>
        </p:grpSpPr>
        <p:pic>
          <p:nvPicPr>
            <p:cNvPr id="1246" name="Google Shape;1246;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7" name="Google Shape;1247;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48" name="Google Shape;1248;p104"/>
          <p:cNvGrpSpPr/>
          <p:nvPr/>
        </p:nvGrpSpPr>
        <p:grpSpPr>
          <a:xfrm>
            <a:off x="323641" y="4081763"/>
            <a:ext cx="457200" cy="457200"/>
            <a:chOff x="1020916" y="1442088"/>
            <a:chExt cx="457200" cy="457200"/>
          </a:xfrm>
        </p:grpSpPr>
        <p:pic>
          <p:nvPicPr>
            <p:cNvPr id="1249" name="Google Shape;1249;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0" name="Google Shape;1250;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251" name="Shape 1251"/>
        <p:cNvGrpSpPr/>
        <p:nvPr/>
      </p:nvGrpSpPr>
      <p:grpSpPr>
        <a:xfrm>
          <a:off x="0" y="0"/>
          <a:ext cx="0" cy="0"/>
          <a:chOff x="0" y="0"/>
          <a:chExt cx="0" cy="0"/>
        </a:xfrm>
      </p:grpSpPr>
      <p:pic>
        <p:nvPicPr>
          <p:cNvPr id="1252" name="Google Shape;1252;p10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53" name="Google Shape;1253;p10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05"/>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55" name="Google Shape;1255;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56" name="Google Shape;1256;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257" name="Google Shape;1257;p10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8" name="Google Shape;1258;p105"/>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9" name="Google Shape;1259;p105"/>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60" name="Google Shape;1260;p105"/>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61" name="Google Shape;1261;p105"/>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62" name="Google Shape;1262;p105"/>
          <p:cNvGrpSpPr/>
          <p:nvPr/>
        </p:nvGrpSpPr>
        <p:grpSpPr>
          <a:xfrm>
            <a:off x="323653" y="1652038"/>
            <a:ext cx="457200" cy="457200"/>
            <a:chOff x="1020916" y="1442088"/>
            <a:chExt cx="457200" cy="457200"/>
          </a:xfrm>
        </p:grpSpPr>
        <p:pic>
          <p:nvPicPr>
            <p:cNvPr id="1263" name="Google Shape;1263;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4" name="Google Shape;1264;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65" name="Google Shape;1265;p105"/>
          <p:cNvGrpSpPr/>
          <p:nvPr/>
        </p:nvGrpSpPr>
        <p:grpSpPr>
          <a:xfrm>
            <a:off x="323653" y="2461775"/>
            <a:ext cx="457200" cy="457200"/>
            <a:chOff x="1020916" y="1442088"/>
            <a:chExt cx="457200" cy="457200"/>
          </a:xfrm>
        </p:grpSpPr>
        <p:pic>
          <p:nvPicPr>
            <p:cNvPr id="1266" name="Google Shape;1266;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7" name="Google Shape;1267;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68" name="Google Shape;1268;p105"/>
          <p:cNvGrpSpPr/>
          <p:nvPr/>
        </p:nvGrpSpPr>
        <p:grpSpPr>
          <a:xfrm>
            <a:off x="323641" y="3271838"/>
            <a:ext cx="457200" cy="457200"/>
            <a:chOff x="1020916" y="1442088"/>
            <a:chExt cx="457200" cy="457200"/>
          </a:xfrm>
        </p:grpSpPr>
        <p:pic>
          <p:nvPicPr>
            <p:cNvPr id="1269" name="Google Shape;1269;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0" name="Google Shape;1270;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71" name="Google Shape;1271;p105"/>
          <p:cNvGrpSpPr/>
          <p:nvPr/>
        </p:nvGrpSpPr>
        <p:grpSpPr>
          <a:xfrm>
            <a:off x="323641" y="4081763"/>
            <a:ext cx="457200" cy="457200"/>
            <a:chOff x="1020916" y="1442088"/>
            <a:chExt cx="457200" cy="457200"/>
          </a:xfrm>
        </p:grpSpPr>
        <p:pic>
          <p:nvPicPr>
            <p:cNvPr id="1272" name="Google Shape;1272;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3" name="Google Shape;1273;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274" name="Shape 1274"/>
        <p:cNvGrpSpPr/>
        <p:nvPr/>
      </p:nvGrpSpPr>
      <p:grpSpPr>
        <a:xfrm>
          <a:off x="0" y="0"/>
          <a:ext cx="0" cy="0"/>
          <a:chOff x="0" y="0"/>
          <a:chExt cx="0" cy="0"/>
        </a:xfrm>
      </p:grpSpPr>
      <p:pic>
        <p:nvPicPr>
          <p:cNvPr id="1275" name="Google Shape;1275;p10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76" name="Google Shape;1276;p10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0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8" name="Google Shape;1278;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79" name="Google Shape;1279;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80" name="Google Shape;1280;p10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81" name="Google Shape;1281;p106"/>
          <p:cNvSpPr/>
          <p:nvPr>
            <p:ph idx="3" type="pic"/>
          </p:nvPr>
        </p:nvSpPr>
        <p:spPr>
          <a:xfrm>
            <a:off x="324000" y="1893950"/>
            <a:ext cx="2555400" cy="1939500"/>
          </a:xfrm>
          <a:prstGeom prst="rect">
            <a:avLst/>
          </a:prstGeom>
          <a:noFill/>
          <a:ln>
            <a:noFill/>
          </a:ln>
        </p:spPr>
      </p:sp>
      <p:sp>
        <p:nvSpPr>
          <p:cNvPr id="1282" name="Google Shape;1282;p106"/>
          <p:cNvSpPr/>
          <p:nvPr>
            <p:ph idx="4" type="pic"/>
          </p:nvPr>
        </p:nvSpPr>
        <p:spPr>
          <a:xfrm>
            <a:off x="6256800" y="1893950"/>
            <a:ext cx="2555400" cy="1939500"/>
          </a:xfrm>
          <a:prstGeom prst="rect">
            <a:avLst/>
          </a:prstGeom>
          <a:noFill/>
          <a:ln>
            <a:noFill/>
          </a:ln>
        </p:spPr>
      </p:sp>
      <p:sp>
        <p:nvSpPr>
          <p:cNvPr id="1283" name="Google Shape;1283;p106"/>
          <p:cNvSpPr/>
          <p:nvPr>
            <p:ph idx="5" type="pic"/>
          </p:nvPr>
        </p:nvSpPr>
        <p:spPr>
          <a:xfrm>
            <a:off x="3294300" y="1893950"/>
            <a:ext cx="2555400" cy="1939500"/>
          </a:xfrm>
          <a:prstGeom prst="rect">
            <a:avLst/>
          </a:prstGeom>
          <a:noFill/>
          <a:ln>
            <a:noFill/>
          </a:ln>
        </p:spPr>
      </p:sp>
      <p:grpSp>
        <p:nvGrpSpPr>
          <p:cNvPr id="1284" name="Google Shape;1284;p106"/>
          <p:cNvGrpSpPr/>
          <p:nvPr/>
        </p:nvGrpSpPr>
        <p:grpSpPr>
          <a:xfrm>
            <a:off x="1381028" y="4148538"/>
            <a:ext cx="457200" cy="457200"/>
            <a:chOff x="1020916" y="1442088"/>
            <a:chExt cx="457200" cy="457200"/>
          </a:xfrm>
        </p:grpSpPr>
        <p:pic>
          <p:nvPicPr>
            <p:cNvPr id="1285" name="Google Shape;1285;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6" name="Google Shape;1286;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87" name="Google Shape;1287;p106"/>
          <p:cNvGrpSpPr/>
          <p:nvPr/>
        </p:nvGrpSpPr>
        <p:grpSpPr>
          <a:xfrm>
            <a:off x="4331066" y="4148550"/>
            <a:ext cx="457200" cy="457200"/>
            <a:chOff x="1020916" y="1442088"/>
            <a:chExt cx="457200" cy="457200"/>
          </a:xfrm>
        </p:grpSpPr>
        <p:pic>
          <p:nvPicPr>
            <p:cNvPr id="1288" name="Google Shape;1288;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9" name="Google Shape;1289;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90" name="Google Shape;1290;p106"/>
          <p:cNvGrpSpPr/>
          <p:nvPr/>
        </p:nvGrpSpPr>
        <p:grpSpPr>
          <a:xfrm>
            <a:off x="7305791" y="4148538"/>
            <a:ext cx="457200" cy="457200"/>
            <a:chOff x="1020916" y="1442088"/>
            <a:chExt cx="457200" cy="457200"/>
          </a:xfrm>
        </p:grpSpPr>
        <p:pic>
          <p:nvPicPr>
            <p:cNvPr id="1291" name="Google Shape;1291;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2" name="Google Shape;1292;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293" name="Shape 1293"/>
        <p:cNvGrpSpPr/>
        <p:nvPr/>
      </p:nvGrpSpPr>
      <p:grpSpPr>
        <a:xfrm>
          <a:off x="0" y="0"/>
          <a:ext cx="0" cy="0"/>
          <a:chOff x="0" y="0"/>
          <a:chExt cx="0" cy="0"/>
        </a:xfrm>
      </p:grpSpPr>
      <p:pic>
        <p:nvPicPr>
          <p:cNvPr id="1294" name="Google Shape;1294;p10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95" name="Google Shape;1295;p10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0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97" name="Google Shape;1297;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98" name="Google Shape;1298;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99" name="Google Shape;1299;p10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00" name="Google Shape;1300;p107"/>
          <p:cNvSpPr/>
          <p:nvPr>
            <p:ph idx="3" type="pic"/>
          </p:nvPr>
        </p:nvSpPr>
        <p:spPr>
          <a:xfrm>
            <a:off x="324000" y="1893950"/>
            <a:ext cx="2555400" cy="1939500"/>
          </a:xfrm>
          <a:prstGeom prst="rect">
            <a:avLst/>
          </a:prstGeom>
          <a:noFill/>
          <a:ln>
            <a:noFill/>
          </a:ln>
        </p:spPr>
      </p:sp>
      <p:sp>
        <p:nvSpPr>
          <p:cNvPr id="1301" name="Google Shape;1301;p107"/>
          <p:cNvSpPr/>
          <p:nvPr>
            <p:ph idx="4" type="pic"/>
          </p:nvPr>
        </p:nvSpPr>
        <p:spPr>
          <a:xfrm>
            <a:off x="6256800" y="1893950"/>
            <a:ext cx="2555400" cy="1939500"/>
          </a:xfrm>
          <a:prstGeom prst="rect">
            <a:avLst/>
          </a:prstGeom>
          <a:noFill/>
          <a:ln>
            <a:noFill/>
          </a:ln>
        </p:spPr>
      </p:sp>
      <p:sp>
        <p:nvSpPr>
          <p:cNvPr id="1302" name="Google Shape;1302;p107"/>
          <p:cNvSpPr/>
          <p:nvPr>
            <p:ph idx="5" type="pic"/>
          </p:nvPr>
        </p:nvSpPr>
        <p:spPr>
          <a:xfrm>
            <a:off x="3294300" y="1893950"/>
            <a:ext cx="2555400" cy="1939500"/>
          </a:xfrm>
          <a:prstGeom prst="rect">
            <a:avLst/>
          </a:prstGeom>
          <a:noFill/>
          <a:ln>
            <a:noFill/>
          </a:ln>
        </p:spPr>
      </p:sp>
      <p:grpSp>
        <p:nvGrpSpPr>
          <p:cNvPr id="1303" name="Google Shape;1303;p107"/>
          <p:cNvGrpSpPr/>
          <p:nvPr/>
        </p:nvGrpSpPr>
        <p:grpSpPr>
          <a:xfrm>
            <a:off x="1381028" y="4148538"/>
            <a:ext cx="457200" cy="457200"/>
            <a:chOff x="1020916" y="1442088"/>
            <a:chExt cx="457200" cy="457200"/>
          </a:xfrm>
        </p:grpSpPr>
        <p:pic>
          <p:nvPicPr>
            <p:cNvPr id="1304" name="Google Shape;1304;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5" name="Google Shape;1305;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06" name="Google Shape;1306;p107"/>
          <p:cNvGrpSpPr/>
          <p:nvPr/>
        </p:nvGrpSpPr>
        <p:grpSpPr>
          <a:xfrm>
            <a:off x="4331066" y="4148550"/>
            <a:ext cx="457200" cy="457200"/>
            <a:chOff x="1020916" y="1442088"/>
            <a:chExt cx="457200" cy="457200"/>
          </a:xfrm>
        </p:grpSpPr>
        <p:pic>
          <p:nvPicPr>
            <p:cNvPr id="1307" name="Google Shape;1307;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8" name="Google Shape;1308;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09" name="Google Shape;1309;p107"/>
          <p:cNvGrpSpPr/>
          <p:nvPr/>
        </p:nvGrpSpPr>
        <p:grpSpPr>
          <a:xfrm>
            <a:off x="7305791" y="4148538"/>
            <a:ext cx="457200" cy="457200"/>
            <a:chOff x="1020916" y="1442088"/>
            <a:chExt cx="457200" cy="457200"/>
          </a:xfrm>
        </p:grpSpPr>
        <p:pic>
          <p:nvPicPr>
            <p:cNvPr id="1310" name="Google Shape;1310;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1" name="Google Shape;1311;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312" name="Shape 1312"/>
        <p:cNvGrpSpPr/>
        <p:nvPr/>
      </p:nvGrpSpPr>
      <p:grpSpPr>
        <a:xfrm>
          <a:off x="0" y="0"/>
          <a:ext cx="0" cy="0"/>
          <a:chOff x="0" y="0"/>
          <a:chExt cx="0" cy="0"/>
        </a:xfrm>
      </p:grpSpPr>
      <p:pic>
        <p:nvPicPr>
          <p:cNvPr id="1313" name="Google Shape;1313;p10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14" name="Google Shape;1314;p10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0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16" name="Google Shape;1316;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17" name="Google Shape;1317;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18" name="Google Shape;1318;p10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9" name="Google Shape;1319;p108"/>
          <p:cNvSpPr/>
          <p:nvPr>
            <p:ph idx="3" type="pic"/>
          </p:nvPr>
        </p:nvSpPr>
        <p:spPr>
          <a:xfrm>
            <a:off x="324000" y="1893950"/>
            <a:ext cx="2555400" cy="1939500"/>
          </a:xfrm>
          <a:prstGeom prst="rect">
            <a:avLst/>
          </a:prstGeom>
          <a:noFill/>
          <a:ln>
            <a:noFill/>
          </a:ln>
        </p:spPr>
      </p:sp>
      <p:sp>
        <p:nvSpPr>
          <p:cNvPr id="1320" name="Google Shape;1320;p108"/>
          <p:cNvSpPr/>
          <p:nvPr>
            <p:ph idx="4" type="pic"/>
          </p:nvPr>
        </p:nvSpPr>
        <p:spPr>
          <a:xfrm>
            <a:off x="6256800" y="1893950"/>
            <a:ext cx="2555400" cy="1939500"/>
          </a:xfrm>
          <a:prstGeom prst="rect">
            <a:avLst/>
          </a:prstGeom>
          <a:noFill/>
          <a:ln>
            <a:noFill/>
          </a:ln>
        </p:spPr>
      </p:sp>
      <p:sp>
        <p:nvSpPr>
          <p:cNvPr id="1321" name="Google Shape;1321;p108"/>
          <p:cNvSpPr/>
          <p:nvPr>
            <p:ph idx="5" type="pic"/>
          </p:nvPr>
        </p:nvSpPr>
        <p:spPr>
          <a:xfrm>
            <a:off x="3294300" y="1893950"/>
            <a:ext cx="2555400" cy="1939500"/>
          </a:xfrm>
          <a:prstGeom prst="rect">
            <a:avLst/>
          </a:prstGeom>
          <a:noFill/>
          <a:ln>
            <a:noFill/>
          </a:ln>
        </p:spPr>
      </p:sp>
      <p:grpSp>
        <p:nvGrpSpPr>
          <p:cNvPr id="1322" name="Google Shape;1322;p108"/>
          <p:cNvGrpSpPr/>
          <p:nvPr/>
        </p:nvGrpSpPr>
        <p:grpSpPr>
          <a:xfrm>
            <a:off x="1381028" y="4148538"/>
            <a:ext cx="457200" cy="457200"/>
            <a:chOff x="1020916" y="1442088"/>
            <a:chExt cx="457200" cy="457200"/>
          </a:xfrm>
        </p:grpSpPr>
        <p:pic>
          <p:nvPicPr>
            <p:cNvPr id="1323" name="Google Shape;1323;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4" name="Google Shape;1324;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25" name="Google Shape;1325;p108"/>
          <p:cNvGrpSpPr/>
          <p:nvPr/>
        </p:nvGrpSpPr>
        <p:grpSpPr>
          <a:xfrm>
            <a:off x="4331066" y="4148550"/>
            <a:ext cx="457200" cy="457200"/>
            <a:chOff x="1020916" y="1442088"/>
            <a:chExt cx="457200" cy="457200"/>
          </a:xfrm>
        </p:grpSpPr>
        <p:pic>
          <p:nvPicPr>
            <p:cNvPr id="1326" name="Google Shape;1326;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7" name="Google Shape;1327;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28" name="Google Shape;1328;p108"/>
          <p:cNvGrpSpPr/>
          <p:nvPr/>
        </p:nvGrpSpPr>
        <p:grpSpPr>
          <a:xfrm>
            <a:off x="7305791" y="4148538"/>
            <a:ext cx="457200" cy="457200"/>
            <a:chOff x="1020916" y="1442088"/>
            <a:chExt cx="457200" cy="457200"/>
          </a:xfrm>
        </p:grpSpPr>
        <p:pic>
          <p:nvPicPr>
            <p:cNvPr id="1329" name="Google Shape;1329;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0" name="Google Shape;1330;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331" name="Shape 1331"/>
        <p:cNvGrpSpPr/>
        <p:nvPr/>
      </p:nvGrpSpPr>
      <p:grpSpPr>
        <a:xfrm>
          <a:off x="0" y="0"/>
          <a:ext cx="0" cy="0"/>
          <a:chOff x="0" y="0"/>
          <a:chExt cx="0" cy="0"/>
        </a:xfrm>
      </p:grpSpPr>
      <p:pic>
        <p:nvPicPr>
          <p:cNvPr id="1332" name="Google Shape;1332;p10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33" name="Google Shape;1333;p10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0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35" name="Google Shape;1335;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36" name="Google Shape;1336;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37" name="Google Shape;1337;p10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8" name="Google Shape;1338;p109"/>
          <p:cNvSpPr/>
          <p:nvPr>
            <p:ph idx="3" type="pic"/>
          </p:nvPr>
        </p:nvSpPr>
        <p:spPr>
          <a:xfrm>
            <a:off x="324000" y="1893950"/>
            <a:ext cx="2555400" cy="1939500"/>
          </a:xfrm>
          <a:prstGeom prst="rect">
            <a:avLst/>
          </a:prstGeom>
          <a:noFill/>
          <a:ln>
            <a:noFill/>
          </a:ln>
        </p:spPr>
      </p:sp>
      <p:sp>
        <p:nvSpPr>
          <p:cNvPr id="1339" name="Google Shape;1339;p109"/>
          <p:cNvSpPr/>
          <p:nvPr>
            <p:ph idx="4" type="pic"/>
          </p:nvPr>
        </p:nvSpPr>
        <p:spPr>
          <a:xfrm>
            <a:off x="6256800" y="1893950"/>
            <a:ext cx="2555400" cy="1939500"/>
          </a:xfrm>
          <a:prstGeom prst="rect">
            <a:avLst/>
          </a:prstGeom>
          <a:noFill/>
          <a:ln>
            <a:noFill/>
          </a:ln>
        </p:spPr>
      </p:sp>
      <p:sp>
        <p:nvSpPr>
          <p:cNvPr id="1340" name="Google Shape;1340;p109"/>
          <p:cNvSpPr/>
          <p:nvPr>
            <p:ph idx="5" type="pic"/>
          </p:nvPr>
        </p:nvSpPr>
        <p:spPr>
          <a:xfrm>
            <a:off x="3294300" y="1893950"/>
            <a:ext cx="2555400" cy="1939500"/>
          </a:xfrm>
          <a:prstGeom prst="rect">
            <a:avLst/>
          </a:prstGeom>
          <a:noFill/>
          <a:ln>
            <a:noFill/>
          </a:ln>
        </p:spPr>
      </p:sp>
      <p:grpSp>
        <p:nvGrpSpPr>
          <p:cNvPr id="1341" name="Google Shape;1341;p109"/>
          <p:cNvGrpSpPr/>
          <p:nvPr/>
        </p:nvGrpSpPr>
        <p:grpSpPr>
          <a:xfrm>
            <a:off x="1381028" y="4148538"/>
            <a:ext cx="457200" cy="457200"/>
            <a:chOff x="1020916" y="1442088"/>
            <a:chExt cx="457200" cy="457200"/>
          </a:xfrm>
        </p:grpSpPr>
        <p:pic>
          <p:nvPicPr>
            <p:cNvPr id="1342" name="Google Shape;1342;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3" name="Google Shape;1343;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44" name="Google Shape;1344;p109"/>
          <p:cNvGrpSpPr/>
          <p:nvPr/>
        </p:nvGrpSpPr>
        <p:grpSpPr>
          <a:xfrm>
            <a:off x="4331066" y="4148550"/>
            <a:ext cx="457200" cy="457200"/>
            <a:chOff x="1020916" y="1442088"/>
            <a:chExt cx="457200" cy="457200"/>
          </a:xfrm>
        </p:grpSpPr>
        <p:pic>
          <p:nvPicPr>
            <p:cNvPr id="1345" name="Google Shape;1345;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6" name="Google Shape;1346;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47" name="Google Shape;1347;p109"/>
          <p:cNvGrpSpPr/>
          <p:nvPr/>
        </p:nvGrpSpPr>
        <p:grpSpPr>
          <a:xfrm>
            <a:off x="7305791" y="4148538"/>
            <a:ext cx="457200" cy="457200"/>
            <a:chOff x="1020916" y="1442088"/>
            <a:chExt cx="457200" cy="457200"/>
          </a:xfrm>
        </p:grpSpPr>
        <p:pic>
          <p:nvPicPr>
            <p:cNvPr id="1348" name="Google Shape;1348;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9" name="Google Shape;1349;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350" name="Shape 1350"/>
        <p:cNvGrpSpPr/>
        <p:nvPr/>
      </p:nvGrpSpPr>
      <p:grpSpPr>
        <a:xfrm>
          <a:off x="0" y="0"/>
          <a:ext cx="0" cy="0"/>
          <a:chOff x="0" y="0"/>
          <a:chExt cx="0" cy="0"/>
        </a:xfrm>
      </p:grpSpPr>
      <p:pic>
        <p:nvPicPr>
          <p:cNvPr id="1351" name="Google Shape;1351;p11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52" name="Google Shape;1352;p11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54" name="Google Shape;1354;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55" name="Google Shape;1355;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56" name="Google Shape;1356;p11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357" name="Shape 1357"/>
        <p:cNvGrpSpPr/>
        <p:nvPr/>
      </p:nvGrpSpPr>
      <p:grpSpPr>
        <a:xfrm>
          <a:off x="0" y="0"/>
          <a:ext cx="0" cy="0"/>
          <a:chOff x="0" y="0"/>
          <a:chExt cx="0" cy="0"/>
        </a:xfrm>
      </p:grpSpPr>
      <p:pic>
        <p:nvPicPr>
          <p:cNvPr id="1358" name="Google Shape;1358;p11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59" name="Google Shape;1359;p11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1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61" name="Google Shape;1361;p11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62" name="Google Shape;1362;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63" name="Google Shape;1363;p11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364" name="Shape 1364"/>
        <p:cNvGrpSpPr/>
        <p:nvPr/>
      </p:nvGrpSpPr>
      <p:grpSpPr>
        <a:xfrm>
          <a:off x="0" y="0"/>
          <a:ext cx="0" cy="0"/>
          <a:chOff x="0" y="0"/>
          <a:chExt cx="0" cy="0"/>
        </a:xfrm>
      </p:grpSpPr>
      <p:pic>
        <p:nvPicPr>
          <p:cNvPr id="1365" name="Google Shape;1365;p11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66" name="Google Shape;1366;p11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1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68" name="Google Shape;1368;p11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69" name="Google Shape;1369;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70" name="Google Shape;1370;p11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371" name="Shape 1371"/>
        <p:cNvGrpSpPr/>
        <p:nvPr/>
      </p:nvGrpSpPr>
      <p:grpSpPr>
        <a:xfrm>
          <a:off x="0" y="0"/>
          <a:ext cx="0" cy="0"/>
          <a:chOff x="0" y="0"/>
          <a:chExt cx="0" cy="0"/>
        </a:xfrm>
      </p:grpSpPr>
      <p:pic>
        <p:nvPicPr>
          <p:cNvPr id="1372" name="Google Shape;1372;p11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73" name="Google Shape;1373;p11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1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75" name="Google Shape;1375;p11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76" name="Google Shape;1376;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77" name="Google Shape;1377;p11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378" name="Shape 1378"/>
        <p:cNvGrpSpPr/>
        <p:nvPr/>
      </p:nvGrpSpPr>
      <p:grpSpPr>
        <a:xfrm>
          <a:off x="0" y="0"/>
          <a:ext cx="0" cy="0"/>
          <a:chOff x="0" y="0"/>
          <a:chExt cx="0" cy="0"/>
        </a:xfrm>
      </p:grpSpPr>
      <p:pic>
        <p:nvPicPr>
          <p:cNvPr id="1379" name="Google Shape;1379;p11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80" name="Google Shape;1380;p11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1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382" name="Google Shape;1382;p114"/>
          <p:cNvSpPr txBox="1"/>
          <p:nvPr/>
        </p:nvSpPr>
        <p:spPr>
          <a:xfrm>
            <a:off x="324000" y="45525"/>
            <a:ext cx="10803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383" name="Google Shape;1383;p11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84" name="Google Shape;1384;p11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385" name="Google Shape;1385;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386" name="Shape 1386"/>
        <p:cNvGrpSpPr/>
        <p:nvPr/>
      </p:nvGrpSpPr>
      <p:grpSpPr>
        <a:xfrm>
          <a:off x="0" y="0"/>
          <a:ext cx="0" cy="0"/>
          <a:chOff x="0" y="0"/>
          <a:chExt cx="0" cy="0"/>
        </a:xfrm>
      </p:grpSpPr>
      <p:pic>
        <p:nvPicPr>
          <p:cNvPr id="1387" name="Google Shape;1387;p11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88" name="Google Shape;1388;p11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1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390" name="Google Shape;1390;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1391" name="Google Shape;1391;p115"/>
          <p:cNvSpPr txBox="1"/>
          <p:nvPr/>
        </p:nvSpPr>
        <p:spPr>
          <a:xfrm>
            <a:off x="324000" y="45525"/>
            <a:ext cx="100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392" name="Google Shape;1392;p11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93" name="Google Shape;1393;p11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394" name="Shape 1394"/>
        <p:cNvGrpSpPr/>
        <p:nvPr/>
      </p:nvGrpSpPr>
      <p:grpSpPr>
        <a:xfrm>
          <a:off x="0" y="0"/>
          <a:ext cx="0" cy="0"/>
          <a:chOff x="0" y="0"/>
          <a:chExt cx="0" cy="0"/>
        </a:xfrm>
      </p:grpSpPr>
      <p:pic>
        <p:nvPicPr>
          <p:cNvPr id="1395" name="Google Shape;1395;p11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96" name="Google Shape;1396;p11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1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398" name="Google Shape;1398;p11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1399" name="Google Shape;1399;p116"/>
          <p:cNvSpPr txBox="1"/>
          <p:nvPr/>
        </p:nvSpPr>
        <p:spPr>
          <a:xfrm>
            <a:off x="324000" y="45525"/>
            <a:ext cx="10191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00" name="Google Shape;1400;p11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01" name="Google Shape;1401;p116"/>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402" name="Shape 1402"/>
        <p:cNvGrpSpPr/>
        <p:nvPr/>
      </p:nvGrpSpPr>
      <p:grpSpPr>
        <a:xfrm>
          <a:off x="0" y="0"/>
          <a:ext cx="0" cy="0"/>
          <a:chOff x="0" y="0"/>
          <a:chExt cx="0" cy="0"/>
        </a:xfrm>
      </p:grpSpPr>
      <p:pic>
        <p:nvPicPr>
          <p:cNvPr id="1403" name="Google Shape;1403;p11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4" name="Google Shape;1404;p11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1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6" name="Google Shape;1406;p1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1407" name="Google Shape;1407;p117"/>
          <p:cNvSpPr txBox="1"/>
          <p:nvPr/>
        </p:nvSpPr>
        <p:spPr>
          <a:xfrm>
            <a:off x="324000" y="45525"/>
            <a:ext cx="10419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08" name="Google Shape;1408;p11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09" name="Google Shape;1409;p11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410" name="Shape 1410"/>
        <p:cNvGrpSpPr/>
        <p:nvPr/>
      </p:nvGrpSpPr>
      <p:grpSpPr>
        <a:xfrm>
          <a:off x="0" y="0"/>
          <a:ext cx="0" cy="0"/>
          <a:chOff x="0" y="0"/>
          <a:chExt cx="0" cy="0"/>
        </a:xfrm>
      </p:grpSpPr>
      <p:pic>
        <p:nvPicPr>
          <p:cNvPr id="1411" name="Google Shape;1411;p11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412" name="Google Shape;1412;p11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1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14" name="Google Shape;1414;p118"/>
          <p:cNvSpPr txBox="1"/>
          <p:nvPr/>
        </p:nvSpPr>
        <p:spPr>
          <a:xfrm>
            <a:off x="324000" y="45525"/>
            <a:ext cx="965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15" name="Google Shape;1415;p11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16" name="Google Shape;1416;p1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17" name="Google Shape;1417;p1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418" name="Shape 1418"/>
        <p:cNvGrpSpPr/>
        <p:nvPr/>
      </p:nvGrpSpPr>
      <p:grpSpPr>
        <a:xfrm>
          <a:off x="0" y="0"/>
          <a:ext cx="0" cy="0"/>
          <a:chOff x="0" y="0"/>
          <a:chExt cx="0" cy="0"/>
        </a:xfrm>
      </p:grpSpPr>
      <p:pic>
        <p:nvPicPr>
          <p:cNvPr id="1419" name="Google Shape;1419;p11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20" name="Google Shape;1420;p11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1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22" name="Google Shape;1422;p119"/>
          <p:cNvSpPr txBox="1"/>
          <p:nvPr/>
        </p:nvSpPr>
        <p:spPr>
          <a:xfrm>
            <a:off x="324000" y="45525"/>
            <a:ext cx="1049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23" name="Google Shape;1423;p11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24" name="Google Shape;1424;p11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25" name="Google Shape;1425;p11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426" name="Shape 1426"/>
        <p:cNvGrpSpPr/>
        <p:nvPr/>
      </p:nvGrpSpPr>
      <p:grpSpPr>
        <a:xfrm>
          <a:off x="0" y="0"/>
          <a:ext cx="0" cy="0"/>
          <a:chOff x="0" y="0"/>
          <a:chExt cx="0" cy="0"/>
        </a:xfrm>
      </p:grpSpPr>
      <p:pic>
        <p:nvPicPr>
          <p:cNvPr id="1427" name="Google Shape;1427;p12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28" name="Google Shape;1428;p12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30" name="Google Shape;1430;p120"/>
          <p:cNvSpPr txBox="1"/>
          <p:nvPr/>
        </p:nvSpPr>
        <p:spPr>
          <a:xfrm>
            <a:off x="324000" y="45525"/>
            <a:ext cx="10344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31" name="Google Shape;1431;p12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32" name="Google Shape;1432;p12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33" name="Google Shape;1433;p12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434" name="Shape 1434"/>
        <p:cNvGrpSpPr/>
        <p:nvPr/>
      </p:nvGrpSpPr>
      <p:grpSpPr>
        <a:xfrm>
          <a:off x="0" y="0"/>
          <a:ext cx="0" cy="0"/>
          <a:chOff x="0" y="0"/>
          <a:chExt cx="0" cy="0"/>
        </a:xfrm>
      </p:grpSpPr>
      <p:pic>
        <p:nvPicPr>
          <p:cNvPr id="1435" name="Google Shape;1435;p1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36" name="Google Shape;1436;p12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38" name="Google Shape;1438;p121"/>
          <p:cNvSpPr txBox="1"/>
          <p:nvPr/>
        </p:nvSpPr>
        <p:spPr>
          <a:xfrm>
            <a:off x="324000" y="45525"/>
            <a:ext cx="988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39" name="Google Shape;1439;p12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40" name="Google Shape;1440;p12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1441" name="Google Shape;1441;p12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1442" name="Shape 1442"/>
        <p:cNvGrpSpPr/>
        <p:nvPr/>
      </p:nvGrpSpPr>
      <p:grpSpPr>
        <a:xfrm>
          <a:off x="0" y="0"/>
          <a:ext cx="0" cy="0"/>
          <a:chOff x="0" y="0"/>
          <a:chExt cx="0" cy="0"/>
        </a:xfrm>
      </p:grpSpPr>
      <p:sp>
        <p:nvSpPr>
          <p:cNvPr id="1443" name="Google Shape;1443;p122"/>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4" name="Google Shape;1444;p122"/>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1445" name="Google Shape;1445;p122"/>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6" name="Google Shape;1446;p122"/>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47" name="Google Shape;1447;p122"/>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448" name="Shape 1448"/>
        <p:cNvGrpSpPr/>
        <p:nvPr/>
      </p:nvGrpSpPr>
      <p:grpSpPr>
        <a:xfrm>
          <a:off x="0" y="0"/>
          <a:ext cx="0" cy="0"/>
          <a:chOff x="0" y="0"/>
          <a:chExt cx="0" cy="0"/>
        </a:xfrm>
      </p:grpSpPr>
      <p:sp>
        <p:nvSpPr>
          <p:cNvPr id="1449" name="Google Shape;1449;p123"/>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0" name="Google Shape;1450;p123"/>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1451" name="Google Shape;1451;p123"/>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52" name="Google Shape;1452;p123"/>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53" name="Google Shape;1453;p123"/>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454" name="Shape 1454"/>
        <p:cNvGrpSpPr/>
        <p:nvPr/>
      </p:nvGrpSpPr>
      <p:grpSpPr>
        <a:xfrm>
          <a:off x="0" y="0"/>
          <a:ext cx="0" cy="0"/>
          <a:chOff x="0" y="0"/>
          <a:chExt cx="0" cy="0"/>
        </a:xfrm>
      </p:grpSpPr>
      <p:pic>
        <p:nvPicPr>
          <p:cNvPr id="1455" name="Google Shape;1455;p124"/>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1456" name="Google Shape;1456;p124"/>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457" name="Shape 1457"/>
        <p:cNvGrpSpPr/>
        <p:nvPr/>
      </p:nvGrpSpPr>
      <p:grpSpPr>
        <a:xfrm>
          <a:off x="0" y="0"/>
          <a:ext cx="0" cy="0"/>
          <a:chOff x="0" y="0"/>
          <a:chExt cx="0" cy="0"/>
        </a:xfrm>
      </p:grpSpPr>
      <p:sp>
        <p:nvSpPr>
          <p:cNvPr id="1458" name="Google Shape;1458;p125"/>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1459" name="Google Shape;1459;p125"/>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460" name="Google Shape;1460;p125"/>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1461" name="Google Shape;1461;p125"/>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462" name="Google Shape;1462;p125"/>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1463" name="Google Shape;1463;p125"/>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1464" name="Google Shape;1464;p125"/>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1465" name="Google Shape;1465;p125"/>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1466" name="Google Shape;1466;p125"/>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467" name="Shape 1467"/>
        <p:cNvGrpSpPr/>
        <p:nvPr/>
      </p:nvGrpSpPr>
      <p:grpSpPr>
        <a:xfrm>
          <a:off x="0" y="0"/>
          <a:ext cx="0" cy="0"/>
          <a:chOff x="0" y="0"/>
          <a:chExt cx="0" cy="0"/>
        </a:xfrm>
      </p:grpSpPr>
      <p:pic>
        <p:nvPicPr>
          <p:cNvPr id="1468" name="Google Shape;1468;p126"/>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1469" name="Google Shape;1469;p126"/>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470" name="Shape 1470"/>
        <p:cNvGrpSpPr/>
        <p:nvPr/>
      </p:nvGrpSpPr>
      <p:grpSpPr>
        <a:xfrm>
          <a:off x="0" y="0"/>
          <a:ext cx="0" cy="0"/>
          <a:chOff x="0" y="0"/>
          <a:chExt cx="0" cy="0"/>
        </a:xfrm>
      </p:grpSpPr>
      <p:sp>
        <p:nvSpPr>
          <p:cNvPr id="1471" name="Google Shape;1471;p127"/>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1476" name="Shape 1476"/>
        <p:cNvGrpSpPr/>
        <p:nvPr/>
      </p:nvGrpSpPr>
      <p:grpSpPr>
        <a:xfrm>
          <a:off x="0" y="0"/>
          <a:ext cx="0" cy="0"/>
          <a:chOff x="0" y="0"/>
          <a:chExt cx="0" cy="0"/>
        </a:xfrm>
      </p:grpSpPr>
      <p:pic>
        <p:nvPicPr>
          <p:cNvPr id="1477" name="Google Shape;1477;p12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8" name="Google Shape;1478;p12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479" name="Google Shape;1479;p129"/>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0" name="Google Shape;1480;p129"/>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481" name="Google Shape;1481;p12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482" name="Google Shape;1482;p129"/>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483" name="Google Shape;1483;p12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484" name="Shape 1484"/>
        <p:cNvGrpSpPr/>
        <p:nvPr/>
      </p:nvGrpSpPr>
      <p:grpSpPr>
        <a:xfrm>
          <a:off x="0" y="0"/>
          <a:ext cx="0" cy="0"/>
          <a:chOff x="0" y="0"/>
          <a:chExt cx="0" cy="0"/>
        </a:xfrm>
      </p:grpSpPr>
      <p:pic>
        <p:nvPicPr>
          <p:cNvPr id="1485" name="Google Shape;1485;p130"/>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486" name="Google Shape;1486;p13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7" name="Google Shape;1487;p13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1488" name="Google Shape;1488;p130"/>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489" name="Google Shape;1489;p13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490" name="Google Shape;1490;p13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1491" name="Google Shape;1491;p130"/>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1492" name="Shape 1492"/>
        <p:cNvGrpSpPr/>
        <p:nvPr/>
      </p:nvGrpSpPr>
      <p:grpSpPr>
        <a:xfrm>
          <a:off x="0" y="0"/>
          <a:ext cx="0" cy="0"/>
          <a:chOff x="0" y="0"/>
          <a:chExt cx="0" cy="0"/>
        </a:xfrm>
      </p:grpSpPr>
      <p:pic>
        <p:nvPicPr>
          <p:cNvPr id="1493" name="Google Shape;1493;p131"/>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1494" name="Google Shape;1494;p13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95" name="Google Shape;1495;p13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6" name="Google Shape;1496;p13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1497" name="Google Shape;1497;p131"/>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498" name="Google Shape;1498;p13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499" name="Google Shape;1499;p13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1500" name="Shape 1500"/>
        <p:cNvGrpSpPr/>
        <p:nvPr/>
      </p:nvGrpSpPr>
      <p:grpSpPr>
        <a:xfrm>
          <a:off x="0" y="0"/>
          <a:ext cx="0" cy="0"/>
          <a:chOff x="0" y="0"/>
          <a:chExt cx="0" cy="0"/>
        </a:xfrm>
      </p:grpSpPr>
      <p:pic>
        <p:nvPicPr>
          <p:cNvPr id="1501" name="Google Shape;1501;p13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502" name="Google Shape;1502;p13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03" name="Google Shape;1503;p13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1504" name="Google Shape;1504;p132"/>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05" name="Google Shape;1505;p13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506" name="Google Shape;1506;p13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1507" name="Google Shape;1507;p132"/>
          <p:cNvGrpSpPr/>
          <p:nvPr/>
        </p:nvGrpSpPr>
        <p:grpSpPr>
          <a:xfrm>
            <a:off x="6156975" y="0"/>
            <a:ext cx="2987025" cy="3854074"/>
            <a:chOff x="6156975" y="0"/>
            <a:chExt cx="2987025" cy="3854074"/>
          </a:xfrm>
        </p:grpSpPr>
        <p:pic>
          <p:nvPicPr>
            <p:cNvPr id="1508" name="Google Shape;1508;p13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09" name="Google Shape;1509;p13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0" name="Google Shape;1510;p13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511" name="Shape 1511"/>
        <p:cNvGrpSpPr/>
        <p:nvPr/>
      </p:nvGrpSpPr>
      <p:grpSpPr>
        <a:xfrm>
          <a:off x="0" y="0"/>
          <a:ext cx="0" cy="0"/>
          <a:chOff x="0" y="0"/>
          <a:chExt cx="0" cy="0"/>
        </a:xfrm>
      </p:grpSpPr>
      <p:pic>
        <p:nvPicPr>
          <p:cNvPr id="1512" name="Google Shape;1512;p13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513" name="Google Shape;1513;p13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14" name="Google Shape;1514;p13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1515" name="Google Shape;1515;p133"/>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16" name="Google Shape;1516;p13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517" name="Google Shape;1517;p13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1518" name="Google Shape;1518;p133"/>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1519" name="Shape 1519"/>
        <p:cNvGrpSpPr/>
        <p:nvPr/>
      </p:nvGrpSpPr>
      <p:grpSpPr>
        <a:xfrm>
          <a:off x="0" y="0"/>
          <a:ext cx="0" cy="0"/>
          <a:chOff x="0" y="0"/>
          <a:chExt cx="0" cy="0"/>
        </a:xfrm>
      </p:grpSpPr>
      <p:sp>
        <p:nvSpPr>
          <p:cNvPr id="1520" name="Google Shape;1520;p13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21" name="Google Shape;1521;p13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1522" name="Google Shape;1522;p134"/>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23" name="Google Shape;1523;p134"/>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1524" name="Google Shape;1524;p13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1525" name="Google Shape;1525;p134"/>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526" name="Google Shape;1526;p134"/>
          <p:cNvGrpSpPr/>
          <p:nvPr/>
        </p:nvGrpSpPr>
        <p:grpSpPr>
          <a:xfrm>
            <a:off x="6156975" y="0"/>
            <a:ext cx="2987025" cy="3854074"/>
            <a:chOff x="6156975" y="0"/>
            <a:chExt cx="2987025" cy="3854074"/>
          </a:xfrm>
        </p:grpSpPr>
        <p:pic>
          <p:nvPicPr>
            <p:cNvPr id="1527" name="Google Shape;1527;p13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8" name="Google Shape;1528;p134"/>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9" name="Google Shape;1529;p134"/>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1530" name="Shape 1530"/>
        <p:cNvGrpSpPr/>
        <p:nvPr/>
      </p:nvGrpSpPr>
      <p:grpSpPr>
        <a:xfrm>
          <a:off x="0" y="0"/>
          <a:ext cx="0" cy="0"/>
          <a:chOff x="0" y="0"/>
          <a:chExt cx="0" cy="0"/>
        </a:xfrm>
      </p:grpSpPr>
      <p:pic>
        <p:nvPicPr>
          <p:cNvPr id="1531" name="Google Shape;1531;p13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1532" name="Google Shape;1532;p135"/>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533" name="Google Shape;1533;p13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4" name="Google Shape;1534;p13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1535" name="Google Shape;1535;p135"/>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36" name="Google Shape;1536;p135"/>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537" name="Google Shape;1537;p13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1538" name="Shape 1538"/>
        <p:cNvGrpSpPr/>
        <p:nvPr/>
      </p:nvGrpSpPr>
      <p:grpSpPr>
        <a:xfrm>
          <a:off x="0" y="0"/>
          <a:ext cx="0" cy="0"/>
          <a:chOff x="0" y="0"/>
          <a:chExt cx="0" cy="0"/>
        </a:xfrm>
      </p:grpSpPr>
      <p:pic>
        <p:nvPicPr>
          <p:cNvPr id="1539" name="Google Shape;1539;p13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540" name="Google Shape;1540;p13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1" name="Google Shape;1541;p13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1542" name="Google Shape;1542;p136"/>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43" name="Google Shape;1543;p13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1544" name="Google Shape;1544;p13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1545" name="Google Shape;1545;p136"/>
          <p:cNvGrpSpPr/>
          <p:nvPr/>
        </p:nvGrpSpPr>
        <p:grpSpPr>
          <a:xfrm>
            <a:off x="6156975" y="0"/>
            <a:ext cx="2987025" cy="3854074"/>
            <a:chOff x="6156975" y="0"/>
            <a:chExt cx="2987025" cy="3854074"/>
          </a:xfrm>
        </p:grpSpPr>
        <p:pic>
          <p:nvPicPr>
            <p:cNvPr id="1546" name="Google Shape;1546;p13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47" name="Google Shape;1547;p13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8" name="Google Shape;1548;p13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1549" name="Shape 1549"/>
        <p:cNvGrpSpPr/>
        <p:nvPr/>
      </p:nvGrpSpPr>
      <p:grpSpPr>
        <a:xfrm>
          <a:off x="0" y="0"/>
          <a:ext cx="0" cy="0"/>
          <a:chOff x="0" y="0"/>
          <a:chExt cx="0" cy="0"/>
        </a:xfrm>
      </p:grpSpPr>
      <p:pic>
        <p:nvPicPr>
          <p:cNvPr id="1550" name="Google Shape;1550;p137"/>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1551" name="Google Shape;1551;p13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552" name="Google Shape;1552;p13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53" name="Google Shape;1553;p13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1554" name="Google Shape;1554;p137"/>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1555" name="Google Shape;1555;p137"/>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556" name="Google Shape;1556;p13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1557" name="Shape 1557"/>
        <p:cNvGrpSpPr/>
        <p:nvPr/>
      </p:nvGrpSpPr>
      <p:grpSpPr>
        <a:xfrm>
          <a:off x="0" y="0"/>
          <a:ext cx="0" cy="0"/>
          <a:chOff x="0" y="0"/>
          <a:chExt cx="0" cy="0"/>
        </a:xfrm>
      </p:grpSpPr>
      <p:pic>
        <p:nvPicPr>
          <p:cNvPr id="1558" name="Google Shape;1558;p138"/>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1559" name="Google Shape;1559;p138"/>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1560" name="Google Shape;1560;p138"/>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1561" name="Shape 1561"/>
        <p:cNvGrpSpPr/>
        <p:nvPr/>
      </p:nvGrpSpPr>
      <p:grpSpPr>
        <a:xfrm>
          <a:off x="0" y="0"/>
          <a:ext cx="0" cy="0"/>
          <a:chOff x="0" y="0"/>
          <a:chExt cx="0" cy="0"/>
        </a:xfrm>
      </p:grpSpPr>
      <p:sp>
        <p:nvSpPr>
          <p:cNvPr id="1562" name="Google Shape;1562;p139"/>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1563" name="Google Shape;1563;p139"/>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1564" name="Google Shape;1564;p139"/>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1565" name="Google Shape;1565;p139"/>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1566" name="Google Shape;1566;p139"/>
          <p:cNvGrpSpPr/>
          <p:nvPr/>
        </p:nvGrpSpPr>
        <p:grpSpPr>
          <a:xfrm>
            <a:off x="2650916" y="1644417"/>
            <a:ext cx="1745270" cy="1430724"/>
            <a:chOff x="2642961" y="1644312"/>
            <a:chExt cx="1454634" cy="1195657"/>
          </a:xfrm>
        </p:grpSpPr>
        <p:pic>
          <p:nvPicPr>
            <p:cNvPr id="1567" name="Google Shape;1567;p139"/>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568" name="Google Shape;1568;p139"/>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569" name="Google Shape;1569;p139"/>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570" name="Google Shape;1570;p139"/>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571" name="Google Shape;1571;p139"/>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572" name="Google Shape;1572;p139"/>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573" name="Google Shape;1573;p13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574" name="Shape 1574"/>
        <p:cNvGrpSpPr/>
        <p:nvPr/>
      </p:nvGrpSpPr>
      <p:grpSpPr>
        <a:xfrm>
          <a:off x="0" y="0"/>
          <a:ext cx="0" cy="0"/>
          <a:chOff x="0" y="0"/>
          <a:chExt cx="0" cy="0"/>
        </a:xfrm>
      </p:grpSpPr>
      <p:sp>
        <p:nvSpPr>
          <p:cNvPr id="1575" name="Google Shape;1575;p14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6" name="Google Shape;1576;p14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577" name="Google Shape;1577;p14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578" name="Google Shape;1578;p140"/>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79" name="Google Shape;1579;p140"/>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80" name="Google Shape;1580;p140"/>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81" name="Google Shape;1581;p140"/>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82" name="Google Shape;1582;p140"/>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83" name="Google Shape;1583;p140"/>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584" name="Shape 1584"/>
        <p:cNvGrpSpPr/>
        <p:nvPr/>
      </p:nvGrpSpPr>
      <p:grpSpPr>
        <a:xfrm>
          <a:off x="0" y="0"/>
          <a:ext cx="0" cy="0"/>
          <a:chOff x="0" y="0"/>
          <a:chExt cx="0" cy="0"/>
        </a:xfrm>
      </p:grpSpPr>
      <p:sp>
        <p:nvSpPr>
          <p:cNvPr id="1585" name="Google Shape;1585;p141"/>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6" name="Google Shape;1586;p141"/>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587" name="Google Shape;1587;p141"/>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588" name="Google Shape;1588;p141"/>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89" name="Google Shape;1589;p141"/>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90" name="Google Shape;1590;p141"/>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91" name="Google Shape;1591;p141"/>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92" name="Google Shape;1592;p141"/>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93" name="Google Shape;1593;p141"/>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94" name="Google Shape;1594;p141"/>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95" name="Google Shape;1595;p141"/>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596" name="Shape 1596"/>
        <p:cNvGrpSpPr/>
        <p:nvPr/>
      </p:nvGrpSpPr>
      <p:grpSpPr>
        <a:xfrm>
          <a:off x="0" y="0"/>
          <a:ext cx="0" cy="0"/>
          <a:chOff x="0" y="0"/>
          <a:chExt cx="0" cy="0"/>
        </a:xfrm>
      </p:grpSpPr>
      <p:sp>
        <p:nvSpPr>
          <p:cNvPr id="1597" name="Google Shape;1597;p14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8" name="Google Shape;1598;p14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599" name="Google Shape;1599;p14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600" name="Google Shape;1600;p142"/>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01" name="Google Shape;1601;p142"/>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602" name="Google Shape;1602;p142"/>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03" name="Google Shape;1603;p142"/>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604" name="Google Shape;1604;p142"/>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05" name="Google Shape;1605;p142"/>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606" name="Google Shape;1606;p142"/>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07" name="Google Shape;1607;p142"/>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608" name="Google Shape;1608;p142"/>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09" name="Google Shape;1609;p142"/>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610" name="Shape 1610"/>
        <p:cNvGrpSpPr/>
        <p:nvPr/>
      </p:nvGrpSpPr>
      <p:grpSpPr>
        <a:xfrm>
          <a:off x="0" y="0"/>
          <a:ext cx="0" cy="0"/>
          <a:chOff x="0" y="0"/>
          <a:chExt cx="0" cy="0"/>
        </a:xfrm>
      </p:grpSpPr>
      <p:sp>
        <p:nvSpPr>
          <p:cNvPr id="1611" name="Google Shape;1611;p14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12" name="Google Shape;1612;p14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613" name="Google Shape;1613;p14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614" name="Google Shape;1614;p14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15" name="Google Shape;1615;p14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616" name="Google Shape;1616;p143"/>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617" name="Google Shape;1617;p143"/>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618" name="Shape 1618"/>
        <p:cNvGrpSpPr/>
        <p:nvPr/>
      </p:nvGrpSpPr>
      <p:grpSpPr>
        <a:xfrm>
          <a:off x="0" y="0"/>
          <a:ext cx="0" cy="0"/>
          <a:chOff x="0" y="0"/>
          <a:chExt cx="0" cy="0"/>
        </a:xfrm>
      </p:grpSpPr>
      <p:sp>
        <p:nvSpPr>
          <p:cNvPr id="1619" name="Google Shape;1619;p14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0" name="Google Shape;1620;p144"/>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621" name="Google Shape;1621;p144"/>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622" name="Google Shape;1622;p14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23" name="Google Shape;1623;p144"/>
          <p:cNvCxnSpPr>
            <a:endCxn id="1624"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5" name="Google Shape;1625;p144"/>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26" name="Google Shape;1626;p144"/>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27" name="Google Shape;1627;p144"/>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624" name="Google Shape;1624;p144"/>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8" name="Google Shape;1628;p144"/>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9" name="Google Shape;1629;p14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0" name="Google Shape;1630;p144"/>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31" name="Shape 1631"/>
        <p:cNvGrpSpPr/>
        <p:nvPr/>
      </p:nvGrpSpPr>
      <p:grpSpPr>
        <a:xfrm>
          <a:off x="0" y="0"/>
          <a:ext cx="0" cy="0"/>
          <a:chOff x="0" y="0"/>
          <a:chExt cx="0" cy="0"/>
        </a:xfrm>
      </p:grpSpPr>
      <p:pic>
        <p:nvPicPr>
          <p:cNvPr id="1632" name="Google Shape;1632;p145"/>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33" name="Google Shape;1633;p145"/>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34" name="Google Shape;1634;p145"/>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35" name="Google Shape;1635;p145"/>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36" name="Google Shape;1636;p145"/>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637" name="Google Shape;1637;p145"/>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638" name="Google Shape;1638;p145"/>
          <p:cNvCxnSpPr>
            <a:endCxn id="1639"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639" name="Google Shape;1639;p145"/>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640" name="Google Shape;1640;p145"/>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641" name="Google Shape;1641;p145"/>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42" name="Google Shape;1642;p145"/>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43" name="Google Shape;1643;p145"/>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644" name="Google Shape;1644;p145"/>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645" name="Google Shape;1645;p145"/>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6" name="Google Shape;1646;p145"/>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647" name="Google Shape;1647;p145"/>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8" name="Google Shape;1648;p145"/>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649" name="Shape 1649"/>
        <p:cNvGrpSpPr/>
        <p:nvPr/>
      </p:nvGrpSpPr>
      <p:grpSpPr>
        <a:xfrm>
          <a:off x="0" y="0"/>
          <a:ext cx="0" cy="0"/>
          <a:chOff x="0" y="0"/>
          <a:chExt cx="0" cy="0"/>
        </a:xfrm>
      </p:grpSpPr>
      <p:pic>
        <p:nvPicPr>
          <p:cNvPr id="1650" name="Google Shape;1650;p146"/>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651" name="Google Shape;1651;p146"/>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652" name="Google Shape;1652;p146"/>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653" name="Google Shape;1653;p146"/>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654" name="Google Shape;1654;p146"/>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655" name="Google Shape;1655;p146"/>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656" name="Google Shape;1656;p146"/>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657" name="Google Shape;1657;p146"/>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658" name="Google Shape;1658;p146"/>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659" name="Google Shape;1659;p146"/>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660" name="Google Shape;1660;p146"/>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661" name="Google Shape;1661;p146"/>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662" name="Google Shape;1662;p146"/>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63" name="Google Shape;1663;p146"/>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64" name="Google Shape;1664;p146"/>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65" name="Google Shape;1665;p146"/>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666" name="Google Shape;1666;p146"/>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1667" name="Google Shape;1667;p146"/>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8" name="Google Shape;1668;p146"/>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1669" name="Google Shape;1669;p146"/>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0" name="Google Shape;1670;p146"/>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1671" name="Shape 1671"/>
        <p:cNvGrpSpPr/>
        <p:nvPr/>
      </p:nvGrpSpPr>
      <p:grpSpPr>
        <a:xfrm>
          <a:off x="0" y="0"/>
          <a:ext cx="0" cy="0"/>
          <a:chOff x="0" y="0"/>
          <a:chExt cx="0" cy="0"/>
        </a:xfrm>
      </p:grpSpPr>
      <p:pic>
        <p:nvPicPr>
          <p:cNvPr id="1672" name="Google Shape;1672;p147"/>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1673" name="Google Shape;1673;p147"/>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75" name="Google Shape;1675;p1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676" name="Google Shape;1676;p14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1677" name="Google Shape;1677;p14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1678" name="Shape 1678"/>
        <p:cNvGrpSpPr/>
        <p:nvPr/>
      </p:nvGrpSpPr>
      <p:grpSpPr>
        <a:xfrm>
          <a:off x="0" y="0"/>
          <a:ext cx="0" cy="0"/>
          <a:chOff x="0" y="0"/>
          <a:chExt cx="0" cy="0"/>
        </a:xfrm>
      </p:grpSpPr>
      <p:pic>
        <p:nvPicPr>
          <p:cNvPr id="1679" name="Google Shape;1679;p1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680" name="Google Shape;1680;p1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82" name="Google Shape;1682;p148"/>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1683" name="Google Shape;1683;p1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684" name="Google Shape;1684;p148"/>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1685" name="Shape 1685"/>
        <p:cNvGrpSpPr/>
        <p:nvPr/>
      </p:nvGrpSpPr>
      <p:grpSpPr>
        <a:xfrm>
          <a:off x="0" y="0"/>
          <a:ext cx="0" cy="0"/>
          <a:chOff x="0" y="0"/>
          <a:chExt cx="0" cy="0"/>
        </a:xfrm>
      </p:grpSpPr>
      <p:pic>
        <p:nvPicPr>
          <p:cNvPr id="1686" name="Google Shape;1686;p1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687" name="Google Shape;1687;p1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89" name="Google Shape;1689;p149"/>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1690" name="Google Shape;1690;p1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691" name="Google Shape;1691;p149"/>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1692" name="Shape 1692"/>
        <p:cNvGrpSpPr/>
        <p:nvPr/>
      </p:nvGrpSpPr>
      <p:grpSpPr>
        <a:xfrm>
          <a:off x="0" y="0"/>
          <a:ext cx="0" cy="0"/>
          <a:chOff x="0" y="0"/>
          <a:chExt cx="0" cy="0"/>
        </a:xfrm>
      </p:grpSpPr>
      <p:pic>
        <p:nvPicPr>
          <p:cNvPr id="1693" name="Google Shape;1693;p1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694" name="Google Shape;1694;p1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96" name="Google Shape;1696;p15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1697" name="Google Shape;1697;p15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698" name="Google Shape;1698;p15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1699" name="Shape 1699"/>
        <p:cNvGrpSpPr/>
        <p:nvPr/>
      </p:nvGrpSpPr>
      <p:grpSpPr>
        <a:xfrm>
          <a:off x="0" y="0"/>
          <a:ext cx="0" cy="0"/>
          <a:chOff x="0" y="0"/>
          <a:chExt cx="0" cy="0"/>
        </a:xfrm>
      </p:grpSpPr>
      <p:sp>
        <p:nvSpPr>
          <p:cNvPr id="1700" name="Google Shape;1700;p15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1" name="Google Shape;1701;p15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1702" name="Google Shape;1702;p1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51"/>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04" name="Google Shape;1704;p151"/>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05" name="Google Shape;1705;p151"/>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06" name="Google Shape;1706;p151"/>
          <p:cNvGrpSpPr/>
          <p:nvPr/>
        </p:nvGrpSpPr>
        <p:grpSpPr>
          <a:xfrm>
            <a:off x="7834231" y="1285"/>
            <a:ext cx="828900" cy="576065"/>
            <a:chOff x="7801496" y="1285"/>
            <a:chExt cx="828900" cy="576065"/>
          </a:xfrm>
        </p:grpSpPr>
        <p:pic>
          <p:nvPicPr>
            <p:cNvPr id="1707" name="Google Shape;1707;p15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708" name="Google Shape;1708;p15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1709" name="Google Shape;1709;p151"/>
          <p:cNvGrpSpPr/>
          <p:nvPr/>
        </p:nvGrpSpPr>
        <p:grpSpPr>
          <a:xfrm>
            <a:off x="8635663" y="1285"/>
            <a:ext cx="499700" cy="576065"/>
            <a:chOff x="8635663" y="1285"/>
            <a:chExt cx="499700" cy="576065"/>
          </a:xfrm>
        </p:grpSpPr>
        <p:pic>
          <p:nvPicPr>
            <p:cNvPr id="1710" name="Google Shape;1710;p15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711" name="Google Shape;1711;p15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1712" name="Shape 1712"/>
        <p:cNvGrpSpPr/>
        <p:nvPr/>
      </p:nvGrpSpPr>
      <p:grpSpPr>
        <a:xfrm>
          <a:off x="0" y="0"/>
          <a:ext cx="0" cy="0"/>
          <a:chOff x="0" y="0"/>
          <a:chExt cx="0" cy="0"/>
        </a:xfrm>
      </p:grpSpPr>
      <p:sp>
        <p:nvSpPr>
          <p:cNvPr id="1713" name="Google Shape;1713;p152"/>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4" name="Google Shape;1714;p1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715" name="Google Shape;1715;p1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52"/>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17" name="Google Shape;1717;p152"/>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18" name="Google Shape;1718;p15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19" name="Google Shape;1719;p152"/>
          <p:cNvGrpSpPr/>
          <p:nvPr/>
        </p:nvGrpSpPr>
        <p:grpSpPr>
          <a:xfrm>
            <a:off x="7834231" y="1285"/>
            <a:ext cx="828900" cy="576065"/>
            <a:chOff x="7801496" y="1285"/>
            <a:chExt cx="828900" cy="576065"/>
          </a:xfrm>
        </p:grpSpPr>
        <p:pic>
          <p:nvPicPr>
            <p:cNvPr id="1720" name="Google Shape;1720;p15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721" name="Google Shape;1721;p15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722" name="Google Shape;1722;p152"/>
          <p:cNvGrpSpPr/>
          <p:nvPr/>
        </p:nvGrpSpPr>
        <p:grpSpPr>
          <a:xfrm>
            <a:off x="8635663" y="1285"/>
            <a:ext cx="499700" cy="576065"/>
            <a:chOff x="8635663" y="1285"/>
            <a:chExt cx="499700" cy="576065"/>
          </a:xfrm>
        </p:grpSpPr>
        <p:pic>
          <p:nvPicPr>
            <p:cNvPr id="1723" name="Google Shape;1723;p15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724" name="Google Shape;1724;p15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725" name="Shape 1725"/>
        <p:cNvGrpSpPr/>
        <p:nvPr/>
      </p:nvGrpSpPr>
      <p:grpSpPr>
        <a:xfrm>
          <a:off x="0" y="0"/>
          <a:ext cx="0" cy="0"/>
          <a:chOff x="0" y="0"/>
          <a:chExt cx="0" cy="0"/>
        </a:xfrm>
      </p:grpSpPr>
      <p:sp>
        <p:nvSpPr>
          <p:cNvPr id="1726" name="Google Shape;1726;p153"/>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27" name="Google Shape;1727;p1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728" name="Google Shape;1728;p1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53"/>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30" name="Google Shape;1730;p153"/>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31" name="Google Shape;1731;p15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32" name="Google Shape;1732;p153"/>
          <p:cNvGrpSpPr/>
          <p:nvPr/>
        </p:nvGrpSpPr>
        <p:grpSpPr>
          <a:xfrm>
            <a:off x="7834231" y="1285"/>
            <a:ext cx="828900" cy="576065"/>
            <a:chOff x="7801496" y="1285"/>
            <a:chExt cx="828900" cy="576065"/>
          </a:xfrm>
        </p:grpSpPr>
        <p:pic>
          <p:nvPicPr>
            <p:cNvPr id="1733" name="Google Shape;1733;p15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734" name="Google Shape;1734;p15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735" name="Google Shape;1735;p153"/>
          <p:cNvGrpSpPr/>
          <p:nvPr/>
        </p:nvGrpSpPr>
        <p:grpSpPr>
          <a:xfrm>
            <a:off x="8635663" y="1285"/>
            <a:ext cx="499700" cy="576065"/>
            <a:chOff x="8635663" y="1285"/>
            <a:chExt cx="499700" cy="576065"/>
          </a:xfrm>
        </p:grpSpPr>
        <p:pic>
          <p:nvPicPr>
            <p:cNvPr id="1736" name="Google Shape;1736;p15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737" name="Google Shape;1737;p15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738" name="Shape 1738"/>
        <p:cNvGrpSpPr/>
        <p:nvPr/>
      </p:nvGrpSpPr>
      <p:grpSpPr>
        <a:xfrm>
          <a:off x="0" y="0"/>
          <a:ext cx="0" cy="0"/>
          <a:chOff x="0" y="0"/>
          <a:chExt cx="0" cy="0"/>
        </a:xfrm>
      </p:grpSpPr>
      <p:sp>
        <p:nvSpPr>
          <p:cNvPr id="1739" name="Google Shape;1739;p15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40" name="Google Shape;1740;p1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741" name="Google Shape;1741;p1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5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43" name="Google Shape;1743;p15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44" name="Google Shape;1744;p15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45" name="Google Shape;1745;p154"/>
          <p:cNvGrpSpPr/>
          <p:nvPr/>
        </p:nvGrpSpPr>
        <p:grpSpPr>
          <a:xfrm>
            <a:off x="7834231" y="1285"/>
            <a:ext cx="828900" cy="576065"/>
            <a:chOff x="7801496" y="1285"/>
            <a:chExt cx="828900" cy="576065"/>
          </a:xfrm>
        </p:grpSpPr>
        <p:pic>
          <p:nvPicPr>
            <p:cNvPr id="1746" name="Google Shape;1746;p15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747" name="Google Shape;1747;p15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748" name="Google Shape;1748;p154"/>
          <p:cNvGrpSpPr/>
          <p:nvPr/>
        </p:nvGrpSpPr>
        <p:grpSpPr>
          <a:xfrm>
            <a:off x="8635663" y="1285"/>
            <a:ext cx="499700" cy="576065"/>
            <a:chOff x="8635663" y="1285"/>
            <a:chExt cx="499700" cy="576065"/>
          </a:xfrm>
        </p:grpSpPr>
        <p:pic>
          <p:nvPicPr>
            <p:cNvPr id="1749" name="Google Shape;1749;p15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750" name="Google Shape;1750;p15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751" name="Shape 1751"/>
        <p:cNvGrpSpPr/>
        <p:nvPr/>
      </p:nvGrpSpPr>
      <p:grpSpPr>
        <a:xfrm>
          <a:off x="0" y="0"/>
          <a:ext cx="0" cy="0"/>
          <a:chOff x="0" y="0"/>
          <a:chExt cx="0" cy="0"/>
        </a:xfrm>
      </p:grpSpPr>
      <p:pic>
        <p:nvPicPr>
          <p:cNvPr id="1752" name="Google Shape;1752;p155"/>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753" name="Google Shape;1753;p155"/>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754" name="Google Shape;1754;p155"/>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755" name="Google Shape;1755;p1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5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757" name="Google Shape;1757;p15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758" name="Google Shape;1758;p15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759" name="Google Shape;1759;p155"/>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60" name="Google Shape;1760;p155"/>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61" name="Google Shape;1761;p15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762" name="Google Shape;1762;p155"/>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63" name="Google Shape;1763;p15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764" name="Google Shape;1764;p15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765" name="Google Shape;1765;p155"/>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766" name="Google Shape;1766;p1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767" name="Google Shape;1767;p1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68" name="Google Shape;1768;p155"/>
          <p:cNvGrpSpPr/>
          <p:nvPr/>
        </p:nvGrpSpPr>
        <p:grpSpPr>
          <a:xfrm>
            <a:off x="324128" y="3139463"/>
            <a:ext cx="457200" cy="457200"/>
            <a:chOff x="1020916" y="1442088"/>
            <a:chExt cx="457200" cy="457200"/>
          </a:xfrm>
        </p:grpSpPr>
        <p:pic>
          <p:nvPicPr>
            <p:cNvPr id="1769" name="Google Shape;1769;p155"/>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770" name="Google Shape;1770;p1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771" name="Google Shape;1771;p155"/>
          <p:cNvGrpSpPr/>
          <p:nvPr/>
        </p:nvGrpSpPr>
        <p:grpSpPr>
          <a:xfrm>
            <a:off x="324128" y="3987825"/>
            <a:ext cx="457200" cy="457200"/>
            <a:chOff x="1020916" y="1442088"/>
            <a:chExt cx="457200" cy="457200"/>
          </a:xfrm>
        </p:grpSpPr>
        <p:pic>
          <p:nvPicPr>
            <p:cNvPr id="1772" name="Google Shape;1772;p155"/>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773" name="Google Shape;1773;p1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774" name="Shape 1774"/>
        <p:cNvGrpSpPr/>
        <p:nvPr/>
      </p:nvGrpSpPr>
      <p:grpSpPr>
        <a:xfrm>
          <a:off x="0" y="0"/>
          <a:ext cx="0" cy="0"/>
          <a:chOff x="0" y="0"/>
          <a:chExt cx="0" cy="0"/>
        </a:xfrm>
      </p:grpSpPr>
      <p:pic>
        <p:nvPicPr>
          <p:cNvPr id="1775" name="Google Shape;1775;p1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776" name="Google Shape;1776;p1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56"/>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778" name="Google Shape;1778;p156"/>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779" name="Google Shape;1779;p156"/>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780" name="Google Shape;1780;p156"/>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81" name="Google Shape;1781;p15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782" name="Google Shape;1782;p1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783" name="Google Shape;1783;p1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784" name="Google Shape;1784;p1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85" name="Google Shape;1785;p156"/>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786" name="Google Shape;1786;p156"/>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787" name="Google Shape;1787;p156"/>
          <p:cNvGrpSpPr/>
          <p:nvPr/>
        </p:nvGrpSpPr>
        <p:grpSpPr>
          <a:xfrm>
            <a:off x="324128" y="3139463"/>
            <a:ext cx="457200" cy="457200"/>
            <a:chOff x="1020916" y="1442088"/>
            <a:chExt cx="457200" cy="457200"/>
          </a:xfrm>
        </p:grpSpPr>
        <p:pic>
          <p:nvPicPr>
            <p:cNvPr id="1788" name="Google Shape;1788;p15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789" name="Google Shape;1789;p15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790" name="Google Shape;1790;p156"/>
          <p:cNvGrpSpPr/>
          <p:nvPr/>
        </p:nvGrpSpPr>
        <p:grpSpPr>
          <a:xfrm>
            <a:off x="324128" y="3987825"/>
            <a:ext cx="457200" cy="457200"/>
            <a:chOff x="1020916" y="1442088"/>
            <a:chExt cx="457200" cy="457200"/>
          </a:xfrm>
        </p:grpSpPr>
        <p:pic>
          <p:nvPicPr>
            <p:cNvPr id="1791" name="Google Shape;1791;p15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792" name="Google Shape;1792;p15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793" name="Google Shape;1793;p156"/>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794" name="Google Shape;1794;p156"/>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795" name="Google Shape;1795;p156"/>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796" name="Google Shape;1796;p156"/>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797" name="Shape 1797"/>
        <p:cNvGrpSpPr/>
        <p:nvPr/>
      </p:nvGrpSpPr>
      <p:grpSpPr>
        <a:xfrm>
          <a:off x="0" y="0"/>
          <a:ext cx="0" cy="0"/>
          <a:chOff x="0" y="0"/>
          <a:chExt cx="0" cy="0"/>
        </a:xfrm>
      </p:grpSpPr>
      <p:pic>
        <p:nvPicPr>
          <p:cNvPr id="1798" name="Google Shape;1798;p1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799" name="Google Shape;1799;p1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57"/>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801" name="Google Shape;1801;p157"/>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802" name="Google Shape;1802;p157"/>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803" name="Google Shape;1803;p157"/>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04" name="Google Shape;1804;p15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805" name="Google Shape;1805;p1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06" name="Google Shape;1806;p1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807" name="Google Shape;1807;p1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08" name="Google Shape;1808;p157"/>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09" name="Google Shape;1809;p157"/>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810" name="Google Shape;1810;p157"/>
          <p:cNvGrpSpPr/>
          <p:nvPr/>
        </p:nvGrpSpPr>
        <p:grpSpPr>
          <a:xfrm>
            <a:off x="324128" y="3139463"/>
            <a:ext cx="457200" cy="457200"/>
            <a:chOff x="1020916" y="1442088"/>
            <a:chExt cx="457200" cy="457200"/>
          </a:xfrm>
        </p:grpSpPr>
        <p:pic>
          <p:nvPicPr>
            <p:cNvPr id="1811" name="Google Shape;1811;p15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12" name="Google Shape;1812;p1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13" name="Google Shape;1813;p157"/>
          <p:cNvGrpSpPr/>
          <p:nvPr/>
        </p:nvGrpSpPr>
        <p:grpSpPr>
          <a:xfrm>
            <a:off x="324128" y="3987825"/>
            <a:ext cx="457200" cy="457200"/>
            <a:chOff x="1020916" y="1442088"/>
            <a:chExt cx="457200" cy="457200"/>
          </a:xfrm>
        </p:grpSpPr>
        <p:pic>
          <p:nvPicPr>
            <p:cNvPr id="1814" name="Google Shape;1814;p15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15" name="Google Shape;1815;p15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816" name="Google Shape;1816;p157"/>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817" name="Google Shape;1817;p157"/>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818" name="Google Shape;1818;p157"/>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819" name="Google Shape;1819;p157"/>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820" name="Shape 1820"/>
        <p:cNvGrpSpPr/>
        <p:nvPr/>
      </p:nvGrpSpPr>
      <p:grpSpPr>
        <a:xfrm>
          <a:off x="0" y="0"/>
          <a:ext cx="0" cy="0"/>
          <a:chOff x="0" y="0"/>
          <a:chExt cx="0" cy="0"/>
        </a:xfrm>
      </p:grpSpPr>
      <p:pic>
        <p:nvPicPr>
          <p:cNvPr id="1821" name="Google Shape;1821;p1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822" name="Google Shape;1822;p1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15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824" name="Google Shape;1824;p15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825" name="Google Shape;1825;p15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826" name="Google Shape;1826;p158"/>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27" name="Google Shape;1827;p15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828" name="Google Shape;1828;p1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29" name="Google Shape;1829;p1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830" name="Google Shape;1830;p1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31" name="Google Shape;1831;p158"/>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32" name="Google Shape;1832;p15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833" name="Google Shape;1833;p158"/>
          <p:cNvGrpSpPr/>
          <p:nvPr/>
        </p:nvGrpSpPr>
        <p:grpSpPr>
          <a:xfrm>
            <a:off x="324128" y="3139463"/>
            <a:ext cx="457200" cy="457200"/>
            <a:chOff x="1020916" y="1442088"/>
            <a:chExt cx="457200" cy="457200"/>
          </a:xfrm>
        </p:grpSpPr>
        <p:pic>
          <p:nvPicPr>
            <p:cNvPr id="1834" name="Google Shape;1834;p15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35" name="Google Shape;1835;p1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36" name="Google Shape;1836;p158"/>
          <p:cNvGrpSpPr/>
          <p:nvPr/>
        </p:nvGrpSpPr>
        <p:grpSpPr>
          <a:xfrm>
            <a:off x="324128" y="3987825"/>
            <a:ext cx="457200" cy="457200"/>
            <a:chOff x="1020916" y="1442088"/>
            <a:chExt cx="457200" cy="457200"/>
          </a:xfrm>
        </p:grpSpPr>
        <p:pic>
          <p:nvPicPr>
            <p:cNvPr id="1837" name="Google Shape;1837;p15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38" name="Google Shape;1838;p15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839" name="Google Shape;1839;p158"/>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840" name="Google Shape;1840;p158"/>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841" name="Google Shape;1841;p15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842" name="Google Shape;1842;p15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843" name="Shape 1843"/>
        <p:cNvGrpSpPr/>
        <p:nvPr/>
      </p:nvGrpSpPr>
      <p:grpSpPr>
        <a:xfrm>
          <a:off x="0" y="0"/>
          <a:ext cx="0" cy="0"/>
          <a:chOff x="0" y="0"/>
          <a:chExt cx="0" cy="0"/>
        </a:xfrm>
      </p:grpSpPr>
      <p:pic>
        <p:nvPicPr>
          <p:cNvPr id="1844" name="Google Shape;1844;p1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845" name="Google Shape;1845;p1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5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847" name="Google Shape;1847;p1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48" name="Google Shape;1848;p1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849" name="Google Shape;1849;p15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0" name="Google Shape;1850;p159"/>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51" name="Google Shape;1851;p159"/>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52" name="Google Shape;1852;p159"/>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853" name="Google Shape;1853;p159"/>
          <p:cNvGrpSpPr/>
          <p:nvPr/>
        </p:nvGrpSpPr>
        <p:grpSpPr>
          <a:xfrm>
            <a:off x="323653" y="1804438"/>
            <a:ext cx="457200" cy="457200"/>
            <a:chOff x="1020916" y="1442088"/>
            <a:chExt cx="457200" cy="457200"/>
          </a:xfrm>
        </p:grpSpPr>
        <p:pic>
          <p:nvPicPr>
            <p:cNvPr id="1854" name="Google Shape;1854;p15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55" name="Google Shape;1855;p1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56" name="Google Shape;1856;p159"/>
          <p:cNvGrpSpPr/>
          <p:nvPr/>
        </p:nvGrpSpPr>
        <p:grpSpPr>
          <a:xfrm>
            <a:off x="323653" y="2766575"/>
            <a:ext cx="457200" cy="457200"/>
            <a:chOff x="1020916" y="1442088"/>
            <a:chExt cx="457200" cy="457200"/>
          </a:xfrm>
        </p:grpSpPr>
        <p:pic>
          <p:nvPicPr>
            <p:cNvPr id="1857" name="Google Shape;1857;p15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58" name="Google Shape;1858;p1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859" name="Google Shape;1859;p159"/>
          <p:cNvGrpSpPr/>
          <p:nvPr/>
        </p:nvGrpSpPr>
        <p:grpSpPr>
          <a:xfrm>
            <a:off x="323641" y="3729038"/>
            <a:ext cx="457200" cy="457200"/>
            <a:chOff x="1020916" y="1442088"/>
            <a:chExt cx="457200" cy="457200"/>
          </a:xfrm>
        </p:grpSpPr>
        <p:pic>
          <p:nvPicPr>
            <p:cNvPr id="1860" name="Google Shape;1860;p15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61" name="Google Shape;1861;p15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862" name="Shape 1862"/>
        <p:cNvGrpSpPr/>
        <p:nvPr/>
      </p:nvGrpSpPr>
      <p:grpSpPr>
        <a:xfrm>
          <a:off x="0" y="0"/>
          <a:ext cx="0" cy="0"/>
          <a:chOff x="0" y="0"/>
          <a:chExt cx="0" cy="0"/>
        </a:xfrm>
      </p:grpSpPr>
      <p:pic>
        <p:nvPicPr>
          <p:cNvPr id="1863" name="Google Shape;1863;p1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864" name="Google Shape;1864;p1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6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866" name="Google Shape;1866;p16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67" name="Google Shape;1867;p1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868" name="Google Shape;1868;p16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9" name="Google Shape;1869;p160"/>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70" name="Google Shape;1870;p160"/>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71" name="Google Shape;1871;p160"/>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872" name="Google Shape;1872;p160"/>
          <p:cNvGrpSpPr/>
          <p:nvPr/>
        </p:nvGrpSpPr>
        <p:grpSpPr>
          <a:xfrm>
            <a:off x="323653" y="1804438"/>
            <a:ext cx="457200" cy="457200"/>
            <a:chOff x="1020916" y="1442088"/>
            <a:chExt cx="457200" cy="457200"/>
          </a:xfrm>
        </p:grpSpPr>
        <p:pic>
          <p:nvPicPr>
            <p:cNvPr id="1873" name="Google Shape;1873;p16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74" name="Google Shape;1874;p16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75" name="Google Shape;1875;p160"/>
          <p:cNvGrpSpPr/>
          <p:nvPr/>
        </p:nvGrpSpPr>
        <p:grpSpPr>
          <a:xfrm>
            <a:off x="323653" y="2766575"/>
            <a:ext cx="457200" cy="457200"/>
            <a:chOff x="1020916" y="1442088"/>
            <a:chExt cx="457200" cy="457200"/>
          </a:xfrm>
        </p:grpSpPr>
        <p:pic>
          <p:nvPicPr>
            <p:cNvPr id="1876" name="Google Shape;1876;p16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77" name="Google Shape;1877;p16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878" name="Google Shape;1878;p160"/>
          <p:cNvGrpSpPr/>
          <p:nvPr/>
        </p:nvGrpSpPr>
        <p:grpSpPr>
          <a:xfrm>
            <a:off x="323641" y="3729038"/>
            <a:ext cx="457200" cy="457200"/>
            <a:chOff x="1020916" y="1442088"/>
            <a:chExt cx="457200" cy="457200"/>
          </a:xfrm>
        </p:grpSpPr>
        <p:pic>
          <p:nvPicPr>
            <p:cNvPr id="1879" name="Google Shape;1879;p16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80" name="Google Shape;1880;p16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881" name="Shape 1881"/>
        <p:cNvGrpSpPr/>
        <p:nvPr/>
      </p:nvGrpSpPr>
      <p:grpSpPr>
        <a:xfrm>
          <a:off x="0" y="0"/>
          <a:ext cx="0" cy="0"/>
          <a:chOff x="0" y="0"/>
          <a:chExt cx="0" cy="0"/>
        </a:xfrm>
      </p:grpSpPr>
      <p:pic>
        <p:nvPicPr>
          <p:cNvPr id="1882" name="Google Shape;1882;p1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883" name="Google Shape;1883;p1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6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885" name="Google Shape;1885;p16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886" name="Google Shape;1886;p1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887" name="Google Shape;1887;p16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88" name="Google Shape;1888;p161"/>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89" name="Google Shape;1889;p161"/>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890" name="Google Shape;1890;p161"/>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891" name="Google Shape;1891;p161"/>
          <p:cNvGrpSpPr/>
          <p:nvPr/>
        </p:nvGrpSpPr>
        <p:grpSpPr>
          <a:xfrm>
            <a:off x="323653" y="1804438"/>
            <a:ext cx="457200" cy="457200"/>
            <a:chOff x="1020916" y="1442088"/>
            <a:chExt cx="457200" cy="457200"/>
          </a:xfrm>
        </p:grpSpPr>
        <p:pic>
          <p:nvPicPr>
            <p:cNvPr id="1892" name="Google Shape;1892;p16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93" name="Google Shape;1893;p1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894" name="Google Shape;1894;p161"/>
          <p:cNvGrpSpPr/>
          <p:nvPr/>
        </p:nvGrpSpPr>
        <p:grpSpPr>
          <a:xfrm>
            <a:off x="323653" y="2766575"/>
            <a:ext cx="457200" cy="457200"/>
            <a:chOff x="1020916" y="1442088"/>
            <a:chExt cx="457200" cy="457200"/>
          </a:xfrm>
        </p:grpSpPr>
        <p:pic>
          <p:nvPicPr>
            <p:cNvPr id="1895" name="Google Shape;1895;p16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96" name="Google Shape;1896;p1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897" name="Google Shape;1897;p161"/>
          <p:cNvGrpSpPr/>
          <p:nvPr/>
        </p:nvGrpSpPr>
        <p:grpSpPr>
          <a:xfrm>
            <a:off x="323641" y="3729038"/>
            <a:ext cx="457200" cy="457200"/>
            <a:chOff x="1020916" y="1442088"/>
            <a:chExt cx="457200" cy="457200"/>
          </a:xfrm>
        </p:grpSpPr>
        <p:pic>
          <p:nvPicPr>
            <p:cNvPr id="1898" name="Google Shape;1898;p16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899" name="Google Shape;1899;p16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900" name="Shape 1900"/>
        <p:cNvGrpSpPr/>
        <p:nvPr/>
      </p:nvGrpSpPr>
      <p:grpSpPr>
        <a:xfrm>
          <a:off x="0" y="0"/>
          <a:ext cx="0" cy="0"/>
          <a:chOff x="0" y="0"/>
          <a:chExt cx="0" cy="0"/>
        </a:xfrm>
      </p:grpSpPr>
      <p:pic>
        <p:nvPicPr>
          <p:cNvPr id="1901" name="Google Shape;1901;p1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902" name="Google Shape;1902;p1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6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04" name="Google Shape;1904;p16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05" name="Google Shape;1905;p1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906" name="Google Shape;1906;p16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07" name="Google Shape;1907;p16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08" name="Google Shape;1908;p16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09" name="Google Shape;1909;p16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910" name="Google Shape;1910;p162"/>
          <p:cNvGrpSpPr/>
          <p:nvPr/>
        </p:nvGrpSpPr>
        <p:grpSpPr>
          <a:xfrm>
            <a:off x="323653" y="1804438"/>
            <a:ext cx="457200" cy="457200"/>
            <a:chOff x="1020916" y="1442088"/>
            <a:chExt cx="457200" cy="457200"/>
          </a:xfrm>
        </p:grpSpPr>
        <p:pic>
          <p:nvPicPr>
            <p:cNvPr id="1911" name="Google Shape;1911;p16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12" name="Google Shape;1912;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13" name="Google Shape;1913;p162"/>
          <p:cNvGrpSpPr/>
          <p:nvPr/>
        </p:nvGrpSpPr>
        <p:grpSpPr>
          <a:xfrm>
            <a:off x="323653" y="2766575"/>
            <a:ext cx="457200" cy="457200"/>
            <a:chOff x="1020916" y="1442088"/>
            <a:chExt cx="457200" cy="457200"/>
          </a:xfrm>
        </p:grpSpPr>
        <p:pic>
          <p:nvPicPr>
            <p:cNvPr id="1914" name="Google Shape;1914;p16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15" name="Google Shape;1915;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16" name="Google Shape;1916;p162"/>
          <p:cNvGrpSpPr/>
          <p:nvPr/>
        </p:nvGrpSpPr>
        <p:grpSpPr>
          <a:xfrm>
            <a:off x="323641" y="3729038"/>
            <a:ext cx="457200" cy="457200"/>
            <a:chOff x="1020916" y="1442088"/>
            <a:chExt cx="457200" cy="457200"/>
          </a:xfrm>
        </p:grpSpPr>
        <p:pic>
          <p:nvPicPr>
            <p:cNvPr id="1917" name="Google Shape;1917;p16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18" name="Google Shape;1918;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919" name="Shape 1919"/>
        <p:cNvGrpSpPr/>
        <p:nvPr/>
      </p:nvGrpSpPr>
      <p:grpSpPr>
        <a:xfrm>
          <a:off x="0" y="0"/>
          <a:ext cx="0" cy="0"/>
          <a:chOff x="0" y="0"/>
          <a:chExt cx="0" cy="0"/>
        </a:xfrm>
      </p:grpSpPr>
      <p:pic>
        <p:nvPicPr>
          <p:cNvPr id="1920" name="Google Shape;1920;p1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921" name="Google Shape;1921;p1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63"/>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23" name="Google Shape;1923;p1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24" name="Google Shape;1924;p1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925" name="Google Shape;1925;p16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26" name="Google Shape;1926;p16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27" name="Google Shape;1927;p163"/>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28" name="Google Shape;1928;p163"/>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29" name="Google Shape;1929;p163"/>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930" name="Google Shape;1930;p163"/>
          <p:cNvGrpSpPr/>
          <p:nvPr/>
        </p:nvGrpSpPr>
        <p:grpSpPr>
          <a:xfrm>
            <a:off x="323653" y="1652038"/>
            <a:ext cx="457200" cy="457200"/>
            <a:chOff x="1020916" y="1442088"/>
            <a:chExt cx="457200" cy="457200"/>
          </a:xfrm>
        </p:grpSpPr>
        <p:pic>
          <p:nvPicPr>
            <p:cNvPr id="1931" name="Google Shape;1931;p16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2" name="Google Shape;1932;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33" name="Google Shape;1933;p163"/>
          <p:cNvGrpSpPr/>
          <p:nvPr/>
        </p:nvGrpSpPr>
        <p:grpSpPr>
          <a:xfrm>
            <a:off x="323653" y="2461775"/>
            <a:ext cx="457200" cy="457200"/>
            <a:chOff x="1020916" y="1442088"/>
            <a:chExt cx="457200" cy="457200"/>
          </a:xfrm>
        </p:grpSpPr>
        <p:pic>
          <p:nvPicPr>
            <p:cNvPr id="1934" name="Google Shape;1934;p16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5" name="Google Shape;1935;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36" name="Google Shape;1936;p163"/>
          <p:cNvGrpSpPr/>
          <p:nvPr/>
        </p:nvGrpSpPr>
        <p:grpSpPr>
          <a:xfrm>
            <a:off x="323641" y="3271838"/>
            <a:ext cx="457200" cy="457200"/>
            <a:chOff x="1020916" y="1442088"/>
            <a:chExt cx="457200" cy="457200"/>
          </a:xfrm>
        </p:grpSpPr>
        <p:pic>
          <p:nvPicPr>
            <p:cNvPr id="1937" name="Google Shape;1937;p16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8" name="Google Shape;1938;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939" name="Google Shape;1939;p163"/>
          <p:cNvGrpSpPr/>
          <p:nvPr/>
        </p:nvGrpSpPr>
        <p:grpSpPr>
          <a:xfrm>
            <a:off x="323641" y="4081763"/>
            <a:ext cx="457200" cy="457200"/>
            <a:chOff x="1020916" y="1442088"/>
            <a:chExt cx="457200" cy="457200"/>
          </a:xfrm>
        </p:grpSpPr>
        <p:pic>
          <p:nvPicPr>
            <p:cNvPr id="1940" name="Google Shape;1940;p16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41" name="Google Shape;1941;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942" name="Shape 1942"/>
        <p:cNvGrpSpPr/>
        <p:nvPr/>
      </p:nvGrpSpPr>
      <p:grpSpPr>
        <a:xfrm>
          <a:off x="0" y="0"/>
          <a:ext cx="0" cy="0"/>
          <a:chOff x="0" y="0"/>
          <a:chExt cx="0" cy="0"/>
        </a:xfrm>
      </p:grpSpPr>
      <p:pic>
        <p:nvPicPr>
          <p:cNvPr id="1943" name="Google Shape;1943;p1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944" name="Google Shape;1944;p1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64"/>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46" name="Google Shape;1946;p1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47" name="Google Shape;1947;p1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948" name="Google Shape;1948;p16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9" name="Google Shape;1949;p164"/>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50" name="Google Shape;1950;p164"/>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51" name="Google Shape;1951;p164"/>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52" name="Google Shape;1952;p164"/>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953" name="Google Shape;1953;p164"/>
          <p:cNvGrpSpPr/>
          <p:nvPr/>
        </p:nvGrpSpPr>
        <p:grpSpPr>
          <a:xfrm>
            <a:off x="323653" y="1652038"/>
            <a:ext cx="457200" cy="457200"/>
            <a:chOff x="1020916" y="1442088"/>
            <a:chExt cx="457200" cy="457200"/>
          </a:xfrm>
        </p:grpSpPr>
        <p:pic>
          <p:nvPicPr>
            <p:cNvPr id="1954" name="Google Shape;1954;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55" name="Google Shape;1955;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56" name="Google Shape;1956;p164"/>
          <p:cNvGrpSpPr/>
          <p:nvPr/>
        </p:nvGrpSpPr>
        <p:grpSpPr>
          <a:xfrm>
            <a:off x="323653" y="2461775"/>
            <a:ext cx="457200" cy="457200"/>
            <a:chOff x="1020916" y="1442088"/>
            <a:chExt cx="457200" cy="457200"/>
          </a:xfrm>
        </p:grpSpPr>
        <p:pic>
          <p:nvPicPr>
            <p:cNvPr id="1957" name="Google Shape;1957;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58" name="Google Shape;1958;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59" name="Google Shape;1959;p164"/>
          <p:cNvGrpSpPr/>
          <p:nvPr/>
        </p:nvGrpSpPr>
        <p:grpSpPr>
          <a:xfrm>
            <a:off x="323641" y="3271838"/>
            <a:ext cx="457200" cy="457200"/>
            <a:chOff x="1020916" y="1442088"/>
            <a:chExt cx="457200" cy="457200"/>
          </a:xfrm>
        </p:grpSpPr>
        <p:pic>
          <p:nvPicPr>
            <p:cNvPr id="1960" name="Google Shape;1960;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61" name="Google Shape;1961;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962" name="Google Shape;1962;p164"/>
          <p:cNvGrpSpPr/>
          <p:nvPr/>
        </p:nvGrpSpPr>
        <p:grpSpPr>
          <a:xfrm>
            <a:off x="323641" y="4081763"/>
            <a:ext cx="457200" cy="457200"/>
            <a:chOff x="1020916" y="1442088"/>
            <a:chExt cx="457200" cy="457200"/>
          </a:xfrm>
        </p:grpSpPr>
        <p:pic>
          <p:nvPicPr>
            <p:cNvPr id="1963" name="Google Shape;1963;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64" name="Google Shape;1964;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965" name="Shape 1965"/>
        <p:cNvGrpSpPr/>
        <p:nvPr/>
      </p:nvGrpSpPr>
      <p:grpSpPr>
        <a:xfrm>
          <a:off x="0" y="0"/>
          <a:ext cx="0" cy="0"/>
          <a:chOff x="0" y="0"/>
          <a:chExt cx="0" cy="0"/>
        </a:xfrm>
      </p:grpSpPr>
      <p:pic>
        <p:nvPicPr>
          <p:cNvPr id="1966" name="Google Shape;1966;p1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967" name="Google Shape;1967;p1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65"/>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69" name="Google Shape;1969;p1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70" name="Google Shape;1970;p1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971" name="Google Shape;1971;p16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72" name="Google Shape;1972;p165"/>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73" name="Google Shape;1973;p165"/>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74" name="Google Shape;1974;p165"/>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75" name="Google Shape;1975;p165"/>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976" name="Google Shape;1976;p165"/>
          <p:cNvGrpSpPr/>
          <p:nvPr/>
        </p:nvGrpSpPr>
        <p:grpSpPr>
          <a:xfrm>
            <a:off x="323653" y="1652038"/>
            <a:ext cx="457200" cy="457200"/>
            <a:chOff x="1020916" y="1442088"/>
            <a:chExt cx="457200" cy="457200"/>
          </a:xfrm>
        </p:grpSpPr>
        <p:pic>
          <p:nvPicPr>
            <p:cNvPr id="1977" name="Google Shape;1977;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78" name="Google Shape;1978;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79" name="Google Shape;1979;p165"/>
          <p:cNvGrpSpPr/>
          <p:nvPr/>
        </p:nvGrpSpPr>
        <p:grpSpPr>
          <a:xfrm>
            <a:off x="323653" y="2461775"/>
            <a:ext cx="457200" cy="457200"/>
            <a:chOff x="1020916" y="1442088"/>
            <a:chExt cx="457200" cy="457200"/>
          </a:xfrm>
        </p:grpSpPr>
        <p:pic>
          <p:nvPicPr>
            <p:cNvPr id="1980" name="Google Shape;1980;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81" name="Google Shape;1981;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82" name="Google Shape;1982;p165"/>
          <p:cNvGrpSpPr/>
          <p:nvPr/>
        </p:nvGrpSpPr>
        <p:grpSpPr>
          <a:xfrm>
            <a:off x="323641" y="3271838"/>
            <a:ext cx="457200" cy="457200"/>
            <a:chOff x="1020916" y="1442088"/>
            <a:chExt cx="457200" cy="457200"/>
          </a:xfrm>
        </p:grpSpPr>
        <p:pic>
          <p:nvPicPr>
            <p:cNvPr id="1983" name="Google Shape;1983;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84" name="Google Shape;1984;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985" name="Google Shape;1985;p165"/>
          <p:cNvGrpSpPr/>
          <p:nvPr/>
        </p:nvGrpSpPr>
        <p:grpSpPr>
          <a:xfrm>
            <a:off x="323641" y="4081763"/>
            <a:ext cx="457200" cy="457200"/>
            <a:chOff x="1020916" y="1442088"/>
            <a:chExt cx="457200" cy="457200"/>
          </a:xfrm>
        </p:grpSpPr>
        <p:pic>
          <p:nvPicPr>
            <p:cNvPr id="1986" name="Google Shape;1986;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87" name="Google Shape;1987;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988" name="Shape 1988"/>
        <p:cNvGrpSpPr/>
        <p:nvPr/>
      </p:nvGrpSpPr>
      <p:grpSpPr>
        <a:xfrm>
          <a:off x="0" y="0"/>
          <a:ext cx="0" cy="0"/>
          <a:chOff x="0" y="0"/>
          <a:chExt cx="0" cy="0"/>
        </a:xfrm>
      </p:grpSpPr>
      <p:pic>
        <p:nvPicPr>
          <p:cNvPr id="1989" name="Google Shape;1989;p1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990" name="Google Shape;1990;p1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6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92" name="Google Shape;1992;p1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993" name="Google Shape;1993;p1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994" name="Google Shape;1994;p16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95" name="Google Shape;1995;p16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96" name="Google Shape;1996;p16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97" name="Google Shape;1997;p16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998" name="Google Shape;1998;p16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999" name="Google Shape;1999;p166"/>
          <p:cNvGrpSpPr/>
          <p:nvPr/>
        </p:nvGrpSpPr>
        <p:grpSpPr>
          <a:xfrm>
            <a:off x="323653" y="1652038"/>
            <a:ext cx="457200" cy="457200"/>
            <a:chOff x="1020916" y="1442088"/>
            <a:chExt cx="457200" cy="457200"/>
          </a:xfrm>
        </p:grpSpPr>
        <p:pic>
          <p:nvPicPr>
            <p:cNvPr id="2000" name="Google Shape;2000;p16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01" name="Google Shape;2001;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02" name="Google Shape;2002;p166"/>
          <p:cNvGrpSpPr/>
          <p:nvPr/>
        </p:nvGrpSpPr>
        <p:grpSpPr>
          <a:xfrm>
            <a:off x="323653" y="2461775"/>
            <a:ext cx="457200" cy="457200"/>
            <a:chOff x="1020916" y="1442088"/>
            <a:chExt cx="457200" cy="457200"/>
          </a:xfrm>
        </p:grpSpPr>
        <p:pic>
          <p:nvPicPr>
            <p:cNvPr id="2003" name="Google Shape;2003;p16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04" name="Google Shape;2004;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05" name="Google Shape;2005;p166"/>
          <p:cNvGrpSpPr/>
          <p:nvPr/>
        </p:nvGrpSpPr>
        <p:grpSpPr>
          <a:xfrm>
            <a:off x="323641" y="3271838"/>
            <a:ext cx="457200" cy="457200"/>
            <a:chOff x="1020916" y="1442088"/>
            <a:chExt cx="457200" cy="457200"/>
          </a:xfrm>
        </p:grpSpPr>
        <p:pic>
          <p:nvPicPr>
            <p:cNvPr id="2006" name="Google Shape;2006;p16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07" name="Google Shape;2007;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008" name="Google Shape;2008;p166"/>
          <p:cNvGrpSpPr/>
          <p:nvPr/>
        </p:nvGrpSpPr>
        <p:grpSpPr>
          <a:xfrm>
            <a:off x="323641" y="4081763"/>
            <a:ext cx="457200" cy="457200"/>
            <a:chOff x="1020916" y="1442088"/>
            <a:chExt cx="457200" cy="457200"/>
          </a:xfrm>
        </p:grpSpPr>
        <p:pic>
          <p:nvPicPr>
            <p:cNvPr id="2009" name="Google Shape;2009;p16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10" name="Google Shape;2010;p16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2011" name="Shape 2011"/>
        <p:cNvGrpSpPr/>
        <p:nvPr/>
      </p:nvGrpSpPr>
      <p:grpSpPr>
        <a:xfrm>
          <a:off x="0" y="0"/>
          <a:ext cx="0" cy="0"/>
          <a:chOff x="0" y="0"/>
          <a:chExt cx="0" cy="0"/>
        </a:xfrm>
      </p:grpSpPr>
      <p:pic>
        <p:nvPicPr>
          <p:cNvPr id="2012" name="Google Shape;2012;p16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013" name="Google Shape;2013;p16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6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15" name="Google Shape;2015;p16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16" name="Google Shape;2016;p1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017" name="Google Shape;2017;p16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8" name="Google Shape;2018;p167"/>
          <p:cNvSpPr/>
          <p:nvPr>
            <p:ph idx="3" type="pic"/>
          </p:nvPr>
        </p:nvSpPr>
        <p:spPr>
          <a:xfrm>
            <a:off x="324000" y="1893950"/>
            <a:ext cx="2555400" cy="1939500"/>
          </a:xfrm>
          <a:prstGeom prst="rect">
            <a:avLst/>
          </a:prstGeom>
          <a:noFill/>
          <a:ln>
            <a:noFill/>
          </a:ln>
        </p:spPr>
      </p:sp>
      <p:sp>
        <p:nvSpPr>
          <p:cNvPr id="2019" name="Google Shape;2019;p167"/>
          <p:cNvSpPr/>
          <p:nvPr>
            <p:ph idx="4" type="pic"/>
          </p:nvPr>
        </p:nvSpPr>
        <p:spPr>
          <a:xfrm>
            <a:off x="6256800" y="1893950"/>
            <a:ext cx="2555400" cy="1939500"/>
          </a:xfrm>
          <a:prstGeom prst="rect">
            <a:avLst/>
          </a:prstGeom>
          <a:noFill/>
          <a:ln>
            <a:noFill/>
          </a:ln>
        </p:spPr>
      </p:sp>
      <p:sp>
        <p:nvSpPr>
          <p:cNvPr id="2020" name="Google Shape;2020;p167"/>
          <p:cNvSpPr/>
          <p:nvPr>
            <p:ph idx="5" type="pic"/>
          </p:nvPr>
        </p:nvSpPr>
        <p:spPr>
          <a:xfrm>
            <a:off x="3294300" y="1893950"/>
            <a:ext cx="2555400" cy="1939500"/>
          </a:xfrm>
          <a:prstGeom prst="rect">
            <a:avLst/>
          </a:prstGeom>
          <a:noFill/>
          <a:ln>
            <a:noFill/>
          </a:ln>
        </p:spPr>
      </p:sp>
      <p:grpSp>
        <p:nvGrpSpPr>
          <p:cNvPr id="2021" name="Google Shape;2021;p167"/>
          <p:cNvGrpSpPr/>
          <p:nvPr/>
        </p:nvGrpSpPr>
        <p:grpSpPr>
          <a:xfrm>
            <a:off x="1381028" y="4148538"/>
            <a:ext cx="457200" cy="457200"/>
            <a:chOff x="1020916" y="1442088"/>
            <a:chExt cx="457200" cy="457200"/>
          </a:xfrm>
        </p:grpSpPr>
        <p:pic>
          <p:nvPicPr>
            <p:cNvPr id="2022" name="Google Shape;2022;p16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23" name="Google Shape;2023;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24" name="Google Shape;2024;p167"/>
          <p:cNvGrpSpPr/>
          <p:nvPr/>
        </p:nvGrpSpPr>
        <p:grpSpPr>
          <a:xfrm>
            <a:off x="4331066" y="4148550"/>
            <a:ext cx="457200" cy="457200"/>
            <a:chOff x="1020916" y="1442088"/>
            <a:chExt cx="457200" cy="457200"/>
          </a:xfrm>
        </p:grpSpPr>
        <p:pic>
          <p:nvPicPr>
            <p:cNvPr id="2025" name="Google Shape;2025;p16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26" name="Google Shape;2026;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27" name="Google Shape;2027;p167"/>
          <p:cNvGrpSpPr/>
          <p:nvPr/>
        </p:nvGrpSpPr>
        <p:grpSpPr>
          <a:xfrm>
            <a:off x="7305791" y="4148538"/>
            <a:ext cx="457200" cy="457200"/>
            <a:chOff x="1020916" y="1442088"/>
            <a:chExt cx="457200" cy="457200"/>
          </a:xfrm>
        </p:grpSpPr>
        <p:pic>
          <p:nvPicPr>
            <p:cNvPr id="2028" name="Google Shape;2028;p16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29" name="Google Shape;2029;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2030" name="Shape 2030"/>
        <p:cNvGrpSpPr/>
        <p:nvPr/>
      </p:nvGrpSpPr>
      <p:grpSpPr>
        <a:xfrm>
          <a:off x="0" y="0"/>
          <a:ext cx="0" cy="0"/>
          <a:chOff x="0" y="0"/>
          <a:chExt cx="0" cy="0"/>
        </a:xfrm>
      </p:grpSpPr>
      <p:pic>
        <p:nvPicPr>
          <p:cNvPr id="2031" name="Google Shape;2031;p16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032" name="Google Shape;2032;p16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6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34" name="Google Shape;2034;p16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35" name="Google Shape;2035;p16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036" name="Google Shape;2036;p16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37" name="Google Shape;2037;p168"/>
          <p:cNvSpPr/>
          <p:nvPr>
            <p:ph idx="3" type="pic"/>
          </p:nvPr>
        </p:nvSpPr>
        <p:spPr>
          <a:xfrm>
            <a:off x="324000" y="1893950"/>
            <a:ext cx="2555400" cy="1939500"/>
          </a:xfrm>
          <a:prstGeom prst="rect">
            <a:avLst/>
          </a:prstGeom>
          <a:noFill/>
          <a:ln>
            <a:noFill/>
          </a:ln>
        </p:spPr>
      </p:sp>
      <p:sp>
        <p:nvSpPr>
          <p:cNvPr id="2038" name="Google Shape;2038;p168"/>
          <p:cNvSpPr/>
          <p:nvPr>
            <p:ph idx="4" type="pic"/>
          </p:nvPr>
        </p:nvSpPr>
        <p:spPr>
          <a:xfrm>
            <a:off x="6256800" y="1893950"/>
            <a:ext cx="2555400" cy="1939500"/>
          </a:xfrm>
          <a:prstGeom prst="rect">
            <a:avLst/>
          </a:prstGeom>
          <a:noFill/>
          <a:ln>
            <a:noFill/>
          </a:ln>
        </p:spPr>
      </p:sp>
      <p:sp>
        <p:nvSpPr>
          <p:cNvPr id="2039" name="Google Shape;2039;p168"/>
          <p:cNvSpPr/>
          <p:nvPr>
            <p:ph idx="5" type="pic"/>
          </p:nvPr>
        </p:nvSpPr>
        <p:spPr>
          <a:xfrm>
            <a:off x="3294300" y="1893950"/>
            <a:ext cx="2555400" cy="1939500"/>
          </a:xfrm>
          <a:prstGeom prst="rect">
            <a:avLst/>
          </a:prstGeom>
          <a:noFill/>
          <a:ln>
            <a:noFill/>
          </a:ln>
        </p:spPr>
      </p:sp>
      <p:grpSp>
        <p:nvGrpSpPr>
          <p:cNvPr id="2040" name="Google Shape;2040;p168"/>
          <p:cNvGrpSpPr/>
          <p:nvPr/>
        </p:nvGrpSpPr>
        <p:grpSpPr>
          <a:xfrm>
            <a:off x="1381028" y="4148538"/>
            <a:ext cx="457200" cy="457200"/>
            <a:chOff x="1020916" y="1442088"/>
            <a:chExt cx="457200" cy="457200"/>
          </a:xfrm>
        </p:grpSpPr>
        <p:pic>
          <p:nvPicPr>
            <p:cNvPr id="2041" name="Google Shape;2041;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42" name="Google Shape;2042;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43" name="Google Shape;2043;p168"/>
          <p:cNvGrpSpPr/>
          <p:nvPr/>
        </p:nvGrpSpPr>
        <p:grpSpPr>
          <a:xfrm>
            <a:off x="4331066" y="4148550"/>
            <a:ext cx="457200" cy="457200"/>
            <a:chOff x="1020916" y="1442088"/>
            <a:chExt cx="457200" cy="457200"/>
          </a:xfrm>
        </p:grpSpPr>
        <p:pic>
          <p:nvPicPr>
            <p:cNvPr id="2044" name="Google Shape;2044;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45" name="Google Shape;2045;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46" name="Google Shape;2046;p168"/>
          <p:cNvGrpSpPr/>
          <p:nvPr/>
        </p:nvGrpSpPr>
        <p:grpSpPr>
          <a:xfrm>
            <a:off x="7305791" y="4148538"/>
            <a:ext cx="457200" cy="457200"/>
            <a:chOff x="1020916" y="1442088"/>
            <a:chExt cx="457200" cy="457200"/>
          </a:xfrm>
        </p:grpSpPr>
        <p:pic>
          <p:nvPicPr>
            <p:cNvPr id="2047" name="Google Shape;2047;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48" name="Google Shape;2048;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2049" name="Shape 2049"/>
        <p:cNvGrpSpPr/>
        <p:nvPr/>
      </p:nvGrpSpPr>
      <p:grpSpPr>
        <a:xfrm>
          <a:off x="0" y="0"/>
          <a:ext cx="0" cy="0"/>
          <a:chOff x="0" y="0"/>
          <a:chExt cx="0" cy="0"/>
        </a:xfrm>
      </p:grpSpPr>
      <p:pic>
        <p:nvPicPr>
          <p:cNvPr id="2050" name="Google Shape;2050;p16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051" name="Google Shape;2051;p16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6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53" name="Google Shape;2053;p16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54" name="Google Shape;2054;p16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055" name="Google Shape;2055;p16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56" name="Google Shape;2056;p169"/>
          <p:cNvSpPr/>
          <p:nvPr>
            <p:ph idx="3" type="pic"/>
          </p:nvPr>
        </p:nvSpPr>
        <p:spPr>
          <a:xfrm>
            <a:off x="324000" y="1893950"/>
            <a:ext cx="2555400" cy="1939500"/>
          </a:xfrm>
          <a:prstGeom prst="rect">
            <a:avLst/>
          </a:prstGeom>
          <a:noFill/>
          <a:ln>
            <a:noFill/>
          </a:ln>
        </p:spPr>
      </p:sp>
      <p:sp>
        <p:nvSpPr>
          <p:cNvPr id="2057" name="Google Shape;2057;p169"/>
          <p:cNvSpPr/>
          <p:nvPr>
            <p:ph idx="4" type="pic"/>
          </p:nvPr>
        </p:nvSpPr>
        <p:spPr>
          <a:xfrm>
            <a:off x="6256800" y="1893950"/>
            <a:ext cx="2555400" cy="1939500"/>
          </a:xfrm>
          <a:prstGeom prst="rect">
            <a:avLst/>
          </a:prstGeom>
          <a:noFill/>
          <a:ln>
            <a:noFill/>
          </a:ln>
        </p:spPr>
      </p:sp>
      <p:sp>
        <p:nvSpPr>
          <p:cNvPr id="2058" name="Google Shape;2058;p169"/>
          <p:cNvSpPr/>
          <p:nvPr>
            <p:ph idx="5" type="pic"/>
          </p:nvPr>
        </p:nvSpPr>
        <p:spPr>
          <a:xfrm>
            <a:off x="3294300" y="1893950"/>
            <a:ext cx="2555400" cy="1939500"/>
          </a:xfrm>
          <a:prstGeom prst="rect">
            <a:avLst/>
          </a:prstGeom>
          <a:noFill/>
          <a:ln>
            <a:noFill/>
          </a:ln>
        </p:spPr>
      </p:sp>
      <p:grpSp>
        <p:nvGrpSpPr>
          <p:cNvPr id="2059" name="Google Shape;2059;p169"/>
          <p:cNvGrpSpPr/>
          <p:nvPr/>
        </p:nvGrpSpPr>
        <p:grpSpPr>
          <a:xfrm>
            <a:off x="1381028" y="4148538"/>
            <a:ext cx="457200" cy="457200"/>
            <a:chOff x="1020916" y="1442088"/>
            <a:chExt cx="457200" cy="457200"/>
          </a:xfrm>
        </p:grpSpPr>
        <p:pic>
          <p:nvPicPr>
            <p:cNvPr id="2060" name="Google Shape;2060;p16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61" name="Google Shape;2061;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62" name="Google Shape;2062;p169"/>
          <p:cNvGrpSpPr/>
          <p:nvPr/>
        </p:nvGrpSpPr>
        <p:grpSpPr>
          <a:xfrm>
            <a:off x="4331066" y="4148550"/>
            <a:ext cx="457200" cy="457200"/>
            <a:chOff x="1020916" y="1442088"/>
            <a:chExt cx="457200" cy="457200"/>
          </a:xfrm>
        </p:grpSpPr>
        <p:pic>
          <p:nvPicPr>
            <p:cNvPr id="2063" name="Google Shape;2063;p16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64" name="Google Shape;2064;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65" name="Google Shape;2065;p169"/>
          <p:cNvGrpSpPr/>
          <p:nvPr/>
        </p:nvGrpSpPr>
        <p:grpSpPr>
          <a:xfrm>
            <a:off x="7305791" y="4148538"/>
            <a:ext cx="457200" cy="457200"/>
            <a:chOff x="1020916" y="1442088"/>
            <a:chExt cx="457200" cy="457200"/>
          </a:xfrm>
        </p:grpSpPr>
        <p:pic>
          <p:nvPicPr>
            <p:cNvPr id="2066" name="Google Shape;2066;p16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67" name="Google Shape;2067;p16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2068" name="Shape 2068"/>
        <p:cNvGrpSpPr/>
        <p:nvPr/>
      </p:nvGrpSpPr>
      <p:grpSpPr>
        <a:xfrm>
          <a:off x="0" y="0"/>
          <a:ext cx="0" cy="0"/>
          <a:chOff x="0" y="0"/>
          <a:chExt cx="0" cy="0"/>
        </a:xfrm>
      </p:grpSpPr>
      <p:pic>
        <p:nvPicPr>
          <p:cNvPr id="2069" name="Google Shape;2069;p17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070" name="Google Shape;2070;p17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7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072" name="Google Shape;2072;p17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73" name="Google Shape;2073;p17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2074" name="Google Shape;2074;p17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75" name="Google Shape;2075;p170"/>
          <p:cNvSpPr/>
          <p:nvPr>
            <p:ph idx="3" type="pic"/>
          </p:nvPr>
        </p:nvSpPr>
        <p:spPr>
          <a:xfrm>
            <a:off x="324000" y="1893950"/>
            <a:ext cx="2555400" cy="1939500"/>
          </a:xfrm>
          <a:prstGeom prst="rect">
            <a:avLst/>
          </a:prstGeom>
          <a:noFill/>
          <a:ln>
            <a:noFill/>
          </a:ln>
        </p:spPr>
      </p:sp>
      <p:sp>
        <p:nvSpPr>
          <p:cNvPr id="2076" name="Google Shape;2076;p170"/>
          <p:cNvSpPr/>
          <p:nvPr>
            <p:ph idx="4" type="pic"/>
          </p:nvPr>
        </p:nvSpPr>
        <p:spPr>
          <a:xfrm>
            <a:off x="6256800" y="1893950"/>
            <a:ext cx="2555400" cy="1939500"/>
          </a:xfrm>
          <a:prstGeom prst="rect">
            <a:avLst/>
          </a:prstGeom>
          <a:noFill/>
          <a:ln>
            <a:noFill/>
          </a:ln>
        </p:spPr>
      </p:sp>
      <p:sp>
        <p:nvSpPr>
          <p:cNvPr id="2077" name="Google Shape;2077;p170"/>
          <p:cNvSpPr/>
          <p:nvPr>
            <p:ph idx="5" type="pic"/>
          </p:nvPr>
        </p:nvSpPr>
        <p:spPr>
          <a:xfrm>
            <a:off x="3294300" y="1893950"/>
            <a:ext cx="2555400" cy="1939500"/>
          </a:xfrm>
          <a:prstGeom prst="rect">
            <a:avLst/>
          </a:prstGeom>
          <a:noFill/>
          <a:ln>
            <a:noFill/>
          </a:ln>
        </p:spPr>
      </p:sp>
      <p:grpSp>
        <p:nvGrpSpPr>
          <p:cNvPr id="2078" name="Google Shape;2078;p170"/>
          <p:cNvGrpSpPr/>
          <p:nvPr/>
        </p:nvGrpSpPr>
        <p:grpSpPr>
          <a:xfrm>
            <a:off x="1381028" y="4148538"/>
            <a:ext cx="457200" cy="457200"/>
            <a:chOff x="1020916" y="1442088"/>
            <a:chExt cx="457200" cy="457200"/>
          </a:xfrm>
        </p:grpSpPr>
        <p:pic>
          <p:nvPicPr>
            <p:cNvPr id="2079" name="Google Shape;2079;p17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80" name="Google Shape;2080;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81" name="Google Shape;2081;p170"/>
          <p:cNvGrpSpPr/>
          <p:nvPr/>
        </p:nvGrpSpPr>
        <p:grpSpPr>
          <a:xfrm>
            <a:off x="4331066" y="4148550"/>
            <a:ext cx="457200" cy="457200"/>
            <a:chOff x="1020916" y="1442088"/>
            <a:chExt cx="457200" cy="457200"/>
          </a:xfrm>
        </p:grpSpPr>
        <p:pic>
          <p:nvPicPr>
            <p:cNvPr id="2082" name="Google Shape;2082;p17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83" name="Google Shape;2083;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84" name="Google Shape;2084;p170"/>
          <p:cNvGrpSpPr/>
          <p:nvPr/>
        </p:nvGrpSpPr>
        <p:grpSpPr>
          <a:xfrm>
            <a:off x="7305791" y="4148538"/>
            <a:ext cx="457200" cy="457200"/>
            <a:chOff x="1020916" y="1442088"/>
            <a:chExt cx="457200" cy="457200"/>
          </a:xfrm>
        </p:grpSpPr>
        <p:pic>
          <p:nvPicPr>
            <p:cNvPr id="2085" name="Google Shape;2085;p17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86" name="Google Shape;2086;p17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2087" name="Shape 2087"/>
        <p:cNvGrpSpPr/>
        <p:nvPr/>
      </p:nvGrpSpPr>
      <p:grpSpPr>
        <a:xfrm>
          <a:off x="0" y="0"/>
          <a:ext cx="0" cy="0"/>
          <a:chOff x="0" y="0"/>
          <a:chExt cx="0" cy="0"/>
        </a:xfrm>
      </p:grpSpPr>
      <p:pic>
        <p:nvPicPr>
          <p:cNvPr id="2088" name="Google Shape;2088;p17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089" name="Google Shape;2089;p17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7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091" name="Google Shape;2091;p17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92" name="Google Shape;2092;p17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093" name="Google Shape;2093;p17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2094" name="Shape 2094"/>
        <p:cNvGrpSpPr/>
        <p:nvPr/>
      </p:nvGrpSpPr>
      <p:grpSpPr>
        <a:xfrm>
          <a:off x="0" y="0"/>
          <a:ext cx="0" cy="0"/>
          <a:chOff x="0" y="0"/>
          <a:chExt cx="0" cy="0"/>
        </a:xfrm>
      </p:grpSpPr>
      <p:pic>
        <p:nvPicPr>
          <p:cNvPr id="2095" name="Google Shape;2095;p17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096" name="Google Shape;2096;p17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7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098" name="Google Shape;2098;p17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099" name="Google Shape;2099;p17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100" name="Google Shape;2100;p17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2101" name="Shape 2101"/>
        <p:cNvGrpSpPr/>
        <p:nvPr/>
      </p:nvGrpSpPr>
      <p:grpSpPr>
        <a:xfrm>
          <a:off x="0" y="0"/>
          <a:ext cx="0" cy="0"/>
          <a:chOff x="0" y="0"/>
          <a:chExt cx="0" cy="0"/>
        </a:xfrm>
      </p:grpSpPr>
      <p:pic>
        <p:nvPicPr>
          <p:cNvPr id="2102" name="Google Shape;2102;p17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03" name="Google Shape;2103;p17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7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105" name="Google Shape;2105;p17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06" name="Google Shape;2106;p17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107" name="Google Shape;2107;p17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2108" name="Shape 2108"/>
        <p:cNvGrpSpPr/>
        <p:nvPr/>
      </p:nvGrpSpPr>
      <p:grpSpPr>
        <a:xfrm>
          <a:off x="0" y="0"/>
          <a:ext cx="0" cy="0"/>
          <a:chOff x="0" y="0"/>
          <a:chExt cx="0" cy="0"/>
        </a:xfrm>
      </p:grpSpPr>
      <p:pic>
        <p:nvPicPr>
          <p:cNvPr id="2109" name="Google Shape;2109;p17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10" name="Google Shape;2110;p17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7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112" name="Google Shape;2112;p17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13" name="Google Shape;2113;p17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2114" name="Google Shape;2114;p17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2115" name="Shape 2115"/>
        <p:cNvGrpSpPr/>
        <p:nvPr/>
      </p:nvGrpSpPr>
      <p:grpSpPr>
        <a:xfrm>
          <a:off x="0" y="0"/>
          <a:ext cx="0" cy="0"/>
          <a:chOff x="0" y="0"/>
          <a:chExt cx="0" cy="0"/>
        </a:xfrm>
      </p:grpSpPr>
      <p:pic>
        <p:nvPicPr>
          <p:cNvPr id="2116" name="Google Shape;2116;p17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117" name="Google Shape;2117;p17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7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119" name="Google Shape;2119;p17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120" name="Google Shape;2120;p17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2121" name="Google Shape;2121;p17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22" name="Google Shape;2122;p17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2123" name="Shape 2123"/>
        <p:cNvGrpSpPr/>
        <p:nvPr/>
      </p:nvGrpSpPr>
      <p:grpSpPr>
        <a:xfrm>
          <a:off x="0" y="0"/>
          <a:ext cx="0" cy="0"/>
          <a:chOff x="0" y="0"/>
          <a:chExt cx="0" cy="0"/>
        </a:xfrm>
      </p:grpSpPr>
      <p:pic>
        <p:nvPicPr>
          <p:cNvPr id="2124" name="Google Shape;2124;p17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25" name="Google Shape;2125;p17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7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27" name="Google Shape;2127;p17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2128" name="Google Shape;2128;p176"/>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129" name="Google Shape;2129;p17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30" name="Google Shape;2130;p17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2131" name="Shape 2131"/>
        <p:cNvGrpSpPr/>
        <p:nvPr/>
      </p:nvGrpSpPr>
      <p:grpSpPr>
        <a:xfrm>
          <a:off x="0" y="0"/>
          <a:ext cx="0" cy="0"/>
          <a:chOff x="0" y="0"/>
          <a:chExt cx="0" cy="0"/>
        </a:xfrm>
      </p:grpSpPr>
      <p:pic>
        <p:nvPicPr>
          <p:cNvPr id="2132" name="Google Shape;2132;p17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3" name="Google Shape;2133;p17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7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35" name="Google Shape;2135;p17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2136" name="Google Shape;2136;p17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137" name="Google Shape;2137;p177"/>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38" name="Google Shape;2138;p17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2139" name="Shape 2139"/>
        <p:cNvGrpSpPr/>
        <p:nvPr/>
      </p:nvGrpSpPr>
      <p:grpSpPr>
        <a:xfrm>
          <a:off x="0" y="0"/>
          <a:ext cx="0" cy="0"/>
          <a:chOff x="0" y="0"/>
          <a:chExt cx="0" cy="0"/>
        </a:xfrm>
      </p:grpSpPr>
      <p:pic>
        <p:nvPicPr>
          <p:cNvPr id="2140" name="Google Shape;2140;p17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1" name="Google Shape;2141;p17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7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43" name="Google Shape;2143;p17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2144" name="Google Shape;2144;p17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145" name="Google Shape;2145;p17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46" name="Google Shape;2146;p17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2147" name="Shape 2147"/>
        <p:cNvGrpSpPr/>
        <p:nvPr/>
      </p:nvGrpSpPr>
      <p:grpSpPr>
        <a:xfrm>
          <a:off x="0" y="0"/>
          <a:ext cx="0" cy="0"/>
          <a:chOff x="0" y="0"/>
          <a:chExt cx="0" cy="0"/>
        </a:xfrm>
      </p:grpSpPr>
      <p:pic>
        <p:nvPicPr>
          <p:cNvPr id="2148" name="Google Shape;2148;p17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149" name="Google Shape;2149;p17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7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151" name="Google Shape;2151;p17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52" name="Google Shape;2152;p17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2153" name="Google Shape;2153;p17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54" name="Google Shape;2154;p17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2155" name="Shape 2155"/>
        <p:cNvGrpSpPr/>
        <p:nvPr/>
      </p:nvGrpSpPr>
      <p:grpSpPr>
        <a:xfrm>
          <a:off x="0" y="0"/>
          <a:ext cx="0" cy="0"/>
          <a:chOff x="0" y="0"/>
          <a:chExt cx="0" cy="0"/>
        </a:xfrm>
      </p:grpSpPr>
      <p:pic>
        <p:nvPicPr>
          <p:cNvPr id="2156" name="Google Shape;2156;p18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57" name="Google Shape;2157;p18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8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59" name="Google Shape;2159;p18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2160" name="Google Shape;2160;p18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61" name="Google Shape;2161;p18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62" name="Google Shape;2162;p18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2163" name="Shape 2163"/>
        <p:cNvGrpSpPr/>
        <p:nvPr/>
      </p:nvGrpSpPr>
      <p:grpSpPr>
        <a:xfrm>
          <a:off x="0" y="0"/>
          <a:ext cx="0" cy="0"/>
          <a:chOff x="0" y="0"/>
          <a:chExt cx="0" cy="0"/>
        </a:xfrm>
      </p:grpSpPr>
      <p:pic>
        <p:nvPicPr>
          <p:cNvPr id="2164" name="Google Shape;2164;p18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65" name="Google Shape;2165;p18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8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67" name="Google Shape;2167;p18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2168" name="Google Shape;2168;p18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69" name="Google Shape;2169;p18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2170" name="Google Shape;2170;p18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2171" name="Shape 2171"/>
        <p:cNvGrpSpPr/>
        <p:nvPr/>
      </p:nvGrpSpPr>
      <p:grpSpPr>
        <a:xfrm>
          <a:off x="0" y="0"/>
          <a:ext cx="0" cy="0"/>
          <a:chOff x="0" y="0"/>
          <a:chExt cx="0" cy="0"/>
        </a:xfrm>
      </p:grpSpPr>
      <p:pic>
        <p:nvPicPr>
          <p:cNvPr id="2172" name="Google Shape;2172;p18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3" name="Google Shape;2173;p18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8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75" name="Google Shape;2175;p18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2176" name="Google Shape;2176;p18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177" name="Google Shape;2177;p18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2178" name="Google Shape;2178;p18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2179" name="Shape 2179"/>
        <p:cNvGrpSpPr/>
        <p:nvPr/>
      </p:nvGrpSpPr>
      <p:grpSpPr>
        <a:xfrm>
          <a:off x="0" y="0"/>
          <a:ext cx="0" cy="0"/>
          <a:chOff x="0" y="0"/>
          <a:chExt cx="0" cy="0"/>
        </a:xfrm>
      </p:grpSpPr>
      <p:sp>
        <p:nvSpPr>
          <p:cNvPr id="2180" name="Google Shape;2180;p183"/>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1" name="Google Shape;2181;p183"/>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2182" name="Google Shape;2182;p183"/>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83" name="Google Shape;2183;p18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2184" name="Google Shape;2184;p183"/>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2000"/>
              <a:buFont typeface="Lexend"/>
              <a:buNone/>
              <a:defRPr b="0" sz="2000">
                <a:latin typeface="Lexend"/>
                <a:ea typeface="Lexend"/>
                <a:cs typeface="Lexend"/>
                <a:sym typeface="Lexend"/>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2185" name="Shape 2185"/>
        <p:cNvGrpSpPr/>
        <p:nvPr/>
      </p:nvGrpSpPr>
      <p:grpSpPr>
        <a:xfrm>
          <a:off x="0" y="0"/>
          <a:ext cx="0" cy="0"/>
          <a:chOff x="0" y="0"/>
          <a:chExt cx="0" cy="0"/>
        </a:xfrm>
      </p:grpSpPr>
      <p:sp>
        <p:nvSpPr>
          <p:cNvPr id="2186" name="Google Shape;2186;p184"/>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7" name="Google Shape;2187;p184"/>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2188" name="Google Shape;2188;p184"/>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189" name="Google Shape;2189;p18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2190" name="Google Shape;2190;p184"/>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2000"/>
              <a:buFont typeface="Lexend"/>
              <a:buNone/>
              <a:defRPr b="0" sz="2000">
                <a:latin typeface="Lexend"/>
                <a:ea typeface="Lexend"/>
                <a:cs typeface="Lexend"/>
                <a:sym typeface="Lexend"/>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2191" name="Shape 2191"/>
        <p:cNvGrpSpPr/>
        <p:nvPr/>
      </p:nvGrpSpPr>
      <p:grpSpPr>
        <a:xfrm>
          <a:off x="0" y="0"/>
          <a:ext cx="0" cy="0"/>
          <a:chOff x="0" y="0"/>
          <a:chExt cx="0" cy="0"/>
        </a:xfrm>
      </p:grpSpPr>
      <p:pic>
        <p:nvPicPr>
          <p:cNvPr id="2192" name="Google Shape;2192;p185"/>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2193" name="Google Shape;2193;p185"/>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2194" name="Shape 2194"/>
        <p:cNvGrpSpPr/>
        <p:nvPr/>
      </p:nvGrpSpPr>
      <p:grpSpPr>
        <a:xfrm>
          <a:off x="0" y="0"/>
          <a:ext cx="0" cy="0"/>
          <a:chOff x="0" y="0"/>
          <a:chExt cx="0" cy="0"/>
        </a:xfrm>
      </p:grpSpPr>
      <p:sp>
        <p:nvSpPr>
          <p:cNvPr id="2195" name="Google Shape;2195;p186"/>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2196" name="Google Shape;2196;p186"/>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2197" name="Google Shape;2197;p186"/>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2198" name="Google Shape;2198;p186"/>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2199" name="Google Shape;2199;p186"/>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2200" name="Google Shape;2200;p186"/>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2201" name="Google Shape;2201;p186"/>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2202" name="Google Shape;2202;p186"/>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2203" name="Google Shape;2203;p186"/>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2204" name="Shape 2204"/>
        <p:cNvGrpSpPr/>
        <p:nvPr/>
      </p:nvGrpSpPr>
      <p:grpSpPr>
        <a:xfrm>
          <a:off x="0" y="0"/>
          <a:ext cx="0" cy="0"/>
          <a:chOff x="0" y="0"/>
          <a:chExt cx="0" cy="0"/>
        </a:xfrm>
      </p:grpSpPr>
      <p:pic>
        <p:nvPicPr>
          <p:cNvPr id="2205" name="Google Shape;2205;p187"/>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2206" name="Google Shape;2206;p187"/>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2207" name="Shape 2207"/>
        <p:cNvGrpSpPr/>
        <p:nvPr/>
      </p:nvGrpSpPr>
      <p:grpSpPr>
        <a:xfrm>
          <a:off x="0" y="0"/>
          <a:ext cx="0" cy="0"/>
          <a:chOff x="0" y="0"/>
          <a:chExt cx="0" cy="0"/>
        </a:xfrm>
      </p:grpSpPr>
      <p:sp>
        <p:nvSpPr>
          <p:cNvPr id="2208" name="Google Shape;2208;p188"/>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2209" name="Shape 2209"/>
        <p:cNvGrpSpPr/>
        <p:nvPr/>
      </p:nvGrpSpPr>
      <p:grpSpPr>
        <a:xfrm>
          <a:off x="0" y="0"/>
          <a:ext cx="0" cy="0"/>
          <a:chOff x="0" y="0"/>
          <a:chExt cx="0" cy="0"/>
        </a:xfrm>
      </p:grpSpPr>
      <p:sp>
        <p:nvSpPr>
          <p:cNvPr id="2210" name="Google Shape;2210;p18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11" name="Google Shape;2211;p18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212" name="Google Shape;2212;p18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13" name="Google Shape;2213;p189"/>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2214" name="Google Shape;2214;p189"/>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2215" name="Google Shape;2215;p189"/>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_2">
    <p:spTree>
      <p:nvGrpSpPr>
        <p:cNvPr id="2216" name="Shape 2216"/>
        <p:cNvGrpSpPr/>
        <p:nvPr/>
      </p:nvGrpSpPr>
      <p:grpSpPr>
        <a:xfrm>
          <a:off x="0" y="0"/>
          <a:ext cx="0" cy="0"/>
          <a:chOff x="0" y="0"/>
          <a:chExt cx="0" cy="0"/>
        </a:xfrm>
      </p:grpSpPr>
      <p:sp>
        <p:nvSpPr>
          <p:cNvPr id="2217" name="Google Shape;2217;p19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18" name="Google Shape;2218;p19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219" name="Google Shape;2219;p19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220" name="Google Shape;2220;p190"/>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None/>
              <a:defRPr>
                <a:solidFill>
                  <a:srgbClr val="282828"/>
                </a:solidFill>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2221" name="Google Shape;2221;p190"/>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None/>
              <a:defRPr>
                <a:solidFill>
                  <a:srgbClr val="282828"/>
                </a:solidFill>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2222" name="Google Shape;2222;p190"/>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200"/>
              <a:buNone/>
              <a:defRPr>
                <a:solidFill>
                  <a:srgbClr val="282828"/>
                </a:solidFill>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1 Practice - purple ">
  <p:cSld name="TITLE_AND_TWO_COLUMNS_1_1_5_1_3_1_1_2">
    <p:spTree>
      <p:nvGrpSpPr>
        <p:cNvPr id="2223" name="Shape 2223"/>
        <p:cNvGrpSpPr/>
        <p:nvPr/>
      </p:nvGrpSpPr>
      <p:grpSpPr>
        <a:xfrm>
          <a:off x="0" y="0"/>
          <a:ext cx="0" cy="0"/>
          <a:chOff x="0" y="0"/>
          <a:chExt cx="0" cy="0"/>
        </a:xfrm>
      </p:grpSpPr>
      <p:pic>
        <p:nvPicPr>
          <p:cNvPr id="2224" name="Google Shape;2224;p19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225" name="Google Shape;2225;p19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9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227" name="Google Shape;2227;p191"/>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2228" name="Google Shape;2228;p191"/>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2229" name="Google Shape;2229;p19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1000"/>
              </a:spcBef>
              <a:spcAft>
                <a:spcPts val="0"/>
              </a:spcAft>
              <a:buClr>
                <a:schemeClr val="lt1"/>
              </a:buClr>
              <a:buSzPts val="2100"/>
              <a:buNone/>
              <a:defRPr>
                <a:solidFill>
                  <a:schemeClr val="lt1"/>
                </a:solidFill>
              </a:defRPr>
            </a:lvl2pPr>
            <a:lvl3pPr lvl="2">
              <a:spcBef>
                <a:spcPts val="1000"/>
              </a:spcBef>
              <a:spcAft>
                <a:spcPts val="0"/>
              </a:spcAft>
              <a:buClr>
                <a:schemeClr val="lt1"/>
              </a:buClr>
              <a:buSzPts val="2000"/>
              <a:buNone/>
              <a:defRPr>
                <a:solidFill>
                  <a:schemeClr val="lt1"/>
                </a:solidFill>
              </a:defRPr>
            </a:lvl3pPr>
            <a:lvl4pPr lvl="3">
              <a:spcBef>
                <a:spcPts val="800"/>
              </a:spcBef>
              <a:spcAft>
                <a:spcPts val="0"/>
              </a:spcAft>
              <a:buClr>
                <a:schemeClr val="lt1"/>
              </a:buClr>
              <a:buSzPts val="1900"/>
              <a:buNone/>
              <a:defRPr>
                <a:solidFill>
                  <a:schemeClr val="lt1"/>
                </a:solidFill>
              </a:defRPr>
            </a:lvl4pPr>
            <a:lvl5pPr lvl="4">
              <a:spcBef>
                <a:spcPts val="800"/>
              </a:spcBef>
              <a:spcAft>
                <a:spcPts val="0"/>
              </a:spcAft>
              <a:buClr>
                <a:schemeClr val="lt1"/>
              </a:buClr>
              <a:buSzPts val="1800"/>
              <a:buNone/>
              <a:defRPr>
                <a:solidFill>
                  <a:schemeClr val="lt1"/>
                </a:solidFill>
              </a:defRPr>
            </a:lvl5pPr>
            <a:lvl6pPr lvl="5">
              <a:spcBef>
                <a:spcPts val="600"/>
              </a:spcBef>
              <a:spcAft>
                <a:spcPts val="0"/>
              </a:spcAft>
              <a:buClr>
                <a:schemeClr val="lt1"/>
              </a:buClr>
              <a:buSzPts val="1800"/>
              <a:buNone/>
              <a:defRPr>
                <a:solidFill>
                  <a:schemeClr val="lt1"/>
                </a:solidFill>
              </a:defRPr>
            </a:lvl6pPr>
            <a:lvl7pPr lvl="6">
              <a:spcBef>
                <a:spcPts val="600"/>
              </a:spcBef>
              <a:spcAft>
                <a:spcPts val="0"/>
              </a:spcAft>
              <a:buClr>
                <a:schemeClr val="lt1"/>
              </a:buClr>
              <a:buSzPts val="1800"/>
              <a:buNone/>
              <a:defRPr>
                <a:solidFill>
                  <a:schemeClr val="lt1"/>
                </a:solidFill>
              </a:defRPr>
            </a:lvl7pPr>
            <a:lvl8pPr lvl="7">
              <a:spcBef>
                <a:spcPts val="400"/>
              </a:spcBef>
              <a:spcAft>
                <a:spcPts val="0"/>
              </a:spcAft>
              <a:buClr>
                <a:schemeClr val="lt1"/>
              </a:buClr>
              <a:buSzPts val="1800"/>
              <a:buNone/>
              <a:defRPr>
                <a:solidFill>
                  <a:schemeClr val="lt1"/>
                </a:solidFill>
              </a:defRPr>
            </a:lvl8pPr>
            <a:lvl9pPr lvl="8">
              <a:spcBef>
                <a:spcPts val="400"/>
              </a:spcBef>
              <a:spcAft>
                <a:spcPts val="200"/>
              </a:spcAft>
              <a:buClr>
                <a:schemeClr val="lt1"/>
              </a:buClr>
              <a:buSzPts val="1800"/>
              <a:buNone/>
              <a:defRPr>
                <a:solidFill>
                  <a:schemeClr val="lt1"/>
                </a:solidFill>
              </a:defRPr>
            </a:lvl9pPr>
          </a:lstStyle>
          <a:p/>
        </p:txBody>
      </p:sp>
      <p:pic>
        <p:nvPicPr>
          <p:cNvPr id="2230" name="Google Shape;2230;p19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2231" name="Google Shape;2231;p19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1 Feedback - purple">
  <p:cSld name="TITLE_AND_TWO_COLUMNS_1_1_5_1_3_1_1_1_2">
    <p:spTree>
      <p:nvGrpSpPr>
        <p:cNvPr id="2232" name="Shape 2232"/>
        <p:cNvGrpSpPr/>
        <p:nvPr/>
      </p:nvGrpSpPr>
      <p:grpSpPr>
        <a:xfrm>
          <a:off x="0" y="0"/>
          <a:ext cx="0" cy="0"/>
          <a:chOff x="0" y="0"/>
          <a:chExt cx="0" cy="0"/>
        </a:xfrm>
      </p:grpSpPr>
      <p:pic>
        <p:nvPicPr>
          <p:cNvPr id="2233" name="Google Shape;2233;p19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234" name="Google Shape;2234;p19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9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236" name="Google Shape;2236;p192"/>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2237" name="Google Shape;2237;p192"/>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2238" name="Google Shape;2238;p19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1000"/>
              </a:spcBef>
              <a:spcAft>
                <a:spcPts val="0"/>
              </a:spcAft>
              <a:buClr>
                <a:schemeClr val="lt1"/>
              </a:buClr>
              <a:buSzPts val="2100"/>
              <a:buNone/>
              <a:defRPr>
                <a:solidFill>
                  <a:schemeClr val="lt1"/>
                </a:solidFill>
              </a:defRPr>
            </a:lvl2pPr>
            <a:lvl3pPr lvl="2">
              <a:spcBef>
                <a:spcPts val="1000"/>
              </a:spcBef>
              <a:spcAft>
                <a:spcPts val="0"/>
              </a:spcAft>
              <a:buClr>
                <a:schemeClr val="lt1"/>
              </a:buClr>
              <a:buSzPts val="2000"/>
              <a:buNone/>
              <a:defRPr>
                <a:solidFill>
                  <a:schemeClr val="lt1"/>
                </a:solidFill>
              </a:defRPr>
            </a:lvl3pPr>
            <a:lvl4pPr lvl="3">
              <a:spcBef>
                <a:spcPts val="800"/>
              </a:spcBef>
              <a:spcAft>
                <a:spcPts val="0"/>
              </a:spcAft>
              <a:buClr>
                <a:schemeClr val="lt1"/>
              </a:buClr>
              <a:buSzPts val="1900"/>
              <a:buNone/>
              <a:defRPr>
                <a:solidFill>
                  <a:schemeClr val="lt1"/>
                </a:solidFill>
              </a:defRPr>
            </a:lvl4pPr>
            <a:lvl5pPr lvl="4">
              <a:spcBef>
                <a:spcPts val="800"/>
              </a:spcBef>
              <a:spcAft>
                <a:spcPts val="0"/>
              </a:spcAft>
              <a:buClr>
                <a:schemeClr val="lt1"/>
              </a:buClr>
              <a:buSzPts val="1800"/>
              <a:buNone/>
              <a:defRPr>
                <a:solidFill>
                  <a:schemeClr val="lt1"/>
                </a:solidFill>
              </a:defRPr>
            </a:lvl5pPr>
            <a:lvl6pPr lvl="5">
              <a:spcBef>
                <a:spcPts val="600"/>
              </a:spcBef>
              <a:spcAft>
                <a:spcPts val="0"/>
              </a:spcAft>
              <a:buClr>
                <a:schemeClr val="lt1"/>
              </a:buClr>
              <a:buSzPts val="1800"/>
              <a:buNone/>
              <a:defRPr>
                <a:solidFill>
                  <a:schemeClr val="lt1"/>
                </a:solidFill>
              </a:defRPr>
            </a:lvl6pPr>
            <a:lvl7pPr lvl="6">
              <a:spcBef>
                <a:spcPts val="600"/>
              </a:spcBef>
              <a:spcAft>
                <a:spcPts val="0"/>
              </a:spcAft>
              <a:buClr>
                <a:schemeClr val="lt1"/>
              </a:buClr>
              <a:buSzPts val="1800"/>
              <a:buNone/>
              <a:defRPr>
                <a:solidFill>
                  <a:schemeClr val="lt1"/>
                </a:solidFill>
              </a:defRPr>
            </a:lvl7pPr>
            <a:lvl8pPr lvl="7">
              <a:spcBef>
                <a:spcPts val="400"/>
              </a:spcBef>
              <a:spcAft>
                <a:spcPts val="0"/>
              </a:spcAft>
              <a:buClr>
                <a:schemeClr val="lt1"/>
              </a:buClr>
              <a:buSzPts val="1800"/>
              <a:buNone/>
              <a:defRPr>
                <a:solidFill>
                  <a:schemeClr val="lt1"/>
                </a:solidFill>
              </a:defRPr>
            </a:lvl8pPr>
            <a:lvl9pPr lvl="8">
              <a:spcBef>
                <a:spcPts val="400"/>
              </a:spcBef>
              <a:spcAft>
                <a:spcPts val="200"/>
              </a:spcAft>
              <a:buClr>
                <a:schemeClr val="lt1"/>
              </a:buClr>
              <a:buSzPts val="1800"/>
              <a:buNone/>
              <a:defRPr>
                <a:solidFill>
                  <a:schemeClr val="lt1"/>
                </a:solidFill>
              </a:defRPr>
            </a:lvl9pPr>
          </a:lstStyle>
          <a:p/>
        </p:txBody>
      </p:sp>
      <p:pic>
        <p:nvPicPr>
          <p:cNvPr id="2239" name="Google Shape;2239;p19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240" name="Google Shape;2240;p19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2 Practice - jade">
  <p:cSld name="TITLE_AND_TWO_COLUMNS_1_1_5_1_3_1_1_1_1_3">
    <p:spTree>
      <p:nvGrpSpPr>
        <p:cNvPr id="2241" name="Shape 2241"/>
        <p:cNvGrpSpPr/>
        <p:nvPr/>
      </p:nvGrpSpPr>
      <p:grpSpPr>
        <a:xfrm>
          <a:off x="0" y="0"/>
          <a:ext cx="0" cy="0"/>
          <a:chOff x="0" y="0"/>
          <a:chExt cx="0" cy="0"/>
        </a:xfrm>
      </p:grpSpPr>
      <p:pic>
        <p:nvPicPr>
          <p:cNvPr id="2242" name="Google Shape;2242;p19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3" name="Google Shape;2243;p19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245" name="Google Shape;2245;p19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2246" name="Google Shape;2246;p193"/>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2247" name="Google Shape;2247;p193"/>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2248" name="Google Shape;2248;p19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1000"/>
              </a:spcBef>
              <a:spcAft>
                <a:spcPts val="0"/>
              </a:spcAft>
              <a:buClr>
                <a:schemeClr val="lt1"/>
              </a:buClr>
              <a:buSzPts val="2100"/>
              <a:buNone/>
              <a:defRPr>
                <a:solidFill>
                  <a:schemeClr val="lt1"/>
                </a:solidFill>
              </a:defRPr>
            </a:lvl2pPr>
            <a:lvl3pPr lvl="2">
              <a:spcBef>
                <a:spcPts val="1000"/>
              </a:spcBef>
              <a:spcAft>
                <a:spcPts val="0"/>
              </a:spcAft>
              <a:buClr>
                <a:schemeClr val="lt1"/>
              </a:buClr>
              <a:buSzPts val="2000"/>
              <a:buNone/>
              <a:defRPr>
                <a:solidFill>
                  <a:schemeClr val="lt1"/>
                </a:solidFill>
              </a:defRPr>
            </a:lvl3pPr>
            <a:lvl4pPr lvl="3">
              <a:spcBef>
                <a:spcPts val="800"/>
              </a:spcBef>
              <a:spcAft>
                <a:spcPts val="0"/>
              </a:spcAft>
              <a:buClr>
                <a:schemeClr val="lt1"/>
              </a:buClr>
              <a:buSzPts val="1900"/>
              <a:buNone/>
              <a:defRPr>
                <a:solidFill>
                  <a:schemeClr val="lt1"/>
                </a:solidFill>
              </a:defRPr>
            </a:lvl4pPr>
            <a:lvl5pPr lvl="4">
              <a:spcBef>
                <a:spcPts val="800"/>
              </a:spcBef>
              <a:spcAft>
                <a:spcPts val="0"/>
              </a:spcAft>
              <a:buClr>
                <a:schemeClr val="lt1"/>
              </a:buClr>
              <a:buSzPts val="1800"/>
              <a:buNone/>
              <a:defRPr>
                <a:solidFill>
                  <a:schemeClr val="lt1"/>
                </a:solidFill>
              </a:defRPr>
            </a:lvl5pPr>
            <a:lvl6pPr lvl="5">
              <a:spcBef>
                <a:spcPts val="600"/>
              </a:spcBef>
              <a:spcAft>
                <a:spcPts val="0"/>
              </a:spcAft>
              <a:buClr>
                <a:schemeClr val="lt1"/>
              </a:buClr>
              <a:buSzPts val="1800"/>
              <a:buNone/>
              <a:defRPr>
                <a:solidFill>
                  <a:schemeClr val="lt1"/>
                </a:solidFill>
              </a:defRPr>
            </a:lvl6pPr>
            <a:lvl7pPr lvl="6">
              <a:spcBef>
                <a:spcPts val="600"/>
              </a:spcBef>
              <a:spcAft>
                <a:spcPts val="0"/>
              </a:spcAft>
              <a:buClr>
                <a:schemeClr val="lt1"/>
              </a:buClr>
              <a:buSzPts val="1800"/>
              <a:buNone/>
              <a:defRPr>
                <a:solidFill>
                  <a:schemeClr val="lt1"/>
                </a:solidFill>
              </a:defRPr>
            </a:lvl7pPr>
            <a:lvl8pPr lvl="7">
              <a:spcBef>
                <a:spcPts val="400"/>
              </a:spcBef>
              <a:spcAft>
                <a:spcPts val="0"/>
              </a:spcAft>
              <a:buClr>
                <a:schemeClr val="lt1"/>
              </a:buClr>
              <a:buSzPts val="1800"/>
              <a:buNone/>
              <a:defRPr>
                <a:solidFill>
                  <a:schemeClr val="lt1"/>
                </a:solidFill>
              </a:defRPr>
            </a:lvl8pPr>
            <a:lvl9pPr lvl="8">
              <a:spcBef>
                <a:spcPts val="400"/>
              </a:spcBef>
              <a:spcAft>
                <a:spcPts val="200"/>
              </a:spcAft>
              <a:buClr>
                <a:schemeClr val="lt1"/>
              </a:buClr>
              <a:buSzPts val="1800"/>
              <a:buNone/>
              <a:defRPr>
                <a:solidFill>
                  <a:schemeClr val="lt1"/>
                </a:solidFill>
              </a:defRPr>
            </a:lvl9pPr>
          </a:lstStyle>
          <a:p/>
        </p:txBody>
      </p:sp>
      <p:pic>
        <p:nvPicPr>
          <p:cNvPr id="2249" name="Google Shape;2249;p19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2 Feedback - jade">
  <p:cSld name="TITLE_AND_TWO_COLUMNS_1_1_5_1_3_1_1_1_1_2_1">
    <p:spTree>
      <p:nvGrpSpPr>
        <p:cNvPr id="2250" name="Shape 2250"/>
        <p:cNvGrpSpPr/>
        <p:nvPr/>
      </p:nvGrpSpPr>
      <p:grpSpPr>
        <a:xfrm>
          <a:off x="0" y="0"/>
          <a:ext cx="0" cy="0"/>
          <a:chOff x="0" y="0"/>
          <a:chExt cx="0" cy="0"/>
        </a:xfrm>
      </p:grpSpPr>
      <p:pic>
        <p:nvPicPr>
          <p:cNvPr id="2251" name="Google Shape;2251;p19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52" name="Google Shape;2252;p19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9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254" name="Google Shape;2254;p194"/>
          <p:cNvSpPr txBox="1"/>
          <p:nvPr/>
        </p:nvSpPr>
        <p:spPr>
          <a:xfrm>
            <a:off x="324000" y="45535"/>
            <a:ext cx="8565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a:t>
            </a:r>
            <a:endParaRPr b="1" sz="2000">
              <a:solidFill>
                <a:schemeClr val="lt1"/>
              </a:solidFill>
              <a:latin typeface="Lexend"/>
              <a:ea typeface="Lexend"/>
              <a:cs typeface="Lexend"/>
              <a:sym typeface="Lexend"/>
            </a:endParaRPr>
          </a:p>
        </p:txBody>
      </p:sp>
      <p:sp>
        <p:nvSpPr>
          <p:cNvPr id="2255" name="Google Shape;2255;p194"/>
          <p:cNvSpPr txBox="1"/>
          <p:nvPr>
            <p:ph type="title"/>
          </p:nvPr>
        </p:nvSpPr>
        <p:spPr>
          <a:xfrm>
            <a:off x="993325" y="134985"/>
            <a:ext cx="2505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a:spcBef>
                <a:spcPts val="0"/>
              </a:spcBef>
              <a:spcAft>
                <a:spcPts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2256" name="Google Shape;2256;p19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1000"/>
              </a:spcBef>
              <a:spcAft>
                <a:spcPts val="0"/>
              </a:spcAft>
              <a:buClr>
                <a:schemeClr val="lt1"/>
              </a:buClr>
              <a:buSzPts val="2100"/>
              <a:buNone/>
              <a:defRPr>
                <a:solidFill>
                  <a:schemeClr val="lt1"/>
                </a:solidFill>
              </a:defRPr>
            </a:lvl2pPr>
            <a:lvl3pPr lvl="2">
              <a:spcBef>
                <a:spcPts val="1000"/>
              </a:spcBef>
              <a:spcAft>
                <a:spcPts val="0"/>
              </a:spcAft>
              <a:buClr>
                <a:schemeClr val="lt1"/>
              </a:buClr>
              <a:buSzPts val="2000"/>
              <a:buNone/>
              <a:defRPr>
                <a:solidFill>
                  <a:schemeClr val="lt1"/>
                </a:solidFill>
              </a:defRPr>
            </a:lvl3pPr>
            <a:lvl4pPr lvl="3">
              <a:spcBef>
                <a:spcPts val="800"/>
              </a:spcBef>
              <a:spcAft>
                <a:spcPts val="0"/>
              </a:spcAft>
              <a:buClr>
                <a:schemeClr val="lt1"/>
              </a:buClr>
              <a:buSzPts val="1900"/>
              <a:buNone/>
              <a:defRPr>
                <a:solidFill>
                  <a:schemeClr val="lt1"/>
                </a:solidFill>
              </a:defRPr>
            </a:lvl4pPr>
            <a:lvl5pPr lvl="4">
              <a:spcBef>
                <a:spcPts val="800"/>
              </a:spcBef>
              <a:spcAft>
                <a:spcPts val="0"/>
              </a:spcAft>
              <a:buClr>
                <a:schemeClr val="lt1"/>
              </a:buClr>
              <a:buSzPts val="1800"/>
              <a:buNone/>
              <a:defRPr>
                <a:solidFill>
                  <a:schemeClr val="lt1"/>
                </a:solidFill>
              </a:defRPr>
            </a:lvl5pPr>
            <a:lvl6pPr lvl="5">
              <a:spcBef>
                <a:spcPts val="600"/>
              </a:spcBef>
              <a:spcAft>
                <a:spcPts val="0"/>
              </a:spcAft>
              <a:buClr>
                <a:schemeClr val="lt1"/>
              </a:buClr>
              <a:buSzPts val="1800"/>
              <a:buNone/>
              <a:defRPr>
                <a:solidFill>
                  <a:schemeClr val="lt1"/>
                </a:solidFill>
              </a:defRPr>
            </a:lvl6pPr>
            <a:lvl7pPr lvl="6">
              <a:spcBef>
                <a:spcPts val="600"/>
              </a:spcBef>
              <a:spcAft>
                <a:spcPts val="0"/>
              </a:spcAft>
              <a:buClr>
                <a:schemeClr val="lt1"/>
              </a:buClr>
              <a:buSzPts val="1800"/>
              <a:buNone/>
              <a:defRPr>
                <a:solidFill>
                  <a:schemeClr val="lt1"/>
                </a:solidFill>
              </a:defRPr>
            </a:lvl7pPr>
            <a:lvl8pPr lvl="7">
              <a:spcBef>
                <a:spcPts val="400"/>
              </a:spcBef>
              <a:spcAft>
                <a:spcPts val="0"/>
              </a:spcAft>
              <a:buClr>
                <a:schemeClr val="lt1"/>
              </a:buClr>
              <a:buSzPts val="1800"/>
              <a:buNone/>
              <a:defRPr>
                <a:solidFill>
                  <a:schemeClr val="lt1"/>
                </a:solidFill>
              </a:defRPr>
            </a:lvl8pPr>
            <a:lvl9pPr lvl="8">
              <a:spcBef>
                <a:spcPts val="400"/>
              </a:spcBef>
              <a:spcAft>
                <a:spcPts val="200"/>
              </a:spcAft>
              <a:buClr>
                <a:schemeClr val="lt1"/>
              </a:buClr>
              <a:buSzPts val="1800"/>
              <a:buNone/>
              <a:defRPr>
                <a:solidFill>
                  <a:schemeClr val="lt1"/>
                </a:solidFill>
              </a:defRPr>
            </a:lvl9pPr>
          </a:lstStyle>
          <a:p/>
        </p:txBody>
      </p:sp>
      <p:sp>
        <p:nvSpPr>
          <p:cNvPr id="2257" name="Google Shape;2257;p1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2258" name="Google Shape;2258;p19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p:cSld name="TITLE_AND_TWO_COLUMNS_1_1_5_1_2_1">
    <p:spTree>
      <p:nvGrpSpPr>
        <p:cNvPr id="2259" name="Shape 2259"/>
        <p:cNvGrpSpPr/>
        <p:nvPr/>
      </p:nvGrpSpPr>
      <p:grpSpPr>
        <a:xfrm>
          <a:off x="0" y="0"/>
          <a:ext cx="0" cy="0"/>
          <a:chOff x="0" y="0"/>
          <a:chExt cx="0" cy="0"/>
        </a:xfrm>
      </p:grpSpPr>
      <p:sp>
        <p:nvSpPr>
          <p:cNvPr id="2260" name="Google Shape;2260;p19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1" name="Google Shape;2261;p19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262" name="Google Shape;2262;p195"/>
          <p:cNvSpPr txBox="1"/>
          <p:nvPr>
            <p:ph type="title"/>
          </p:nvPr>
        </p:nvSpPr>
        <p:spPr>
          <a:xfrm>
            <a:off x="1684800" y="115237"/>
            <a:ext cx="6818400" cy="356700"/>
          </a:xfrm>
          <a:prstGeom prst="rect">
            <a:avLst/>
          </a:prstGeom>
        </p:spPr>
        <p:txBody>
          <a:bodyPr anchorCtr="0" anchor="t" bIns="0" lIns="0" spcFirstLastPara="1" rIns="0" wrap="square" tIns="0">
            <a:noAutofit/>
          </a:bodyPr>
          <a:lstStyle>
            <a:lvl1pPr lvl="0">
              <a:spcBef>
                <a:spcPts val="0"/>
              </a:spcBef>
              <a:spcAft>
                <a:spcPts val="0"/>
              </a:spcAft>
              <a:buSzPts val="2000"/>
              <a:buFont typeface="Lexend"/>
              <a:buNone/>
              <a:defRPr b="0" sz="2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63" name="Google Shape;2263;p195"/>
          <p:cNvSpPr txBox="1"/>
          <p:nvPr>
            <p:ph idx="1" type="body"/>
          </p:nvPr>
        </p:nvSpPr>
        <p:spPr>
          <a:xfrm>
            <a:off x="324000" y="759300"/>
            <a:ext cx="8113800" cy="40611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264" name="Google Shape;2264;p195"/>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2269" name="Shape 2269"/>
        <p:cNvGrpSpPr/>
        <p:nvPr/>
      </p:nvGrpSpPr>
      <p:grpSpPr>
        <a:xfrm>
          <a:off x="0" y="0"/>
          <a:ext cx="0" cy="0"/>
          <a:chOff x="0" y="0"/>
          <a:chExt cx="0" cy="0"/>
        </a:xfrm>
      </p:grpSpPr>
      <p:pic>
        <p:nvPicPr>
          <p:cNvPr id="2270" name="Google Shape;2270;p197"/>
          <p:cNvPicPr preferRelativeResize="0"/>
          <p:nvPr/>
        </p:nvPicPr>
        <p:blipFill rotWithShape="1">
          <a:blip r:embed="rId2">
            <a:alphaModFix/>
          </a:blip>
          <a:srcRect b="0" l="6209" r="6209" t="0"/>
          <a:stretch/>
        </p:blipFill>
        <p:spPr>
          <a:xfrm>
            <a:off x="324000" y="4008600"/>
            <a:ext cx="1705150" cy="128000"/>
          </a:xfrm>
          <a:prstGeom prst="rect">
            <a:avLst/>
          </a:prstGeom>
          <a:noFill/>
          <a:ln>
            <a:noFill/>
          </a:ln>
        </p:spPr>
      </p:pic>
      <p:sp>
        <p:nvSpPr>
          <p:cNvPr id="2271" name="Google Shape;2271;p197"/>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800"/>
              <a:buFont typeface="Lexend"/>
              <a:buNone/>
              <a:defRPr sz="38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72" name="Google Shape;2272;p19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Art and design</a:t>
            </a:r>
            <a:endParaRPr b="1" sz="1700">
              <a:solidFill>
                <a:schemeClr val="dk1"/>
              </a:solidFill>
              <a:latin typeface="Lexend"/>
              <a:ea typeface="Lexend"/>
              <a:cs typeface="Lexend"/>
              <a:sym typeface="Lexend"/>
            </a:endParaRPr>
          </a:p>
        </p:txBody>
      </p:sp>
      <p:sp>
        <p:nvSpPr>
          <p:cNvPr id="2273" name="Google Shape;2273;p19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74" name="Google Shape;2274;p19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Font typeface="Lexend"/>
              <a:buNone/>
              <a:defRPr sz="1800">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grpSp>
        <p:nvGrpSpPr>
          <p:cNvPr id="2275" name="Google Shape;2275;p197"/>
          <p:cNvGrpSpPr/>
          <p:nvPr/>
        </p:nvGrpSpPr>
        <p:grpSpPr>
          <a:xfrm>
            <a:off x="6156975" y="0"/>
            <a:ext cx="2987025" cy="3854074"/>
            <a:chOff x="6156975" y="0"/>
            <a:chExt cx="2987025" cy="3854074"/>
          </a:xfrm>
        </p:grpSpPr>
        <p:pic>
          <p:nvPicPr>
            <p:cNvPr id="2276" name="Google Shape;2276;p19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277" name="Google Shape;2277;p19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278" name="Google Shape;2278;p197"/>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2279" name="Google Shape;2279;p197"/>
          <p:cNvPicPr preferRelativeResize="0"/>
          <p:nvPr/>
        </p:nvPicPr>
        <p:blipFill rotWithShape="1">
          <a:blip r:embed="rId5">
            <a:alphaModFix/>
          </a:blip>
          <a:srcRect b="0" l="0" r="0" t="0"/>
          <a:stretch/>
        </p:blipFill>
        <p:spPr>
          <a:xfrm>
            <a:off x="7690424" y="4098434"/>
            <a:ext cx="1052750" cy="4828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280" name="Shape 2280"/>
        <p:cNvGrpSpPr/>
        <p:nvPr/>
      </p:nvGrpSpPr>
      <p:grpSpPr>
        <a:xfrm>
          <a:off x="0" y="0"/>
          <a:ext cx="0" cy="0"/>
          <a:chOff x="0" y="0"/>
          <a:chExt cx="0" cy="0"/>
        </a:xfrm>
      </p:grpSpPr>
      <p:pic>
        <p:nvPicPr>
          <p:cNvPr id="2281" name="Google Shape;2281;p19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82" name="Google Shape;2282;p19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283" name="Google Shape;2283;p19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84" name="Google Shape;2284;p19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Biology</a:t>
            </a:r>
            <a:endParaRPr b="1" sz="1700">
              <a:solidFill>
                <a:schemeClr val="dk1"/>
              </a:solidFill>
              <a:latin typeface="Lexend"/>
              <a:ea typeface="Lexend"/>
              <a:cs typeface="Lexend"/>
              <a:sym typeface="Lexend"/>
            </a:endParaRPr>
          </a:p>
        </p:txBody>
      </p:sp>
      <p:pic>
        <p:nvPicPr>
          <p:cNvPr id="2285" name="Google Shape;2285;p19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286" name="Google Shape;2286;p19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87" name="Google Shape;2287;p19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288" name="Shape 2288"/>
        <p:cNvGrpSpPr/>
        <p:nvPr/>
      </p:nvGrpSpPr>
      <p:grpSpPr>
        <a:xfrm>
          <a:off x="0" y="0"/>
          <a:ext cx="0" cy="0"/>
          <a:chOff x="0" y="0"/>
          <a:chExt cx="0" cy="0"/>
        </a:xfrm>
      </p:grpSpPr>
      <p:pic>
        <p:nvPicPr>
          <p:cNvPr id="2289" name="Google Shape;2289;p199"/>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2290" name="Google Shape;2290;p19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91" name="Google Shape;2291;p19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Chemistry</a:t>
            </a:r>
            <a:endParaRPr b="1" sz="1700">
              <a:solidFill>
                <a:schemeClr val="dk1"/>
              </a:solidFill>
              <a:latin typeface="Lexend"/>
              <a:ea typeface="Lexend"/>
              <a:cs typeface="Lexend"/>
              <a:sym typeface="Lexend"/>
            </a:endParaRPr>
          </a:p>
        </p:txBody>
      </p:sp>
      <p:pic>
        <p:nvPicPr>
          <p:cNvPr id="2292" name="Google Shape;2292;p19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293" name="Google Shape;2293;p19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294" name="Google Shape;2294;p19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95" name="Google Shape;2295;p19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2296" name="Shape 2296"/>
        <p:cNvGrpSpPr/>
        <p:nvPr/>
      </p:nvGrpSpPr>
      <p:grpSpPr>
        <a:xfrm>
          <a:off x="0" y="0"/>
          <a:ext cx="0" cy="0"/>
          <a:chOff x="0" y="0"/>
          <a:chExt cx="0" cy="0"/>
        </a:xfrm>
      </p:grpSpPr>
      <p:pic>
        <p:nvPicPr>
          <p:cNvPr id="2297" name="Google Shape;2297;p200"/>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2298" name="Google Shape;2298;p20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99" name="Google Shape;2299;p20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Citizenship</a:t>
            </a:r>
            <a:endParaRPr b="1" sz="1700">
              <a:solidFill>
                <a:schemeClr val="dk1"/>
              </a:solidFill>
              <a:latin typeface="Lexend"/>
              <a:ea typeface="Lexend"/>
              <a:cs typeface="Lexend"/>
              <a:sym typeface="Lexend"/>
            </a:endParaRPr>
          </a:p>
        </p:txBody>
      </p:sp>
      <p:pic>
        <p:nvPicPr>
          <p:cNvPr id="2300" name="Google Shape;2300;p20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01" name="Google Shape;2301;p200"/>
          <p:cNvGrpSpPr/>
          <p:nvPr/>
        </p:nvGrpSpPr>
        <p:grpSpPr>
          <a:xfrm>
            <a:off x="6156975" y="0"/>
            <a:ext cx="2987025" cy="3854074"/>
            <a:chOff x="6156975" y="0"/>
            <a:chExt cx="2987025" cy="3854074"/>
          </a:xfrm>
        </p:grpSpPr>
        <p:pic>
          <p:nvPicPr>
            <p:cNvPr id="2302" name="Google Shape;2302;p20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03" name="Google Shape;2303;p20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304" name="Google Shape;2304;p200"/>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2305" name="Google Shape;2305;p20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06" name="Google Shape;2306;p20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2307" name="Shape 2307"/>
        <p:cNvGrpSpPr/>
        <p:nvPr/>
      </p:nvGrpSpPr>
      <p:grpSpPr>
        <a:xfrm>
          <a:off x="0" y="0"/>
          <a:ext cx="0" cy="0"/>
          <a:chOff x="0" y="0"/>
          <a:chExt cx="0" cy="0"/>
        </a:xfrm>
      </p:grpSpPr>
      <p:pic>
        <p:nvPicPr>
          <p:cNvPr id="2308" name="Google Shape;2308;p201"/>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2309" name="Google Shape;2309;p20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10" name="Google Shape;2310;p20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Computing</a:t>
            </a:r>
            <a:endParaRPr b="1" sz="1700">
              <a:solidFill>
                <a:schemeClr val="dk1"/>
              </a:solidFill>
              <a:latin typeface="Lexend"/>
              <a:ea typeface="Lexend"/>
              <a:cs typeface="Lexend"/>
              <a:sym typeface="Lexend"/>
            </a:endParaRPr>
          </a:p>
        </p:txBody>
      </p:sp>
      <p:pic>
        <p:nvPicPr>
          <p:cNvPr id="2311" name="Google Shape;2311;p20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12" name="Google Shape;2312;p201"/>
          <p:cNvGrpSpPr/>
          <p:nvPr/>
        </p:nvGrpSpPr>
        <p:grpSpPr>
          <a:xfrm>
            <a:off x="6156975" y="0"/>
            <a:ext cx="2987025" cy="3854074"/>
            <a:chOff x="6156975" y="0"/>
            <a:chExt cx="2987025" cy="3854074"/>
          </a:xfrm>
        </p:grpSpPr>
        <p:pic>
          <p:nvPicPr>
            <p:cNvPr id="2313" name="Google Shape;2313;p20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14" name="Google Shape;2314;p20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315" name="Google Shape;2315;p20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16" name="Google Shape;2316;p20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317" name="Google Shape;2317;p201"/>
          <p:cNvPicPr preferRelativeResize="0"/>
          <p:nvPr/>
        </p:nvPicPr>
        <p:blipFill>
          <a:blip r:embed="rId5">
            <a:alphaModFix/>
          </a:blip>
          <a:stretch>
            <a:fillRect/>
          </a:stretch>
        </p:blipFill>
        <p:spPr>
          <a:xfrm rot="-390000">
            <a:off x="6567499" y="723791"/>
            <a:ext cx="2520000" cy="2520000"/>
          </a:xfrm>
          <a:prstGeom prst="rect">
            <a:avLst/>
          </a:prstGeom>
          <a:noFill/>
          <a:ln>
            <a:noFill/>
          </a:ln>
        </p:spPr>
      </p:pic>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oking and nutrition" showMasterSp="0">
  <p:cSld name="Title Slide 2_1_1_1_1_1_1_1_1_1_1_3_1">
    <p:bg>
      <p:bgPr>
        <a:solidFill>
          <a:srgbClr val="BEF2BD"/>
        </a:solidFill>
      </p:bgPr>
    </p:bg>
    <p:spTree>
      <p:nvGrpSpPr>
        <p:cNvPr id="2318" name="Shape 2318"/>
        <p:cNvGrpSpPr/>
        <p:nvPr/>
      </p:nvGrpSpPr>
      <p:grpSpPr>
        <a:xfrm>
          <a:off x="0" y="0"/>
          <a:ext cx="0" cy="0"/>
          <a:chOff x="0" y="0"/>
          <a:chExt cx="0" cy="0"/>
        </a:xfrm>
      </p:grpSpPr>
      <p:pic>
        <p:nvPicPr>
          <p:cNvPr id="2319" name="Google Shape;2319;p202"/>
          <p:cNvPicPr preferRelativeResize="0"/>
          <p:nvPr/>
        </p:nvPicPr>
        <p:blipFill rotWithShape="1">
          <a:blip r:embed="rId2">
            <a:alphaModFix/>
          </a:blip>
          <a:srcRect b="0" l="6209" r="6209" t="0"/>
          <a:stretch/>
        </p:blipFill>
        <p:spPr>
          <a:xfrm>
            <a:off x="324000" y="4008600"/>
            <a:ext cx="2563200" cy="128000"/>
          </a:xfrm>
          <a:prstGeom prst="rect">
            <a:avLst/>
          </a:prstGeom>
          <a:noFill/>
          <a:ln>
            <a:noFill/>
          </a:ln>
        </p:spPr>
      </p:pic>
      <p:sp>
        <p:nvSpPr>
          <p:cNvPr id="2320" name="Google Shape;2320;p20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21" name="Google Shape;2321;p202"/>
          <p:cNvSpPr txBox="1"/>
          <p:nvPr/>
        </p:nvSpPr>
        <p:spPr>
          <a:xfrm>
            <a:off x="323850" y="3781525"/>
            <a:ext cx="350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Cooking and nutrition</a:t>
            </a:r>
            <a:endParaRPr b="1" sz="1700">
              <a:solidFill>
                <a:schemeClr val="dk1"/>
              </a:solidFill>
              <a:latin typeface="Lexend"/>
              <a:ea typeface="Lexend"/>
              <a:cs typeface="Lexend"/>
              <a:sym typeface="Lexend"/>
            </a:endParaRPr>
          </a:p>
        </p:txBody>
      </p:sp>
      <p:pic>
        <p:nvPicPr>
          <p:cNvPr id="2322" name="Google Shape;2322;p20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23" name="Google Shape;2323;p202"/>
          <p:cNvGrpSpPr/>
          <p:nvPr/>
        </p:nvGrpSpPr>
        <p:grpSpPr>
          <a:xfrm>
            <a:off x="6156975" y="0"/>
            <a:ext cx="2987025" cy="3854074"/>
            <a:chOff x="6156975" y="0"/>
            <a:chExt cx="2987025" cy="3854074"/>
          </a:xfrm>
        </p:grpSpPr>
        <p:pic>
          <p:nvPicPr>
            <p:cNvPr id="2324" name="Google Shape;2324;p20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25" name="Google Shape;2325;p20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326" name="Google Shape;2326;p20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27" name="Google Shape;2327;p20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328" name="Google Shape;2328;p202"/>
          <p:cNvPicPr preferRelativeResize="0"/>
          <p:nvPr/>
        </p:nvPicPr>
        <p:blipFill>
          <a:blip r:embed="rId5">
            <a:alphaModFix/>
          </a:blip>
          <a:stretch>
            <a:fillRect/>
          </a:stretch>
        </p:blipFill>
        <p:spPr>
          <a:xfrm rot="-359995">
            <a:off x="6646318" y="1007366"/>
            <a:ext cx="2202009" cy="1796647"/>
          </a:xfrm>
          <a:prstGeom prst="rect">
            <a:avLst/>
          </a:prstGeom>
          <a:noFill/>
          <a:ln>
            <a:noFill/>
          </a:ln>
        </p:spPr>
      </p:pic>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2329" name="Shape 2329"/>
        <p:cNvGrpSpPr/>
        <p:nvPr/>
      </p:nvGrpSpPr>
      <p:grpSpPr>
        <a:xfrm>
          <a:off x="0" y="0"/>
          <a:ext cx="0" cy="0"/>
          <a:chOff x="0" y="0"/>
          <a:chExt cx="0" cy="0"/>
        </a:xfrm>
      </p:grpSpPr>
      <p:pic>
        <p:nvPicPr>
          <p:cNvPr id="2330" name="Google Shape;2330;p203"/>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2331" name="Google Shape;2331;p20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32" name="Google Shape;2332;p203"/>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Design and technology</a:t>
            </a:r>
            <a:endParaRPr b="1" sz="1700">
              <a:solidFill>
                <a:schemeClr val="dk1"/>
              </a:solidFill>
              <a:latin typeface="Lexend"/>
              <a:ea typeface="Lexend"/>
              <a:cs typeface="Lexend"/>
              <a:sym typeface="Lexend"/>
            </a:endParaRPr>
          </a:p>
        </p:txBody>
      </p:sp>
      <p:pic>
        <p:nvPicPr>
          <p:cNvPr id="2333" name="Google Shape;2333;p20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34" name="Google Shape;2334;p203"/>
          <p:cNvGrpSpPr/>
          <p:nvPr/>
        </p:nvGrpSpPr>
        <p:grpSpPr>
          <a:xfrm>
            <a:off x="6156975" y="0"/>
            <a:ext cx="2987025" cy="3854074"/>
            <a:chOff x="6156975" y="0"/>
            <a:chExt cx="2987025" cy="3854074"/>
          </a:xfrm>
        </p:grpSpPr>
        <p:pic>
          <p:nvPicPr>
            <p:cNvPr id="2335" name="Google Shape;2335;p20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36" name="Google Shape;2336;p20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337" name="Google Shape;2337;p203"/>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2338" name="Google Shape;2338;p20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39" name="Google Shape;2339;p20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2340" name="Shape 2340"/>
        <p:cNvGrpSpPr/>
        <p:nvPr/>
      </p:nvGrpSpPr>
      <p:grpSpPr>
        <a:xfrm>
          <a:off x="0" y="0"/>
          <a:ext cx="0" cy="0"/>
          <a:chOff x="0" y="0"/>
          <a:chExt cx="0" cy="0"/>
        </a:xfrm>
      </p:grpSpPr>
      <p:pic>
        <p:nvPicPr>
          <p:cNvPr id="2341" name="Google Shape;2341;p204"/>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2342" name="Google Shape;2342;p20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English</a:t>
            </a:r>
            <a:endParaRPr b="1" sz="1700">
              <a:solidFill>
                <a:schemeClr val="dk1"/>
              </a:solidFill>
              <a:latin typeface="Lexend"/>
              <a:ea typeface="Lexend"/>
              <a:cs typeface="Lexend"/>
              <a:sym typeface="Lexend"/>
            </a:endParaRPr>
          </a:p>
        </p:txBody>
      </p:sp>
      <p:sp>
        <p:nvSpPr>
          <p:cNvPr id="2343" name="Google Shape;2343;p204"/>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344" name="Google Shape;2344;p20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345" name="Google Shape;2345;p204"/>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2346" name="Google Shape;2346;p20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47" name="Google Shape;2347;p20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2348" name="Shape 2348"/>
        <p:cNvGrpSpPr/>
        <p:nvPr/>
      </p:nvGrpSpPr>
      <p:grpSpPr>
        <a:xfrm>
          <a:off x="0" y="0"/>
          <a:ext cx="0" cy="0"/>
          <a:chOff x="0" y="0"/>
          <a:chExt cx="0" cy="0"/>
        </a:xfrm>
      </p:grpSpPr>
      <p:pic>
        <p:nvPicPr>
          <p:cNvPr id="2349" name="Google Shape;2349;p205"/>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2350" name="Google Shape;2350;p20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51" name="Google Shape;2351;p20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French</a:t>
            </a:r>
            <a:endParaRPr b="1" sz="1700">
              <a:solidFill>
                <a:schemeClr val="dk1"/>
              </a:solidFill>
              <a:latin typeface="Lexend"/>
              <a:ea typeface="Lexend"/>
              <a:cs typeface="Lexend"/>
              <a:sym typeface="Lexend"/>
            </a:endParaRPr>
          </a:p>
        </p:txBody>
      </p:sp>
      <p:pic>
        <p:nvPicPr>
          <p:cNvPr id="2352" name="Google Shape;2352;p20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53" name="Google Shape;2353;p205"/>
          <p:cNvGrpSpPr/>
          <p:nvPr/>
        </p:nvGrpSpPr>
        <p:grpSpPr>
          <a:xfrm>
            <a:off x="6156975" y="0"/>
            <a:ext cx="2987025" cy="3854074"/>
            <a:chOff x="6156975" y="0"/>
            <a:chExt cx="2987025" cy="3854074"/>
          </a:xfrm>
        </p:grpSpPr>
        <p:pic>
          <p:nvPicPr>
            <p:cNvPr id="2354" name="Google Shape;2354;p20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55" name="Google Shape;2355;p20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356" name="Google Shape;2356;p20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57" name="Google Shape;2357;p20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358" name="Google Shape;2358;p205"/>
          <p:cNvPicPr preferRelativeResize="0"/>
          <p:nvPr/>
        </p:nvPicPr>
        <p:blipFill>
          <a:blip r:embed="rId5">
            <a:alphaModFix/>
          </a:blip>
          <a:stretch>
            <a:fillRect/>
          </a:stretch>
        </p:blipFill>
        <p:spPr>
          <a:xfrm rot="-390000">
            <a:off x="6657352" y="759276"/>
            <a:ext cx="2315647" cy="2315647"/>
          </a:xfrm>
          <a:prstGeom prst="rect">
            <a:avLst/>
          </a:prstGeom>
          <a:noFill/>
          <a:ln>
            <a:noFill/>
          </a:ln>
        </p:spPr>
      </p:pic>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359" name="Shape 2359"/>
        <p:cNvGrpSpPr/>
        <p:nvPr/>
      </p:nvGrpSpPr>
      <p:grpSpPr>
        <a:xfrm>
          <a:off x="0" y="0"/>
          <a:ext cx="0" cy="0"/>
          <a:chOff x="0" y="0"/>
          <a:chExt cx="0" cy="0"/>
        </a:xfrm>
      </p:grpSpPr>
      <p:pic>
        <p:nvPicPr>
          <p:cNvPr id="2360" name="Google Shape;2360;p206"/>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361" name="Google Shape;2361;p206"/>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62" name="Google Shape;2362;p20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63" name="Google Shape;2363;p20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Geography</a:t>
            </a:r>
            <a:endParaRPr b="1" sz="1700">
              <a:solidFill>
                <a:schemeClr val="dk1"/>
              </a:solidFill>
              <a:latin typeface="Lexend"/>
              <a:ea typeface="Lexend"/>
              <a:cs typeface="Lexend"/>
              <a:sym typeface="Lexend"/>
            </a:endParaRPr>
          </a:p>
        </p:txBody>
      </p:sp>
      <p:pic>
        <p:nvPicPr>
          <p:cNvPr id="2364" name="Google Shape;2364;p206"/>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365" name="Google Shape;2365;p20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66" name="Google Shape;2366;p20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2367" name="Shape 2367"/>
        <p:cNvGrpSpPr/>
        <p:nvPr/>
      </p:nvGrpSpPr>
      <p:grpSpPr>
        <a:xfrm>
          <a:off x="0" y="0"/>
          <a:ext cx="0" cy="0"/>
          <a:chOff x="0" y="0"/>
          <a:chExt cx="0" cy="0"/>
        </a:xfrm>
      </p:grpSpPr>
      <p:pic>
        <p:nvPicPr>
          <p:cNvPr id="2368" name="Google Shape;2368;p207"/>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2369" name="Google Shape;2369;p20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70" name="Google Shape;2370;p20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German</a:t>
            </a:r>
            <a:endParaRPr b="1" sz="1700">
              <a:solidFill>
                <a:schemeClr val="dk1"/>
              </a:solidFill>
              <a:latin typeface="Lexend"/>
              <a:ea typeface="Lexend"/>
              <a:cs typeface="Lexend"/>
              <a:sym typeface="Lexend"/>
            </a:endParaRPr>
          </a:p>
        </p:txBody>
      </p:sp>
      <p:pic>
        <p:nvPicPr>
          <p:cNvPr id="2371" name="Google Shape;2371;p20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72" name="Google Shape;2372;p207"/>
          <p:cNvGrpSpPr/>
          <p:nvPr/>
        </p:nvGrpSpPr>
        <p:grpSpPr>
          <a:xfrm>
            <a:off x="6156975" y="0"/>
            <a:ext cx="2987025" cy="3854074"/>
            <a:chOff x="6156975" y="0"/>
            <a:chExt cx="2987025" cy="3854074"/>
          </a:xfrm>
        </p:grpSpPr>
        <p:pic>
          <p:nvPicPr>
            <p:cNvPr id="2373" name="Google Shape;2373;p20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74" name="Google Shape;2374;p20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375" name="Google Shape;2375;p20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76" name="Google Shape;2376;p20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377" name="Google Shape;2377;p207"/>
          <p:cNvPicPr preferRelativeResize="0"/>
          <p:nvPr/>
        </p:nvPicPr>
        <p:blipFill>
          <a:blip r:embed="rId5">
            <a:alphaModFix/>
          </a:blip>
          <a:stretch>
            <a:fillRect/>
          </a:stretch>
        </p:blipFill>
        <p:spPr>
          <a:xfrm rot="-389998">
            <a:off x="6679063" y="775065"/>
            <a:ext cx="2340000" cy="2340000"/>
          </a:xfrm>
          <a:prstGeom prst="rect">
            <a:avLst/>
          </a:prstGeom>
          <a:noFill/>
          <a:ln>
            <a:noFill/>
          </a:ln>
        </p:spPr>
      </p:pic>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2378" name="Shape 2378"/>
        <p:cNvGrpSpPr/>
        <p:nvPr/>
      </p:nvGrpSpPr>
      <p:grpSpPr>
        <a:xfrm>
          <a:off x="0" y="0"/>
          <a:ext cx="0" cy="0"/>
          <a:chOff x="0" y="0"/>
          <a:chExt cx="0" cy="0"/>
        </a:xfrm>
      </p:grpSpPr>
      <p:pic>
        <p:nvPicPr>
          <p:cNvPr id="2379" name="Google Shape;2379;p20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2380" name="Google Shape;2380;p20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1" name="Google Shape;2381;p20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History</a:t>
            </a:r>
            <a:endParaRPr b="1" sz="1700">
              <a:solidFill>
                <a:schemeClr val="dk1"/>
              </a:solidFill>
              <a:latin typeface="Lexend"/>
              <a:ea typeface="Lexend"/>
              <a:cs typeface="Lexend"/>
              <a:sym typeface="Lexend"/>
            </a:endParaRPr>
          </a:p>
        </p:txBody>
      </p:sp>
      <p:pic>
        <p:nvPicPr>
          <p:cNvPr id="2382" name="Google Shape;2382;p20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383" name="Google Shape;2383;p208"/>
          <p:cNvGrpSpPr/>
          <p:nvPr/>
        </p:nvGrpSpPr>
        <p:grpSpPr>
          <a:xfrm>
            <a:off x="6156975" y="0"/>
            <a:ext cx="2987025" cy="3854074"/>
            <a:chOff x="6156975" y="0"/>
            <a:chExt cx="2987025" cy="3854074"/>
          </a:xfrm>
        </p:grpSpPr>
        <p:pic>
          <p:nvPicPr>
            <p:cNvPr id="2384" name="Google Shape;2384;p20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385" name="Google Shape;2385;p208"/>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6" name="Google Shape;2386;p208"/>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2387" name="Google Shape;2387;p20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88" name="Google Shape;2388;p20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2389" name="Shape 2389"/>
        <p:cNvGrpSpPr/>
        <p:nvPr/>
      </p:nvGrpSpPr>
      <p:grpSpPr>
        <a:xfrm>
          <a:off x="0" y="0"/>
          <a:ext cx="0" cy="0"/>
          <a:chOff x="0" y="0"/>
          <a:chExt cx="0" cy="0"/>
        </a:xfrm>
      </p:grpSpPr>
      <p:pic>
        <p:nvPicPr>
          <p:cNvPr id="2390" name="Google Shape;2390;p209"/>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2391" name="Google Shape;2391;p20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92" name="Google Shape;2392;p20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Maths</a:t>
            </a:r>
            <a:endParaRPr b="1" sz="1700">
              <a:solidFill>
                <a:schemeClr val="dk1"/>
              </a:solidFill>
              <a:latin typeface="Lexend"/>
              <a:ea typeface="Lexend"/>
              <a:cs typeface="Lexend"/>
              <a:sym typeface="Lexend"/>
            </a:endParaRPr>
          </a:p>
        </p:txBody>
      </p:sp>
      <p:pic>
        <p:nvPicPr>
          <p:cNvPr id="2393" name="Google Shape;2393;p20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394" name="Google Shape;2394;p209"/>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2395" name="Google Shape;2395;p20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396" name="Google Shape;2396;p20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2397" name="Shape 2397"/>
        <p:cNvGrpSpPr/>
        <p:nvPr/>
      </p:nvGrpSpPr>
      <p:grpSpPr>
        <a:xfrm>
          <a:off x="0" y="0"/>
          <a:ext cx="0" cy="0"/>
          <a:chOff x="0" y="0"/>
          <a:chExt cx="0" cy="0"/>
        </a:xfrm>
      </p:grpSpPr>
      <p:pic>
        <p:nvPicPr>
          <p:cNvPr id="2398" name="Google Shape;2398;p210"/>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2399" name="Google Shape;2399;p2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0" name="Google Shape;2400;p2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Music</a:t>
            </a:r>
            <a:endParaRPr b="1" sz="1700">
              <a:solidFill>
                <a:schemeClr val="dk1"/>
              </a:solidFill>
              <a:latin typeface="Lexend"/>
              <a:ea typeface="Lexend"/>
              <a:cs typeface="Lexend"/>
              <a:sym typeface="Lexend"/>
            </a:endParaRPr>
          </a:p>
        </p:txBody>
      </p:sp>
      <p:pic>
        <p:nvPicPr>
          <p:cNvPr id="2401" name="Google Shape;2401;p21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2402" name="Google Shape;2402;p210"/>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2403" name="Google Shape;2403;p2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04" name="Google Shape;2404;p2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2405" name="Shape 2405"/>
        <p:cNvGrpSpPr/>
        <p:nvPr/>
      </p:nvGrpSpPr>
      <p:grpSpPr>
        <a:xfrm>
          <a:off x="0" y="0"/>
          <a:ext cx="0" cy="0"/>
          <a:chOff x="0" y="0"/>
          <a:chExt cx="0" cy="0"/>
        </a:xfrm>
      </p:grpSpPr>
      <p:pic>
        <p:nvPicPr>
          <p:cNvPr id="2406" name="Google Shape;2406;p211"/>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2407" name="Google Shape;2407;p2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8" name="Google Shape;2408;p211"/>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Physical education</a:t>
            </a:r>
            <a:endParaRPr b="1" sz="1700">
              <a:solidFill>
                <a:schemeClr val="dk1"/>
              </a:solidFill>
              <a:latin typeface="Lexend"/>
              <a:ea typeface="Lexend"/>
              <a:cs typeface="Lexend"/>
              <a:sym typeface="Lexend"/>
            </a:endParaRPr>
          </a:p>
        </p:txBody>
      </p:sp>
      <p:pic>
        <p:nvPicPr>
          <p:cNvPr id="2409" name="Google Shape;2409;p2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10" name="Google Shape;2410;p211"/>
          <p:cNvGrpSpPr/>
          <p:nvPr/>
        </p:nvGrpSpPr>
        <p:grpSpPr>
          <a:xfrm>
            <a:off x="6156975" y="0"/>
            <a:ext cx="2987025" cy="3854074"/>
            <a:chOff x="6156975" y="0"/>
            <a:chExt cx="2987025" cy="3854074"/>
          </a:xfrm>
        </p:grpSpPr>
        <p:pic>
          <p:nvPicPr>
            <p:cNvPr id="2411" name="Google Shape;2411;p2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12" name="Google Shape;2412;p2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413" name="Google Shape;2413;p2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14" name="Google Shape;2414;p2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415" name="Google Shape;2415;p211"/>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2416" name="Shape 2416"/>
        <p:cNvGrpSpPr/>
        <p:nvPr/>
      </p:nvGrpSpPr>
      <p:grpSpPr>
        <a:xfrm>
          <a:off x="0" y="0"/>
          <a:ext cx="0" cy="0"/>
          <a:chOff x="0" y="0"/>
          <a:chExt cx="0" cy="0"/>
        </a:xfrm>
      </p:grpSpPr>
      <p:pic>
        <p:nvPicPr>
          <p:cNvPr id="2417" name="Google Shape;2417;p2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2418" name="Google Shape;2418;p2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19" name="Google Shape;2419;p2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Physics</a:t>
            </a:r>
            <a:endParaRPr b="1" sz="1700">
              <a:solidFill>
                <a:schemeClr val="dk1"/>
              </a:solidFill>
              <a:latin typeface="Lexend"/>
              <a:ea typeface="Lexend"/>
              <a:cs typeface="Lexend"/>
              <a:sym typeface="Lexend"/>
            </a:endParaRPr>
          </a:p>
        </p:txBody>
      </p:sp>
      <p:pic>
        <p:nvPicPr>
          <p:cNvPr id="2420" name="Google Shape;2420;p2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21" name="Google Shape;2421;p212"/>
          <p:cNvGrpSpPr/>
          <p:nvPr/>
        </p:nvGrpSpPr>
        <p:grpSpPr>
          <a:xfrm>
            <a:off x="6156975" y="0"/>
            <a:ext cx="2987025" cy="3854074"/>
            <a:chOff x="6156975" y="0"/>
            <a:chExt cx="2987025" cy="3854074"/>
          </a:xfrm>
        </p:grpSpPr>
        <p:pic>
          <p:nvPicPr>
            <p:cNvPr id="2422" name="Google Shape;2422;p2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23" name="Google Shape;2423;p212"/>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24" name="Google Shape;2424;p212"/>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2425" name="Google Shape;2425;p2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26" name="Google Shape;2426;p2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2427" name="Shape 2427"/>
        <p:cNvGrpSpPr/>
        <p:nvPr/>
      </p:nvGrpSpPr>
      <p:grpSpPr>
        <a:xfrm>
          <a:off x="0" y="0"/>
          <a:ext cx="0" cy="0"/>
          <a:chOff x="0" y="0"/>
          <a:chExt cx="0" cy="0"/>
        </a:xfrm>
      </p:grpSpPr>
      <p:pic>
        <p:nvPicPr>
          <p:cNvPr id="2428" name="Google Shape;2428;p213"/>
          <p:cNvPicPr preferRelativeResize="0"/>
          <p:nvPr/>
        </p:nvPicPr>
        <p:blipFill rotWithShape="1">
          <a:blip r:embed="rId2">
            <a:alphaModFix/>
          </a:blip>
          <a:srcRect b="0" l="6209" r="6209" t="0"/>
          <a:stretch/>
        </p:blipFill>
        <p:spPr>
          <a:xfrm>
            <a:off x="324000" y="4008600"/>
            <a:ext cx="1360800" cy="128000"/>
          </a:xfrm>
          <a:prstGeom prst="rect">
            <a:avLst/>
          </a:prstGeom>
          <a:noFill/>
          <a:ln>
            <a:noFill/>
          </a:ln>
        </p:spPr>
      </p:pic>
      <p:sp>
        <p:nvSpPr>
          <p:cNvPr id="2429" name="Google Shape;2429;p2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30" name="Google Shape;2430;p213"/>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RHE (PSHE)</a:t>
            </a:r>
            <a:endParaRPr b="1" sz="1700">
              <a:solidFill>
                <a:schemeClr val="dk1"/>
              </a:solidFill>
              <a:latin typeface="Lexend"/>
              <a:ea typeface="Lexend"/>
              <a:cs typeface="Lexend"/>
              <a:sym typeface="Lexend"/>
            </a:endParaRPr>
          </a:p>
        </p:txBody>
      </p:sp>
      <p:pic>
        <p:nvPicPr>
          <p:cNvPr id="2431" name="Google Shape;2431;p2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32" name="Google Shape;2432;p213"/>
          <p:cNvGrpSpPr/>
          <p:nvPr/>
        </p:nvGrpSpPr>
        <p:grpSpPr>
          <a:xfrm>
            <a:off x="6156975" y="0"/>
            <a:ext cx="2987025" cy="3854074"/>
            <a:chOff x="6156975" y="0"/>
            <a:chExt cx="2987025" cy="3854074"/>
          </a:xfrm>
        </p:grpSpPr>
        <p:pic>
          <p:nvPicPr>
            <p:cNvPr id="2433" name="Google Shape;2433;p21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34" name="Google Shape;2434;p21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435" name="Google Shape;2435;p213"/>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2436" name="Google Shape;2436;p2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37" name="Google Shape;2437;p2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Font typeface="Lexend"/>
              <a:buNone/>
              <a:defRPr sz="1800">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2438" name="Shape 2438"/>
        <p:cNvGrpSpPr/>
        <p:nvPr/>
      </p:nvGrpSpPr>
      <p:grpSpPr>
        <a:xfrm>
          <a:off x="0" y="0"/>
          <a:ext cx="0" cy="0"/>
          <a:chOff x="0" y="0"/>
          <a:chExt cx="0" cy="0"/>
        </a:xfrm>
      </p:grpSpPr>
      <p:pic>
        <p:nvPicPr>
          <p:cNvPr id="2439" name="Google Shape;2439;p214"/>
          <p:cNvPicPr preferRelativeResize="0"/>
          <p:nvPr/>
        </p:nvPicPr>
        <p:blipFill rotWithShape="1">
          <a:blip r:embed="rId2">
            <a:alphaModFix/>
          </a:blip>
          <a:srcRect b="0" l="6209" r="6209" t="0"/>
          <a:stretch/>
        </p:blipFill>
        <p:spPr>
          <a:xfrm>
            <a:off x="324000" y="4008600"/>
            <a:ext cx="1511900" cy="128000"/>
          </a:xfrm>
          <a:prstGeom prst="rect">
            <a:avLst/>
          </a:prstGeom>
          <a:noFill/>
          <a:ln>
            <a:noFill/>
          </a:ln>
        </p:spPr>
      </p:pic>
      <p:sp>
        <p:nvSpPr>
          <p:cNvPr id="2440" name="Google Shape;2440;p2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41" name="Google Shape;2441;p214"/>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RSHE (PSHE)</a:t>
            </a:r>
            <a:endParaRPr b="1" sz="1700">
              <a:solidFill>
                <a:schemeClr val="dk1"/>
              </a:solidFill>
              <a:latin typeface="Lexend"/>
              <a:ea typeface="Lexend"/>
              <a:cs typeface="Lexend"/>
              <a:sym typeface="Lexend"/>
            </a:endParaRPr>
          </a:p>
        </p:txBody>
      </p:sp>
      <p:pic>
        <p:nvPicPr>
          <p:cNvPr id="2442" name="Google Shape;2442;p2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43" name="Google Shape;2443;p214"/>
          <p:cNvGrpSpPr/>
          <p:nvPr/>
        </p:nvGrpSpPr>
        <p:grpSpPr>
          <a:xfrm>
            <a:off x="6156975" y="0"/>
            <a:ext cx="2987025" cy="3854074"/>
            <a:chOff x="6156975" y="0"/>
            <a:chExt cx="2987025" cy="3854074"/>
          </a:xfrm>
        </p:grpSpPr>
        <p:pic>
          <p:nvPicPr>
            <p:cNvPr id="2444" name="Google Shape;2444;p21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45" name="Google Shape;2445;p214"/>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446" name="Google Shape;2446;p214"/>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2447" name="Google Shape;2447;p2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48" name="Google Shape;2448;p2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2449" name="Shape 2449"/>
        <p:cNvGrpSpPr/>
        <p:nvPr/>
      </p:nvGrpSpPr>
      <p:grpSpPr>
        <a:xfrm>
          <a:off x="0" y="0"/>
          <a:ext cx="0" cy="0"/>
          <a:chOff x="0" y="0"/>
          <a:chExt cx="0" cy="0"/>
        </a:xfrm>
      </p:grpSpPr>
      <p:pic>
        <p:nvPicPr>
          <p:cNvPr id="2450" name="Google Shape;2450;p215"/>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2451" name="Google Shape;2451;p2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52" name="Google Shape;2452;p215"/>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Religious education</a:t>
            </a:r>
            <a:endParaRPr b="1" sz="1700">
              <a:solidFill>
                <a:schemeClr val="dk1"/>
              </a:solidFill>
              <a:latin typeface="Lexend"/>
              <a:ea typeface="Lexend"/>
              <a:cs typeface="Lexend"/>
              <a:sym typeface="Lexend"/>
            </a:endParaRPr>
          </a:p>
        </p:txBody>
      </p:sp>
      <p:pic>
        <p:nvPicPr>
          <p:cNvPr id="2453" name="Google Shape;2453;p2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54" name="Google Shape;2454;p215"/>
          <p:cNvGrpSpPr/>
          <p:nvPr/>
        </p:nvGrpSpPr>
        <p:grpSpPr>
          <a:xfrm>
            <a:off x="6156975" y="0"/>
            <a:ext cx="2987025" cy="3854074"/>
            <a:chOff x="6156975" y="0"/>
            <a:chExt cx="2987025" cy="3854074"/>
          </a:xfrm>
        </p:grpSpPr>
        <p:pic>
          <p:nvPicPr>
            <p:cNvPr id="2455" name="Google Shape;2455;p2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56" name="Google Shape;2456;p2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457" name="Google Shape;2457;p215"/>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2458" name="Google Shape;2458;p2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59" name="Google Shape;2459;p2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2460" name="Shape 2460"/>
        <p:cNvGrpSpPr/>
        <p:nvPr/>
      </p:nvGrpSpPr>
      <p:grpSpPr>
        <a:xfrm>
          <a:off x="0" y="0"/>
          <a:ext cx="0" cy="0"/>
          <a:chOff x="0" y="0"/>
          <a:chExt cx="0" cy="0"/>
        </a:xfrm>
      </p:grpSpPr>
      <p:sp>
        <p:nvSpPr>
          <p:cNvPr id="2461" name="Google Shape;2461;p2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62" name="Google Shape;2462;p2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Science</a:t>
            </a:r>
            <a:endParaRPr b="1" sz="1700">
              <a:solidFill>
                <a:schemeClr val="dk1"/>
              </a:solidFill>
              <a:latin typeface="Lexend"/>
              <a:ea typeface="Lexend"/>
              <a:cs typeface="Lexend"/>
              <a:sym typeface="Lexend"/>
            </a:endParaRPr>
          </a:p>
        </p:txBody>
      </p:sp>
      <p:pic>
        <p:nvPicPr>
          <p:cNvPr id="2463" name="Google Shape;2463;p216"/>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2464" name="Google Shape;2464;p216"/>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2465" name="Google Shape;2465;p216"/>
          <p:cNvGrpSpPr/>
          <p:nvPr/>
        </p:nvGrpSpPr>
        <p:grpSpPr>
          <a:xfrm>
            <a:off x="6156975" y="0"/>
            <a:ext cx="2987025" cy="3854074"/>
            <a:chOff x="6156975" y="0"/>
            <a:chExt cx="2987025" cy="3854074"/>
          </a:xfrm>
        </p:grpSpPr>
        <p:pic>
          <p:nvPicPr>
            <p:cNvPr id="2466" name="Google Shape;2466;p2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67" name="Google Shape;2467;p216"/>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8" name="Google Shape;2468;p216"/>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2469" name="Google Shape;2469;p2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70" name="Google Shape;2470;p2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471" name="Shape 2471"/>
        <p:cNvGrpSpPr/>
        <p:nvPr/>
      </p:nvGrpSpPr>
      <p:grpSpPr>
        <a:xfrm>
          <a:off x="0" y="0"/>
          <a:ext cx="0" cy="0"/>
          <a:chOff x="0" y="0"/>
          <a:chExt cx="0" cy="0"/>
        </a:xfrm>
      </p:grpSpPr>
      <p:pic>
        <p:nvPicPr>
          <p:cNvPr id="2472" name="Google Shape;2472;p217"/>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473" name="Google Shape;2473;p2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74" name="Google Shape;2474;p21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Spanish</a:t>
            </a:r>
            <a:endParaRPr b="1" sz="1700">
              <a:solidFill>
                <a:schemeClr val="dk1"/>
              </a:solidFill>
              <a:latin typeface="Lexend"/>
              <a:ea typeface="Lexend"/>
              <a:cs typeface="Lexend"/>
              <a:sym typeface="Lexend"/>
            </a:endParaRPr>
          </a:p>
        </p:txBody>
      </p:sp>
      <p:pic>
        <p:nvPicPr>
          <p:cNvPr id="2475" name="Google Shape;2475;p2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476" name="Google Shape;2476;p217"/>
          <p:cNvGrpSpPr/>
          <p:nvPr/>
        </p:nvGrpSpPr>
        <p:grpSpPr>
          <a:xfrm>
            <a:off x="6156975" y="0"/>
            <a:ext cx="2987025" cy="3854074"/>
            <a:chOff x="6156975" y="0"/>
            <a:chExt cx="2987025" cy="3854074"/>
          </a:xfrm>
        </p:grpSpPr>
        <p:pic>
          <p:nvPicPr>
            <p:cNvPr id="2477" name="Google Shape;2477;p2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478" name="Google Shape;2478;p2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479" name="Google Shape;2479;p2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480" name="Google Shape;2480;p2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2481" name="Google Shape;2481;p217"/>
          <p:cNvPicPr preferRelativeResize="0"/>
          <p:nvPr/>
        </p:nvPicPr>
        <p:blipFill>
          <a:blip r:embed="rId5">
            <a:alphaModFix/>
          </a:blip>
          <a:stretch>
            <a:fillRect/>
          </a:stretch>
        </p:blipFill>
        <p:spPr>
          <a:xfrm rot="-390001">
            <a:off x="6638540" y="856133"/>
            <a:ext cx="2340000" cy="2340000"/>
          </a:xfrm>
          <a:prstGeom prst="rect">
            <a:avLst/>
          </a:prstGeom>
          <a:noFill/>
          <a:ln>
            <a:noFill/>
          </a:ln>
        </p:spPr>
      </p:pic>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482" name="Shape 2482"/>
        <p:cNvGrpSpPr/>
        <p:nvPr/>
      </p:nvGrpSpPr>
      <p:grpSpPr>
        <a:xfrm>
          <a:off x="0" y="0"/>
          <a:ext cx="0" cy="0"/>
          <a:chOff x="0" y="0"/>
          <a:chExt cx="0" cy="0"/>
        </a:xfrm>
      </p:grpSpPr>
      <p:pic>
        <p:nvPicPr>
          <p:cNvPr id="2483" name="Google Shape;2483;p218"/>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484" name="Google Shape;2484;p218"/>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solidFill>
                  <a:schemeClr val="dk1"/>
                </a:solidFill>
                <a:latin typeface="Lexend"/>
                <a:ea typeface="Lexend"/>
                <a:cs typeface="Lexend"/>
                <a:sym typeface="Lexend"/>
              </a:rPr>
              <a:t>Outcome</a:t>
            </a:r>
            <a:endParaRPr b="1" sz="2800">
              <a:solidFill>
                <a:schemeClr val="dk1"/>
              </a:solidFill>
              <a:latin typeface="Lexend"/>
              <a:ea typeface="Lexend"/>
              <a:cs typeface="Lexend"/>
              <a:sym typeface="Lexend"/>
            </a:endParaRPr>
          </a:p>
        </p:txBody>
      </p:sp>
      <p:sp>
        <p:nvSpPr>
          <p:cNvPr id="2485" name="Google Shape;2485;p218"/>
          <p:cNvSpPr txBox="1"/>
          <p:nvPr>
            <p:ph idx="1" type="subTitle"/>
          </p:nvPr>
        </p:nvSpPr>
        <p:spPr>
          <a:xfrm>
            <a:off x="666000" y="1620000"/>
            <a:ext cx="7270800" cy="25041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bg>
      <p:bgPr>
        <a:solidFill>
          <a:srgbClr val="FFF7CC"/>
        </a:solidFill>
      </p:bgPr>
    </p:bg>
    <p:spTree>
      <p:nvGrpSpPr>
        <p:cNvPr id="2486" name="Shape 2486"/>
        <p:cNvGrpSpPr/>
        <p:nvPr/>
      </p:nvGrpSpPr>
      <p:grpSpPr>
        <a:xfrm>
          <a:off x="0" y="0"/>
          <a:ext cx="0" cy="0"/>
          <a:chOff x="0" y="0"/>
          <a:chExt cx="0" cy="0"/>
        </a:xfrm>
      </p:grpSpPr>
      <p:sp>
        <p:nvSpPr>
          <p:cNvPr id="2487" name="Google Shape;2487;p219"/>
          <p:cNvSpPr/>
          <p:nvPr/>
        </p:nvSpPr>
        <p:spPr>
          <a:xfrm>
            <a:off x="4683800" y="810000"/>
            <a:ext cx="4134600" cy="1163400"/>
          </a:xfrm>
          <a:prstGeom prst="roundRect">
            <a:avLst>
              <a:gd fmla="val 10151"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19"/>
          <p:cNvSpPr/>
          <p:nvPr/>
        </p:nvSpPr>
        <p:spPr>
          <a:xfrm>
            <a:off x="185250" y="810000"/>
            <a:ext cx="4134600" cy="3850200"/>
          </a:xfrm>
          <a:prstGeom prst="roundRect">
            <a:avLst>
              <a:gd fmla="val 2796"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19"/>
          <p:cNvSpPr txBox="1"/>
          <p:nvPr/>
        </p:nvSpPr>
        <p:spPr>
          <a:xfrm>
            <a:off x="325475" y="1245050"/>
            <a:ext cx="3998700" cy="461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Oak’s lessons are structured around </a:t>
            </a:r>
            <a:r>
              <a:rPr b="1" lang="en-GB" sz="1200">
                <a:solidFill>
                  <a:schemeClr val="dk1"/>
                </a:solidFill>
                <a:latin typeface="Lexend"/>
                <a:ea typeface="Lexend"/>
                <a:cs typeface="Lexend"/>
                <a:sym typeface="Lexend"/>
              </a:rPr>
              <a:t>learning cycles</a:t>
            </a:r>
            <a:r>
              <a:rPr i="1" lang="en-GB" sz="1200">
                <a:solidFill>
                  <a:schemeClr val="dk1"/>
                </a:solidFill>
                <a:latin typeface="Lexend"/>
                <a:ea typeface="Lexend"/>
                <a:cs typeface="Lexend"/>
                <a:sym typeface="Lexend"/>
              </a:rPr>
              <a:t>.</a:t>
            </a:r>
            <a:r>
              <a:rPr lang="en-GB" sz="1200">
                <a:solidFill>
                  <a:schemeClr val="dk1"/>
                </a:solidFill>
                <a:latin typeface="Lexend"/>
                <a:ea typeface="Lexend"/>
                <a:cs typeface="Lexend"/>
                <a:sym typeface="Lexend"/>
              </a:rPr>
              <a:t> These are indicated through colour in the slide deck:</a:t>
            </a:r>
            <a:endParaRPr sz="1200">
              <a:solidFill>
                <a:schemeClr val="dk1"/>
              </a:solidFill>
              <a:latin typeface="Lexend"/>
              <a:ea typeface="Lexend"/>
              <a:cs typeface="Lexend"/>
              <a:sym typeface="Lexend"/>
            </a:endParaRPr>
          </a:p>
        </p:txBody>
      </p:sp>
      <p:sp>
        <p:nvSpPr>
          <p:cNvPr id="2490" name="Google Shape;2490;p219"/>
          <p:cNvSpPr txBox="1"/>
          <p:nvPr/>
        </p:nvSpPr>
        <p:spPr>
          <a:xfrm>
            <a:off x="32547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Oak’s lesson structure</a:t>
            </a:r>
            <a:endParaRPr b="1" sz="1600">
              <a:solidFill>
                <a:schemeClr val="dk1"/>
              </a:solidFill>
              <a:latin typeface="Lexend"/>
              <a:ea typeface="Lexend"/>
              <a:cs typeface="Lexend"/>
              <a:sym typeface="Lexend"/>
            </a:endParaRPr>
          </a:p>
        </p:txBody>
      </p:sp>
      <p:sp>
        <p:nvSpPr>
          <p:cNvPr id="2491" name="Google Shape;2491;p219"/>
          <p:cNvSpPr txBox="1"/>
          <p:nvPr/>
        </p:nvSpPr>
        <p:spPr>
          <a:xfrm>
            <a:off x="482412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Useful links</a:t>
            </a:r>
            <a:endParaRPr b="1" sz="1600">
              <a:solidFill>
                <a:schemeClr val="dk1"/>
              </a:solidFill>
              <a:latin typeface="Lexend"/>
              <a:ea typeface="Lexend"/>
              <a:cs typeface="Lexend"/>
              <a:sym typeface="Lexend"/>
            </a:endParaRPr>
          </a:p>
        </p:txBody>
      </p:sp>
      <p:sp>
        <p:nvSpPr>
          <p:cNvPr id="2492" name="Google Shape;2492;p219"/>
          <p:cNvSpPr txBox="1"/>
          <p:nvPr/>
        </p:nvSpPr>
        <p:spPr>
          <a:xfrm>
            <a:off x="325475" y="3407125"/>
            <a:ext cx="39987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Each</a:t>
            </a:r>
            <a:r>
              <a:rPr b="1" lang="en-GB" sz="1200">
                <a:solidFill>
                  <a:schemeClr val="dk1"/>
                </a:solidFill>
                <a:latin typeface="Lexend"/>
                <a:ea typeface="Lexend"/>
                <a:cs typeface="Lexend"/>
                <a:sym typeface="Lexend"/>
              </a:rPr>
              <a:t> learning cycle</a:t>
            </a:r>
            <a:r>
              <a:rPr lang="en-GB" sz="1200">
                <a:solidFill>
                  <a:schemeClr val="dk1"/>
                </a:solidFill>
                <a:latin typeface="Lexend"/>
                <a:ea typeface="Lexend"/>
                <a:cs typeface="Lexend"/>
                <a:sym typeface="Lexend"/>
              </a:rPr>
              <a:t> covers several phases:</a:t>
            </a:r>
            <a:endParaRPr sz="1200">
              <a:solidFill>
                <a:schemeClr val="dk1"/>
              </a:solidFill>
              <a:latin typeface="Lexend"/>
              <a:ea typeface="Lexend"/>
              <a:cs typeface="Lexend"/>
              <a:sym typeface="Lexend"/>
            </a:endParaRPr>
          </a:p>
        </p:txBody>
      </p:sp>
      <p:pic>
        <p:nvPicPr>
          <p:cNvPr id="2493" name="Google Shape;2493;p219"/>
          <p:cNvPicPr preferRelativeResize="0"/>
          <p:nvPr/>
        </p:nvPicPr>
        <p:blipFill rotWithShape="1">
          <a:blip r:embed="rId2">
            <a:alphaModFix/>
          </a:blip>
          <a:srcRect b="71084" l="3912" r="56768" t="0"/>
          <a:stretch/>
        </p:blipFill>
        <p:spPr>
          <a:xfrm>
            <a:off x="382600" y="3725750"/>
            <a:ext cx="841850" cy="364800"/>
          </a:xfrm>
          <a:prstGeom prst="rect">
            <a:avLst/>
          </a:prstGeom>
          <a:noFill/>
          <a:ln>
            <a:noFill/>
          </a:ln>
        </p:spPr>
      </p:pic>
      <p:pic>
        <p:nvPicPr>
          <p:cNvPr id="2494" name="Google Shape;2494;p219"/>
          <p:cNvPicPr preferRelativeResize="0"/>
          <p:nvPr/>
        </p:nvPicPr>
        <p:blipFill rotWithShape="1">
          <a:blip r:embed="rId2">
            <a:alphaModFix/>
          </a:blip>
          <a:srcRect b="71902" l="62493" r="7303" t="2791"/>
          <a:stretch/>
        </p:blipFill>
        <p:spPr>
          <a:xfrm>
            <a:off x="1322300" y="3754900"/>
            <a:ext cx="688050" cy="339675"/>
          </a:xfrm>
          <a:prstGeom prst="rect">
            <a:avLst/>
          </a:prstGeom>
          <a:noFill/>
          <a:ln>
            <a:noFill/>
          </a:ln>
        </p:spPr>
      </p:pic>
      <p:pic>
        <p:nvPicPr>
          <p:cNvPr id="2495" name="Google Shape;2495;p219"/>
          <p:cNvPicPr preferRelativeResize="0"/>
          <p:nvPr/>
        </p:nvPicPr>
        <p:blipFill rotWithShape="1">
          <a:blip r:embed="rId2">
            <a:alphaModFix/>
          </a:blip>
          <a:srcRect b="19543" l="6196" r="59088" t="51182"/>
          <a:stretch/>
        </p:blipFill>
        <p:spPr>
          <a:xfrm>
            <a:off x="2108188" y="3710946"/>
            <a:ext cx="743275" cy="369300"/>
          </a:xfrm>
          <a:prstGeom prst="rect">
            <a:avLst/>
          </a:prstGeom>
          <a:noFill/>
          <a:ln>
            <a:noFill/>
          </a:ln>
        </p:spPr>
      </p:pic>
      <p:pic>
        <p:nvPicPr>
          <p:cNvPr id="2496" name="Google Shape;2496;p219"/>
          <p:cNvPicPr preferRelativeResize="0"/>
          <p:nvPr/>
        </p:nvPicPr>
        <p:blipFill rotWithShape="1">
          <a:blip r:embed="rId2">
            <a:alphaModFix/>
          </a:blip>
          <a:srcRect b="19543" l="58433" r="3864" t="51182"/>
          <a:stretch/>
        </p:blipFill>
        <p:spPr>
          <a:xfrm>
            <a:off x="2989750" y="3725750"/>
            <a:ext cx="807200" cy="369300"/>
          </a:xfrm>
          <a:prstGeom prst="rect">
            <a:avLst/>
          </a:prstGeom>
          <a:noFill/>
          <a:ln>
            <a:noFill/>
          </a:ln>
        </p:spPr>
      </p:pic>
      <p:sp>
        <p:nvSpPr>
          <p:cNvPr id="2497" name="Google Shape;2497;p219"/>
          <p:cNvSpPr/>
          <p:nvPr/>
        </p:nvSpPr>
        <p:spPr>
          <a:xfrm>
            <a:off x="324000" y="264675"/>
            <a:ext cx="67464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chemeClr val="dk1"/>
                </a:solidFill>
                <a:latin typeface="Lexend"/>
                <a:ea typeface="Lexend"/>
                <a:cs typeface="Lexend"/>
                <a:sym typeface="Lexend"/>
              </a:rPr>
              <a:t>Teacher guidance</a:t>
            </a:r>
            <a:endParaRPr b="0" i="0" sz="2000" u="none" cap="none" strike="noStrike">
              <a:solidFill>
                <a:schemeClr val="dk1"/>
              </a:solidFill>
              <a:latin typeface="Calibri"/>
              <a:ea typeface="Calibri"/>
              <a:cs typeface="Calibri"/>
              <a:sym typeface="Calibri"/>
            </a:endParaRPr>
          </a:p>
        </p:txBody>
      </p:sp>
      <p:sp>
        <p:nvSpPr>
          <p:cNvPr id="2498" name="Google Shape;2498;p219"/>
          <p:cNvSpPr txBox="1"/>
          <p:nvPr/>
        </p:nvSpPr>
        <p:spPr>
          <a:xfrm>
            <a:off x="325475" y="4122125"/>
            <a:ext cx="39396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Explanation      Check      Practice      Feedback</a:t>
            </a:r>
            <a:endParaRPr sz="1200">
              <a:solidFill>
                <a:schemeClr val="dk1"/>
              </a:solidFill>
              <a:latin typeface="Lexend"/>
              <a:ea typeface="Lexend"/>
              <a:cs typeface="Lexend"/>
              <a:sym typeface="Lexend"/>
            </a:endParaRPr>
          </a:p>
        </p:txBody>
      </p:sp>
      <p:pic>
        <p:nvPicPr>
          <p:cNvPr id="2499" name="Google Shape;2499;p219"/>
          <p:cNvPicPr preferRelativeResize="0"/>
          <p:nvPr/>
        </p:nvPicPr>
        <p:blipFill>
          <a:blip r:embed="rId3">
            <a:alphaModFix/>
          </a:blip>
          <a:stretch>
            <a:fillRect/>
          </a:stretch>
        </p:blipFill>
        <p:spPr>
          <a:xfrm>
            <a:off x="279913" y="1948533"/>
            <a:ext cx="2067960" cy="1216800"/>
          </a:xfrm>
          <a:prstGeom prst="rect">
            <a:avLst/>
          </a:prstGeom>
          <a:noFill/>
          <a:ln>
            <a:noFill/>
          </a:ln>
        </p:spPr>
      </p:pic>
      <p:pic>
        <p:nvPicPr>
          <p:cNvPr id="2500" name="Google Shape;2500;p219"/>
          <p:cNvPicPr preferRelativeResize="0"/>
          <p:nvPr/>
        </p:nvPicPr>
        <p:blipFill>
          <a:blip r:embed="rId4">
            <a:alphaModFix/>
          </a:blip>
          <a:stretch>
            <a:fillRect/>
          </a:stretch>
        </p:blipFill>
        <p:spPr>
          <a:xfrm>
            <a:off x="2425125" y="1828475"/>
            <a:ext cx="1738025" cy="1433724"/>
          </a:xfrm>
          <a:prstGeom prst="rect">
            <a:avLst/>
          </a:prstGeom>
          <a:noFill/>
          <a:ln>
            <a:noFill/>
          </a:ln>
        </p:spPr>
      </p:pic>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501" name="Shape 2501"/>
        <p:cNvGrpSpPr/>
        <p:nvPr/>
      </p:nvGrpSpPr>
      <p:grpSpPr>
        <a:xfrm>
          <a:off x="0" y="0"/>
          <a:ext cx="0" cy="0"/>
          <a:chOff x="0" y="0"/>
          <a:chExt cx="0" cy="0"/>
        </a:xfrm>
      </p:grpSpPr>
      <p:grpSp>
        <p:nvGrpSpPr>
          <p:cNvPr id="2502" name="Google Shape;2502;p220"/>
          <p:cNvGrpSpPr/>
          <p:nvPr/>
        </p:nvGrpSpPr>
        <p:grpSpPr>
          <a:xfrm>
            <a:off x="0" y="1"/>
            <a:ext cx="9151202" cy="649234"/>
            <a:chOff x="0" y="1"/>
            <a:chExt cx="9151202" cy="649234"/>
          </a:xfrm>
        </p:grpSpPr>
        <p:sp>
          <p:nvSpPr>
            <p:cNvPr id="2503" name="Google Shape;2503;p22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04" name="Google Shape;2504;p22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05" name="Google Shape;2505;p22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06" name="Google Shape;2506;p220"/>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07" name="Google Shape;2507;p220"/>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08" name="Google Shape;2508;p220"/>
          <p:cNvSpPr txBox="1"/>
          <p:nvPr>
            <p:ph idx="3" type="subTitle"/>
          </p:nvPr>
        </p:nvSpPr>
        <p:spPr>
          <a:xfrm>
            <a:off x="324000" y="21054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09" name="Google Shape;2509;p220"/>
          <p:cNvSpPr txBox="1"/>
          <p:nvPr>
            <p:ph idx="4" type="subTitle"/>
          </p:nvPr>
        </p:nvSpPr>
        <p:spPr>
          <a:xfrm>
            <a:off x="2699325" y="21054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10" name="Google Shape;2510;p220"/>
          <p:cNvSpPr txBox="1"/>
          <p:nvPr>
            <p:ph idx="5" type="subTitle"/>
          </p:nvPr>
        </p:nvSpPr>
        <p:spPr>
          <a:xfrm>
            <a:off x="324000" y="34008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11" name="Google Shape;2511;p220"/>
          <p:cNvSpPr txBox="1"/>
          <p:nvPr>
            <p:ph idx="6" type="subTitle"/>
          </p:nvPr>
        </p:nvSpPr>
        <p:spPr>
          <a:xfrm>
            <a:off x="2699325" y="34008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12" name="Google Shape;2512;p220"/>
          <p:cNvSpPr txBox="1"/>
          <p:nvPr>
            <p:ph idx="7"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513" name="Shape 2513"/>
        <p:cNvGrpSpPr/>
        <p:nvPr/>
      </p:nvGrpSpPr>
      <p:grpSpPr>
        <a:xfrm>
          <a:off x="0" y="0"/>
          <a:ext cx="0" cy="0"/>
          <a:chOff x="0" y="0"/>
          <a:chExt cx="0" cy="0"/>
        </a:xfrm>
      </p:grpSpPr>
      <p:grpSp>
        <p:nvGrpSpPr>
          <p:cNvPr id="2514" name="Google Shape;2514;p221"/>
          <p:cNvGrpSpPr/>
          <p:nvPr/>
        </p:nvGrpSpPr>
        <p:grpSpPr>
          <a:xfrm>
            <a:off x="0" y="1"/>
            <a:ext cx="9151202" cy="649234"/>
            <a:chOff x="0" y="1"/>
            <a:chExt cx="9151202" cy="649234"/>
          </a:xfrm>
        </p:grpSpPr>
        <p:sp>
          <p:nvSpPr>
            <p:cNvPr id="2515" name="Google Shape;2515;p221"/>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6" name="Google Shape;2516;p221"/>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17" name="Google Shape;2517;p221"/>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18" name="Google Shape;2518;p221"/>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19" name="Google Shape;2519;p221"/>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20" name="Google Shape;2520;p221"/>
          <p:cNvSpPr txBox="1"/>
          <p:nvPr>
            <p:ph idx="3" type="subTitle"/>
          </p:nvPr>
        </p:nvSpPr>
        <p:spPr>
          <a:xfrm>
            <a:off x="324000" y="18006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21" name="Google Shape;2521;p221"/>
          <p:cNvSpPr txBox="1"/>
          <p:nvPr>
            <p:ph idx="4" type="subTitle"/>
          </p:nvPr>
        </p:nvSpPr>
        <p:spPr>
          <a:xfrm>
            <a:off x="2699325" y="18006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22" name="Google Shape;2522;p221"/>
          <p:cNvSpPr txBox="1"/>
          <p:nvPr>
            <p:ph idx="5" type="subTitle"/>
          </p:nvPr>
        </p:nvSpPr>
        <p:spPr>
          <a:xfrm>
            <a:off x="324000" y="27912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23" name="Google Shape;2523;p221"/>
          <p:cNvSpPr txBox="1"/>
          <p:nvPr>
            <p:ph idx="6" type="subTitle"/>
          </p:nvPr>
        </p:nvSpPr>
        <p:spPr>
          <a:xfrm>
            <a:off x="2699325" y="27912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24" name="Google Shape;2524;p221"/>
          <p:cNvSpPr txBox="1"/>
          <p:nvPr>
            <p:ph idx="7" type="subTitle"/>
          </p:nvPr>
        </p:nvSpPr>
        <p:spPr>
          <a:xfrm>
            <a:off x="324000" y="37818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25" name="Google Shape;2525;p221"/>
          <p:cNvSpPr txBox="1"/>
          <p:nvPr>
            <p:ph idx="8" type="subTitle"/>
          </p:nvPr>
        </p:nvSpPr>
        <p:spPr>
          <a:xfrm>
            <a:off x="2699325" y="37818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26" name="Google Shape;2526;p221"/>
          <p:cNvSpPr txBox="1"/>
          <p:nvPr>
            <p:ph idx="9"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27" name="Shape 2527"/>
        <p:cNvGrpSpPr/>
        <p:nvPr/>
      </p:nvGrpSpPr>
      <p:grpSpPr>
        <a:xfrm>
          <a:off x="0" y="0"/>
          <a:ext cx="0" cy="0"/>
          <a:chOff x="0" y="0"/>
          <a:chExt cx="0" cy="0"/>
        </a:xfrm>
      </p:grpSpPr>
      <p:grpSp>
        <p:nvGrpSpPr>
          <p:cNvPr id="2528" name="Google Shape;2528;p222"/>
          <p:cNvGrpSpPr/>
          <p:nvPr/>
        </p:nvGrpSpPr>
        <p:grpSpPr>
          <a:xfrm>
            <a:off x="0" y="1"/>
            <a:ext cx="9151202" cy="649234"/>
            <a:chOff x="0" y="1"/>
            <a:chExt cx="9151202" cy="649234"/>
          </a:xfrm>
        </p:grpSpPr>
        <p:sp>
          <p:nvSpPr>
            <p:cNvPr id="2529" name="Google Shape;2529;p22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30" name="Google Shape;2530;p22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31" name="Google Shape;2531;p22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32" name="Google Shape;2532;p222"/>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33" name="Google Shape;2533;p222"/>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34" name="Google Shape;2534;p222"/>
          <p:cNvSpPr txBox="1"/>
          <p:nvPr>
            <p:ph idx="3" type="subTitle"/>
          </p:nvPr>
        </p:nvSpPr>
        <p:spPr>
          <a:xfrm>
            <a:off x="324000" y="24864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35" name="Google Shape;2535;p222"/>
          <p:cNvSpPr txBox="1"/>
          <p:nvPr>
            <p:ph idx="4" type="subTitle"/>
          </p:nvPr>
        </p:nvSpPr>
        <p:spPr>
          <a:xfrm>
            <a:off x="2699325" y="24864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36" name="Google Shape;2536;p222"/>
          <p:cNvSpPr txBox="1"/>
          <p:nvPr>
            <p:ph idx="5" type="subTitle"/>
          </p:nvPr>
        </p:nvSpPr>
        <p:spPr>
          <a:xfrm>
            <a:off x="324000" y="41628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37" name="Google Shape;2537;p222"/>
          <p:cNvSpPr txBox="1"/>
          <p:nvPr>
            <p:ph idx="6" type="subTitle"/>
          </p:nvPr>
        </p:nvSpPr>
        <p:spPr>
          <a:xfrm>
            <a:off x="2699325" y="41628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38" name="Google Shape;2538;p222"/>
          <p:cNvSpPr txBox="1"/>
          <p:nvPr>
            <p:ph idx="7" type="subTitle"/>
          </p:nvPr>
        </p:nvSpPr>
        <p:spPr>
          <a:xfrm>
            <a:off x="324000" y="16482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39" name="Google Shape;2539;p222"/>
          <p:cNvSpPr txBox="1"/>
          <p:nvPr>
            <p:ph idx="8" type="subTitle"/>
          </p:nvPr>
        </p:nvSpPr>
        <p:spPr>
          <a:xfrm>
            <a:off x="2699325" y="16482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40" name="Google Shape;2540;p222"/>
          <p:cNvSpPr txBox="1"/>
          <p:nvPr>
            <p:ph idx="9" type="subTitle"/>
          </p:nvPr>
        </p:nvSpPr>
        <p:spPr>
          <a:xfrm>
            <a:off x="324000" y="33246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41" name="Google Shape;2541;p222"/>
          <p:cNvSpPr txBox="1"/>
          <p:nvPr>
            <p:ph idx="13" type="subTitle"/>
          </p:nvPr>
        </p:nvSpPr>
        <p:spPr>
          <a:xfrm>
            <a:off x="2699325" y="33246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42" name="Google Shape;2542;p222"/>
          <p:cNvSpPr txBox="1"/>
          <p:nvPr>
            <p:ph idx="14"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543" name="Shape 2543"/>
        <p:cNvGrpSpPr/>
        <p:nvPr/>
      </p:nvGrpSpPr>
      <p:grpSpPr>
        <a:xfrm>
          <a:off x="0" y="0"/>
          <a:ext cx="0" cy="0"/>
          <a:chOff x="0" y="0"/>
          <a:chExt cx="0" cy="0"/>
        </a:xfrm>
      </p:grpSpPr>
      <p:grpSp>
        <p:nvGrpSpPr>
          <p:cNvPr id="2544" name="Google Shape;2544;p223"/>
          <p:cNvGrpSpPr/>
          <p:nvPr/>
        </p:nvGrpSpPr>
        <p:grpSpPr>
          <a:xfrm>
            <a:off x="0" y="1"/>
            <a:ext cx="9151202" cy="649234"/>
            <a:chOff x="0" y="1"/>
            <a:chExt cx="9151202" cy="649234"/>
          </a:xfrm>
        </p:grpSpPr>
        <p:sp>
          <p:nvSpPr>
            <p:cNvPr id="2545" name="Google Shape;2545;p22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6" name="Google Shape;2546;p22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47" name="Google Shape;2547;p2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48" name="Google Shape;2548;p223"/>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49" name="Google Shape;2549;p223"/>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50" name="Google Shape;2550;p223"/>
          <p:cNvSpPr txBox="1"/>
          <p:nvPr>
            <p:ph idx="3" type="subTitle"/>
          </p:nvPr>
        </p:nvSpPr>
        <p:spPr>
          <a:xfrm>
            <a:off x="324000" y="2562600"/>
            <a:ext cx="22035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000"/>
              <a:buFont typeface="Lexend"/>
              <a:buNone/>
              <a:defRPr b="1" sz="2000">
                <a:latin typeface="Lexend"/>
                <a:ea typeface="Lexend"/>
                <a:cs typeface="Lexend"/>
                <a:sym typeface="Lexend"/>
              </a:defRPr>
            </a:lvl1pPr>
            <a:lvl2pPr lvl="1">
              <a:spcBef>
                <a:spcPts val="1000"/>
              </a:spcBef>
              <a:spcAft>
                <a:spcPts val="0"/>
              </a:spcAft>
              <a:buSzPts val="2000"/>
              <a:buFont typeface="Lexend"/>
              <a:buNone/>
              <a:defRPr sz="2000">
                <a:latin typeface="Lexend"/>
                <a:ea typeface="Lexend"/>
                <a:cs typeface="Lexend"/>
                <a:sym typeface="Lexend"/>
              </a:defRPr>
            </a:lvl2pPr>
            <a:lvl3pPr lvl="2">
              <a:spcBef>
                <a:spcPts val="1000"/>
              </a:spcBef>
              <a:spcAft>
                <a:spcPts val="0"/>
              </a:spcAft>
              <a:buSzPts val="2000"/>
              <a:buFont typeface="Lexend"/>
              <a:buNone/>
              <a:defRPr>
                <a:latin typeface="Lexend"/>
                <a:ea typeface="Lexend"/>
                <a:cs typeface="Lexend"/>
                <a:sym typeface="Lexend"/>
              </a:defRPr>
            </a:lvl3pPr>
            <a:lvl4pPr lvl="3">
              <a:spcBef>
                <a:spcPts val="800"/>
              </a:spcBef>
              <a:spcAft>
                <a:spcPts val="0"/>
              </a:spcAft>
              <a:buSzPts val="2000"/>
              <a:buFont typeface="Lexend"/>
              <a:buNone/>
              <a:defRPr sz="2000">
                <a:latin typeface="Lexend"/>
                <a:ea typeface="Lexend"/>
                <a:cs typeface="Lexend"/>
                <a:sym typeface="Lexend"/>
              </a:defRPr>
            </a:lvl4pPr>
            <a:lvl5pPr lvl="4">
              <a:spcBef>
                <a:spcPts val="800"/>
              </a:spcBef>
              <a:spcAft>
                <a:spcPts val="0"/>
              </a:spcAft>
              <a:buSzPts val="2000"/>
              <a:buFont typeface="Lexend"/>
              <a:buNone/>
              <a:defRPr sz="2000">
                <a:latin typeface="Lexend"/>
                <a:ea typeface="Lexend"/>
                <a:cs typeface="Lexend"/>
                <a:sym typeface="Lexend"/>
              </a:defRPr>
            </a:lvl5pPr>
            <a:lvl6pPr lvl="5">
              <a:spcBef>
                <a:spcPts val="600"/>
              </a:spcBef>
              <a:spcAft>
                <a:spcPts val="0"/>
              </a:spcAft>
              <a:buSzPts val="2000"/>
              <a:buFont typeface="Lexend"/>
              <a:buNone/>
              <a:defRPr sz="2000">
                <a:latin typeface="Lexend"/>
                <a:ea typeface="Lexend"/>
                <a:cs typeface="Lexend"/>
                <a:sym typeface="Lexend"/>
              </a:defRPr>
            </a:lvl6pPr>
            <a:lvl7pPr lvl="6">
              <a:spcBef>
                <a:spcPts val="600"/>
              </a:spcBef>
              <a:spcAft>
                <a:spcPts val="0"/>
              </a:spcAft>
              <a:buSzPts val="2000"/>
              <a:buFont typeface="Lexend"/>
              <a:buNone/>
              <a:defRPr sz="2000">
                <a:latin typeface="Lexend"/>
                <a:ea typeface="Lexend"/>
                <a:cs typeface="Lexend"/>
                <a:sym typeface="Lexend"/>
              </a:defRPr>
            </a:lvl7pPr>
            <a:lvl8pPr lvl="7">
              <a:spcBef>
                <a:spcPts val="400"/>
              </a:spcBef>
              <a:spcAft>
                <a:spcPts val="0"/>
              </a:spcAft>
              <a:buSzPts val="2000"/>
              <a:buFont typeface="Lexend"/>
              <a:buNone/>
              <a:defRPr sz="2000">
                <a:latin typeface="Lexend"/>
                <a:ea typeface="Lexend"/>
                <a:cs typeface="Lexend"/>
                <a:sym typeface="Lexend"/>
              </a:defRPr>
            </a:lvl8pPr>
            <a:lvl9pPr lvl="8">
              <a:spcBef>
                <a:spcPts val="400"/>
              </a:spcBef>
              <a:spcAft>
                <a:spcPts val="200"/>
              </a:spcAft>
              <a:buSzPts val="2000"/>
              <a:buFont typeface="Lexend"/>
              <a:buNone/>
              <a:defRPr sz="2000">
                <a:latin typeface="Lexend"/>
                <a:ea typeface="Lexend"/>
                <a:cs typeface="Lexend"/>
                <a:sym typeface="Lexend"/>
              </a:defRPr>
            </a:lvl9pPr>
          </a:lstStyle>
          <a:p/>
        </p:txBody>
      </p:sp>
      <p:sp>
        <p:nvSpPr>
          <p:cNvPr id="2551" name="Google Shape;2551;p223"/>
          <p:cNvSpPr txBox="1"/>
          <p:nvPr>
            <p:ph idx="4" type="subTitle"/>
          </p:nvPr>
        </p:nvSpPr>
        <p:spPr>
          <a:xfrm>
            <a:off x="2699325" y="2562600"/>
            <a:ext cx="4047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Font typeface="Lexend"/>
              <a:buNone/>
              <a:defRPr>
                <a:latin typeface="Lexend"/>
                <a:ea typeface="Lexend"/>
                <a:cs typeface="Lexend"/>
                <a:sym typeface="Lexend"/>
              </a:defRPr>
            </a:lvl9pPr>
          </a:lstStyle>
          <a:p/>
        </p:txBody>
      </p:sp>
      <p:sp>
        <p:nvSpPr>
          <p:cNvPr id="2552" name="Google Shape;2552;p223"/>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_2">
    <p:spTree>
      <p:nvGrpSpPr>
        <p:cNvPr id="2553" name="Shape 2553"/>
        <p:cNvGrpSpPr/>
        <p:nvPr/>
      </p:nvGrpSpPr>
      <p:grpSpPr>
        <a:xfrm>
          <a:off x="0" y="0"/>
          <a:ext cx="0" cy="0"/>
          <a:chOff x="0" y="0"/>
          <a:chExt cx="0" cy="0"/>
        </a:xfrm>
      </p:grpSpPr>
      <p:pic>
        <p:nvPicPr>
          <p:cNvPr id="2554" name="Google Shape;2554;p224"/>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555" name="Google Shape;2555;p224"/>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556" name="Google Shape;2556;p224"/>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557" name="Google Shape;2557;p224"/>
          <p:cNvCxnSpPr>
            <a:endCxn id="25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559" name="Google Shape;2559;p224"/>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560" name="Google Shape;2560;p224"/>
          <p:cNvSpPr txBox="1"/>
          <p:nvPr>
            <p:ph type="title"/>
          </p:nvPr>
        </p:nvSpPr>
        <p:spPr>
          <a:xfrm>
            <a:off x="1225225" y="2133562"/>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2558" name="Google Shape;2558;p224"/>
          <p:cNvPicPr preferRelativeResize="0"/>
          <p:nvPr/>
        </p:nvPicPr>
        <p:blipFill>
          <a:blip r:embed="rId6">
            <a:alphaModFix/>
          </a:blip>
          <a:stretch>
            <a:fillRect/>
          </a:stretch>
        </p:blipFill>
        <p:spPr>
          <a:xfrm>
            <a:off x="363340" y="2925705"/>
            <a:ext cx="563446" cy="572077"/>
          </a:xfrm>
          <a:prstGeom prst="rect">
            <a:avLst/>
          </a:prstGeom>
          <a:noFill/>
          <a:ln>
            <a:noFill/>
          </a:ln>
        </p:spPr>
      </p:pic>
      <p:grpSp>
        <p:nvGrpSpPr>
          <p:cNvPr id="2561" name="Google Shape;2561;p224"/>
          <p:cNvGrpSpPr/>
          <p:nvPr/>
        </p:nvGrpSpPr>
        <p:grpSpPr>
          <a:xfrm>
            <a:off x="-12" y="0"/>
            <a:ext cx="9151202" cy="598359"/>
            <a:chOff x="-12" y="0"/>
            <a:chExt cx="9151202" cy="598359"/>
          </a:xfrm>
        </p:grpSpPr>
        <p:sp>
          <p:nvSpPr>
            <p:cNvPr id="2562" name="Google Shape;2562;p224"/>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3" name="Google Shape;2563;p224"/>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grpSp>
      <p:sp>
        <p:nvSpPr>
          <p:cNvPr id="2564" name="Google Shape;2564;p224"/>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565" name="Google Shape;2565;p224"/>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lvl1pPr lvl="0">
              <a:spcBef>
                <a:spcPts val="0"/>
              </a:spcBef>
              <a:spcAft>
                <a:spcPts val="0"/>
              </a:spcAft>
              <a:buSzPts val="2200"/>
              <a:buFont typeface="Lexend"/>
              <a:buNone/>
              <a:defRPr b="0">
                <a:latin typeface="Lexend"/>
                <a:ea typeface="Lexend"/>
                <a:cs typeface="Lexend"/>
                <a:sym typeface="Lexend"/>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566" name="Google Shape;2566;p224"/>
          <p:cNvSpPr txBox="1"/>
          <p:nvPr>
            <p:ph idx="3" type="title"/>
          </p:nvPr>
        </p:nvSpPr>
        <p:spPr>
          <a:xfrm>
            <a:off x="1225225" y="306985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_1">
    <p:spTree>
      <p:nvGrpSpPr>
        <p:cNvPr id="2567" name="Shape 2567"/>
        <p:cNvGrpSpPr/>
        <p:nvPr/>
      </p:nvGrpSpPr>
      <p:grpSpPr>
        <a:xfrm>
          <a:off x="0" y="0"/>
          <a:ext cx="0" cy="0"/>
          <a:chOff x="0" y="0"/>
          <a:chExt cx="0" cy="0"/>
        </a:xfrm>
      </p:grpSpPr>
      <p:pic>
        <p:nvPicPr>
          <p:cNvPr id="2568" name="Google Shape;2568;p225"/>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569" name="Google Shape;2569;p225"/>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570" name="Google Shape;2570;p225"/>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571" name="Google Shape;2571;p225"/>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572" name="Google Shape;2572;p225"/>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573" name="Google Shape;2573;p225"/>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574" name="Google Shape;2574;p225"/>
          <p:cNvCxnSpPr>
            <a:endCxn id="2575"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575" name="Google Shape;2575;p225"/>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576" name="Google Shape;2576;p225"/>
          <p:cNvPicPr preferRelativeResize="0"/>
          <p:nvPr/>
        </p:nvPicPr>
        <p:blipFill>
          <a:blip r:embed="rId7">
            <a:alphaModFix/>
          </a:blip>
          <a:stretch>
            <a:fillRect/>
          </a:stretch>
        </p:blipFill>
        <p:spPr>
          <a:xfrm>
            <a:off x="363482" y="1682508"/>
            <a:ext cx="563185" cy="572092"/>
          </a:xfrm>
          <a:prstGeom prst="rect">
            <a:avLst/>
          </a:prstGeom>
          <a:noFill/>
          <a:ln>
            <a:noFill/>
          </a:ln>
        </p:spPr>
      </p:pic>
      <p:pic>
        <p:nvPicPr>
          <p:cNvPr id="2577" name="Google Shape;2577;p225"/>
          <p:cNvPicPr preferRelativeResize="0"/>
          <p:nvPr/>
        </p:nvPicPr>
        <p:blipFill>
          <a:blip r:embed="rId8">
            <a:alphaModFix/>
          </a:blip>
          <a:stretch>
            <a:fillRect/>
          </a:stretch>
        </p:blipFill>
        <p:spPr>
          <a:xfrm>
            <a:off x="363340" y="2703416"/>
            <a:ext cx="563446" cy="572077"/>
          </a:xfrm>
          <a:prstGeom prst="rect">
            <a:avLst/>
          </a:prstGeom>
          <a:noFill/>
          <a:ln>
            <a:noFill/>
          </a:ln>
        </p:spPr>
      </p:pic>
      <p:grpSp>
        <p:nvGrpSpPr>
          <p:cNvPr id="2578" name="Google Shape;2578;p225"/>
          <p:cNvGrpSpPr/>
          <p:nvPr/>
        </p:nvGrpSpPr>
        <p:grpSpPr>
          <a:xfrm>
            <a:off x="-12" y="0"/>
            <a:ext cx="9151202" cy="598359"/>
            <a:chOff x="-12" y="0"/>
            <a:chExt cx="9151202" cy="598359"/>
          </a:xfrm>
        </p:grpSpPr>
        <p:sp>
          <p:nvSpPr>
            <p:cNvPr id="2579" name="Google Shape;2579;p225"/>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80" name="Google Shape;2580;p225"/>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grpSp>
      <p:sp>
        <p:nvSpPr>
          <p:cNvPr id="2581" name="Google Shape;2581;p225"/>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582" name="Google Shape;2582;p225"/>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a:spcBef>
                <a:spcPts val="0"/>
              </a:spcBef>
              <a:spcAft>
                <a:spcPts val="0"/>
              </a:spcAft>
              <a:buSzPts val="2200"/>
              <a:buFont typeface="Lexend"/>
              <a:buNone/>
              <a:defRPr b="0">
                <a:latin typeface="Lexend"/>
                <a:ea typeface="Lexend"/>
                <a:cs typeface="Lexend"/>
                <a:sym typeface="Lexend"/>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583" name="Google Shape;2583;p225"/>
          <p:cNvSpPr txBox="1"/>
          <p:nvPr>
            <p:ph idx="2" type="title"/>
          </p:nvPr>
        </p:nvSpPr>
        <p:spPr>
          <a:xfrm>
            <a:off x="1225225" y="284125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84" name="Google Shape;2584;p225"/>
          <p:cNvSpPr txBox="1"/>
          <p:nvPr>
            <p:ph idx="3" type="title"/>
          </p:nvPr>
        </p:nvSpPr>
        <p:spPr>
          <a:xfrm>
            <a:off x="1225200" y="378195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85" name="Google Shape;2585;p225"/>
          <p:cNvSpPr txBox="1"/>
          <p:nvPr>
            <p:ph idx="4" type="title"/>
          </p:nvPr>
        </p:nvSpPr>
        <p:spPr>
          <a:xfrm>
            <a:off x="1225200" y="1822462"/>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2586" name="Shape 2586"/>
        <p:cNvGrpSpPr/>
        <p:nvPr/>
      </p:nvGrpSpPr>
      <p:grpSpPr>
        <a:xfrm>
          <a:off x="0" y="0"/>
          <a:ext cx="0" cy="0"/>
          <a:chOff x="0" y="0"/>
          <a:chExt cx="0" cy="0"/>
        </a:xfrm>
      </p:grpSpPr>
      <p:pic>
        <p:nvPicPr>
          <p:cNvPr id="2587" name="Google Shape;2587;p226"/>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2588" name="Google Shape;2588;p226"/>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2589" name="Google Shape;2589;p226"/>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2590" name="Google Shape;2590;p226"/>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2591" name="Google Shape;2591;p226"/>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2592" name="Google Shape;2592;p226"/>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2593" name="Google Shape;2593;p226"/>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2594" name="Google Shape;2594;p226"/>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2595" name="Google Shape;2595;p226"/>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2596" name="Google Shape;2596;p226"/>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2597" name="Google Shape;2597;p226"/>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2598" name="Google Shape;2598;p226"/>
          <p:cNvPicPr preferRelativeResize="0"/>
          <p:nvPr/>
        </p:nvPicPr>
        <p:blipFill>
          <a:blip r:embed="rId9">
            <a:alphaModFix/>
          </a:blip>
          <a:stretch>
            <a:fillRect/>
          </a:stretch>
        </p:blipFill>
        <p:spPr>
          <a:xfrm>
            <a:off x="363340" y="2287588"/>
            <a:ext cx="563446" cy="572077"/>
          </a:xfrm>
          <a:prstGeom prst="rect">
            <a:avLst/>
          </a:prstGeom>
          <a:noFill/>
          <a:ln>
            <a:noFill/>
          </a:ln>
        </p:spPr>
      </p:pic>
      <p:pic>
        <p:nvPicPr>
          <p:cNvPr id="2599" name="Google Shape;2599;p226"/>
          <p:cNvPicPr preferRelativeResize="0"/>
          <p:nvPr/>
        </p:nvPicPr>
        <p:blipFill>
          <a:blip r:embed="rId10">
            <a:alphaModFix/>
          </a:blip>
          <a:stretch>
            <a:fillRect/>
          </a:stretch>
        </p:blipFill>
        <p:spPr>
          <a:xfrm>
            <a:off x="363341" y="3969363"/>
            <a:ext cx="563446" cy="572077"/>
          </a:xfrm>
          <a:prstGeom prst="rect">
            <a:avLst/>
          </a:prstGeom>
          <a:noFill/>
          <a:ln>
            <a:noFill/>
          </a:ln>
        </p:spPr>
      </p:pic>
      <p:grpSp>
        <p:nvGrpSpPr>
          <p:cNvPr id="2600" name="Google Shape;2600;p226"/>
          <p:cNvGrpSpPr/>
          <p:nvPr/>
        </p:nvGrpSpPr>
        <p:grpSpPr>
          <a:xfrm>
            <a:off x="-12" y="0"/>
            <a:ext cx="9151202" cy="598359"/>
            <a:chOff x="-12" y="0"/>
            <a:chExt cx="9151202" cy="598359"/>
          </a:xfrm>
        </p:grpSpPr>
        <p:sp>
          <p:nvSpPr>
            <p:cNvPr id="2601" name="Google Shape;2601;p226"/>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2" name="Google Shape;2602;p226"/>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grpSp>
      <p:sp>
        <p:nvSpPr>
          <p:cNvPr id="2603" name="Google Shape;2603;p226"/>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604" name="Google Shape;2604;p226"/>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a:spcBef>
                <a:spcPts val="0"/>
              </a:spcBef>
              <a:spcAft>
                <a:spcPts val="0"/>
              </a:spcAft>
              <a:buSzPts val="2200"/>
              <a:buFont typeface="Lexend"/>
              <a:buNone/>
              <a:defRPr b="0">
                <a:latin typeface="Lexend"/>
                <a:ea typeface="Lexend"/>
                <a:cs typeface="Lexend"/>
                <a:sym typeface="Lexend"/>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p:txBody>
      </p:sp>
      <p:sp>
        <p:nvSpPr>
          <p:cNvPr id="2605" name="Google Shape;2605;p226"/>
          <p:cNvSpPr txBox="1"/>
          <p:nvPr>
            <p:ph idx="2" type="title"/>
          </p:nvPr>
        </p:nvSpPr>
        <p:spPr>
          <a:xfrm>
            <a:off x="1224600" y="160210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06" name="Google Shape;2606;p226"/>
          <p:cNvSpPr txBox="1"/>
          <p:nvPr>
            <p:ph idx="3" type="title"/>
          </p:nvPr>
        </p:nvSpPr>
        <p:spPr>
          <a:xfrm>
            <a:off x="1224600" y="243175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07" name="Google Shape;2607;p226"/>
          <p:cNvSpPr txBox="1"/>
          <p:nvPr>
            <p:ph idx="4" type="title"/>
          </p:nvPr>
        </p:nvSpPr>
        <p:spPr>
          <a:xfrm>
            <a:off x="1224600" y="3286637"/>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08" name="Google Shape;2608;p226"/>
          <p:cNvSpPr txBox="1"/>
          <p:nvPr>
            <p:ph idx="5" type="title"/>
          </p:nvPr>
        </p:nvSpPr>
        <p:spPr>
          <a:xfrm>
            <a:off x="1224600" y="4108150"/>
            <a:ext cx="6852300" cy="2838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609" name="Shape 2609"/>
        <p:cNvGrpSpPr/>
        <p:nvPr/>
      </p:nvGrpSpPr>
      <p:grpSpPr>
        <a:xfrm>
          <a:off x="0" y="0"/>
          <a:ext cx="0" cy="0"/>
          <a:chOff x="0" y="0"/>
          <a:chExt cx="0" cy="0"/>
        </a:xfrm>
      </p:grpSpPr>
      <p:grpSp>
        <p:nvGrpSpPr>
          <p:cNvPr id="2610" name="Google Shape;2610;p227"/>
          <p:cNvGrpSpPr/>
          <p:nvPr/>
        </p:nvGrpSpPr>
        <p:grpSpPr>
          <a:xfrm>
            <a:off x="-1" y="-2"/>
            <a:ext cx="9151203" cy="649227"/>
            <a:chOff x="-1" y="-2"/>
            <a:chExt cx="9151203" cy="649227"/>
          </a:xfrm>
        </p:grpSpPr>
        <p:pic>
          <p:nvPicPr>
            <p:cNvPr id="2611" name="Google Shape;2611;p227"/>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612" name="Google Shape;2612;p227"/>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3" name="Google Shape;2613;p22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2614" name="Google Shape;2614;p22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615" name="Google Shape;2615;p22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
        <p:nvSpPr>
          <p:cNvPr id="2616" name="Google Shape;2616;p227"/>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17" name="Google Shape;2617;p22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618" name="Shape 2618"/>
        <p:cNvGrpSpPr/>
        <p:nvPr/>
      </p:nvGrpSpPr>
      <p:grpSpPr>
        <a:xfrm>
          <a:off x="0" y="0"/>
          <a:ext cx="0" cy="0"/>
          <a:chOff x="0" y="0"/>
          <a:chExt cx="0" cy="0"/>
        </a:xfrm>
      </p:grpSpPr>
      <p:grpSp>
        <p:nvGrpSpPr>
          <p:cNvPr id="2619" name="Google Shape;2619;p228"/>
          <p:cNvGrpSpPr/>
          <p:nvPr/>
        </p:nvGrpSpPr>
        <p:grpSpPr>
          <a:xfrm>
            <a:off x="-1" y="-2"/>
            <a:ext cx="9151203" cy="649236"/>
            <a:chOff x="-1" y="-2"/>
            <a:chExt cx="9151203" cy="649236"/>
          </a:xfrm>
        </p:grpSpPr>
        <p:pic>
          <p:nvPicPr>
            <p:cNvPr id="2620" name="Google Shape;2620;p2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1" name="Google Shape;2621;p22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2" name="Google Shape;2622;p228"/>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pic>
        <p:nvPicPr>
          <p:cNvPr id="2623" name="Google Shape;2623;p228"/>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624" name="Google Shape;2624;p228"/>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25" name="Google Shape;2625;p22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626" name="Google Shape;2626;p22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627" name="Shape 2627"/>
        <p:cNvGrpSpPr/>
        <p:nvPr/>
      </p:nvGrpSpPr>
      <p:grpSpPr>
        <a:xfrm>
          <a:off x="0" y="0"/>
          <a:ext cx="0" cy="0"/>
          <a:chOff x="0" y="0"/>
          <a:chExt cx="0" cy="0"/>
        </a:xfrm>
      </p:grpSpPr>
      <p:pic>
        <p:nvPicPr>
          <p:cNvPr id="2628" name="Google Shape;2628;p2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9" name="Google Shape;2629;p22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29"/>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pic>
        <p:nvPicPr>
          <p:cNvPr id="2631" name="Google Shape;2631;p229"/>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632" name="Google Shape;2632;p229"/>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3" name="Google Shape;2633;p22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634" name="Google Shape;2634;p22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635" name="Shape 2635"/>
        <p:cNvGrpSpPr/>
        <p:nvPr/>
      </p:nvGrpSpPr>
      <p:grpSpPr>
        <a:xfrm>
          <a:off x="0" y="0"/>
          <a:ext cx="0" cy="0"/>
          <a:chOff x="0" y="0"/>
          <a:chExt cx="0" cy="0"/>
        </a:xfrm>
      </p:grpSpPr>
      <p:pic>
        <p:nvPicPr>
          <p:cNvPr id="2636" name="Google Shape;2636;p2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37" name="Google Shape;2637;p23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3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pic>
        <p:nvPicPr>
          <p:cNvPr id="2639" name="Google Shape;2639;p23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640" name="Google Shape;2640;p230"/>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41" name="Google Shape;2641;p23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2642" name="Google Shape;2642;p230"/>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643" name="Shape 2643"/>
        <p:cNvGrpSpPr/>
        <p:nvPr/>
      </p:nvGrpSpPr>
      <p:grpSpPr>
        <a:xfrm>
          <a:off x="0" y="0"/>
          <a:ext cx="0" cy="0"/>
          <a:chOff x="0" y="0"/>
          <a:chExt cx="0" cy="0"/>
        </a:xfrm>
      </p:grpSpPr>
      <p:sp>
        <p:nvSpPr>
          <p:cNvPr id="2644" name="Google Shape;2644;p23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5" name="Google Shape;2645;p2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646" name="Google Shape;2646;p23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31"/>
          <p:cNvSpPr txBox="1"/>
          <p:nvPr>
            <p:ph idx="1" type="subTitle"/>
          </p:nvPr>
        </p:nvSpPr>
        <p:spPr>
          <a:xfrm>
            <a:off x="3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648" name="Google Shape;2648;p231"/>
          <p:cNvSpPr txBox="1"/>
          <p:nvPr>
            <p:ph idx="2" type="subTitle"/>
          </p:nvPr>
        </p:nvSpPr>
        <p:spPr>
          <a:xfrm>
            <a:off x="48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649" name="Google Shape;2649;p231"/>
          <p:cNvGrpSpPr/>
          <p:nvPr/>
        </p:nvGrpSpPr>
        <p:grpSpPr>
          <a:xfrm>
            <a:off x="7834231" y="1285"/>
            <a:ext cx="828900" cy="576065"/>
            <a:chOff x="7801496" y="1285"/>
            <a:chExt cx="828900" cy="576065"/>
          </a:xfrm>
        </p:grpSpPr>
        <p:pic>
          <p:nvPicPr>
            <p:cNvPr id="2650" name="Google Shape;2650;p23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51" name="Google Shape;2651;p23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652" name="Google Shape;2652;p231"/>
          <p:cNvGrpSpPr/>
          <p:nvPr/>
        </p:nvGrpSpPr>
        <p:grpSpPr>
          <a:xfrm>
            <a:off x="8635663" y="1285"/>
            <a:ext cx="499700" cy="576065"/>
            <a:chOff x="8635663" y="1285"/>
            <a:chExt cx="499700" cy="576065"/>
          </a:xfrm>
        </p:grpSpPr>
        <p:pic>
          <p:nvPicPr>
            <p:cNvPr id="2653" name="Google Shape;2653;p23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54" name="Google Shape;2654;p23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
        <p:nvSpPr>
          <p:cNvPr id="2655" name="Google Shape;2655;p231"/>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56" name="Google Shape;2656;p231"/>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2657" name="Google Shape;2657;p231"/>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658" name="Shape 2658"/>
        <p:cNvGrpSpPr/>
        <p:nvPr/>
      </p:nvGrpSpPr>
      <p:grpSpPr>
        <a:xfrm>
          <a:off x="0" y="0"/>
          <a:ext cx="0" cy="0"/>
          <a:chOff x="0" y="0"/>
          <a:chExt cx="0" cy="0"/>
        </a:xfrm>
      </p:grpSpPr>
      <p:sp>
        <p:nvSpPr>
          <p:cNvPr id="2659" name="Google Shape;2659;p232"/>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0" name="Google Shape;2660;p2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61" name="Google Shape;2661;p2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32"/>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663" name="Google Shape;2663;p232"/>
          <p:cNvGrpSpPr/>
          <p:nvPr/>
        </p:nvGrpSpPr>
        <p:grpSpPr>
          <a:xfrm>
            <a:off x="7834231" y="1285"/>
            <a:ext cx="828900" cy="576065"/>
            <a:chOff x="7801496" y="1285"/>
            <a:chExt cx="828900" cy="576065"/>
          </a:xfrm>
        </p:grpSpPr>
        <p:pic>
          <p:nvPicPr>
            <p:cNvPr id="2664" name="Google Shape;2664;p232"/>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65" name="Google Shape;2665;p232"/>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66" name="Google Shape;2666;p232"/>
          <p:cNvGrpSpPr/>
          <p:nvPr/>
        </p:nvGrpSpPr>
        <p:grpSpPr>
          <a:xfrm>
            <a:off x="8635663" y="1285"/>
            <a:ext cx="499700" cy="576065"/>
            <a:chOff x="8635663" y="1285"/>
            <a:chExt cx="499700" cy="576065"/>
          </a:xfrm>
        </p:grpSpPr>
        <p:pic>
          <p:nvPicPr>
            <p:cNvPr id="2667" name="Google Shape;2667;p232"/>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68" name="Google Shape;2668;p232"/>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2669" name="Google Shape;2669;p232"/>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0" name="Google Shape;2670;p232"/>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671" name="Google Shape;2671;p232"/>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2672" name="Google Shape;2672;p232"/>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73" name="Shape 2673"/>
        <p:cNvGrpSpPr/>
        <p:nvPr/>
      </p:nvGrpSpPr>
      <p:grpSpPr>
        <a:xfrm>
          <a:off x="0" y="0"/>
          <a:ext cx="0" cy="0"/>
          <a:chOff x="0" y="0"/>
          <a:chExt cx="0" cy="0"/>
        </a:xfrm>
      </p:grpSpPr>
      <p:sp>
        <p:nvSpPr>
          <p:cNvPr id="2674" name="Google Shape;2674;p233"/>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5" name="Google Shape;2675;p2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76" name="Google Shape;2676;p2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33"/>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678" name="Google Shape;2678;p233"/>
          <p:cNvGrpSpPr/>
          <p:nvPr/>
        </p:nvGrpSpPr>
        <p:grpSpPr>
          <a:xfrm>
            <a:off x="7834231" y="1285"/>
            <a:ext cx="828900" cy="576065"/>
            <a:chOff x="7801496" y="1285"/>
            <a:chExt cx="828900" cy="576065"/>
          </a:xfrm>
        </p:grpSpPr>
        <p:pic>
          <p:nvPicPr>
            <p:cNvPr id="2679" name="Google Shape;2679;p233"/>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0" name="Google Shape;2680;p233"/>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1" name="Google Shape;2681;p233"/>
          <p:cNvGrpSpPr/>
          <p:nvPr/>
        </p:nvGrpSpPr>
        <p:grpSpPr>
          <a:xfrm>
            <a:off x="8635663" y="1285"/>
            <a:ext cx="499700" cy="576065"/>
            <a:chOff x="8635663" y="1285"/>
            <a:chExt cx="499700" cy="576065"/>
          </a:xfrm>
        </p:grpSpPr>
        <p:pic>
          <p:nvPicPr>
            <p:cNvPr id="2682" name="Google Shape;2682;p233"/>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83" name="Google Shape;2683;p233"/>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2684" name="Google Shape;2684;p233"/>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85" name="Google Shape;2685;p233"/>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686" name="Google Shape;2686;p233"/>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2687" name="Google Shape;2687;p233"/>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688" name="Shape 2688"/>
        <p:cNvGrpSpPr/>
        <p:nvPr/>
      </p:nvGrpSpPr>
      <p:grpSpPr>
        <a:xfrm>
          <a:off x="0" y="0"/>
          <a:ext cx="0" cy="0"/>
          <a:chOff x="0" y="0"/>
          <a:chExt cx="0" cy="0"/>
        </a:xfrm>
      </p:grpSpPr>
      <p:sp>
        <p:nvSpPr>
          <p:cNvPr id="2689" name="Google Shape;2689;p23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0" name="Google Shape;2690;p2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91" name="Google Shape;2691;p2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34"/>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693" name="Google Shape;2693;p234"/>
          <p:cNvGrpSpPr/>
          <p:nvPr/>
        </p:nvGrpSpPr>
        <p:grpSpPr>
          <a:xfrm>
            <a:off x="7834231" y="1285"/>
            <a:ext cx="828900" cy="576065"/>
            <a:chOff x="7801496" y="1285"/>
            <a:chExt cx="828900" cy="576065"/>
          </a:xfrm>
        </p:grpSpPr>
        <p:pic>
          <p:nvPicPr>
            <p:cNvPr id="2694" name="Google Shape;2694;p23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95" name="Google Shape;2695;p23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696" name="Google Shape;2696;p234"/>
          <p:cNvGrpSpPr/>
          <p:nvPr/>
        </p:nvGrpSpPr>
        <p:grpSpPr>
          <a:xfrm>
            <a:off x="8635663" y="1285"/>
            <a:ext cx="499700" cy="576065"/>
            <a:chOff x="8635663" y="1285"/>
            <a:chExt cx="499700" cy="576065"/>
          </a:xfrm>
        </p:grpSpPr>
        <p:pic>
          <p:nvPicPr>
            <p:cNvPr id="2697" name="Google Shape;2697;p23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98" name="Google Shape;2698;p23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
        <p:nvSpPr>
          <p:cNvPr id="2699" name="Google Shape;2699;p234"/>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00" name="Google Shape;2700;p234"/>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01" name="Google Shape;2701;p234"/>
          <p:cNvSpPr txBox="1"/>
          <p:nvPr>
            <p:ph idx="3" type="body"/>
          </p:nvPr>
        </p:nvSpPr>
        <p:spPr>
          <a:xfrm>
            <a:off x="324000" y="4748400"/>
            <a:ext cx="4187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2702" name="Google Shape;2702;p234"/>
          <p:cNvSpPr txBox="1"/>
          <p:nvPr>
            <p:ph idx="4" type="body"/>
          </p:nvPr>
        </p:nvSpPr>
        <p:spPr>
          <a:xfrm>
            <a:off x="4591200" y="4748400"/>
            <a:ext cx="39267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2703" name="Shape 2703"/>
        <p:cNvGrpSpPr/>
        <p:nvPr/>
      </p:nvGrpSpPr>
      <p:grpSpPr>
        <a:xfrm>
          <a:off x="0" y="0"/>
          <a:ext cx="0" cy="0"/>
          <a:chOff x="0" y="0"/>
          <a:chExt cx="0" cy="0"/>
        </a:xfrm>
      </p:grpSpPr>
      <p:pic>
        <p:nvPicPr>
          <p:cNvPr id="2704" name="Google Shape;2704;p235"/>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2705" name="Google Shape;2705;p235"/>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2706" name="Google Shape;2706;p235"/>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707" name="Google Shape;2707;p2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35"/>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709" name="Google Shape;2709;p235"/>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710" name="Google Shape;2710;p235"/>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a:spcBef>
                <a:spcPts val="0"/>
              </a:spcBef>
              <a:spcAft>
                <a:spcPts val="0"/>
              </a:spcAft>
              <a:buSzPts val="2200"/>
              <a:buFont typeface="Kalam"/>
              <a:buNone/>
              <a:defRPr sz="2200">
                <a:latin typeface="Kalam"/>
                <a:ea typeface="Kalam"/>
                <a:cs typeface="Kalam"/>
                <a:sym typeface="Kalam"/>
              </a:defRPr>
            </a:lvl1pPr>
            <a:lvl2pPr lvl="1">
              <a:spcBef>
                <a:spcPts val="1000"/>
              </a:spcBef>
              <a:spcAft>
                <a:spcPts val="0"/>
              </a:spcAft>
              <a:buSzPts val="2100"/>
              <a:buFont typeface="Kalam"/>
              <a:buNone/>
              <a:defRPr>
                <a:latin typeface="Kalam"/>
                <a:ea typeface="Kalam"/>
                <a:cs typeface="Kalam"/>
                <a:sym typeface="Kalam"/>
              </a:defRPr>
            </a:lvl2pPr>
            <a:lvl3pPr lvl="2">
              <a:spcBef>
                <a:spcPts val="1000"/>
              </a:spcBef>
              <a:spcAft>
                <a:spcPts val="0"/>
              </a:spcAft>
              <a:buSzPts val="2000"/>
              <a:buFont typeface="Kalam"/>
              <a:buNone/>
              <a:defRPr>
                <a:latin typeface="Kalam"/>
                <a:ea typeface="Kalam"/>
                <a:cs typeface="Kalam"/>
                <a:sym typeface="Kalam"/>
              </a:defRPr>
            </a:lvl3pPr>
            <a:lvl4pPr lvl="3">
              <a:spcBef>
                <a:spcPts val="800"/>
              </a:spcBef>
              <a:spcAft>
                <a:spcPts val="0"/>
              </a:spcAft>
              <a:buSzPts val="1900"/>
              <a:buFont typeface="Kalam"/>
              <a:buNone/>
              <a:defRPr>
                <a:latin typeface="Kalam"/>
                <a:ea typeface="Kalam"/>
                <a:cs typeface="Kalam"/>
                <a:sym typeface="Kalam"/>
              </a:defRPr>
            </a:lvl4pPr>
            <a:lvl5pPr lvl="4">
              <a:spcBef>
                <a:spcPts val="800"/>
              </a:spcBef>
              <a:spcAft>
                <a:spcPts val="0"/>
              </a:spcAft>
              <a:buSzPts val="1800"/>
              <a:buFont typeface="Kalam"/>
              <a:buNone/>
              <a:defRPr>
                <a:latin typeface="Kalam"/>
                <a:ea typeface="Kalam"/>
                <a:cs typeface="Kalam"/>
                <a:sym typeface="Kalam"/>
              </a:defRPr>
            </a:lvl5pPr>
            <a:lvl6pPr lvl="5">
              <a:spcBef>
                <a:spcPts val="600"/>
              </a:spcBef>
              <a:spcAft>
                <a:spcPts val="0"/>
              </a:spcAft>
              <a:buSzPts val="1800"/>
              <a:buFont typeface="Kalam"/>
              <a:buNone/>
              <a:defRPr>
                <a:latin typeface="Kalam"/>
                <a:ea typeface="Kalam"/>
                <a:cs typeface="Kalam"/>
                <a:sym typeface="Kalam"/>
              </a:defRPr>
            </a:lvl6pPr>
            <a:lvl7pPr lvl="6">
              <a:spcBef>
                <a:spcPts val="600"/>
              </a:spcBef>
              <a:spcAft>
                <a:spcPts val="0"/>
              </a:spcAft>
              <a:buSzPts val="1800"/>
              <a:buFont typeface="Kalam"/>
              <a:buNone/>
              <a:defRPr>
                <a:latin typeface="Kalam"/>
                <a:ea typeface="Kalam"/>
                <a:cs typeface="Kalam"/>
                <a:sym typeface="Kalam"/>
              </a:defRPr>
            </a:lvl7pPr>
            <a:lvl8pPr lvl="7">
              <a:spcBef>
                <a:spcPts val="400"/>
              </a:spcBef>
              <a:spcAft>
                <a:spcPts val="0"/>
              </a:spcAft>
              <a:buSzPts val="1800"/>
              <a:buFont typeface="Kalam"/>
              <a:buNone/>
              <a:defRPr>
                <a:latin typeface="Kalam"/>
                <a:ea typeface="Kalam"/>
                <a:cs typeface="Kalam"/>
                <a:sym typeface="Kalam"/>
              </a:defRPr>
            </a:lvl8pPr>
            <a:lvl9pPr lvl="8">
              <a:spcBef>
                <a:spcPts val="400"/>
              </a:spcBef>
              <a:spcAft>
                <a:spcPts val="200"/>
              </a:spcAft>
              <a:buSzPts val="1800"/>
              <a:buNone/>
              <a:defRPr/>
            </a:lvl9pPr>
          </a:lstStyle>
          <a:p/>
        </p:txBody>
      </p:sp>
      <p:sp>
        <p:nvSpPr>
          <p:cNvPr id="2711" name="Google Shape;2711;p235"/>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12" name="Google Shape;2712;p23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713" name="Google Shape;2713;p235"/>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714" name="Google Shape;2714;p235"/>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715" name="Google Shape;2715;p235"/>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716" name="Google Shape;2716;p2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2717" name="Google Shape;2717;p23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8" name="Google Shape;2718;p235"/>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2719" name="Shape 2719"/>
        <p:cNvGrpSpPr/>
        <p:nvPr/>
      </p:nvGrpSpPr>
      <p:grpSpPr>
        <a:xfrm>
          <a:off x="0" y="0"/>
          <a:ext cx="0" cy="0"/>
          <a:chOff x="0" y="0"/>
          <a:chExt cx="0" cy="0"/>
        </a:xfrm>
      </p:grpSpPr>
      <p:pic>
        <p:nvPicPr>
          <p:cNvPr id="2720" name="Google Shape;2720;p2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21" name="Google Shape;2721;p2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22" name="Google Shape;2722;p2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723" name="Google Shape;2723;p2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pic>
        <p:nvPicPr>
          <p:cNvPr id="2724" name="Google Shape;2724;p236"/>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2725" name="Google Shape;2725;p236"/>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2726" name="Google Shape;2726;p236"/>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727" name="Google Shape;2727;p236"/>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728" name="Google Shape;2728;p236"/>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a:spcBef>
                <a:spcPts val="0"/>
              </a:spcBef>
              <a:spcAft>
                <a:spcPts val="0"/>
              </a:spcAft>
              <a:buSzPts val="2200"/>
              <a:buFont typeface="Kalam"/>
              <a:buNone/>
              <a:defRPr sz="2200">
                <a:latin typeface="Kalam"/>
                <a:ea typeface="Kalam"/>
                <a:cs typeface="Kalam"/>
                <a:sym typeface="Kalam"/>
              </a:defRPr>
            </a:lvl1pPr>
            <a:lvl2pPr lvl="1">
              <a:spcBef>
                <a:spcPts val="1000"/>
              </a:spcBef>
              <a:spcAft>
                <a:spcPts val="0"/>
              </a:spcAft>
              <a:buSzPts val="2100"/>
              <a:buFont typeface="Kalam"/>
              <a:buNone/>
              <a:defRPr>
                <a:latin typeface="Kalam"/>
                <a:ea typeface="Kalam"/>
                <a:cs typeface="Kalam"/>
                <a:sym typeface="Kalam"/>
              </a:defRPr>
            </a:lvl2pPr>
            <a:lvl3pPr lvl="2">
              <a:spcBef>
                <a:spcPts val="1000"/>
              </a:spcBef>
              <a:spcAft>
                <a:spcPts val="0"/>
              </a:spcAft>
              <a:buSzPts val="2000"/>
              <a:buFont typeface="Kalam"/>
              <a:buNone/>
              <a:defRPr>
                <a:latin typeface="Kalam"/>
                <a:ea typeface="Kalam"/>
                <a:cs typeface="Kalam"/>
                <a:sym typeface="Kalam"/>
              </a:defRPr>
            </a:lvl3pPr>
            <a:lvl4pPr lvl="3">
              <a:spcBef>
                <a:spcPts val="800"/>
              </a:spcBef>
              <a:spcAft>
                <a:spcPts val="0"/>
              </a:spcAft>
              <a:buSzPts val="1900"/>
              <a:buFont typeface="Kalam"/>
              <a:buNone/>
              <a:defRPr>
                <a:latin typeface="Kalam"/>
                <a:ea typeface="Kalam"/>
                <a:cs typeface="Kalam"/>
                <a:sym typeface="Kalam"/>
              </a:defRPr>
            </a:lvl4pPr>
            <a:lvl5pPr lvl="4">
              <a:spcBef>
                <a:spcPts val="800"/>
              </a:spcBef>
              <a:spcAft>
                <a:spcPts val="0"/>
              </a:spcAft>
              <a:buSzPts val="1800"/>
              <a:buFont typeface="Kalam"/>
              <a:buNone/>
              <a:defRPr>
                <a:latin typeface="Kalam"/>
                <a:ea typeface="Kalam"/>
                <a:cs typeface="Kalam"/>
                <a:sym typeface="Kalam"/>
              </a:defRPr>
            </a:lvl5pPr>
            <a:lvl6pPr lvl="5">
              <a:spcBef>
                <a:spcPts val="600"/>
              </a:spcBef>
              <a:spcAft>
                <a:spcPts val="0"/>
              </a:spcAft>
              <a:buSzPts val="1800"/>
              <a:buFont typeface="Kalam"/>
              <a:buNone/>
              <a:defRPr>
                <a:latin typeface="Kalam"/>
                <a:ea typeface="Kalam"/>
                <a:cs typeface="Kalam"/>
                <a:sym typeface="Kalam"/>
              </a:defRPr>
            </a:lvl6pPr>
            <a:lvl7pPr lvl="6">
              <a:spcBef>
                <a:spcPts val="600"/>
              </a:spcBef>
              <a:spcAft>
                <a:spcPts val="0"/>
              </a:spcAft>
              <a:buSzPts val="1800"/>
              <a:buFont typeface="Kalam"/>
              <a:buNone/>
              <a:defRPr>
                <a:latin typeface="Kalam"/>
                <a:ea typeface="Kalam"/>
                <a:cs typeface="Kalam"/>
                <a:sym typeface="Kalam"/>
              </a:defRPr>
            </a:lvl7pPr>
            <a:lvl8pPr lvl="7">
              <a:spcBef>
                <a:spcPts val="400"/>
              </a:spcBef>
              <a:spcAft>
                <a:spcPts val="0"/>
              </a:spcAft>
              <a:buSzPts val="1800"/>
              <a:buFont typeface="Kalam"/>
              <a:buNone/>
              <a:defRPr>
                <a:latin typeface="Kalam"/>
                <a:ea typeface="Kalam"/>
                <a:cs typeface="Kalam"/>
                <a:sym typeface="Kalam"/>
              </a:defRPr>
            </a:lvl8pPr>
            <a:lvl9pPr lvl="8">
              <a:spcBef>
                <a:spcPts val="400"/>
              </a:spcBef>
              <a:spcAft>
                <a:spcPts val="200"/>
              </a:spcAft>
              <a:buSzPts val="1800"/>
              <a:buNone/>
              <a:defRPr/>
            </a:lvl9pPr>
          </a:lstStyle>
          <a:p/>
        </p:txBody>
      </p:sp>
      <p:sp>
        <p:nvSpPr>
          <p:cNvPr id="2729" name="Google Shape;2729;p236"/>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30" name="Google Shape;2730;p236"/>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731" name="Google Shape;2731;p236"/>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732" name="Google Shape;2732;p236"/>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2733" name="Google Shape;2733;p23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4" name="Google Shape;2734;p236"/>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2735" name="Shape 2735"/>
        <p:cNvGrpSpPr/>
        <p:nvPr/>
      </p:nvGrpSpPr>
      <p:grpSpPr>
        <a:xfrm>
          <a:off x="0" y="0"/>
          <a:ext cx="0" cy="0"/>
          <a:chOff x="0" y="0"/>
          <a:chExt cx="0" cy="0"/>
        </a:xfrm>
      </p:grpSpPr>
      <p:pic>
        <p:nvPicPr>
          <p:cNvPr id="2736" name="Google Shape;2736;p2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37" name="Google Shape;2737;p2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8" name="Google Shape;2738;p2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739" name="Google Shape;2739;p2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pic>
        <p:nvPicPr>
          <p:cNvPr id="2740" name="Google Shape;2740;p237"/>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2741" name="Google Shape;2741;p237"/>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2742" name="Google Shape;2742;p237"/>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743" name="Google Shape;2743;p237"/>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744" name="Google Shape;2744;p237"/>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a:spcBef>
                <a:spcPts val="0"/>
              </a:spcBef>
              <a:spcAft>
                <a:spcPts val="0"/>
              </a:spcAft>
              <a:buSzPts val="2200"/>
              <a:buFont typeface="Kalam"/>
              <a:buNone/>
              <a:defRPr sz="2200">
                <a:latin typeface="Kalam"/>
                <a:ea typeface="Kalam"/>
                <a:cs typeface="Kalam"/>
                <a:sym typeface="Kalam"/>
              </a:defRPr>
            </a:lvl1pPr>
            <a:lvl2pPr lvl="1">
              <a:spcBef>
                <a:spcPts val="1000"/>
              </a:spcBef>
              <a:spcAft>
                <a:spcPts val="0"/>
              </a:spcAft>
              <a:buSzPts val="2100"/>
              <a:buFont typeface="Kalam"/>
              <a:buNone/>
              <a:defRPr>
                <a:latin typeface="Kalam"/>
                <a:ea typeface="Kalam"/>
                <a:cs typeface="Kalam"/>
                <a:sym typeface="Kalam"/>
              </a:defRPr>
            </a:lvl2pPr>
            <a:lvl3pPr lvl="2">
              <a:spcBef>
                <a:spcPts val="1000"/>
              </a:spcBef>
              <a:spcAft>
                <a:spcPts val="0"/>
              </a:spcAft>
              <a:buSzPts val="2000"/>
              <a:buFont typeface="Kalam"/>
              <a:buNone/>
              <a:defRPr>
                <a:latin typeface="Kalam"/>
                <a:ea typeface="Kalam"/>
                <a:cs typeface="Kalam"/>
                <a:sym typeface="Kalam"/>
              </a:defRPr>
            </a:lvl3pPr>
            <a:lvl4pPr lvl="3">
              <a:spcBef>
                <a:spcPts val="800"/>
              </a:spcBef>
              <a:spcAft>
                <a:spcPts val="0"/>
              </a:spcAft>
              <a:buSzPts val="1900"/>
              <a:buFont typeface="Kalam"/>
              <a:buNone/>
              <a:defRPr>
                <a:latin typeface="Kalam"/>
                <a:ea typeface="Kalam"/>
                <a:cs typeface="Kalam"/>
                <a:sym typeface="Kalam"/>
              </a:defRPr>
            </a:lvl4pPr>
            <a:lvl5pPr lvl="4">
              <a:spcBef>
                <a:spcPts val="800"/>
              </a:spcBef>
              <a:spcAft>
                <a:spcPts val="0"/>
              </a:spcAft>
              <a:buSzPts val="1800"/>
              <a:buFont typeface="Kalam"/>
              <a:buNone/>
              <a:defRPr>
                <a:latin typeface="Kalam"/>
                <a:ea typeface="Kalam"/>
                <a:cs typeface="Kalam"/>
                <a:sym typeface="Kalam"/>
              </a:defRPr>
            </a:lvl5pPr>
            <a:lvl6pPr lvl="5">
              <a:spcBef>
                <a:spcPts val="600"/>
              </a:spcBef>
              <a:spcAft>
                <a:spcPts val="0"/>
              </a:spcAft>
              <a:buSzPts val="1800"/>
              <a:buFont typeface="Kalam"/>
              <a:buNone/>
              <a:defRPr>
                <a:latin typeface="Kalam"/>
                <a:ea typeface="Kalam"/>
                <a:cs typeface="Kalam"/>
                <a:sym typeface="Kalam"/>
              </a:defRPr>
            </a:lvl6pPr>
            <a:lvl7pPr lvl="6">
              <a:spcBef>
                <a:spcPts val="600"/>
              </a:spcBef>
              <a:spcAft>
                <a:spcPts val="0"/>
              </a:spcAft>
              <a:buSzPts val="1800"/>
              <a:buFont typeface="Kalam"/>
              <a:buNone/>
              <a:defRPr>
                <a:latin typeface="Kalam"/>
                <a:ea typeface="Kalam"/>
                <a:cs typeface="Kalam"/>
                <a:sym typeface="Kalam"/>
              </a:defRPr>
            </a:lvl7pPr>
            <a:lvl8pPr lvl="7">
              <a:spcBef>
                <a:spcPts val="400"/>
              </a:spcBef>
              <a:spcAft>
                <a:spcPts val="0"/>
              </a:spcAft>
              <a:buSzPts val="1800"/>
              <a:buFont typeface="Kalam"/>
              <a:buNone/>
              <a:defRPr>
                <a:latin typeface="Kalam"/>
                <a:ea typeface="Kalam"/>
                <a:cs typeface="Kalam"/>
                <a:sym typeface="Kalam"/>
              </a:defRPr>
            </a:lvl8pPr>
            <a:lvl9pPr lvl="8">
              <a:spcBef>
                <a:spcPts val="400"/>
              </a:spcBef>
              <a:spcAft>
                <a:spcPts val="200"/>
              </a:spcAft>
              <a:buSzPts val="1800"/>
              <a:buNone/>
              <a:defRPr/>
            </a:lvl9pPr>
          </a:lstStyle>
          <a:p/>
        </p:txBody>
      </p:sp>
      <p:sp>
        <p:nvSpPr>
          <p:cNvPr id="2745" name="Google Shape;2745;p237"/>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46" name="Google Shape;2746;p237"/>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747" name="Google Shape;2747;p237"/>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748" name="Google Shape;2748;p237"/>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2749" name="Google Shape;2749;p23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50" name="Google Shape;2750;p237"/>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2751" name="Shape 2751"/>
        <p:cNvGrpSpPr/>
        <p:nvPr/>
      </p:nvGrpSpPr>
      <p:grpSpPr>
        <a:xfrm>
          <a:off x="0" y="0"/>
          <a:ext cx="0" cy="0"/>
          <a:chOff x="0" y="0"/>
          <a:chExt cx="0" cy="0"/>
        </a:xfrm>
      </p:grpSpPr>
      <p:pic>
        <p:nvPicPr>
          <p:cNvPr id="2752" name="Google Shape;2752;p2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3" name="Google Shape;2753;p2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4" name="Google Shape;2754;p2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755" name="Google Shape;2755;p2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pic>
        <p:nvPicPr>
          <p:cNvPr id="2756" name="Google Shape;2756;p238"/>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2757" name="Google Shape;2757;p238"/>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2758" name="Google Shape;2758;p238"/>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759" name="Google Shape;2759;p238"/>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760" name="Google Shape;2760;p238"/>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a:spcBef>
                <a:spcPts val="0"/>
              </a:spcBef>
              <a:spcAft>
                <a:spcPts val="0"/>
              </a:spcAft>
              <a:buSzPts val="2200"/>
              <a:buFont typeface="Kalam"/>
              <a:buNone/>
              <a:defRPr sz="2200">
                <a:latin typeface="Kalam"/>
                <a:ea typeface="Kalam"/>
                <a:cs typeface="Kalam"/>
                <a:sym typeface="Kalam"/>
              </a:defRPr>
            </a:lvl1pPr>
            <a:lvl2pPr lvl="1">
              <a:spcBef>
                <a:spcPts val="1000"/>
              </a:spcBef>
              <a:spcAft>
                <a:spcPts val="0"/>
              </a:spcAft>
              <a:buSzPts val="2100"/>
              <a:buFont typeface="Kalam"/>
              <a:buNone/>
              <a:defRPr>
                <a:latin typeface="Kalam"/>
                <a:ea typeface="Kalam"/>
                <a:cs typeface="Kalam"/>
                <a:sym typeface="Kalam"/>
              </a:defRPr>
            </a:lvl2pPr>
            <a:lvl3pPr lvl="2">
              <a:spcBef>
                <a:spcPts val="1000"/>
              </a:spcBef>
              <a:spcAft>
                <a:spcPts val="0"/>
              </a:spcAft>
              <a:buSzPts val="2000"/>
              <a:buFont typeface="Kalam"/>
              <a:buNone/>
              <a:defRPr>
                <a:latin typeface="Kalam"/>
                <a:ea typeface="Kalam"/>
                <a:cs typeface="Kalam"/>
                <a:sym typeface="Kalam"/>
              </a:defRPr>
            </a:lvl3pPr>
            <a:lvl4pPr lvl="3">
              <a:spcBef>
                <a:spcPts val="800"/>
              </a:spcBef>
              <a:spcAft>
                <a:spcPts val="0"/>
              </a:spcAft>
              <a:buSzPts val="1900"/>
              <a:buFont typeface="Kalam"/>
              <a:buNone/>
              <a:defRPr>
                <a:latin typeface="Kalam"/>
                <a:ea typeface="Kalam"/>
                <a:cs typeface="Kalam"/>
                <a:sym typeface="Kalam"/>
              </a:defRPr>
            </a:lvl4pPr>
            <a:lvl5pPr lvl="4">
              <a:spcBef>
                <a:spcPts val="800"/>
              </a:spcBef>
              <a:spcAft>
                <a:spcPts val="0"/>
              </a:spcAft>
              <a:buSzPts val="1800"/>
              <a:buFont typeface="Kalam"/>
              <a:buNone/>
              <a:defRPr>
                <a:latin typeface="Kalam"/>
                <a:ea typeface="Kalam"/>
                <a:cs typeface="Kalam"/>
                <a:sym typeface="Kalam"/>
              </a:defRPr>
            </a:lvl5pPr>
            <a:lvl6pPr lvl="5">
              <a:spcBef>
                <a:spcPts val="600"/>
              </a:spcBef>
              <a:spcAft>
                <a:spcPts val="0"/>
              </a:spcAft>
              <a:buSzPts val="1800"/>
              <a:buFont typeface="Kalam"/>
              <a:buNone/>
              <a:defRPr>
                <a:latin typeface="Kalam"/>
                <a:ea typeface="Kalam"/>
                <a:cs typeface="Kalam"/>
                <a:sym typeface="Kalam"/>
              </a:defRPr>
            </a:lvl6pPr>
            <a:lvl7pPr lvl="6">
              <a:spcBef>
                <a:spcPts val="600"/>
              </a:spcBef>
              <a:spcAft>
                <a:spcPts val="0"/>
              </a:spcAft>
              <a:buSzPts val="1800"/>
              <a:buFont typeface="Kalam"/>
              <a:buNone/>
              <a:defRPr>
                <a:latin typeface="Kalam"/>
                <a:ea typeface="Kalam"/>
                <a:cs typeface="Kalam"/>
                <a:sym typeface="Kalam"/>
              </a:defRPr>
            </a:lvl7pPr>
            <a:lvl8pPr lvl="7">
              <a:spcBef>
                <a:spcPts val="400"/>
              </a:spcBef>
              <a:spcAft>
                <a:spcPts val="0"/>
              </a:spcAft>
              <a:buSzPts val="1800"/>
              <a:buFont typeface="Kalam"/>
              <a:buNone/>
              <a:defRPr>
                <a:latin typeface="Kalam"/>
                <a:ea typeface="Kalam"/>
                <a:cs typeface="Kalam"/>
                <a:sym typeface="Kalam"/>
              </a:defRPr>
            </a:lvl8pPr>
            <a:lvl9pPr lvl="8">
              <a:spcBef>
                <a:spcPts val="400"/>
              </a:spcBef>
              <a:spcAft>
                <a:spcPts val="200"/>
              </a:spcAft>
              <a:buSzPts val="1800"/>
              <a:buNone/>
              <a:defRPr/>
            </a:lvl9pPr>
          </a:lstStyle>
          <a:p/>
        </p:txBody>
      </p:sp>
      <p:sp>
        <p:nvSpPr>
          <p:cNvPr id="2761" name="Google Shape;2761;p238"/>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62" name="Google Shape;2762;p23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763" name="Google Shape;2763;p238"/>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764" name="Google Shape;2764;p238"/>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2765" name="Google Shape;2765;p23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66" name="Google Shape;2766;p238"/>
          <p:cNvSpPr txBox="1"/>
          <p:nvPr>
            <p:ph idx="3"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2767" name="Shape 2767"/>
        <p:cNvGrpSpPr/>
        <p:nvPr/>
      </p:nvGrpSpPr>
      <p:grpSpPr>
        <a:xfrm>
          <a:off x="0" y="0"/>
          <a:ext cx="0" cy="0"/>
          <a:chOff x="0" y="0"/>
          <a:chExt cx="0" cy="0"/>
        </a:xfrm>
      </p:grpSpPr>
      <p:pic>
        <p:nvPicPr>
          <p:cNvPr id="2768" name="Google Shape;2768;p23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769" name="Google Shape;2769;p2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39"/>
          <p:cNvSpPr txBox="1"/>
          <p:nvPr>
            <p:ph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771" name="Google Shape;2771;p2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772" name="Google Shape;2772;p2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773" name="Google Shape;2773;p239"/>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74" name="Google Shape;2774;p239"/>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75" name="Google Shape;2775;p239"/>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776" name="Google Shape;2776;p239"/>
          <p:cNvGrpSpPr/>
          <p:nvPr/>
        </p:nvGrpSpPr>
        <p:grpSpPr>
          <a:xfrm>
            <a:off x="323653" y="1804438"/>
            <a:ext cx="457200" cy="457200"/>
            <a:chOff x="1020916" y="1442088"/>
            <a:chExt cx="457200" cy="457200"/>
          </a:xfrm>
        </p:grpSpPr>
        <p:pic>
          <p:nvPicPr>
            <p:cNvPr id="2777" name="Google Shape;2777;p2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778" name="Google Shape;2778;p2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779" name="Google Shape;2779;p239"/>
          <p:cNvGrpSpPr/>
          <p:nvPr/>
        </p:nvGrpSpPr>
        <p:grpSpPr>
          <a:xfrm>
            <a:off x="323653" y="2766575"/>
            <a:ext cx="457200" cy="457200"/>
            <a:chOff x="1020916" y="1442088"/>
            <a:chExt cx="457200" cy="457200"/>
          </a:xfrm>
        </p:grpSpPr>
        <p:pic>
          <p:nvPicPr>
            <p:cNvPr id="2780" name="Google Shape;2780;p2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781" name="Google Shape;2781;p2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782" name="Google Shape;2782;p239"/>
          <p:cNvGrpSpPr/>
          <p:nvPr/>
        </p:nvGrpSpPr>
        <p:grpSpPr>
          <a:xfrm>
            <a:off x="323641" y="3729038"/>
            <a:ext cx="457200" cy="457200"/>
            <a:chOff x="1020916" y="1442088"/>
            <a:chExt cx="457200" cy="457200"/>
          </a:xfrm>
        </p:grpSpPr>
        <p:pic>
          <p:nvPicPr>
            <p:cNvPr id="2783" name="Google Shape;2783;p2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784" name="Google Shape;2784;p2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785" name="Google Shape;2785;p239"/>
          <p:cNvSpPr txBox="1"/>
          <p:nvPr>
            <p:ph idx="4"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86" name="Google Shape;2786;p239"/>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2787" name="Shape 2787"/>
        <p:cNvGrpSpPr/>
        <p:nvPr/>
      </p:nvGrpSpPr>
      <p:grpSpPr>
        <a:xfrm>
          <a:off x="0" y="0"/>
          <a:ext cx="0" cy="0"/>
          <a:chOff x="0" y="0"/>
          <a:chExt cx="0" cy="0"/>
        </a:xfrm>
      </p:grpSpPr>
      <p:pic>
        <p:nvPicPr>
          <p:cNvPr id="2788" name="Google Shape;2788;p2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9" name="Google Shape;2789;p2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90" name="Google Shape;2790;p2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791" name="Google Shape;2791;p2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792" name="Google Shape;2792;p240"/>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93" name="Google Shape;2793;p240"/>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794" name="Google Shape;2794;p240"/>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795" name="Google Shape;2795;p240"/>
          <p:cNvGrpSpPr/>
          <p:nvPr/>
        </p:nvGrpSpPr>
        <p:grpSpPr>
          <a:xfrm>
            <a:off x="323653" y="1804438"/>
            <a:ext cx="457200" cy="457200"/>
            <a:chOff x="1020916" y="1442088"/>
            <a:chExt cx="457200" cy="457200"/>
          </a:xfrm>
        </p:grpSpPr>
        <p:pic>
          <p:nvPicPr>
            <p:cNvPr id="2796" name="Google Shape;2796;p2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797" name="Google Shape;2797;p2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798" name="Google Shape;2798;p240"/>
          <p:cNvGrpSpPr/>
          <p:nvPr/>
        </p:nvGrpSpPr>
        <p:grpSpPr>
          <a:xfrm>
            <a:off x="323653" y="2766575"/>
            <a:ext cx="457200" cy="457200"/>
            <a:chOff x="1020916" y="1442088"/>
            <a:chExt cx="457200" cy="457200"/>
          </a:xfrm>
        </p:grpSpPr>
        <p:pic>
          <p:nvPicPr>
            <p:cNvPr id="2799" name="Google Shape;2799;p2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00" name="Google Shape;2800;p2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801" name="Google Shape;2801;p240"/>
          <p:cNvGrpSpPr/>
          <p:nvPr/>
        </p:nvGrpSpPr>
        <p:grpSpPr>
          <a:xfrm>
            <a:off x="323641" y="3729038"/>
            <a:ext cx="457200" cy="457200"/>
            <a:chOff x="1020916" y="1442088"/>
            <a:chExt cx="457200" cy="457200"/>
          </a:xfrm>
        </p:grpSpPr>
        <p:pic>
          <p:nvPicPr>
            <p:cNvPr id="2802" name="Google Shape;2802;p2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03" name="Google Shape;2803;p2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804" name="Google Shape;2804;p24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05" name="Google Shape;2805;p240"/>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06" name="Google Shape;2806;p240"/>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2807" name="Shape 2807"/>
        <p:cNvGrpSpPr/>
        <p:nvPr/>
      </p:nvGrpSpPr>
      <p:grpSpPr>
        <a:xfrm>
          <a:off x="0" y="0"/>
          <a:ext cx="0" cy="0"/>
          <a:chOff x="0" y="0"/>
          <a:chExt cx="0" cy="0"/>
        </a:xfrm>
      </p:grpSpPr>
      <p:pic>
        <p:nvPicPr>
          <p:cNvPr id="2808" name="Google Shape;2808;p2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809" name="Google Shape;2809;p2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10" name="Google Shape;2810;p2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811" name="Google Shape;2811;p2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812" name="Google Shape;2812;p241"/>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13" name="Google Shape;2813;p241"/>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14" name="Google Shape;2814;p241"/>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815" name="Google Shape;2815;p241"/>
          <p:cNvGrpSpPr/>
          <p:nvPr/>
        </p:nvGrpSpPr>
        <p:grpSpPr>
          <a:xfrm>
            <a:off x="323653" y="1804438"/>
            <a:ext cx="457200" cy="457200"/>
            <a:chOff x="1020916" y="1442088"/>
            <a:chExt cx="457200" cy="457200"/>
          </a:xfrm>
        </p:grpSpPr>
        <p:pic>
          <p:nvPicPr>
            <p:cNvPr id="2816" name="Google Shape;2816;p2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17" name="Google Shape;2817;p2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818" name="Google Shape;2818;p241"/>
          <p:cNvGrpSpPr/>
          <p:nvPr/>
        </p:nvGrpSpPr>
        <p:grpSpPr>
          <a:xfrm>
            <a:off x="323653" y="2766575"/>
            <a:ext cx="457200" cy="457200"/>
            <a:chOff x="1020916" y="1442088"/>
            <a:chExt cx="457200" cy="457200"/>
          </a:xfrm>
        </p:grpSpPr>
        <p:pic>
          <p:nvPicPr>
            <p:cNvPr id="2819" name="Google Shape;2819;p2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20" name="Google Shape;2820;p2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821" name="Google Shape;2821;p241"/>
          <p:cNvGrpSpPr/>
          <p:nvPr/>
        </p:nvGrpSpPr>
        <p:grpSpPr>
          <a:xfrm>
            <a:off x="323641" y="3729038"/>
            <a:ext cx="457200" cy="457200"/>
            <a:chOff x="1020916" y="1442088"/>
            <a:chExt cx="457200" cy="457200"/>
          </a:xfrm>
        </p:grpSpPr>
        <p:pic>
          <p:nvPicPr>
            <p:cNvPr id="2822" name="Google Shape;2822;p2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23" name="Google Shape;2823;p2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824" name="Google Shape;2824;p24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25" name="Google Shape;2825;p241"/>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26" name="Google Shape;2826;p241"/>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2827" name="Shape 2827"/>
        <p:cNvGrpSpPr/>
        <p:nvPr/>
      </p:nvGrpSpPr>
      <p:grpSpPr>
        <a:xfrm>
          <a:off x="0" y="0"/>
          <a:ext cx="0" cy="0"/>
          <a:chOff x="0" y="0"/>
          <a:chExt cx="0" cy="0"/>
        </a:xfrm>
      </p:grpSpPr>
      <p:pic>
        <p:nvPicPr>
          <p:cNvPr id="2828" name="Google Shape;2828;p2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829" name="Google Shape;2829;p2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0" name="Google Shape;2830;p2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831" name="Google Shape;2831;p2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2832" name="Google Shape;2832;p242"/>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33" name="Google Shape;2833;p242"/>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34" name="Google Shape;2834;p242"/>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835" name="Google Shape;2835;p242"/>
          <p:cNvGrpSpPr/>
          <p:nvPr/>
        </p:nvGrpSpPr>
        <p:grpSpPr>
          <a:xfrm>
            <a:off x="323653" y="1804438"/>
            <a:ext cx="457200" cy="457200"/>
            <a:chOff x="1020916" y="1442088"/>
            <a:chExt cx="457200" cy="457200"/>
          </a:xfrm>
        </p:grpSpPr>
        <p:pic>
          <p:nvPicPr>
            <p:cNvPr id="2836" name="Google Shape;2836;p2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37" name="Google Shape;2837;p2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838" name="Google Shape;2838;p242"/>
          <p:cNvGrpSpPr/>
          <p:nvPr/>
        </p:nvGrpSpPr>
        <p:grpSpPr>
          <a:xfrm>
            <a:off x="323653" y="2766575"/>
            <a:ext cx="457200" cy="457200"/>
            <a:chOff x="1020916" y="1442088"/>
            <a:chExt cx="457200" cy="457200"/>
          </a:xfrm>
        </p:grpSpPr>
        <p:pic>
          <p:nvPicPr>
            <p:cNvPr id="2839" name="Google Shape;2839;p2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40" name="Google Shape;2840;p2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841" name="Google Shape;2841;p242"/>
          <p:cNvGrpSpPr/>
          <p:nvPr/>
        </p:nvGrpSpPr>
        <p:grpSpPr>
          <a:xfrm>
            <a:off x="323641" y="3729038"/>
            <a:ext cx="457200" cy="457200"/>
            <a:chOff x="1020916" y="1442088"/>
            <a:chExt cx="457200" cy="457200"/>
          </a:xfrm>
        </p:grpSpPr>
        <p:pic>
          <p:nvPicPr>
            <p:cNvPr id="2842" name="Google Shape;2842;p2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43" name="Google Shape;2843;p2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844" name="Google Shape;2844;p24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45" name="Google Shape;2845;p242"/>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46" name="Google Shape;2846;p242"/>
          <p:cNvSpPr txBox="1"/>
          <p:nvPr>
            <p:ph idx="5"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2847" name="Shape 2847"/>
        <p:cNvGrpSpPr/>
        <p:nvPr/>
      </p:nvGrpSpPr>
      <p:grpSpPr>
        <a:xfrm>
          <a:off x="0" y="0"/>
          <a:ext cx="0" cy="0"/>
          <a:chOff x="0" y="0"/>
          <a:chExt cx="0" cy="0"/>
        </a:xfrm>
      </p:grpSpPr>
      <p:pic>
        <p:nvPicPr>
          <p:cNvPr id="2848" name="Google Shape;2848;p2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849" name="Google Shape;2849;p2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0" name="Google Shape;2850;p2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851" name="Google Shape;2851;p2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852" name="Google Shape;2852;p243"/>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53" name="Google Shape;2853;p243"/>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54" name="Google Shape;2854;p243"/>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55" name="Google Shape;2855;p243"/>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856" name="Google Shape;2856;p243"/>
          <p:cNvGrpSpPr/>
          <p:nvPr/>
        </p:nvGrpSpPr>
        <p:grpSpPr>
          <a:xfrm>
            <a:off x="323653" y="1652038"/>
            <a:ext cx="457200" cy="457200"/>
            <a:chOff x="1020916" y="1442088"/>
            <a:chExt cx="457200" cy="457200"/>
          </a:xfrm>
        </p:grpSpPr>
        <p:pic>
          <p:nvPicPr>
            <p:cNvPr id="2857" name="Google Shape;2857;p2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58" name="Google Shape;2858;p2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859" name="Google Shape;2859;p243"/>
          <p:cNvGrpSpPr/>
          <p:nvPr/>
        </p:nvGrpSpPr>
        <p:grpSpPr>
          <a:xfrm>
            <a:off x="323653" y="2461775"/>
            <a:ext cx="457200" cy="457200"/>
            <a:chOff x="1020916" y="1442088"/>
            <a:chExt cx="457200" cy="457200"/>
          </a:xfrm>
        </p:grpSpPr>
        <p:pic>
          <p:nvPicPr>
            <p:cNvPr id="2860" name="Google Shape;2860;p2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61" name="Google Shape;2861;p2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862" name="Google Shape;2862;p243"/>
          <p:cNvGrpSpPr/>
          <p:nvPr/>
        </p:nvGrpSpPr>
        <p:grpSpPr>
          <a:xfrm>
            <a:off x="323641" y="3271838"/>
            <a:ext cx="457200" cy="457200"/>
            <a:chOff x="1020916" y="1442088"/>
            <a:chExt cx="457200" cy="457200"/>
          </a:xfrm>
        </p:grpSpPr>
        <p:pic>
          <p:nvPicPr>
            <p:cNvPr id="2863" name="Google Shape;2863;p2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64" name="Google Shape;2864;p2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865" name="Google Shape;2865;p243"/>
          <p:cNvGrpSpPr/>
          <p:nvPr/>
        </p:nvGrpSpPr>
        <p:grpSpPr>
          <a:xfrm>
            <a:off x="323641" y="4081763"/>
            <a:ext cx="457200" cy="457200"/>
            <a:chOff x="1020916" y="1442088"/>
            <a:chExt cx="457200" cy="457200"/>
          </a:xfrm>
        </p:grpSpPr>
        <p:pic>
          <p:nvPicPr>
            <p:cNvPr id="2866" name="Google Shape;2866;p2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67" name="Google Shape;2867;p2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868" name="Google Shape;2868;p24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9" name="Google Shape;2869;p243"/>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70" name="Google Shape;2870;p243"/>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2871" name="Shape 2871"/>
        <p:cNvGrpSpPr/>
        <p:nvPr/>
      </p:nvGrpSpPr>
      <p:grpSpPr>
        <a:xfrm>
          <a:off x="0" y="0"/>
          <a:ext cx="0" cy="0"/>
          <a:chOff x="0" y="0"/>
          <a:chExt cx="0" cy="0"/>
        </a:xfrm>
      </p:grpSpPr>
      <p:pic>
        <p:nvPicPr>
          <p:cNvPr id="2872" name="Google Shape;2872;p2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873" name="Google Shape;2873;p2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74" name="Google Shape;2874;p2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875" name="Google Shape;2875;p2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876" name="Google Shape;2876;p244"/>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77" name="Google Shape;2877;p244"/>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78" name="Google Shape;2878;p244"/>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879" name="Google Shape;2879;p244"/>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880" name="Google Shape;2880;p244"/>
          <p:cNvGrpSpPr/>
          <p:nvPr/>
        </p:nvGrpSpPr>
        <p:grpSpPr>
          <a:xfrm>
            <a:off x="323653" y="1652038"/>
            <a:ext cx="457200" cy="457200"/>
            <a:chOff x="1020916" y="1442088"/>
            <a:chExt cx="457200" cy="457200"/>
          </a:xfrm>
        </p:grpSpPr>
        <p:pic>
          <p:nvPicPr>
            <p:cNvPr id="2881" name="Google Shape;2881;p2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82" name="Google Shape;2882;p2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883" name="Google Shape;2883;p244"/>
          <p:cNvGrpSpPr/>
          <p:nvPr/>
        </p:nvGrpSpPr>
        <p:grpSpPr>
          <a:xfrm>
            <a:off x="323653" y="2461775"/>
            <a:ext cx="457200" cy="457200"/>
            <a:chOff x="1020916" y="1442088"/>
            <a:chExt cx="457200" cy="457200"/>
          </a:xfrm>
        </p:grpSpPr>
        <p:pic>
          <p:nvPicPr>
            <p:cNvPr id="2884" name="Google Shape;2884;p2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85" name="Google Shape;2885;p2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886" name="Google Shape;2886;p244"/>
          <p:cNvGrpSpPr/>
          <p:nvPr/>
        </p:nvGrpSpPr>
        <p:grpSpPr>
          <a:xfrm>
            <a:off x="323641" y="3271838"/>
            <a:ext cx="457200" cy="457200"/>
            <a:chOff x="1020916" y="1442088"/>
            <a:chExt cx="457200" cy="457200"/>
          </a:xfrm>
        </p:grpSpPr>
        <p:pic>
          <p:nvPicPr>
            <p:cNvPr id="2887" name="Google Shape;2887;p2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88" name="Google Shape;2888;p2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889" name="Google Shape;2889;p244"/>
          <p:cNvGrpSpPr/>
          <p:nvPr/>
        </p:nvGrpSpPr>
        <p:grpSpPr>
          <a:xfrm>
            <a:off x="323641" y="4081763"/>
            <a:ext cx="457200" cy="457200"/>
            <a:chOff x="1020916" y="1442088"/>
            <a:chExt cx="457200" cy="457200"/>
          </a:xfrm>
        </p:grpSpPr>
        <p:pic>
          <p:nvPicPr>
            <p:cNvPr id="2890" name="Google Shape;2890;p2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891" name="Google Shape;2891;p2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892" name="Google Shape;2892;p24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93" name="Google Shape;2893;p244"/>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94" name="Google Shape;2894;p244"/>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2895" name="Shape 2895"/>
        <p:cNvGrpSpPr/>
        <p:nvPr/>
      </p:nvGrpSpPr>
      <p:grpSpPr>
        <a:xfrm>
          <a:off x="0" y="0"/>
          <a:ext cx="0" cy="0"/>
          <a:chOff x="0" y="0"/>
          <a:chExt cx="0" cy="0"/>
        </a:xfrm>
      </p:grpSpPr>
      <p:pic>
        <p:nvPicPr>
          <p:cNvPr id="2896" name="Google Shape;2896;p2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897" name="Google Shape;2897;p2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45"/>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899" name="Google Shape;2899;p2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900" name="Google Shape;2900;p2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901" name="Google Shape;2901;p245"/>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02" name="Google Shape;2902;p245"/>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03" name="Google Shape;2903;p245"/>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04" name="Google Shape;2904;p245"/>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905" name="Google Shape;2905;p245"/>
          <p:cNvGrpSpPr/>
          <p:nvPr/>
        </p:nvGrpSpPr>
        <p:grpSpPr>
          <a:xfrm>
            <a:off x="323653" y="1652038"/>
            <a:ext cx="457200" cy="457200"/>
            <a:chOff x="1020916" y="1442088"/>
            <a:chExt cx="457200" cy="457200"/>
          </a:xfrm>
        </p:grpSpPr>
        <p:pic>
          <p:nvPicPr>
            <p:cNvPr id="2906" name="Google Shape;2906;p2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07" name="Google Shape;2907;p2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908" name="Google Shape;2908;p245"/>
          <p:cNvGrpSpPr/>
          <p:nvPr/>
        </p:nvGrpSpPr>
        <p:grpSpPr>
          <a:xfrm>
            <a:off x="323653" y="2461775"/>
            <a:ext cx="457200" cy="457200"/>
            <a:chOff x="1020916" y="1442088"/>
            <a:chExt cx="457200" cy="457200"/>
          </a:xfrm>
        </p:grpSpPr>
        <p:pic>
          <p:nvPicPr>
            <p:cNvPr id="2909" name="Google Shape;2909;p2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10" name="Google Shape;2910;p2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911" name="Google Shape;2911;p245"/>
          <p:cNvGrpSpPr/>
          <p:nvPr/>
        </p:nvGrpSpPr>
        <p:grpSpPr>
          <a:xfrm>
            <a:off x="323641" y="3271838"/>
            <a:ext cx="457200" cy="457200"/>
            <a:chOff x="1020916" y="1442088"/>
            <a:chExt cx="457200" cy="457200"/>
          </a:xfrm>
        </p:grpSpPr>
        <p:pic>
          <p:nvPicPr>
            <p:cNvPr id="2912" name="Google Shape;2912;p2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13" name="Google Shape;2913;p2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914" name="Google Shape;2914;p245"/>
          <p:cNvGrpSpPr/>
          <p:nvPr/>
        </p:nvGrpSpPr>
        <p:grpSpPr>
          <a:xfrm>
            <a:off x="323641" y="4081763"/>
            <a:ext cx="457200" cy="457200"/>
            <a:chOff x="1020916" y="1442088"/>
            <a:chExt cx="457200" cy="457200"/>
          </a:xfrm>
        </p:grpSpPr>
        <p:pic>
          <p:nvPicPr>
            <p:cNvPr id="2915" name="Google Shape;2915;p2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16" name="Google Shape;2916;p2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917" name="Google Shape;2917;p245"/>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18" name="Google Shape;2918;p245"/>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2919" name="Shape 2919"/>
        <p:cNvGrpSpPr/>
        <p:nvPr/>
      </p:nvGrpSpPr>
      <p:grpSpPr>
        <a:xfrm>
          <a:off x="0" y="0"/>
          <a:ext cx="0" cy="0"/>
          <a:chOff x="0" y="0"/>
          <a:chExt cx="0" cy="0"/>
        </a:xfrm>
      </p:grpSpPr>
      <p:pic>
        <p:nvPicPr>
          <p:cNvPr id="2920" name="Google Shape;2920;p2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921" name="Google Shape;2921;p2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46"/>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923" name="Google Shape;2923;p2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924" name="Google Shape;2924;p2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2925" name="Google Shape;2925;p246"/>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26" name="Google Shape;2926;p246"/>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27" name="Google Shape;2927;p246"/>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2928" name="Google Shape;2928;p246"/>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2929" name="Google Shape;2929;p246"/>
          <p:cNvGrpSpPr/>
          <p:nvPr/>
        </p:nvGrpSpPr>
        <p:grpSpPr>
          <a:xfrm>
            <a:off x="323653" y="1652038"/>
            <a:ext cx="457200" cy="457200"/>
            <a:chOff x="1020916" y="1442088"/>
            <a:chExt cx="457200" cy="457200"/>
          </a:xfrm>
        </p:grpSpPr>
        <p:pic>
          <p:nvPicPr>
            <p:cNvPr id="2930" name="Google Shape;2930;p2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31" name="Google Shape;2931;p2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932" name="Google Shape;2932;p246"/>
          <p:cNvGrpSpPr/>
          <p:nvPr/>
        </p:nvGrpSpPr>
        <p:grpSpPr>
          <a:xfrm>
            <a:off x="323653" y="2461775"/>
            <a:ext cx="457200" cy="457200"/>
            <a:chOff x="1020916" y="1442088"/>
            <a:chExt cx="457200" cy="457200"/>
          </a:xfrm>
        </p:grpSpPr>
        <p:pic>
          <p:nvPicPr>
            <p:cNvPr id="2933" name="Google Shape;2933;p2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34" name="Google Shape;2934;p2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935" name="Google Shape;2935;p246"/>
          <p:cNvGrpSpPr/>
          <p:nvPr/>
        </p:nvGrpSpPr>
        <p:grpSpPr>
          <a:xfrm>
            <a:off x="323641" y="3271838"/>
            <a:ext cx="457200" cy="457200"/>
            <a:chOff x="1020916" y="1442088"/>
            <a:chExt cx="457200" cy="457200"/>
          </a:xfrm>
        </p:grpSpPr>
        <p:pic>
          <p:nvPicPr>
            <p:cNvPr id="2936" name="Google Shape;2936;p2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37" name="Google Shape;2937;p2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938" name="Google Shape;2938;p246"/>
          <p:cNvGrpSpPr/>
          <p:nvPr/>
        </p:nvGrpSpPr>
        <p:grpSpPr>
          <a:xfrm>
            <a:off x="323641" y="4081763"/>
            <a:ext cx="457200" cy="457200"/>
            <a:chOff x="1020916" y="1442088"/>
            <a:chExt cx="457200" cy="457200"/>
          </a:xfrm>
        </p:grpSpPr>
        <p:pic>
          <p:nvPicPr>
            <p:cNvPr id="2939" name="Google Shape;2939;p2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40" name="Google Shape;2940;p2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941" name="Google Shape;2941;p246"/>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42" name="Google Shape;2942;p246"/>
          <p:cNvSpPr txBox="1"/>
          <p:nvPr>
            <p:ph idx="6"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2943" name="Shape 2943"/>
        <p:cNvGrpSpPr/>
        <p:nvPr/>
      </p:nvGrpSpPr>
      <p:grpSpPr>
        <a:xfrm>
          <a:off x="0" y="0"/>
          <a:ext cx="0" cy="0"/>
          <a:chOff x="0" y="0"/>
          <a:chExt cx="0" cy="0"/>
        </a:xfrm>
      </p:grpSpPr>
      <p:pic>
        <p:nvPicPr>
          <p:cNvPr id="2944" name="Google Shape;2944;p2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945" name="Google Shape;2945;p2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46" name="Google Shape;2946;p2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947" name="Google Shape;2947;p2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948" name="Google Shape;2948;p247"/>
          <p:cNvSpPr/>
          <p:nvPr>
            <p:ph idx="2" type="pic"/>
          </p:nvPr>
        </p:nvSpPr>
        <p:spPr>
          <a:xfrm>
            <a:off x="324000" y="1893950"/>
            <a:ext cx="2555400" cy="1939500"/>
          </a:xfrm>
          <a:prstGeom prst="rect">
            <a:avLst/>
          </a:prstGeom>
          <a:noFill/>
          <a:ln>
            <a:noFill/>
          </a:ln>
        </p:spPr>
      </p:sp>
      <p:sp>
        <p:nvSpPr>
          <p:cNvPr id="2949" name="Google Shape;2949;p247"/>
          <p:cNvSpPr/>
          <p:nvPr>
            <p:ph idx="3" type="pic"/>
          </p:nvPr>
        </p:nvSpPr>
        <p:spPr>
          <a:xfrm>
            <a:off x="6256800" y="1893950"/>
            <a:ext cx="2555400" cy="1939500"/>
          </a:xfrm>
          <a:prstGeom prst="rect">
            <a:avLst/>
          </a:prstGeom>
          <a:noFill/>
          <a:ln>
            <a:noFill/>
          </a:ln>
        </p:spPr>
      </p:sp>
      <p:sp>
        <p:nvSpPr>
          <p:cNvPr id="2950" name="Google Shape;2950;p247"/>
          <p:cNvSpPr/>
          <p:nvPr>
            <p:ph idx="4" type="pic"/>
          </p:nvPr>
        </p:nvSpPr>
        <p:spPr>
          <a:xfrm>
            <a:off x="3294300" y="1893950"/>
            <a:ext cx="2555400" cy="1939500"/>
          </a:xfrm>
          <a:prstGeom prst="rect">
            <a:avLst/>
          </a:prstGeom>
          <a:noFill/>
          <a:ln>
            <a:noFill/>
          </a:ln>
        </p:spPr>
      </p:sp>
      <p:grpSp>
        <p:nvGrpSpPr>
          <p:cNvPr id="2951" name="Google Shape;2951;p247"/>
          <p:cNvGrpSpPr/>
          <p:nvPr/>
        </p:nvGrpSpPr>
        <p:grpSpPr>
          <a:xfrm>
            <a:off x="1381028" y="4148538"/>
            <a:ext cx="457200" cy="457200"/>
            <a:chOff x="1020916" y="1442088"/>
            <a:chExt cx="457200" cy="457200"/>
          </a:xfrm>
        </p:grpSpPr>
        <p:pic>
          <p:nvPicPr>
            <p:cNvPr id="2952" name="Google Shape;2952;p2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53" name="Google Shape;2953;p2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954" name="Google Shape;2954;p247"/>
          <p:cNvGrpSpPr/>
          <p:nvPr/>
        </p:nvGrpSpPr>
        <p:grpSpPr>
          <a:xfrm>
            <a:off x="4331066" y="4148550"/>
            <a:ext cx="457200" cy="457200"/>
            <a:chOff x="1020916" y="1442088"/>
            <a:chExt cx="457200" cy="457200"/>
          </a:xfrm>
        </p:grpSpPr>
        <p:pic>
          <p:nvPicPr>
            <p:cNvPr id="2955" name="Google Shape;2955;p2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56" name="Google Shape;2956;p2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957" name="Google Shape;2957;p247"/>
          <p:cNvGrpSpPr/>
          <p:nvPr/>
        </p:nvGrpSpPr>
        <p:grpSpPr>
          <a:xfrm>
            <a:off x="7305791" y="4148538"/>
            <a:ext cx="457200" cy="457200"/>
            <a:chOff x="1020916" y="1442088"/>
            <a:chExt cx="457200" cy="457200"/>
          </a:xfrm>
        </p:grpSpPr>
        <p:pic>
          <p:nvPicPr>
            <p:cNvPr id="2958" name="Google Shape;2958;p2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59" name="Google Shape;2959;p2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960" name="Google Shape;2960;p24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61" name="Google Shape;2961;p247"/>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62" name="Google Shape;2962;p247"/>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2963" name="Shape 2963"/>
        <p:cNvGrpSpPr/>
        <p:nvPr/>
      </p:nvGrpSpPr>
      <p:grpSpPr>
        <a:xfrm>
          <a:off x="0" y="0"/>
          <a:ext cx="0" cy="0"/>
          <a:chOff x="0" y="0"/>
          <a:chExt cx="0" cy="0"/>
        </a:xfrm>
      </p:grpSpPr>
      <p:pic>
        <p:nvPicPr>
          <p:cNvPr id="2964" name="Google Shape;2964;p2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965" name="Google Shape;2965;p2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6" name="Google Shape;2966;p2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967" name="Google Shape;2967;p2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2968" name="Google Shape;2968;p248"/>
          <p:cNvSpPr/>
          <p:nvPr>
            <p:ph idx="2" type="pic"/>
          </p:nvPr>
        </p:nvSpPr>
        <p:spPr>
          <a:xfrm>
            <a:off x="324000" y="1893950"/>
            <a:ext cx="2555400" cy="1939500"/>
          </a:xfrm>
          <a:prstGeom prst="rect">
            <a:avLst/>
          </a:prstGeom>
          <a:noFill/>
          <a:ln>
            <a:noFill/>
          </a:ln>
        </p:spPr>
      </p:sp>
      <p:sp>
        <p:nvSpPr>
          <p:cNvPr id="2969" name="Google Shape;2969;p248"/>
          <p:cNvSpPr/>
          <p:nvPr>
            <p:ph idx="3" type="pic"/>
          </p:nvPr>
        </p:nvSpPr>
        <p:spPr>
          <a:xfrm>
            <a:off x="6256800" y="1893950"/>
            <a:ext cx="2555400" cy="1939500"/>
          </a:xfrm>
          <a:prstGeom prst="rect">
            <a:avLst/>
          </a:prstGeom>
          <a:noFill/>
          <a:ln>
            <a:noFill/>
          </a:ln>
        </p:spPr>
      </p:sp>
      <p:sp>
        <p:nvSpPr>
          <p:cNvPr id="2970" name="Google Shape;2970;p248"/>
          <p:cNvSpPr/>
          <p:nvPr>
            <p:ph idx="4" type="pic"/>
          </p:nvPr>
        </p:nvSpPr>
        <p:spPr>
          <a:xfrm>
            <a:off x="3294300" y="1893950"/>
            <a:ext cx="2555400" cy="1939500"/>
          </a:xfrm>
          <a:prstGeom prst="rect">
            <a:avLst/>
          </a:prstGeom>
          <a:noFill/>
          <a:ln>
            <a:noFill/>
          </a:ln>
        </p:spPr>
      </p:sp>
      <p:grpSp>
        <p:nvGrpSpPr>
          <p:cNvPr id="2971" name="Google Shape;2971;p248"/>
          <p:cNvGrpSpPr/>
          <p:nvPr/>
        </p:nvGrpSpPr>
        <p:grpSpPr>
          <a:xfrm>
            <a:off x="1381028" y="4148538"/>
            <a:ext cx="457200" cy="457200"/>
            <a:chOff x="1020916" y="1442088"/>
            <a:chExt cx="457200" cy="457200"/>
          </a:xfrm>
        </p:grpSpPr>
        <p:pic>
          <p:nvPicPr>
            <p:cNvPr id="2972" name="Google Shape;2972;p2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73" name="Google Shape;2973;p2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974" name="Google Shape;2974;p248"/>
          <p:cNvGrpSpPr/>
          <p:nvPr/>
        </p:nvGrpSpPr>
        <p:grpSpPr>
          <a:xfrm>
            <a:off x="4331066" y="4148550"/>
            <a:ext cx="457200" cy="457200"/>
            <a:chOff x="1020916" y="1442088"/>
            <a:chExt cx="457200" cy="457200"/>
          </a:xfrm>
        </p:grpSpPr>
        <p:pic>
          <p:nvPicPr>
            <p:cNvPr id="2975" name="Google Shape;2975;p2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76" name="Google Shape;2976;p2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977" name="Google Shape;2977;p248"/>
          <p:cNvGrpSpPr/>
          <p:nvPr/>
        </p:nvGrpSpPr>
        <p:grpSpPr>
          <a:xfrm>
            <a:off x="7305791" y="4148538"/>
            <a:ext cx="457200" cy="457200"/>
            <a:chOff x="1020916" y="1442088"/>
            <a:chExt cx="457200" cy="457200"/>
          </a:xfrm>
        </p:grpSpPr>
        <p:pic>
          <p:nvPicPr>
            <p:cNvPr id="2978" name="Google Shape;2978;p2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79" name="Google Shape;2979;p2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980" name="Google Shape;2980;p24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81" name="Google Shape;2981;p248"/>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82" name="Google Shape;2982;p248"/>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2983" name="Shape 2983"/>
        <p:cNvGrpSpPr/>
        <p:nvPr/>
      </p:nvGrpSpPr>
      <p:grpSpPr>
        <a:xfrm>
          <a:off x="0" y="0"/>
          <a:ext cx="0" cy="0"/>
          <a:chOff x="0" y="0"/>
          <a:chExt cx="0" cy="0"/>
        </a:xfrm>
      </p:grpSpPr>
      <p:pic>
        <p:nvPicPr>
          <p:cNvPr id="2984" name="Google Shape;2984;p2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985" name="Google Shape;2985;p2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86" name="Google Shape;2986;p2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2987" name="Google Shape;2987;p2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2988" name="Google Shape;2988;p249"/>
          <p:cNvSpPr/>
          <p:nvPr>
            <p:ph idx="2" type="pic"/>
          </p:nvPr>
        </p:nvSpPr>
        <p:spPr>
          <a:xfrm>
            <a:off x="324000" y="1893950"/>
            <a:ext cx="2555400" cy="1939500"/>
          </a:xfrm>
          <a:prstGeom prst="rect">
            <a:avLst/>
          </a:prstGeom>
          <a:noFill/>
          <a:ln>
            <a:noFill/>
          </a:ln>
        </p:spPr>
      </p:sp>
      <p:sp>
        <p:nvSpPr>
          <p:cNvPr id="2989" name="Google Shape;2989;p249"/>
          <p:cNvSpPr/>
          <p:nvPr>
            <p:ph idx="3" type="pic"/>
          </p:nvPr>
        </p:nvSpPr>
        <p:spPr>
          <a:xfrm>
            <a:off x="6256800" y="1893950"/>
            <a:ext cx="2555400" cy="1939500"/>
          </a:xfrm>
          <a:prstGeom prst="rect">
            <a:avLst/>
          </a:prstGeom>
          <a:noFill/>
          <a:ln>
            <a:noFill/>
          </a:ln>
        </p:spPr>
      </p:sp>
      <p:sp>
        <p:nvSpPr>
          <p:cNvPr id="2990" name="Google Shape;2990;p249"/>
          <p:cNvSpPr/>
          <p:nvPr>
            <p:ph idx="4" type="pic"/>
          </p:nvPr>
        </p:nvSpPr>
        <p:spPr>
          <a:xfrm>
            <a:off x="3294300" y="1893950"/>
            <a:ext cx="2555400" cy="1939500"/>
          </a:xfrm>
          <a:prstGeom prst="rect">
            <a:avLst/>
          </a:prstGeom>
          <a:noFill/>
          <a:ln>
            <a:noFill/>
          </a:ln>
        </p:spPr>
      </p:sp>
      <p:grpSp>
        <p:nvGrpSpPr>
          <p:cNvPr id="2991" name="Google Shape;2991;p249"/>
          <p:cNvGrpSpPr/>
          <p:nvPr/>
        </p:nvGrpSpPr>
        <p:grpSpPr>
          <a:xfrm>
            <a:off x="1381028" y="4148538"/>
            <a:ext cx="457200" cy="457200"/>
            <a:chOff x="1020916" y="1442088"/>
            <a:chExt cx="457200" cy="457200"/>
          </a:xfrm>
        </p:grpSpPr>
        <p:pic>
          <p:nvPicPr>
            <p:cNvPr id="2992" name="Google Shape;2992;p2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93" name="Google Shape;2993;p2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994" name="Google Shape;2994;p249"/>
          <p:cNvGrpSpPr/>
          <p:nvPr/>
        </p:nvGrpSpPr>
        <p:grpSpPr>
          <a:xfrm>
            <a:off x="4331066" y="4148550"/>
            <a:ext cx="457200" cy="457200"/>
            <a:chOff x="1020916" y="1442088"/>
            <a:chExt cx="457200" cy="457200"/>
          </a:xfrm>
        </p:grpSpPr>
        <p:pic>
          <p:nvPicPr>
            <p:cNvPr id="2995" name="Google Shape;2995;p2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96" name="Google Shape;2996;p2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997" name="Google Shape;2997;p249"/>
          <p:cNvGrpSpPr/>
          <p:nvPr/>
        </p:nvGrpSpPr>
        <p:grpSpPr>
          <a:xfrm>
            <a:off x="7305791" y="4148538"/>
            <a:ext cx="457200" cy="457200"/>
            <a:chOff x="1020916" y="1442088"/>
            <a:chExt cx="457200" cy="457200"/>
          </a:xfrm>
        </p:grpSpPr>
        <p:pic>
          <p:nvPicPr>
            <p:cNvPr id="2998" name="Google Shape;2998;p2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999" name="Google Shape;2999;p2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3000" name="Google Shape;3000;p24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01" name="Google Shape;3001;p249"/>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02" name="Google Shape;3002;p249"/>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3003" name="Shape 3003"/>
        <p:cNvGrpSpPr/>
        <p:nvPr/>
      </p:nvGrpSpPr>
      <p:grpSpPr>
        <a:xfrm>
          <a:off x="0" y="0"/>
          <a:ext cx="0" cy="0"/>
          <a:chOff x="0" y="0"/>
          <a:chExt cx="0" cy="0"/>
        </a:xfrm>
      </p:grpSpPr>
      <p:pic>
        <p:nvPicPr>
          <p:cNvPr id="3004" name="Google Shape;3004;p2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05" name="Google Shape;3005;p2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6" name="Google Shape;3006;p2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07" name="Google Shape;3007;p2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008" name="Google Shape;3008;p250"/>
          <p:cNvSpPr/>
          <p:nvPr>
            <p:ph idx="2" type="pic"/>
          </p:nvPr>
        </p:nvSpPr>
        <p:spPr>
          <a:xfrm>
            <a:off x="324000" y="1893950"/>
            <a:ext cx="2555400" cy="1939500"/>
          </a:xfrm>
          <a:prstGeom prst="rect">
            <a:avLst/>
          </a:prstGeom>
          <a:noFill/>
          <a:ln>
            <a:noFill/>
          </a:ln>
        </p:spPr>
      </p:sp>
      <p:sp>
        <p:nvSpPr>
          <p:cNvPr id="3009" name="Google Shape;3009;p250"/>
          <p:cNvSpPr/>
          <p:nvPr>
            <p:ph idx="3" type="pic"/>
          </p:nvPr>
        </p:nvSpPr>
        <p:spPr>
          <a:xfrm>
            <a:off x="6256800" y="1893950"/>
            <a:ext cx="2555400" cy="1939500"/>
          </a:xfrm>
          <a:prstGeom prst="rect">
            <a:avLst/>
          </a:prstGeom>
          <a:noFill/>
          <a:ln>
            <a:noFill/>
          </a:ln>
        </p:spPr>
      </p:sp>
      <p:sp>
        <p:nvSpPr>
          <p:cNvPr id="3010" name="Google Shape;3010;p250"/>
          <p:cNvSpPr/>
          <p:nvPr>
            <p:ph idx="4" type="pic"/>
          </p:nvPr>
        </p:nvSpPr>
        <p:spPr>
          <a:xfrm>
            <a:off x="3294300" y="1893950"/>
            <a:ext cx="2555400" cy="1939500"/>
          </a:xfrm>
          <a:prstGeom prst="rect">
            <a:avLst/>
          </a:prstGeom>
          <a:noFill/>
          <a:ln>
            <a:noFill/>
          </a:ln>
        </p:spPr>
      </p:sp>
      <p:grpSp>
        <p:nvGrpSpPr>
          <p:cNvPr id="3011" name="Google Shape;3011;p250"/>
          <p:cNvGrpSpPr/>
          <p:nvPr/>
        </p:nvGrpSpPr>
        <p:grpSpPr>
          <a:xfrm>
            <a:off x="1381028" y="4148538"/>
            <a:ext cx="457200" cy="457200"/>
            <a:chOff x="1020916" y="1442088"/>
            <a:chExt cx="457200" cy="457200"/>
          </a:xfrm>
        </p:grpSpPr>
        <p:pic>
          <p:nvPicPr>
            <p:cNvPr id="3012" name="Google Shape;3012;p2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13" name="Google Shape;3013;p2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14" name="Google Shape;3014;p250"/>
          <p:cNvGrpSpPr/>
          <p:nvPr/>
        </p:nvGrpSpPr>
        <p:grpSpPr>
          <a:xfrm>
            <a:off x="4331066" y="4148550"/>
            <a:ext cx="457200" cy="457200"/>
            <a:chOff x="1020916" y="1442088"/>
            <a:chExt cx="457200" cy="457200"/>
          </a:xfrm>
        </p:grpSpPr>
        <p:pic>
          <p:nvPicPr>
            <p:cNvPr id="3015" name="Google Shape;3015;p2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16" name="Google Shape;3016;p2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017" name="Google Shape;3017;p250"/>
          <p:cNvGrpSpPr/>
          <p:nvPr/>
        </p:nvGrpSpPr>
        <p:grpSpPr>
          <a:xfrm>
            <a:off x="7305791" y="4148538"/>
            <a:ext cx="457200" cy="457200"/>
            <a:chOff x="1020916" y="1442088"/>
            <a:chExt cx="457200" cy="457200"/>
          </a:xfrm>
        </p:grpSpPr>
        <p:pic>
          <p:nvPicPr>
            <p:cNvPr id="3018" name="Google Shape;3018;p2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19" name="Google Shape;3019;p2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3020" name="Google Shape;3020;p25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21" name="Google Shape;3021;p250"/>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22" name="Google Shape;3022;p250"/>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_3">
    <p:bg>
      <p:bgPr>
        <a:solidFill>
          <a:srgbClr val="F3EEFB"/>
        </a:solidFill>
      </p:bgPr>
    </p:bg>
    <p:spTree>
      <p:nvGrpSpPr>
        <p:cNvPr id="3023" name="Shape 3023"/>
        <p:cNvGrpSpPr/>
        <p:nvPr/>
      </p:nvGrpSpPr>
      <p:grpSpPr>
        <a:xfrm>
          <a:off x="0" y="0"/>
          <a:ext cx="0" cy="0"/>
          <a:chOff x="0" y="0"/>
          <a:chExt cx="0" cy="0"/>
        </a:xfrm>
      </p:grpSpPr>
      <p:pic>
        <p:nvPicPr>
          <p:cNvPr id="3024" name="Google Shape;3024;p2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025" name="Google Shape;3025;p2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26" name="Google Shape;3026;p2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27" name="Google Shape;3027;p2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028" name="Google Shape;3028;p25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29" name="Google Shape;3029;p25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30" name="Google Shape;3030;p251"/>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3031" name="Shape 3031"/>
        <p:cNvGrpSpPr/>
        <p:nvPr/>
      </p:nvGrpSpPr>
      <p:grpSpPr>
        <a:xfrm>
          <a:off x="0" y="0"/>
          <a:ext cx="0" cy="0"/>
          <a:chOff x="0" y="0"/>
          <a:chExt cx="0" cy="0"/>
        </a:xfrm>
      </p:grpSpPr>
      <p:pic>
        <p:nvPicPr>
          <p:cNvPr id="3032" name="Google Shape;3032;p2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33" name="Google Shape;3033;p2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4" name="Google Shape;3034;p2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35" name="Google Shape;3035;p2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036" name="Google Shape;3036;p25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37" name="Google Shape;3037;p25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38" name="Google Shape;3038;p25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3039" name="Shape 3039"/>
        <p:cNvGrpSpPr/>
        <p:nvPr/>
      </p:nvGrpSpPr>
      <p:grpSpPr>
        <a:xfrm>
          <a:off x="0" y="0"/>
          <a:ext cx="0" cy="0"/>
          <a:chOff x="0" y="0"/>
          <a:chExt cx="0" cy="0"/>
        </a:xfrm>
      </p:grpSpPr>
      <p:pic>
        <p:nvPicPr>
          <p:cNvPr id="3040" name="Google Shape;3040;p2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41" name="Google Shape;3041;p2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2" name="Google Shape;3042;p2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43" name="Google Shape;3043;p2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044" name="Google Shape;3044;p25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45" name="Google Shape;3045;p25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46" name="Google Shape;3046;p25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3047" name="Shape 3047"/>
        <p:cNvGrpSpPr/>
        <p:nvPr/>
      </p:nvGrpSpPr>
      <p:grpSpPr>
        <a:xfrm>
          <a:off x="0" y="0"/>
          <a:ext cx="0" cy="0"/>
          <a:chOff x="0" y="0"/>
          <a:chExt cx="0" cy="0"/>
        </a:xfrm>
      </p:grpSpPr>
      <p:pic>
        <p:nvPicPr>
          <p:cNvPr id="3048" name="Google Shape;3048;p2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49" name="Google Shape;3049;p2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5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3051" name="Google Shape;3051;p2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52" name="Google Shape;3052;p2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053" name="Google Shape;3053;p25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54" name="Google Shape;3054;p25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3055" name="Shape 3055"/>
        <p:cNvGrpSpPr/>
        <p:nvPr/>
      </p:nvGrpSpPr>
      <p:grpSpPr>
        <a:xfrm>
          <a:off x="0" y="0"/>
          <a:ext cx="0" cy="0"/>
          <a:chOff x="0" y="0"/>
          <a:chExt cx="0" cy="0"/>
        </a:xfrm>
      </p:grpSpPr>
      <p:pic>
        <p:nvPicPr>
          <p:cNvPr id="3056" name="Google Shape;3056;p2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057" name="Google Shape;3057;p2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58" name="Google Shape;3058;p25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3059" name="Google Shape;3059;p2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3060" name="Google Shape;3060;p2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3061" name="Google Shape;3061;p255"/>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062" name="Google Shape;3062;p25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63" name="Google Shape;3063;p255"/>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3064" name="Shape 3064"/>
        <p:cNvGrpSpPr/>
        <p:nvPr/>
      </p:nvGrpSpPr>
      <p:grpSpPr>
        <a:xfrm>
          <a:off x="0" y="0"/>
          <a:ext cx="0" cy="0"/>
          <a:chOff x="0" y="0"/>
          <a:chExt cx="0" cy="0"/>
        </a:xfrm>
      </p:grpSpPr>
      <p:pic>
        <p:nvPicPr>
          <p:cNvPr id="3065" name="Google Shape;3065;p2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66" name="Google Shape;3066;p2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3068" name="Google Shape;3068;p256"/>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3069" name="Google Shape;3069;p2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3070" name="Google Shape;3070;p256"/>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071" name="Google Shape;3071;p25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72" name="Google Shape;3072;p256"/>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3073" name="Shape 3073"/>
        <p:cNvGrpSpPr/>
        <p:nvPr/>
      </p:nvGrpSpPr>
      <p:grpSpPr>
        <a:xfrm>
          <a:off x="0" y="0"/>
          <a:ext cx="0" cy="0"/>
          <a:chOff x="0" y="0"/>
          <a:chExt cx="0" cy="0"/>
        </a:xfrm>
      </p:grpSpPr>
      <p:pic>
        <p:nvPicPr>
          <p:cNvPr id="3074" name="Google Shape;3074;p2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75" name="Google Shape;3075;p2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3077" name="Google Shape;3077;p257"/>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3078" name="Google Shape;3078;p2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3079" name="Google Shape;3079;p257"/>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080" name="Google Shape;3080;p25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81" name="Google Shape;3081;p257"/>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3082" name="Shape 3082"/>
        <p:cNvGrpSpPr/>
        <p:nvPr/>
      </p:nvGrpSpPr>
      <p:grpSpPr>
        <a:xfrm>
          <a:off x="0" y="0"/>
          <a:ext cx="0" cy="0"/>
          <a:chOff x="0" y="0"/>
          <a:chExt cx="0" cy="0"/>
        </a:xfrm>
      </p:grpSpPr>
      <p:pic>
        <p:nvPicPr>
          <p:cNvPr id="3083" name="Google Shape;3083;p2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84" name="Google Shape;3084;p2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3086" name="Google Shape;3086;p25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3087" name="Google Shape;3087;p25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
        <p:nvSpPr>
          <p:cNvPr id="3088" name="Google Shape;3088;p258"/>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089" name="Google Shape;3089;p25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90" name="Google Shape;3090;p258"/>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_2">
    <p:bg>
      <p:bgPr>
        <a:solidFill>
          <a:srgbClr val="F3EEFB"/>
        </a:solidFill>
      </p:bgPr>
    </p:bg>
    <p:spTree>
      <p:nvGrpSpPr>
        <p:cNvPr id="3091" name="Shape 3091"/>
        <p:cNvGrpSpPr/>
        <p:nvPr/>
      </p:nvGrpSpPr>
      <p:grpSpPr>
        <a:xfrm>
          <a:off x="0" y="0"/>
          <a:ext cx="0" cy="0"/>
          <a:chOff x="0" y="0"/>
          <a:chExt cx="0" cy="0"/>
        </a:xfrm>
      </p:grpSpPr>
      <p:pic>
        <p:nvPicPr>
          <p:cNvPr id="3092" name="Google Shape;3092;p2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093" name="Google Shape;3093;p2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94" name="Google Shape;3094;p2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095" name="Google Shape;3095;p2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3096" name="Google Shape;3096;p2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3097" name="Google Shape;3097;p259"/>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098" name="Google Shape;3098;p25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099" name="Google Shape;3099;p259"/>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3100" name="Shape 3100"/>
        <p:cNvGrpSpPr/>
        <p:nvPr/>
      </p:nvGrpSpPr>
      <p:grpSpPr>
        <a:xfrm>
          <a:off x="0" y="0"/>
          <a:ext cx="0" cy="0"/>
          <a:chOff x="0" y="0"/>
          <a:chExt cx="0" cy="0"/>
        </a:xfrm>
      </p:grpSpPr>
      <p:pic>
        <p:nvPicPr>
          <p:cNvPr id="3101" name="Google Shape;3101;p2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2" name="Google Shape;3102;p2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3104" name="Google Shape;3104;p26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05" name="Google Shape;3105;p2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3106" name="Google Shape;3106;p260"/>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107" name="Google Shape;3107;p26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108" name="Google Shape;3108;p260"/>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3109" name="Shape 3109"/>
        <p:cNvGrpSpPr/>
        <p:nvPr/>
      </p:nvGrpSpPr>
      <p:grpSpPr>
        <a:xfrm>
          <a:off x="0" y="0"/>
          <a:ext cx="0" cy="0"/>
          <a:chOff x="0" y="0"/>
          <a:chExt cx="0" cy="0"/>
        </a:xfrm>
      </p:grpSpPr>
      <p:pic>
        <p:nvPicPr>
          <p:cNvPr id="3110" name="Google Shape;3110;p2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11" name="Google Shape;3111;p2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3113" name="Google Shape;3113;p26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14" name="Google Shape;3114;p2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3115" name="Google Shape;3115;p261"/>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116" name="Google Shape;3116;p26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117" name="Google Shape;3117;p261"/>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3118" name="Shape 3118"/>
        <p:cNvGrpSpPr/>
        <p:nvPr/>
      </p:nvGrpSpPr>
      <p:grpSpPr>
        <a:xfrm>
          <a:off x="0" y="0"/>
          <a:ext cx="0" cy="0"/>
          <a:chOff x="0" y="0"/>
          <a:chExt cx="0" cy="0"/>
        </a:xfrm>
      </p:grpSpPr>
      <p:pic>
        <p:nvPicPr>
          <p:cNvPr id="3119" name="Google Shape;3119;p2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20" name="Google Shape;3120;p2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2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3122" name="Google Shape;3122;p26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23" name="Google Shape;3123;p2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3124" name="Google Shape;3124;p262"/>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None/>
              <a:defRPr b="0"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3125" name="Google Shape;3125;p26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126" name="Google Shape;3126;p262"/>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3127" name="Shape 3127"/>
        <p:cNvGrpSpPr/>
        <p:nvPr/>
      </p:nvGrpSpPr>
      <p:grpSpPr>
        <a:xfrm>
          <a:off x="0" y="0"/>
          <a:ext cx="0" cy="0"/>
          <a:chOff x="0" y="0"/>
          <a:chExt cx="0" cy="0"/>
        </a:xfrm>
      </p:grpSpPr>
      <p:grpSp>
        <p:nvGrpSpPr>
          <p:cNvPr id="3128" name="Google Shape;3128;p263"/>
          <p:cNvGrpSpPr/>
          <p:nvPr/>
        </p:nvGrpSpPr>
        <p:grpSpPr>
          <a:xfrm>
            <a:off x="0" y="0"/>
            <a:ext cx="9151202" cy="652534"/>
            <a:chOff x="0" y="0"/>
            <a:chExt cx="9151202" cy="652534"/>
          </a:xfrm>
        </p:grpSpPr>
        <p:sp>
          <p:nvSpPr>
            <p:cNvPr id="3129" name="Google Shape;3129;p263"/>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30" name="Google Shape;3130;p263"/>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grpSp>
      <p:sp>
        <p:nvSpPr>
          <p:cNvPr id="3131" name="Google Shape;3131;p2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3132" name="Google Shape;3132;p263"/>
          <p:cNvSpPr txBox="1"/>
          <p:nvPr>
            <p:ph type="title"/>
          </p:nvPr>
        </p:nvSpPr>
        <p:spPr>
          <a:xfrm>
            <a:off x="1684800" y="119125"/>
            <a:ext cx="5741400" cy="307800"/>
          </a:xfrm>
          <a:prstGeom prst="rect">
            <a:avLst/>
          </a:prstGeom>
        </p:spPr>
        <p:txBody>
          <a:bodyPr anchorCtr="0" anchor="t" bIns="0" lIns="0" spcFirstLastPara="1" rIns="0" wrap="square" tIns="0">
            <a:spAutoFit/>
          </a:bodyPr>
          <a:lstStyle>
            <a:lvl1pPr lvl="0">
              <a:spcBef>
                <a:spcPts val="0"/>
              </a:spcBef>
              <a:spcAft>
                <a:spcPts val="0"/>
              </a:spcAft>
              <a:buSzPts val="2000"/>
              <a:buNone/>
              <a:defRPr b="0"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33" name="Google Shape;3133;p26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134" name="Google Shape;3134;p263"/>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3135" name="Shape 3135"/>
        <p:cNvGrpSpPr/>
        <p:nvPr/>
      </p:nvGrpSpPr>
      <p:grpSpPr>
        <a:xfrm>
          <a:off x="0" y="0"/>
          <a:ext cx="0" cy="0"/>
          <a:chOff x="0" y="0"/>
          <a:chExt cx="0" cy="0"/>
        </a:xfrm>
      </p:grpSpPr>
      <p:grpSp>
        <p:nvGrpSpPr>
          <p:cNvPr id="3136" name="Google Shape;3136;p264"/>
          <p:cNvGrpSpPr/>
          <p:nvPr/>
        </p:nvGrpSpPr>
        <p:grpSpPr>
          <a:xfrm>
            <a:off x="0" y="0"/>
            <a:ext cx="9151202" cy="886259"/>
            <a:chOff x="0" y="0"/>
            <a:chExt cx="9151202" cy="886259"/>
          </a:xfrm>
        </p:grpSpPr>
        <p:sp>
          <p:nvSpPr>
            <p:cNvPr id="3137" name="Google Shape;3137;p264"/>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38" name="Google Shape;3138;p264"/>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grpSp>
      <p:sp>
        <p:nvSpPr>
          <p:cNvPr id="3139" name="Google Shape;3139;p264"/>
          <p:cNvSpPr txBox="1"/>
          <p:nvPr>
            <p:ph idx="1" type="body"/>
          </p:nvPr>
        </p:nvSpPr>
        <p:spPr>
          <a:xfrm>
            <a:off x="324000" y="1080000"/>
            <a:ext cx="8113800" cy="37404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3140" name="Google Shape;3140;p2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3141" name="Google Shape;3141;p264"/>
          <p:cNvSpPr txBox="1"/>
          <p:nvPr>
            <p:ph type="title"/>
          </p:nvPr>
        </p:nvSpPr>
        <p:spPr>
          <a:xfrm>
            <a:off x="1684800" y="43825"/>
            <a:ext cx="5741400" cy="382800"/>
          </a:xfrm>
          <a:prstGeom prst="rect">
            <a:avLst/>
          </a:prstGeom>
        </p:spPr>
        <p:txBody>
          <a:bodyPr anchorCtr="0" anchor="b" bIns="0" lIns="0" spcFirstLastPara="1" rIns="0" wrap="square" tIns="0">
            <a:spAutoFit/>
          </a:bodyPr>
          <a:lstStyle>
            <a:lvl1pPr lvl="0">
              <a:lnSpc>
                <a:spcPct val="100000"/>
              </a:lnSpc>
              <a:spcBef>
                <a:spcPts val="0"/>
              </a:spcBef>
              <a:spcAft>
                <a:spcPts val="0"/>
              </a:spcAft>
              <a:buSzPts val="2000"/>
              <a:buFont typeface="Lexend"/>
              <a:buNone/>
              <a:defRPr b="0" sz="2000">
                <a:latin typeface="Lexend"/>
                <a:ea typeface="Lexend"/>
                <a:cs typeface="Lexend"/>
                <a:sym typeface="Lexend"/>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142" name="Google Shape;3142;p264"/>
          <p:cNvSpPr txBox="1"/>
          <p:nvPr>
            <p:ph idx="2"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3143" name="Shape 3143"/>
        <p:cNvGrpSpPr/>
        <p:nvPr/>
      </p:nvGrpSpPr>
      <p:grpSpPr>
        <a:xfrm>
          <a:off x="0" y="0"/>
          <a:ext cx="0" cy="0"/>
          <a:chOff x="0" y="0"/>
          <a:chExt cx="0" cy="0"/>
        </a:xfrm>
      </p:grpSpPr>
      <p:sp>
        <p:nvSpPr>
          <p:cNvPr id="3144" name="Google Shape;3144;p265"/>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3145" name="Google Shape;3145;p265"/>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3146" name="Google Shape;3146;p265"/>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3147" name="Google Shape;3147;p265"/>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3148" name="Google Shape;3148;p265"/>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3149" name="Google Shape;3149;p265"/>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Audio clip</a:t>
            </a:r>
            <a:endParaRPr i="0" sz="1600" u="none" cap="none" strike="noStrike">
              <a:solidFill>
                <a:schemeClr val="dk1"/>
              </a:solidFill>
              <a:latin typeface="Lexend"/>
              <a:ea typeface="Lexend"/>
              <a:cs typeface="Lexend"/>
              <a:sym typeface="Lexend"/>
            </a:endParaRPr>
          </a:p>
        </p:txBody>
      </p:sp>
      <p:sp>
        <p:nvSpPr>
          <p:cNvPr id="3150" name="Google Shape;3150;p265"/>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Video clip</a:t>
            </a:r>
            <a:endParaRPr i="0" sz="1600" u="none" cap="none" strike="noStrike">
              <a:solidFill>
                <a:schemeClr val="dk1"/>
              </a:solidFill>
              <a:latin typeface="Lexend"/>
              <a:ea typeface="Lexend"/>
              <a:cs typeface="Lexend"/>
              <a:sym typeface="Lexend"/>
            </a:endParaRPr>
          </a:p>
        </p:txBody>
      </p:sp>
      <p:sp>
        <p:nvSpPr>
          <p:cNvPr id="3151" name="Google Shape;3151;p265"/>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3152" name="Google Shape;3152;p265"/>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3153" name="Shape 3153"/>
        <p:cNvGrpSpPr/>
        <p:nvPr/>
      </p:nvGrpSpPr>
      <p:grpSpPr>
        <a:xfrm>
          <a:off x="0" y="0"/>
          <a:ext cx="0" cy="0"/>
          <a:chOff x="0" y="0"/>
          <a:chExt cx="0" cy="0"/>
        </a:xfrm>
      </p:grpSpPr>
      <p:pic>
        <p:nvPicPr>
          <p:cNvPr id="3154" name="Google Shape;3154;p266"/>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3155" name="Google Shape;3155;p266"/>
          <p:cNvSpPr txBox="1"/>
          <p:nvPr>
            <p:ph idx="1" type="subTitle"/>
          </p:nvPr>
        </p:nvSpPr>
        <p:spPr>
          <a:xfrm>
            <a:off x="661775" y="1266500"/>
            <a:ext cx="7351200" cy="26271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3156" name="Shape 3156"/>
        <p:cNvGrpSpPr/>
        <p:nvPr/>
      </p:nvGrpSpPr>
      <p:grpSpPr>
        <a:xfrm>
          <a:off x="0" y="0"/>
          <a:ext cx="0" cy="0"/>
          <a:chOff x="0" y="0"/>
          <a:chExt cx="0" cy="0"/>
        </a:xfrm>
      </p:grpSpPr>
      <p:sp>
        <p:nvSpPr>
          <p:cNvPr id="3157" name="Google Shape;3157;p267"/>
          <p:cNvSpPr txBox="1"/>
          <p:nvPr>
            <p:ph type="title"/>
          </p:nvPr>
        </p:nvSpPr>
        <p:spPr>
          <a:xfrm>
            <a:off x="459000" y="226200"/>
            <a:ext cx="6600600" cy="814500"/>
          </a:xfrm>
          <a:prstGeom prst="rect">
            <a:avLst/>
          </a:prstGeom>
        </p:spPr>
        <p:txBody>
          <a:bodyPr anchorCtr="0" anchor="t" bIns="0" lIns="0" spcFirstLastPara="1" rIns="0" wrap="square" tIns="0">
            <a:sp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58" name="Google Shape;3158;p267"/>
          <p:cNvSpPr txBox="1"/>
          <p:nvPr>
            <p:ph idx="1" type="body"/>
          </p:nvPr>
        </p:nvSpPr>
        <p:spPr>
          <a:xfrm>
            <a:off x="324000" y="4748400"/>
            <a:ext cx="8216400" cy="2391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3159" name="Shape 3159"/>
        <p:cNvGrpSpPr/>
        <p:nvPr/>
      </p:nvGrpSpPr>
      <p:grpSpPr>
        <a:xfrm>
          <a:off x="0" y="0"/>
          <a:ext cx="0" cy="0"/>
          <a:chOff x="0" y="0"/>
          <a:chExt cx="0" cy="0"/>
        </a:xfrm>
      </p:grpSpPr>
      <p:sp>
        <p:nvSpPr>
          <p:cNvPr id="3160" name="Google Shape;3160;p26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61" name="Google Shape;3161;p26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3162" name="Google Shape;3162;p26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3163" name="Google Shape;3163;p268"/>
          <p:cNvSpPr txBox="1"/>
          <p:nvPr>
            <p:ph idx="1" type="subTitle"/>
          </p:nvPr>
        </p:nvSpPr>
        <p:spPr>
          <a:xfrm>
            <a:off x="323994" y="99364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3164" name="Google Shape;3164;p268"/>
          <p:cNvSpPr txBox="1"/>
          <p:nvPr>
            <p:ph idx="2" type="subTitle"/>
          </p:nvPr>
        </p:nvSpPr>
        <p:spPr>
          <a:xfrm>
            <a:off x="323994" y="223873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3165" name="Google Shape;3165;p268"/>
          <p:cNvSpPr txBox="1"/>
          <p:nvPr>
            <p:ph idx="3" type="subTitle"/>
          </p:nvPr>
        </p:nvSpPr>
        <p:spPr>
          <a:xfrm>
            <a:off x="323994" y="3483820"/>
            <a:ext cx="7215900" cy="487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65" Type="http://schemas.openxmlformats.org/officeDocument/2006/relationships/theme" Target="../theme/theme4.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image" Target="../media/image1.png"/><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62" Type="http://schemas.openxmlformats.org/officeDocument/2006/relationships/slideLayout" Target="../slideLayouts/slideLayout124.xml"/><Relationship Id="rId61" Type="http://schemas.openxmlformats.org/officeDocument/2006/relationships/slideLayout" Target="../slideLayouts/slideLayout123.xml"/><Relationship Id="rId20" Type="http://schemas.openxmlformats.org/officeDocument/2006/relationships/slideLayout" Target="../slideLayouts/slideLayout82.xml"/><Relationship Id="rId64" Type="http://schemas.openxmlformats.org/officeDocument/2006/relationships/theme" Target="../theme/theme1.xml"/><Relationship Id="rId63" Type="http://schemas.openxmlformats.org/officeDocument/2006/relationships/slideLayout" Target="../slideLayouts/slideLayout125.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60" Type="http://schemas.openxmlformats.org/officeDocument/2006/relationships/slideLayout" Target="../slideLayouts/slideLayout122.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slideLayout" Target="../slideLayouts/slideLayout119.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59" Type="http://schemas.openxmlformats.org/officeDocument/2006/relationships/slideLayout" Target="../slideLayouts/slideLayout121.xml"/><Relationship Id="rId14" Type="http://schemas.openxmlformats.org/officeDocument/2006/relationships/slideLayout" Target="../slideLayouts/slideLayout76.xml"/><Relationship Id="rId58" Type="http://schemas.openxmlformats.org/officeDocument/2006/relationships/slideLayout" Target="../slideLayouts/slideLayout120.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64.xml"/><Relationship Id="rId42" Type="http://schemas.openxmlformats.org/officeDocument/2006/relationships/slideLayout" Target="../slideLayouts/slideLayout166.xml"/><Relationship Id="rId41" Type="http://schemas.openxmlformats.org/officeDocument/2006/relationships/slideLayout" Target="../slideLayouts/slideLayout165.xml"/><Relationship Id="rId44" Type="http://schemas.openxmlformats.org/officeDocument/2006/relationships/slideLayout" Target="../slideLayouts/slideLayout168.xml"/><Relationship Id="rId43" Type="http://schemas.openxmlformats.org/officeDocument/2006/relationships/slideLayout" Target="../slideLayouts/slideLayout167.xml"/><Relationship Id="rId46" Type="http://schemas.openxmlformats.org/officeDocument/2006/relationships/slideLayout" Target="../slideLayouts/slideLayout170.xml"/><Relationship Id="rId45" Type="http://schemas.openxmlformats.org/officeDocument/2006/relationships/slideLayout" Target="../slideLayouts/slideLayout169.xml"/><Relationship Id="rId1" Type="http://schemas.openxmlformats.org/officeDocument/2006/relationships/image" Target="../media/image1.png"/><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48" Type="http://schemas.openxmlformats.org/officeDocument/2006/relationships/slideLayout" Target="../slideLayouts/slideLayout172.xml"/><Relationship Id="rId47" Type="http://schemas.openxmlformats.org/officeDocument/2006/relationships/slideLayout" Target="../slideLayouts/slideLayout171.xml"/><Relationship Id="rId49" Type="http://schemas.openxmlformats.org/officeDocument/2006/relationships/slideLayout" Target="../slideLayouts/slideLayout173.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31" Type="http://schemas.openxmlformats.org/officeDocument/2006/relationships/slideLayout" Target="../slideLayouts/slideLayout155.xml"/><Relationship Id="rId30" Type="http://schemas.openxmlformats.org/officeDocument/2006/relationships/slideLayout" Target="../slideLayouts/slideLayout154.xml"/><Relationship Id="rId33" Type="http://schemas.openxmlformats.org/officeDocument/2006/relationships/slideLayout" Target="../slideLayouts/slideLayout157.xml"/><Relationship Id="rId32" Type="http://schemas.openxmlformats.org/officeDocument/2006/relationships/slideLayout" Target="../slideLayouts/slideLayout156.xml"/><Relationship Id="rId35" Type="http://schemas.openxmlformats.org/officeDocument/2006/relationships/slideLayout" Target="../slideLayouts/slideLayout159.xml"/><Relationship Id="rId34" Type="http://schemas.openxmlformats.org/officeDocument/2006/relationships/slideLayout" Target="../slideLayouts/slideLayout158.xml"/><Relationship Id="rId37" Type="http://schemas.openxmlformats.org/officeDocument/2006/relationships/slideLayout" Target="../slideLayouts/slideLayout161.xml"/><Relationship Id="rId36" Type="http://schemas.openxmlformats.org/officeDocument/2006/relationships/slideLayout" Target="../slideLayouts/slideLayout160.xml"/><Relationship Id="rId39" Type="http://schemas.openxmlformats.org/officeDocument/2006/relationships/slideLayout" Target="../slideLayouts/slideLayout163.xml"/><Relationship Id="rId38" Type="http://schemas.openxmlformats.org/officeDocument/2006/relationships/slideLayout" Target="../slideLayouts/slideLayout162.xml"/><Relationship Id="rId62" Type="http://schemas.openxmlformats.org/officeDocument/2006/relationships/slideLayout" Target="../slideLayouts/slideLayout186.xml"/><Relationship Id="rId61" Type="http://schemas.openxmlformats.org/officeDocument/2006/relationships/slideLayout" Target="../slideLayouts/slideLayout185.xml"/><Relationship Id="rId20" Type="http://schemas.openxmlformats.org/officeDocument/2006/relationships/slideLayout" Target="../slideLayouts/slideLayout144.xml"/><Relationship Id="rId64" Type="http://schemas.openxmlformats.org/officeDocument/2006/relationships/slideLayout" Target="../slideLayouts/slideLayout188.xml"/><Relationship Id="rId63" Type="http://schemas.openxmlformats.org/officeDocument/2006/relationships/slideLayout" Target="../slideLayouts/slideLayout187.xml"/><Relationship Id="rId22" Type="http://schemas.openxmlformats.org/officeDocument/2006/relationships/slideLayout" Target="../slideLayouts/slideLayout146.xml"/><Relationship Id="rId66" Type="http://schemas.openxmlformats.org/officeDocument/2006/relationships/slideLayout" Target="../slideLayouts/slideLayout190.xml"/><Relationship Id="rId21" Type="http://schemas.openxmlformats.org/officeDocument/2006/relationships/slideLayout" Target="../slideLayouts/slideLayout145.xml"/><Relationship Id="rId65" Type="http://schemas.openxmlformats.org/officeDocument/2006/relationships/slideLayout" Target="../slideLayouts/slideLayout189.xml"/><Relationship Id="rId24" Type="http://schemas.openxmlformats.org/officeDocument/2006/relationships/slideLayout" Target="../slideLayouts/slideLayout148.xml"/><Relationship Id="rId68" Type="http://schemas.openxmlformats.org/officeDocument/2006/relationships/slideLayout" Target="../slideLayouts/slideLayout192.xml"/><Relationship Id="rId23" Type="http://schemas.openxmlformats.org/officeDocument/2006/relationships/slideLayout" Target="../slideLayouts/slideLayout147.xml"/><Relationship Id="rId67" Type="http://schemas.openxmlformats.org/officeDocument/2006/relationships/slideLayout" Target="../slideLayouts/slideLayout191.xml"/><Relationship Id="rId60" Type="http://schemas.openxmlformats.org/officeDocument/2006/relationships/slideLayout" Target="../slideLayouts/slideLayout184.xml"/><Relationship Id="rId26" Type="http://schemas.openxmlformats.org/officeDocument/2006/relationships/slideLayout" Target="../slideLayouts/slideLayout150.xml"/><Relationship Id="rId25" Type="http://schemas.openxmlformats.org/officeDocument/2006/relationships/slideLayout" Target="../slideLayouts/slideLayout149.xml"/><Relationship Id="rId69" Type="http://schemas.openxmlformats.org/officeDocument/2006/relationships/theme" Target="../theme/theme2.xml"/><Relationship Id="rId28" Type="http://schemas.openxmlformats.org/officeDocument/2006/relationships/slideLayout" Target="../slideLayouts/slideLayout152.xml"/><Relationship Id="rId27" Type="http://schemas.openxmlformats.org/officeDocument/2006/relationships/slideLayout" Target="../slideLayouts/slideLayout151.xml"/><Relationship Id="rId29" Type="http://schemas.openxmlformats.org/officeDocument/2006/relationships/slideLayout" Target="../slideLayouts/slideLayout153.xml"/><Relationship Id="rId51" Type="http://schemas.openxmlformats.org/officeDocument/2006/relationships/slideLayout" Target="../slideLayouts/slideLayout175.xml"/><Relationship Id="rId50" Type="http://schemas.openxmlformats.org/officeDocument/2006/relationships/slideLayout" Target="../slideLayouts/slideLayout174.xml"/><Relationship Id="rId53" Type="http://schemas.openxmlformats.org/officeDocument/2006/relationships/slideLayout" Target="../slideLayouts/slideLayout177.xml"/><Relationship Id="rId52" Type="http://schemas.openxmlformats.org/officeDocument/2006/relationships/slideLayout" Target="../slideLayouts/slideLayout176.xml"/><Relationship Id="rId11" Type="http://schemas.openxmlformats.org/officeDocument/2006/relationships/slideLayout" Target="../slideLayouts/slideLayout135.xml"/><Relationship Id="rId55" Type="http://schemas.openxmlformats.org/officeDocument/2006/relationships/slideLayout" Target="../slideLayouts/slideLayout179.xml"/><Relationship Id="rId10" Type="http://schemas.openxmlformats.org/officeDocument/2006/relationships/slideLayout" Target="../slideLayouts/slideLayout134.xml"/><Relationship Id="rId54" Type="http://schemas.openxmlformats.org/officeDocument/2006/relationships/slideLayout" Target="../slideLayouts/slideLayout178.xml"/><Relationship Id="rId13" Type="http://schemas.openxmlformats.org/officeDocument/2006/relationships/slideLayout" Target="../slideLayouts/slideLayout137.xml"/><Relationship Id="rId57" Type="http://schemas.openxmlformats.org/officeDocument/2006/relationships/slideLayout" Target="../slideLayouts/slideLayout181.xml"/><Relationship Id="rId12" Type="http://schemas.openxmlformats.org/officeDocument/2006/relationships/slideLayout" Target="../slideLayouts/slideLayout136.xml"/><Relationship Id="rId56" Type="http://schemas.openxmlformats.org/officeDocument/2006/relationships/slideLayout" Target="../slideLayouts/slideLayout180.xml"/><Relationship Id="rId15" Type="http://schemas.openxmlformats.org/officeDocument/2006/relationships/slideLayout" Target="../slideLayouts/slideLayout139.xml"/><Relationship Id="rId59" Type="http://schemas.openxmlformats.org/officeDocument/2006/relationships/slideLayout" Target="../slideLayouts/slideLayout183.xml"/><Relationship Id="rId14" Type="http://schemas.openxmlformats.org/officeDocument/2006/relationships/slideLayout" Target="../slideLayouts/slideLayout138.xml"/><Relationship Id="rId58" Type="http://schemas.openxmlformats.org/officeDocument/2006/relationships/slideLayout" Target="../slideLayouts/slideLayout18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9" Type="http://schemas.openxmlformats.org/officeDocument/2006/relationships/slideLayout" Target="../slideLayouts/slideLayout143.xml"/><Relationship Id="rId18" Type="http://schemas.openxmlformats.org/officeDocument/2006/relationships/slideLayout" Target="../slideLayouts/slideLayout142.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31.xml"/><Relationship Id="rId42" Type="http://schemas.openxmlformats.org/officeDocument/2006/relationships/slideLayout" Target="../slideLayouts/slideLayout233.xml"/><Relationship Id="rId41" Type="http://schemas.openxmlformats.org/officeDocument/2006/relationships/slideLayout" Target="../slideLayouts/slideLayout232.xml"/><Relationship Id="rId44" Type="http://schemas.openxmlformats.org/officeDocument/2006/relationships/slideLayout" Target="../slideLayouts/slideLayout235.xml"/><Relationship Id="rId43" Type="http://schemas.openxmlformats.org/officeDocument/2006/relationships/slideLayout" Target="../slideLayouts/slideLayout234.xml"/><Relationship Id="rId46" Type="http://schemas.openxmlformats.org/officeDocument/2006/relationships/slideLayout" Target="../slideLayouts/slideLayout237.xml"/><Relationship Id="rId45" Type="http://schemas.openxmlformats.org/officeDocument/2006/relationships/slideLayout" Target="../slideLayouts/slideLayout236.xml"/><Relationship Id="rId1" Type="http://schemas.openxmlformats.org/officeDocument/2006/relationships/image" Target="../media/image1.png"/><Relationship Id="rId2" Type="http://schemas.openxmlformats.org/officeDocument/2006/relationships/slideLayout" Target="../slideLayouts/slideLayout193.xml"/><Relationship Id="rId3" Type="http://schemas.openxmlformats.org/officeDocument/2006/relationships/slideLayout" Target="../slideLayouts/slideLayout194.xml"/><Relationship Id="rId4" Type="http://schemas.openxmlformats.org/officeDocument/2006/relationships/slideLayout" Target="../slideLayouts/slideLayout195.xml"/><Relationship Id="rId9" Type="http://schemas.openxmlformats.org/officeDocument/2006/relationships/slideLayout" Target="../slideLayouts/slideLayout200.xml"/><Relationship Id="rId48" Type="http://schemas.openxmlformats.org/officeDocument/2006/relationships/slideLayout" Target="../slideLayouts/slideLayout239.xml"/><Relationship Id="rId47" Type="http://schemas.openxmlformats.org/officeDocument/2006/relationships/slideLayout" Target="../slideLayouts/slideLayout238.xml"/><Relationship Id="rId49" Type="http://schemas.openxmlformats.org/officeDocument/2006/relationships/slideLayout" Target="../slideLayouts/slideLayout240.xml"/><Relationship Id="rId5" Type="http://schemas.openxmlformats.org/officeDocument/2006/relationships/slideLayout" Target="../slideLayouts/slideLayout196.xml"/><Relationship Id="rId6" Type="http://schemas.openxmlformats.org/officeDocument/2006/relationships/slideLayout" Target="../slideLayouts/slideLayout197.xml"/><Relationship Id="rId7" Type="http://schemas.openxmlformats.org/officeDocument/2006/relationships/slideLayout" Target="../slideLayouts/slideLayout198.xml"/><Relationship Id="rId8" Type="http://schemas.openxmlformats.org/officeDocument/2006/relationships/slideLayout" Target="../slideLayouts/slideLayout199.xml"/><Relationship Id="rId73" Type="http://schemas.openxmlformats.org/officeDocument/2006/relationships/slideLayout" Target="../slideLayouts/slideLayout264.xml"/><Relationship Id="rId72" Type="http://schemas.openxmlformats.org/officeDocument/2006/relationships/slideLayout" Target="../slideLayouts/slideLayout263.xml"/><Relationship Id="rId31" Type="http://schemas.openxmlformats.org/officeDocument/2006/relationships/slideLayout" Target="../slideLayouts/slideLayout222.xml"/><Relationship Id="rId30" Type="http://schemas.openxmlformats.org/officeDocument/2006/relationships/slideLayout" Target="../slideLayouts/slideLayout221.xml"/><Relationship Id="rId74" Type="http://schemas.openxmlformats.org/officeDocument/2006/relationships/theme" Target="../theme/theme3.xml"/><Relationship Id="rId33" Type="http://schemas.openxmlformats.org/officeDocument/2006/relationships/slideLayout" Target="../slideLayouts/slideLayout224.xml"/><Relationship Id="rId32" Type="http://schemas.openxmlformats.org/officeDocument/2006/relationships/slideLayout" Target="../slideLayouts/slideLayout223.xml"/><Relationship Id="rId35" Type="http://schemas.openxmlformats.org/officeDocument/2006/relationships/slideLayout" Target="../slideLayouts/slideLayout226.xml"/><Relationship Id="rId34" Type="http://schemas.openxmlformats.org/officeDocument/2006/relationships/slideLayout" Target="../slideLayouts/slideLayout225.xml"/><Relationship Id="rId71" Type="http://schemas.openxmlformats.org/officeDocument/2006/relationships/slideLayout" Target="../slideLayouts/slideLayout262.xml"/><Relationship Id="rId70" Type="http://schemas.openxmlformats.org/officeDocument/2006/relationships/slideLayout" Target="../slideLayouts/slideLayout261.xml"/><Relationship Id="rId37" Type="http://schemas.openxmlformats.org/officeDocument/2006/relationships/slideLayout" Target="../slideLayouts/slideLayout228.xml"/><Relationship Id="rId36" Type="http://schemas.openxmlformats.org/officeDocument/2006/relationships/slideLayout" Target="../slideLayouts/slideLayout227.xml"/><Relationship Id="rId39" Type="http://schemas.openxmlformats.org/officeDocument/2006/relationships/slideLayout" Target="../slideLayouts/slideLayout230.xml"/><Relationship Id="rId38" Type="http://schemas.openxmlformats.org/officeDocument/2006/relationships/slideLayout" Target="../slideLayouts/slideLayout229.xml"/><Relationship Id="rId62" Type="http://schemas.openxmlformats.org/officeDocument/2006/relationships/slideLayout" Target="../slideLayouts/slideLayout253.xml"/><Relationship Id="rId61" Type="http://schemas.openxmlformats.org/officeDocument/2006/relationships/slideLayout" Target="../slideLayouts/slideLayout252.xml"/><Relationship Id="rId20" Type="http://schemas.openxmlformats.org/officeDocument/2006/relationships/slideLayout" Target="../slideLayouts/slideLayout211.xml"/><Relationship Id="rId64" Type="http://schemas.openxmlformats.org/officeDocument/2006/relationships/slideLayout" Target="../slideLayouts/slideLayout255.xml"/><Relationship Id="rId63" Type="http://schemas.openxmlformats.org/officeDocument/2006/relationships/slideLayout" Target="../slideLayouts/slideLayout254.xml"/><Relationship Id="rId22" Type="http://schemas.openxmlformats.org/officeDocument/2006/relationships/slideLayout" Target="../slideLayouts/slideLayout213.xml"/><Relationship Id="rId66" Type="http://schemas.openxmlformats.org/officeDocument/2006/relationships/slideLayout" Target="../slideLayouts/slideLayout257.xml"/><Relationship Id="rId21" Type="http://schemas.openxmlformats.org/officeDocument/2006/relationships/slideLayout" Target="../slideLayouts/slideLayout212.xml"/><Relationship Id="rId65" Type="http://schemas.openxmlformats.org/officeDocument/2006/relationships/slideLayout" Target="../slideLayouts/slideLayout256.xml"/><Relationship Id="rId24" Type="http://schemas.openxmlformats.org/officeDocument/2006/relationships/slideLayout" Target="../slideLayouts/slideLayout215.xml"/><Relationship Id="rId68" Type="http://schemas.openxmlformats.org/officeDocument/2006/relationships/slideLayout" Target="../slideLayouts/slideLayout259.xml"/><Relationship Id="rId23" Type="http://schemas.openxmlformats.org/officeDocument/2006/relationships/slideLayout" Target="../slideLayouts/slideLayout214.xml"/><Relationship Id="rId67" Type="http://schemas.openxmlformats.org/officeDocument/2006/relationships/slideLayout" Target="../slideLayouts/slideLayout258.xml"/><Relationship Id="rId60" Type="http://schemas.openxmlformats.org/officeDocument/2006/relationships/slideLayout" Target="../slideLayouts/slideLayout251.xml"/><Relationship Id="rId26" Type="http://schemas.openxmlformats.org/officeDocument/2006/relationships/slideLayout" Target="../slideLayouts/slideLayout217.xml"/><Relationship Id="rId25" Type="http://schemas.openxmlformats.org/officeDocument/2006/relationships/slideLayout" Target="../slideLayouts/slideLayout216.xml"/><Relationship Id="rId69" Type="http://schemas.openxmlformats.org/officeDocument/2006/relationships/slideLayout" Target="../slideLayouts/slideLayout260.xml"/><Relationship Id="rId28" Type="http://schemas.openxmlformats.org/officeDocument/2006/relationships/slideLayout" Target="../slideLayouts/slideLayout219.xml"/><Relationship Id="rId27" Type="http://schemas.openxmlformats.org/officeDocument/2006/relationships/slideLayout" Target="../slideLayouts/slideLayout218.xml"/><Relationship Id="rId29" Type="http://schemas.openxmlformats.org/officeDocument/2006/relationships/slideLayout" Target="../slideLayouts/slideLayout220.xml"/><Relationship Id="rId51" Type="http://schemas.openxmlformats.org/officeDocument/2006/relationships/slideLayout" Target="../slideLayouts/slideLayout242.xml"/><Relationship Id="rId50" Type="http://schemas.openxmlformats.org/officeDocument/2006/relationships/slideLayout" Target="../slideLayouts/slideLayout241.xml"/><Relationship Id="rId53" Type="http://schemas.openxmlformats.org/officeDocument/2006/relationships/slideLayout" Target="../slideLayouts/slideLayout244.xml"/><Relationship Id="rId52" Type="http://schemas.openxmlformats.org/officeDocument/2006/relationships/slideLayout" Target="../slideLayouts/slideLayout243.xml"/><Relationship Id="rId11" Type="http://schemas.openxmlformats.org/officeDocument/2006/relationships/slideLayout" Target="../slideLayouts/slideLayout202.xml"/><Relationship Id="rId55" Type="http://schemas.openxmlformats.org/officeDocument/2006/relationships/slideLayout" Target="../slideLayouts/slideLayout246.xml"/><Relationship Id="rId10" Type="http://schemas.openxmlformats.org/officeDocument/2006/relationships/slideLayout" Target="../slideLayouts/slideLayout201.xml"/><Relationship Id="rId54" Type="http://schemas.openxmlformats.org/officeDocument/2006/relationships/slideLayout" Target="../slideLayouts/slideLayout245.xml"/><Relationship Id="rId13" Type="http://schemas.openxmlformats.org/officeDocument/2006/relationships/slideLayout" Target="../slideLayouts/slideLayout204.xml"/><Relationship Id="rId57" Type="http://schemas.openxmlformats.org/officeDocument/2006/relationships/slideLayout" Target="../slideLayouts/slideLayout248.xml"/><Relationship Id="rId12" Type="http://schemas.openxmlformats.org/officeDocument/2006/relationships/slideLayout" Target="../slideLayouts/slideLayout203.xml"/><Relationship Id="rId56" Type="http://schemas.openxmlformats.org/officeDocument/2006/relationships/slideLayout" Target="../slideLayouts/slideLayout247.xml"/><Relationship Id="rId15" Type="http://schemas.openxmlformats.org/officeDocument/2006/relationships/slideLayout" Target="../slideLayouts/slideLayout206.xml"/><Relationship Id="rId59" Type="http://schemas.openxmlformats.org/officeDocument/2006/relationships/slideLayout" Target="../slideLayouts/slideLayout250.xml"/><Relationship Id="rId14" Type="http://schemas.openxmlformats.org/officeDocument/2006/relationships/slideLayout" Target="../slideLayouts/slideLayout205.xml"/><Relationship Id="rId58" Type="http://schemas.openxmlformats.org/officeDocument/2006/relationships/slideLayout" Target="../slideLayouts/slideLayout249.xml"/><Relationship Id="rId17" Type="http://schemas.openxmlformats.org/officeDocument/2006/relationships/slideLayout" Target="../slideLayouts/slideLayout208.xml"/><Relationship Id="rId16" Type="http://schemas.openxmlformats.org/officeDocument/2006/relationships/slideLayout" Target="../slideLayouts/slideLayout207.xml"/><Relationship Id="rId19" Type="http://schemas.openxmlformats.org/officeDocument/2006/relationships/slideLayout" Target="../slideLayouts/slideLayout210.xml"/><Relationship Id="rId18" Type="http://schemas.openxmlformats.org/officeDocument/2006/relationships/slideLayout" Target="../slideLayouts/slideLayout20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rt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Lexend"/>
              <a:buChar char="–"/>
              <a:defRPr sz="1800">
                <a:solidFill>
                  <a:schemeClr val="dk1"/>
                </a:solidFill>
                <a:latin typeface="Lexend"/>
                <a:ea typeface="Lexend"/>
                <a:cs typeface="Lexend"/>
                <a:sym typeface="Lexend"/>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31" name="Shape 731"/>
        <p:cNvGrpSpPr/>
        <p:nvPr/>
      </p:nvGrpSpPr>
      <p:grpSpPr>
        <a:xfrm>
          <a:off x="0" y="0"/>
          <a:ext cx="0" cy="0"/>
          <a:chOff x="0" y="0"/>
          <a:chExt cx="0" cy="0"/>
        </a:xfrm>
      </p:grpSpPr>
      <p:sp>
        <p:nvSpPr>
          <p:cNvPr id="732" name="Google Shape;732;p65"/>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33" name="Google Shape;733;p65"/>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734" name="Google Shape;734;p65"/>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1" r:id="rId62"/>
    <p:sldLayoutId id="2147483772"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72" name="Shape 1472"/>
        <p:cNvGrpSpPr/>
        <p:nvPr/>
      </p:nvGrpSpPr>
      <p:grpSpPr>
        <a:xfrm>
          <a:off x="0" y="0"/>
          <a:ext cx="0" cy="0"/>
          <a:chOff x="0" y="0"/>
          <a:chExt cx="0" cy="0"/>
        </a:xfrm>
      </p:grpSpPr>
      <p:sp>
        <p:nvSpPr>
          <p:cNvPr id="1473" name="Google Shape;1473;p128"/>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1474" name="Google Shape;1474;p128"/>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1475" name="Google Shape;1475;p128"/>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23" r:id="rId52"/>
    <p:sldLayoutId id="2147483824" r:id="rId53"/>
    <p:sldLayoutId id="2147483825" r:id="rId54"/>
    <p:sldLayoutId id="2147483826" r:id="rId55"/>
    <p:sldLayoutId id="2147483827" r:id="rId56"/>
    <p:sldLayoutId id="2147483828" r:id="rId57"/>
    <p:sldLayoutId id="2147483829" r:id="rId58"/>
    <p:sldLayoutId id="2147483830" r:id="rId59"/>
    <p:sldLayoutId id="2147483831" r:id="rId60"/>
    <p:sldLayoutId id="2147483832" r:id="rId61"/>
    <p:sldLayoutId id="2147483833" r:id="rId62"/>
    <p:sldLayoutId id="2147483834" r:id="rId63"/>
    <p:sldLayoutId id="2147483835" r:id="rId64"/>
    <p:sldLayoutId id="2147483836" r:id="rId65"/>
    <p:sldLayoutId id="2147483837" r:id="rId66"/>
    <p:sldLayoutId id="2147483838" r:id="rId67"/>
    <p:sldLayoutId id="2147483839" r:id="rId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65" name="Shape 2265"/>
        <p:cNvGrpSpPr/>
        <p:nvPr/>
      </p:nvGrpSpPr>
      <p:grpSpPr>
        <a:xfrm>
          <a:off x="0" y="0"/>
          <a:ext cx="0" cy="0"/>
          <a:chOff x="0" y="0"/>
          <a:chExt cx="0" cy="0"/>
        </a:xfrm>
      </p:grpSpPr>
      <p:sp>
        <p:nvSpPr>
          <p:cNvPr id="2266" name="Google Shape;2266;p196"/>
          <p:cNvSpPr txBox="1"/>
          <p:nvPr>
            <p:ph type="title"/>
          </p:nvPr>
        </p:nvSpPr>
        <p:spPr>
          <a:xfrm>
            <a:off x="324000" y="167475"/>
            <a:ext cx="6981900" cy="372600"/>
          </a:xfrm>
          <a:prstGeom prst="rect">
            <a:avLst/>
          </a:prstGeom>
          <a:noFill/>
          <a:ln>
            <a:noFill/>
          </a:ln>
        </p:spPr>
        <p:txBody>
          <a:bodyPr anchorCtr="0" anchor="t" bIns="0" lIns="0" spcFirstLastPara="1" rIns="0" wrap="square" tIns="0">
            <a:spAutoFit/>
          </a:bodyPr>
          <a:lstStyle>
            <a:lvl1pPr lv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2267" name="Google Shape;2267;p196"/>
          <p:cNvSpPr txBox="1"/>
          <p:nvPr>
            <p:ph idx="1" type="body"/>
          </p:nvPr>
        </p:nvSpPr>
        <p:spPr>
          <a:xfrm>
            <a:off x="324000" y="810000"/>
            <a:ext cx="8226000" cy="3159900"/>
          </a:xfrm>
          <a:prstGeom prst="rect">
            <a:avLst/>
          </a:prstGeom>
          <a:noFill/>
          <a:ln>
            <a:noFill/>
          </a:ln>
        </p:spPr>
        <p:txBody>
          <a:bodyPr anchorCtr="0" anchor="t" bIns="0" lIns="0" spcFirstLastPara="1" rIns="0" wrap="square" tIns="0">
            <a:spAutoFit/>
          </a:bodyPr>
          <a:lstStyle>
            <a:lvl1pPr indent="-368300" lvl="0" marL="45720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2268" name="Google Shape;2268;p196"/>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81" r:id="rId43"/>
    <p:sldLayoutId id="2147483882" r:id="rId44"/>
    <p:sldLayoutId id="2147483883" r:id="rId45"/>
    <p:sldLayoutId id="2147483884" r:id="rId46"/>
    <p:sldLayoutId id="2147483885" r:id="rId47"/>
    <p:sldLayoutId id="2147483886" r:id="rId48"/>
    <p:sldLayoutId id="2147483887" r:id="rId49"/>
    <p:sldLayoutId id="2147483888" r:id="rId50"/>
    <p:sldLayoutId id="2147483889" r:id="rId51"/>
    <p:sldLayoutId id="2147483890" r:id="rId52"/>
    <p:sldLayoutId id="2147483891" r:id="rId53"/>
    <p:sldLayoutId id="2147483892" r:id="rId54"/>
    <p:sldLayoutId id="2147483893" r:id="rId55"/>
    <p:sldLayoutId id="2147483894" r:id="rId56"/>
    <p:sldLayoutId id="2147483895" r:id="rId57"/>
    <p:sldLayoutId id="2147483896" r:id="rId58"/>
    <p:sldLayoutId id="2147483897" r:id="rId59"/>
    <p:sldLayoutId id="2147483898" r:id="rId60"/>
    <p:sldLayoutId id="2147483899" r:id="rId61"/>
    <p:sldLayoutId id="2147483900" r:id="rId62"/>
    <p:sldLayoutId id="2147483901" r:id="rId63"/>
    <p:sldLayoutId id="2147483902" r:id="rId64"/>
    <p:sldLayoutId id="2147483903" r:id="rId65"/>
    <p:sldLayoutId id="2147483904" r:id="rId66"/>
    <p:sldLayoutId id="2147483905" r:id="rId67"/>
    <p:sldLayoutId id="2147483906" r:id="rId68"/>
    <p:sldLayoutId id="2147483907" r:id="rId69"/>
    <p:sldLayoutId id="2147483908" r:id="rId70"/>
    <p:sldLayoutId id="2147483909" r:id="rId71"/>
    <p:sldLayoutId id="2147483910" r:id="rId72"/>
    <p:sldLayoutId id="2147483911"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2991">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guide id="23" pos="420">
          <p15:clr>
            <a:srgbClr val="6D9EEB"/>
          </p15:clr>
        </p15:guide>
        <p15:guide id="24" pos="363">
          <p15:clr>
            <a:srgbClr val="FF99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5.xml"/><Relationship Id="rId3" Type="http://schemas.openxmlformats.org/officeDocument/2006/relationships/image" Target="../media/image26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3.xml"/><Relationship Id="rId2" Type="http://schemas.openxmlformats.org/officeDocument/2006/relationships/notesSlide" Target="../notesSlides/notesSlide7.xml"/><Relationship Id="rId3" Type="http://schemas.openxmlformats.org/officeDocument/2006/relationships/image" Target="../media/image27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7.xml"/><Relationship Id="rId2" Type="http://schemas.openxmlformats.org/officeDocument/2006/relationships/notesSlide" Target="../notesSlides/notesSlide8.xml"/><Relationship Id="rId3" Type="http://schemas.openxmlformats.org/officeDocument/2006/relationships/image" Target="../media/image26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notesSlide" Target="../notesSlides/notesSlide9.xml"/><Relationship Id="rId3" Type="http://schemas.openxmlformats.org/officeDocument/2006/relationships/image" Target="../media/image270.png"/><Relationship Id="rId4" Type="http://schemas.openxmlformats.org/officeDocument/2006/relationships/image" Target="../media/image26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1.xml"/><Relationship Id="rId2" Type="http://schemas.openxmlformats.org/officeDocument/2006/relationships/notesSlide" Target="../notesSlides/notesSlide10.xml"/><Relationship Id="rId3" Type="http://schemas.openxmlformats.org/officeDocument/2006/relationships/image" Target="../media/image26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1.xml"/><Relationship Id="rId2" Type="http://schemas.openxmlformats.org/officeDocument/2006/relationships/notesSlide" Target="../notesSlides/notesSlide11.xml"/><Relationship Id="rId3" Type="http://schemas.openxmlformats.org/officeDocument/2006/relationships/image" Target="../media/image26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5.xml"/><Relationship Id="rId2" Type="http://schemas.openxmlformats.org/officeDocument/2006/relationships/notesSlide" Target="../notesSlides/notesSlide12.xml"/><Relationship Id="rId3" Type="http://schemas.openxmlformats.org/officeDocument/2006/relationships/image" Target="../media/image26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5.xml"/><Relationship Id="rId2" Type="http://schemas.openxmlformats.org/officeDocument/2006/relationships/notesSlide" Target="../notesSlides/notesSlide13.xml"/><Relationship Id="rId3" Type="http://schemas.openxmlformats.org/officeDocument/2006/relationships/image" Target="../media/image26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14.xml"/><Relationship Id="rId3" Type="http://schemas.openxmlformats.org/officeDocument/2006/relationships/image" Target="../media/image26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2.xml"/><Relationship Id="rId2" Type="http://schemas.openxmlformats.org/officeDocument/2006/relationships/notesSlide" Target="../notesSlides/notesSlide18.xml"/><Relationship Id="rId3" Type="http://schemas.openxmlformats.org/officeDocument/2006/relationships/image" Target="../media/image26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2.xml"/><Relationship Id="rId2" Type="http://schemas.openxmlformats.org/officeDocument/2006/relationships/notesSlide" Target="../notesSlides/notesSlide19.xml"/><Relationship Id="rId3" Type="http://schemas.openxmlformats.org/officeDocument/2006/relationships/image" Target="../media/image26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6.xml"/><Relationship Id="rId2" Type="http://schemas.openxmlformats.org/officeDocument/2006/relationships/notesSlide" Target="../notesSlides/notesSlide20.xml"/><Relationship Id="rId3" Type="http://schemas.openxmlformats.org/officeDocument/2006/relationships/image" Target="../media/image2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6.xml"/><Relationship Id="rId2" Type="http://schemas.openxmlformats.org/officeDocument/2006/relationships/notesSlide" Target="../notesSlides/notesSlide21.xml"/><Relationship Id="rId3" Type="http://schemas.openxmlformats.org/officeDocument/2006/relationships/image" Target="../media/image26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23.xml"/><Relationship Id="rId3" Type="http://schemas.openxmlformats.org/officeDocument/2006/relationships/image" Target="../media/image2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26.xml"/><Relationship Id="rId3" Type="http://schemas.openxmlformats.org/officeDocument/2006/relationships/image" Target="../media/image27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27.xml"/><Relationship Id="rId3" Type="http://schemas.openxmlformats.org/officeDocument/2006/relationships/image" Target="../media/image27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28.xml"/><Relationship Id="rId3" Type="http://schemas.openxmlformats.org/officeDocument/2006/relationships/image" Target="../media/image27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3.xml"/><Relationship Id="rId2" Type="http://schemas.openxmlformats.org/officeDocument/2006/relationships/notesSlide" Target="../notesSlides/notesSlide29.xml"/><Relationship Id="rId3" Type="http://schemas.openxmlformats.org/officeDocument/2006/relationships/image" Target="../media/image274.png"/><Relationship Id="rId4" Type="http://schemas.openxmlformats.org/officeDocument/2006/relationships/image" Target="../media/image2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5.xml"/><Relationship Id="rId2" Type="http://schemas.openxmlformats.org/officeDocument/2006/relationships/notesSlide" Target="../notesSlides/notesSlide30.xml"/><Relationship Id="rId3" Type="http://schemas.openxmlformats.org/officeDocument/2006/relationships/image" Target="../media/image27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9.xml"/><Relationship Id="rId2" Type="http://schemas.openxmlformats.org/officeDocument/2006/relationships/notesSlide" Target="../notesSlides/notesSlide31.xml"/><Relationship Id="rId3" Type="http://schemas.openxmlformats.org/officeDocument/2006/relationships/image" Target="../media/image272.png"/><Relationship Id="rId4" Type="http://schemas.openxmlformats.org/officeDocument/2006/relationships/image" Target="../media/image276.png"/><Relationship Id="rId5" Type="http://schemas.openxmlformats.org/officeDocument/2006/relationships/image" Target="../media/image275.png"/><Relationship Id="rId6" Type="http://schemas.openxmlformats.org/officeDocument/2006/relationships/image" Target="../media/image27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9.xml"/><Relationship Id="rId2" Type="http://schemas.openxmlformats.org/officeDocument/2006/relationships/notesSlide" Target="../notesSlides/notesSlide32.xml"/><Relationship Id="rId3" Type="http://schemas.openxmlformats.org/officeDocument/2006/relationships/image" Target="../media/image276.png"/><Relationship Id="rId4" Type="http://schemas.openxmlformats.org/officeDocument/2006/relationships/image" Target="../media/image275.png"/><Relationship Id="rId5" Type="http://schemas.openxmlformats.org/officeDocument/2006/relationships/image" Target="../media/image27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9.xml"/><Relationship Id="rId2" Type="http://schemas.openxmlformats.org/officeDocument/2006/relationships/notesSlide" Target="../notesSlides/notesSlide33.xml"/><Relationship Id="rId3" Type="http://schemas.openxmlformats.org/officeDocument/2006/relationships/image" Target="../media/image272.png"/><Relationship Id="rId4" Type="http://schemas.openxmlformats.org/officeDocument/2006/relationships/image" Target="../media/image276.png"/><Relationship Id="rId5" Type="http://schemas.openxmlformats.org/officeDocument/2006/relationships/image" Target="../media/image2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7.xml"/><Relationship Id="rId2" Type="http://schemas.openxmlformats.org/officeDocument/2006/relationships/notesSlide" Target="../notesSlides/notesSlide36.xml"/><Relationship Id="rId3" Type="http://schemas.openxmlformats.org/officeDocument/2006/relationships/image" Target="../media/image27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2.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27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9" name="Shape 3169"/>
        <p:cNvGrpSpPr/>
        <p:nvPr/>
      </p:nvGrpSpPr>
      <p:grpSpPr>
        <a:xfrm>
          <a:off x="0" y="0"/>
          <a:ext cx="0" cy="0"/>
          <a:chOff x="0" y="0"/>
          <a:chExt cx="0" cy="0"/>
        </a:xfrm>
      </p:grpSpPr>
      <p:sp>
        <p:nvSpPr>
          <p:cNvPr id="3170" name="Google Shape;3170;p269"/>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perimeter and area</a:t>
            </a:r>
            <a:endParaRPr/>
          </a:p>
        </p:txBody>
      </p:sp>
      <p:sp>
        <p:nvSpPr>
          <p:cNvPr id="3171" name="Google Shape;3171;p269"/>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Perimeter and area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5" name="Shape 3175"/>
        <p:cNvGrpSpPr/>
        <p:nvPr/>
      </p:nvGrpSpPr>
      <p:grpSpPr>
        <a:xfrm>
          <a:off x="0" y="0"/>
          <a:ext cx="0" cy="0"/>
          <a:chOff x="0" y="0"/>
          <a:chExt cx="0" cy="0"/>
        </a:xfrm>
      </p:grpSpPr>
      <p:sp>
        <p:nvSpPr>
          <p:cNvPr id="3176" name="Google Shape;3176;p270"/>
          <p:cNvSpPr txBox="1"/>
          <p:nvPr/>
        </p:nvSpPr>
        <p:spPr>
          <a:xfrm>
            <a:off x="5590850" y="725950"/>
            <a:ext cx="1928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0" name="Shape 3180"/>
        <p:cNvGrpSpPr/>
        <p:nvPr/>
      </p:nvGrpSpPr>
      <p:grpSpPr>
        <a:xfrm>
          <a:off x="0" y="0"/>
          <a:ext cx="0" cy="0"/>
          <a:chOff x="0" y="0"/>
          <a:chExt cx="0" cy="0"/>
        </a:xfrm>
      </p:grpSpPr>
      <p:sp>
        <p:nvSpPr>
          <p:cNvPr id="3181" name="Google Shape;3181;p27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perimeter and area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5" name="Shape 3185"/>
        <p:cNvGrpSpPr/>
        <p:nvPr/>
      </p:nvGrpSpPr>
      <p:grpSpPr>
        <a:xfrm>
          <a:off x="0" y="0"/>
          <a:ext cx="0" cy="0"/>
          <a:chOff x="0" y="0"/>
          <a:chExt cx="0" cy="0"/>
        </a:xfrm>
      </p:grpSpPr>
      <p:sp>
        <p:nvSpPr>
          <p:cNvPr id="3186" name="Google Shape;3186;p272"/>
          <p:cNvSpPr txBox="1"/>
          <p:nvPr>
            <p:ph idx="1" type="subTitle"/>
          </p:nvPr>
        </p:nvSpPr>
        <p:spPr>
          <a:xfrm>
            <a:off x="324000" y="993650"/>
            <a:ext cx="8496000" cy="7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solidFill>
                  <a:schemeClr val="dk1"/>
                </a:solidFill>
              </a:rPr>
              <a:t>The area is the size of the surface and states the number of unit squares needed to completely cover that surface.</a:t>
            </a:r>
            <a:endParaRPr>
              <a:solidFill>
                <a:schemeClr val="dk1"/>
              </a:solidFill>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1000"/>
              </a:spcAft>
              <a:buNone/>
            </a:pPr>
            <a:r>
              <a:rPr lang="en-GB">
                <a:solidFill>
                  <a:schemeClr val="dk1"/>
                </a:solidFill>
              </a:rPr>
              <a:t>The perimeter is the distance around a 2D shape.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0" name="Shape 3190"/>
        <p:cNvGrpSpPr/>
        <p:nvPr/>
      </p:nvGrpSpPr>
      <p:grpSpPr>
        <a:xfrm>
          <a:off x="0" y="0"/>
          <a:ext cx="0" cy="0"/>
          <a:chOff x="0" y="0"/>
          <a:chExt cx="0" cy="0"/>
        </a:xfrm>
      </p:grpSpPr>
      <p:sp>
        <p:nvSpPr>
          <p:cNvPr id="3191" name="Google Shape;3191;p273"/>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one to find the other</a:t>
            </a:r>
            <a:endParaRPr/>
          </a:p>
        </p:txBody>
      </p:sp>
      <p:sp>
        <p:nvSpPr>
          <p:cNvPr id="3192" name="Google Shape;3192;p273"/>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Perimeter and area in context</a:t>
            </a:r>
            <a:endParaRPr/>
          </a:p>
        </p:txBody>
      </p:sp>
      <p:sp>
        <p:nvSpPr>
          <p:cNvPr id="3193" name="Google Shape;3193;p273"/>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perimeter and area</a:t>
            </a:r>
            <a:endParaRPr/>
          </a:p>
        </p:txBody>
      </p:sp>
      <p:pic>
        <p:nvPicPr>
          <p:cNvPr id="3194" name="Google Shape;3194;p273"/>
          <p:cNvPicPr preferRelativeResize="0"/>
          <p:nvPr/>
        </p:nvPicPr>
        <p:blipFill>
          <a:blip r:embed="rId3">
            <a:alphaModFix/>
          </a:blip>
          <a:stretch>
            <a:fillRect/>
          </a:stretch>
        </p:blipFill>
        <p:spPr>
          <a:xfrm>
            <a:off x="419114" y="1744243"/>
            <a:ext cx="450575" cy="446750"/>
          </a:xfrm>
          <a:prstGeom prst="rect">
            <a:avLst/>
          </a:prstGeom>
          <a:noFill/>
          <a:ln>
            <a:noFill/>
          </a:ln>
        </p:spPr>
      </p:pic>
      <p:sp>
        <p:nvSpPr>
          <p:cNvPr id="3195" name="Google Shape;3195;p273"/>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Units of measurement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9" name="Shape 3199"/>
        <p:cNvGrpSpPr/>
        <p:nvPr/>
      </p:nvGrpSpPr>
      <p:grpSpPr>
        <a:xfrm>
          <a:off x="0" y="0"/>
          <a:ext cx="0" cy="0"/>
          <a:chOff x="0" y="0"/>
          <a:chExt cx="0" cy="0"/>
        </a:xfrm>
      </p:grpSpPr>
      <p:sp>
        <p:nvSpPr>
          <p:cNvPr id="3200" name="Google Shape;3200;p27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01" name="Google Shape;3201;p274"/>
          <p:cNvSpPr txBox="1"/>
          <p:nvPr>
            <p:ph idx="1" type="body"/>
          </p:nvPr>
        </p:nvSpPr>
        <p:spPr>
          <a:xfrm>
            <a:off x="324000" y="810000"/>
            <a:ext cx="8237700" cy="2152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solidFill>
                  <a:srgbClr val="000000"/>
                </a:solidFill>
              </a:rPr>
              <a:t>Knowledge of the perimeter of a shape could be useful when calculating the area.</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1000"/>
              </a:spcAft>
              <a:buNone/>
            </a:pPr>
            <a:r>
              <a:rPr lang="en-GB">
                <a:solidFill>
                  <a:srgbClr val="000000"/>
                </a:solidFill>
              </a:rPr>
              <a:t>Similarly, knowledge of the area of a shape could be useful when calculating the perimeter.</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5" name="Shape 3205"/>
        <p:cNvGrpSpPr/>
        <p:nvPr/>
      </p:nvGrpSpPr>
      <p:grpSpPr>
        <a:xfrm>
          <a:off x="0" y="0"/>
          <a:ext cx="0" cy="0"/>
          <a:chOff x="0" y="0"/>
          <a:chExt cx="0" cy="0"/>
        </a:xfrm>
      </p:grpSpPr>
      <p:sp>
        <p:nvSpPr>
          <p:cNvPr id="3206" name="Google Shape;3206;p27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07" name="Google Shape;3207;p275"/>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solidFill>
                  <a:srgbClr val="000000"/>
                </a:solidFill>
              </a:rPr>
              <a:t>The perimeter of this shape is 115 cm. What is the area?</a:t>
            </a:r>
            <a:endParaRPr>
              <a:solidFill>
                <a:srgbClr val="000000"/>
              </a:solidFill>
            </a:endParaRPr>
          </a:p>
        </p:txBody>
      </p:sp>
      <p:pic>
        <p:nvPicPr>
          <p:cNvPr descr="&lt;math xmlns=&quot;http://www.w3.org/1998/Math/MathML&quot; data-is-equatio=&quot;1&quot; data-equatio-url=&quot;https://equatio-api.texthelp.com/desmos/get/26-06-2023/0c318ab0-d619-4b2f-89c0-885fe5adb13a&quot; data-equatio-type=&quot;image&quot;&gt;&lt;mglyph src=&quot;https://equatio-api.texthelp.com/desmos/get/26-06-2023/0c318ab0-d619-4b2f-89c0-885fe5adb13a&quot; alt=&quot;Equatio Image&quot;/&gt;&lt;/math&gt;" id="3208" name="Google Shape;3208;p275" title="Equatio Image"/>
          <p:cNvPicPr preferRelativeResize="0"/>
          <p:nvPr/>
        </p:nvPicPr>
        <p:blipFill>
          <a:blip r:embed="rId3">
            <a:alphaModFix/>
          </a:blip>
          <a:stretch>
            <a:fillRect/>
          </a:stretch>
        </p:blipFill>
        <p:spPr>
          <a:xfrm>
            <a:off x="1438825" y="1422625"/>
            <a:ext cx="1780200" cy="1542450"/>
          </a:xfrm>
          <a:prstGeom prst="rect">
            <a:avLst/>
          </a:prstGeom>
          <a:noFill/>
          <a:ln>
            <a:noFill/>
          </a:ln>
        </p:spPr>
      </p:pic>
      <p:sp>
        <p:nvSpPr>
          <p:cNvPr id="3209" name="Google Shape;3209;p275"/>
          <p:cNvSpPr txBox="1"/>
          <p:nvPr/>
        </p:nvSpPr>
        <p:spPr>
          <a:xfrm>
            <a:off x="1573300" y="1754850"/>
            <a:ext cx="96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63 cm</a:t>
            </a:r>
            <a:endParaRPr sz="1800">
              <a:latin typeface="Lexend"/>
              <a:ea typeface="Lexend"/>
              <a:cs typeface="Lexend"/>
              <a:sym typeface="Lexend"/>
            </a:endParaRPr>
          </a:p>
        </p:txBody>
      </p:sp>
      <p:cxnSp>
        <p:nvCxnSpPr>
          <p:cNvPr id="3210" name="Google Shape;3210;p275"/>
          <p:cNvCxnSpPr/>
          <p:nvPr/>
        </p:nvCxnSpPr>
        <p:spPr>
          <a:xfrm flipH="1" rot="10800000">
            <a:off x="1338825" y="1331325"/>
            <a:ext cx="1883400" cy="1603500"/>
          </a:xfrm>
          <a:prstGeom prst="straightConnector1">
            <a:avLst/>
          </a:prstGeom>
          <a:noFill/>
          <a:ln cap="flat" cmpd="sng" w="19050">
            <a:solidFill>
              <a:schemeClr val="dk1"/>
            </a:solidFill>
            <a:prstDash val="solid"/>
            <a:round/>
            <a:headEnd len="med" w="med" type="triangle"/>
            <a:tailEnd len="med" w="med" type="triangle"/>
          </a:ln>
        </p:spPr>
      </p:cxnSp>
      <p:cxnSp>
        <p:nvCxnSpPr>
          <p:cNvPr id="3211" name="Google Shape;3211;p275"/>
          <p:cNvCxnSpPr/>
          <p:nvPr/>
        </p:nvCxnSpPr>
        <p:spPr>
          <a:xfrm rot="10800000">
            <a:off x="3293975" y="1422700"/>
            <a:ext cx="0" cy="1542300"/>
          </a:xfrm>
          <a:prstGeom prst="straightConnector1">
            <a:avLst/>
          </a:prstGeom>
          <a:noFill/>
          <a:ln cap="flat" cmpd="sng" w="19050">
            <a:solidFill>
              <a:schemeClr val="dk1"/>
            </a:solidFill>
            <a:prstDash val="solid"/>
            <a:round/>
            <a:headEnd len="med" w="med" type="triangle"/>
            <a:tailEnd len="med" w="med" type="triangle"/>
          </a:ln>
        </p:spPr>
      </p:cxnSp>
      <p:sp>
        <p:nvSpPr>
          <p:cNvPr id="3212" name="Google Shape;3212;p275"/>
          <p:cNvSpPr txBox="1"/>
          <p:nvPr/>
        </p:nvSpPr>
        <p:spPr>
          <a:xfrm>
            <a:off x="3222225" y="1963000"/>
            <a:ext cx="96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28 cm</a:t>
            </a:r>
            <a:endParaRPr sz="1800">
              <a:latin typeface="Lexend"/>
              <a:ea typeface="Lexend"/>
              <a:cs typeface="Lexend"/>
              <a:sym typeface="Lexend"/>
            </a:endParaRPr>
          </a:p>
        </p:txBody>
      </p:sp>
      <p:sp>
        <p:nvSpPr>
          <p:cNvPr id="3213" name="Google Shape;3213;p275"/>
          <p:cNvSpPr txBox="1"/>
          <p:nvPr/>
        </p:nvSpPr>
        <p:spPr>
          <a:xfrm>
            <a:off x="4414800" y="1331325"/>
            <a:ext cx="34665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latin typeface="Kalam"/>
                <a:ea typeface="Kalam"/>
                <a:cs typeface="Kalam"/>
                <a:sym typeface="Kalam"/>
              </a:rPr>
              <a:t>115 = Perimeter</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115 = 63 + 28 + base</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115 = 91 + base</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24 = base</a:t>
            </a:r>
            <a:endParaRPr sz="2000">
              <a:latin typeface="Kalam"/>
              <a:ea typeface="Kalam"/>
              <a:cs typeface="Kalam"/>
              <a:sym typeface="Kalam"/>
            </a:endParaRPr>
          </a:p>
          <a:p>
            <a:pPr indent="0" lvl="0" marL="0" rtl="0" algn="l">
              <a:spcBef>
                <a:spcPts val="0"/>
              </a:spcBef>
              <a:spcAft>
                <a:spcPts val="0"/>
              </a:spcAft>
              <a:buNone/>
            </a:pPr>
            <a:r>
              <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Area = ½ × base </a:t>
            </a:r>
            <a:r>
              <a:rPr lang="en-GB" sz="2000">
                <a:solidFill>
                  <a:schemeClr val="dk1"/>
                </a:solidFill>
                <a:latin typeface="Kalam"/>
                <a:ea typeface="Kalam"/>
                <a:cs typeface="Kalam"/>
                <a:sym typeface="Kalam"/>
              </a:rPr>
              <a:t>×</a:t>
            </a:r>
            <a:r>
              <a:rPr lang="en-GB" sz="2000">
                <a:latin typeface="Kalam"/>
                <a:ea typeface="Kalam"/>
                <a:cs typeface="Kalam"/>
                <a:sym typeface="Kalam"/>
              </a:rPr>
              <a:t> height</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Area = ½ </a:t>
            </a:r>
            <a:r>
              <a:rPr lang="en-GB" sz="2000">
                <a:solidFill>
                  <a:schemeClr val="dk1"/>
                </a:solidFill>
                <a:latin typeface="Kalam"/>
                <a:ea typeface="Kalam"/>
                <a:cs typeface="Kalam"/>
                <a:sym typeface="Kalam"/>
              </a:rPr>
              <a:t>×</a:t>
            </a:r>
            <a:r>
              <a:rPr lang="en-GB" sz="2000">
                <a:latin typeface="Kalam"/>
                <a:ea typeface="Kalam"/>
                <a:cs typeface="Kalam"/>
                <a:sym typeface="Kalam"/>
              </a:rPr>
              <a:t> 24 </a:t>
            </a:r>
            <a:r>
              <a:rPr lang="en-GB" sz="2000">
                <a:solidFill>
                  <a:schemeClr val="dk1"/>
                </a:solidFill>
                <a:latin typeface="Kalam"/>
                <a:ea typeface="Kalam"/>
                <a:cs typeface="Kalam"/>
                <a:sym typeface="Kalam"/>
              </a:rPr>
              <a:t>×</a:t>
            </a:r>
            <a:r>
              <a:rPr lang="en-GB" sz="2000">
                <a:latin typeface="Kalam"/>
                <a:ea typeface="Kalam"/>
                <a:cs typeface="Kalam"/>
                <a:sym typeface="Kalam"/>
              </a:rPr>
              <a:t> 28</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Area = 336 cm</a:t>
            </a:r>
            <a:r>
              <a:rPr baseline="30000" lang="en-GB" sz="2000">
                <a:latin typeface="Kalam"/>
                <a:ea typeface="Kalam"/>
                <a:cs typeface="Kalam"/>
                <a:sym typeface="Kalam"/>
              </a:rPr>
              <a:t>2</a:t>
            </a:r>
            <a:endParaRPr baseline="30000"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7" name="Shape 3217"/>
        <p:cNvGrpSpPr/>
        <p:nvPr/>
      </p:nvGrpSpPr>
      <p:grpSpPr>
        <a:xfrm>
          <a:off x="0" y="0"/>
          <a:ext cx="0" cy="0"/>
          <a:chOff x="0" y="0"/>
          <a:chExt cx="0" cy="0"/>
        </a:xfrm>
      </p:grpSpPr>
      <p:sp>
        <p:nvSpPr>
          <p:cNvPr id="3218" name="Google Shape;3218;p276"/>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19" name="Google Shape;3219;p276"/>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The area of this shape is 225 mm</a:t>
            </a:r>
            <a:r>
              <a:rPr baseline="30000" lang="en-GB"/>
              <a:t>2</a:t>
            </a:r>
            <a:r>
              <a:rPr lang="en-GB"/>
              <a:t>. What is the perimeter?</a:t>
            </a:r>
            <a:endParaRPr/>
          </a:p>
        </p:txBody>
      </p:sp>
      <p:pic>
        <p:nvPicPr>
          <p:cNvPr descr="&lt;math xmlns=&quot;http://www.w3.org/1998/Math/MathML&quot; data-is-equatio=&quot;1&quot; data-equatio-url=&quot;https://equatio-api.texthelp.com/desmos/get/26-06-2023/c8b8fbb9-77c4-40d5-9681-407046be88f0&quot; data-equatio-type=&quot;image&quot;&gt;&lt;mglyph src=&quot;https://equatio-api.texthelp.com/desmos/get/26-06-2023/c8b8fbb9-77c4-40d5-9681-407046be88f0&quot; alt=&quot;Equatio Image&quot;/&gt;&lt;/math&gt;" id="3220" name="Google Shape;3220;p276" title="Equatio Image"/>
          <p:cNvPicPr preferRelativeResize="0"/>
          <p:nvPr/>
        </p:nvPicPr>
        <p:blipFill>
          <a:blip r:embed="rId3">
            <a:alphaModFix/>
          </a:blip>
          <a:stretch>
            <a:fillRect/>
          </a:stretch>
        </p:blipFill>
        <p:spPr>
          <a:xfrm>
            <a:off x="836650" y="1483800"/>
            <a:ext cx="848139" cy="2432400"/>
          </a:xfrm>
          <a:prstGeom prst="rect">
            <a:avLst/>
          </a:prstGeom>
          <a:noFill/>
          <a:ln>
            <a:noFill/>
          </a:ln>
        </p:spPr>
      </p:pic>
      <p:sp>
        <p:nvSpPr>
          <p:cNvPr id="3221" name="Google Shape;3221;p276"/>
          <p:cNvSpPr txBox="1"/>
          <p:nvPr/>
        </p:nvSpPr>
        <p:spPr>
          <a:xfrm>
            <a:off x="1739725" y="2469150"/>
            <a:ext cx="99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25 mm</a:t>
            </a:r>
            <a:endParaRPr sz="1800">
              <a:latin typeface="Lexend"/>
              <a:ea typeface="Lexend"/>
              <a:cs typeface="Lexend"/>
              <a:sym typeface="Lexend"/>
            </a:endParaRPr>
          </a:p>
        </p:txBody>
      </p:sp>
      <p:cxnSp>
        <p:nvCxnSpPr>
          <p:cNvPr id="3222" name="Google Shape;3222;p276"/>
          <p:cNvCxnSpPr/>
          <p:nvPr/>
        </p:nvCxnSpPr>
        <p:spPr>
          <a:xfrm>
            <a:off x="1785100" y="1505225"/>
            <a:ext cx="0" cy="2397900"/>
          </a:xfrm>
          <a:prstGeom prst="straightConnector1">
            <a:avLst/>
          </a:prstGeom>
          <a:noFill/>
          <a:ln cap="flat" cmpd="sng" w="19050">
            <a:solidFill>
              <a:schemeClr val="dk1"/>
            </a:solidFill>
            <a:prstDash val="solid"/>
            <a:round/>
            <a:headEnd len="med" w="med" type="triangle"/>
            <a:tailEnd len="med" w="med" type="triangle"/>
          </a:ln>
        </p:spPr>
      </p:cxnSp>
      <p:sp>
        <p:nvSpPr>
          <p:cNvPr id="3223" name="Google Shape;3223;p276"/>
          <p:cNvSpPr txBox="1"/>
          <p:nvPr/>
        </p:nvSpPr>
        <p:spPr>
          <a:xfrm>
            <a:off x="3539950" y="1527925"/>
            <a:ext cx="4500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Area = length </a:t>
            </a:r>
            <a:r>
              <a:rPr lang="en-GB" sz="1800">
                <a:solidFill>
                  <a:schemeClr val="dk1"/>
                </a:solidFill>
                <a:latin typeface="Kalam"/>
                <a:ea typeface="Kalam"/>
                <a:cs typeface="Kalam"/>
                <a:sym typeface="Kalam"/>
              </a:rPr>
              <a:t>×</a:t>
            </a:r>
            <a:r>
              <a:rPr lang="en-GB" sz="1800">
                <a:latin typeface="Kalam"/>
                <a:ea typeface="Kalam"/>
                <a:cs typeface="Kalam"/>
                <a:sym typeface="Kalam"/>
              </a:rPr>
              <a:t> width</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225 = 25 </a:t>
            </a:r>
            <a:r>
              <a:rPr lang="en-GB" sz="1800">
                <a:solidFill>
                  <a:schemeClr val="dk1"/>
                </a:solidFill>
                <a:latin typeface="Kalam"/>
                <a:ea typeface="Kalam"/>
                <a:cs typeface="Kalam"/>
                <a:sym typeface="Kalam"/>
              </a:rPr>
              <a:t>×</a:t>
            </a:r>
            <a:r>
              <a:rPr lang="en-GB" sz="1800">
                <a:latin typeface="Kalam"/>
                <a:ea typeface="Kalam"/>
                <a:cs typeface="Kalam"/>
                <a:sym typeface="Kalam"/>
              </a:rPr>
              <a:t> width</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9 = width</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Perimeter = 25 + 25 + 9 + 9</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Perimeter = 68 mm</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7" name="Shape 3227"/>
        <p:cNvGrpSpPr/>
        <p:nvPr/>
      </p:nvGrpSpPr>
      <p:grpSpPr>
        <a:xfrm>
          <a:off x="0" y="0"/>
          <a:ext cx="0" cy="0"/>
          <a:chOff x="0" y="0"/>
          <a:chExt cx="0" cy="0"/>
        </a:xfrm>
      </p:grpSpPr>
      <p:sp>
        <p:nvSpPr>
          <p:cNvPr id="3228" name="Google Shape;3228;p277"/>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29" name="Google Shape;3229;p277"/>
          <p:cNvSpPr txBox="1"/>
          <p:nvPr>
            <p:ph idx="1" type="subTitle"/>
          </p:nvPr>
        </p:nvSpPr>
        <p:spPr>
          <a:xfrm>
            <a:off x="324000" y="3577125"/>
            <a:ext cx="81093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solidFill>
                  <a:srgbClr val="000000"/>
                </a:solidFill>
              </a:rPr>
              <a:t>You can already work out the area.</a:t>
            </a:r>
            <a:endParaRPr>
              <a:solidFill>
                <a:srgbClr val="000000"/>
              </a:solidFill>
            </a:endParaRPr>
          </a:p>
        </p:txBody>
      </p:sp>
      <p:sp>
        <p:nvSpPr>
          <p:cNvPr id="3230" name="Google Shape;3230;p277"/>
          <p:cNvSpPr txBox="1"/>
          <p:nvPr>
            <p:ph idx="2" type="subTitle"/>
          </p:nvPr>
        </p:nvSpPr>
        <p:spPr>
          <a:xfrm>
            <a:off x="324000" y="1080000"/>
            <a:ext cx="81093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I need to know the perimeter to work out the area for this shape.</a:t>
            </a:r>
            <a:endParaRPr sz="2000"/>
          </a:p>
        </p:txBody>
      </p:sp>
      <p:pic>
        <p:nvPicPr>
          <p:cNvPr descr="&lt;math xmlns=&quot;http://www.w3.org/1998/Math/MathML&quot; data-is-equatio=&quot;1&quot; data-equatio-url=&quot;https://equatio-api.texthelp.com/desmos/get/26-06-2023/39120fa8-d8df-451c-8271-9e01f2a1d69c&quot; data-equatio-type=&quot;image&quot;&gt;&lt;mglyph src=&quot;https://equatio-api.texthelp.com/desmos/get/26-06-2023/39120fa8-d8df-451c-8271-9e01f2a1d69c&quot; alt=&quot;Equatio Image&quot;/&gt;&lt;/math&gt;" id="3231" name="Google Shape;3231;p277" title="Equatio Image"/>
          <p:cNvPicPr preferRelativeResize="0"/>
          <p:nvPr/>
        </p:nvPicPr>
        <p:blipFill>
          <a:blip r:embed="rId3">
            <a:alphaModFix/>
          </a:blip>
          <a:stretch>
            <a:fillRect/>
          </a:stretch>
        </p:blipFill>
        <p:spPr>
          <a:xfrm>
            <a:off x="7101468" y="1484025"/>
            <a:ext cx="1637041" cy="2431950"/>
          </a:xfrm>
          <a:prstGeom prst="rect">
            <a:avLst/>
          </a:prstGeom>
          <a:noFill/>
          <a:ln>
            <a:noFill/>
          </a:ln>
        </p:spPr>
      </p:pic>
      <p:cxnSp>
        <p:nvCxnSpPr>
          <p:cNvPr id="3232" name="Google Shape;3232;p277"/>
          <p:cNvCxnSpPr/>
          <p:nvPr/>
        </p:nvCxnSpPr>
        <p:spPr>
          <a:xfrm>
            <a:off x="6983184" y="1518075"/>
            <a:ext cx="0" cy="2397900"/>
          </a:xfrm>
          <a:prstGeom prst="straightConnector1">
            <a:avLst/>
          </a:prstGeom>
          <a:noFill/>
          <a:ln cap="flat" cmpd="sng" w="19050">
            <a:solidFill>
              <a:srgbClr val="000000"/>
            </a:solidFill>
            <a:prstDash val="solid"/>
            <a:round/>
            <a:headEnd len="med" w="med" type="triangle"/>
            <a:tailEnd len="med" w="med" type="triangle"/>
          </a:ln>
        </p:spPr>
      </p:cxnSp>
      <p:cxnSp>
        <p:nvCxnSpPr>
          <p:cNvPr id="3233" name="Google Shape;3233;p277"/>
          <p:cNvCxnSpPr/>
          <p:nvPr/>
        </p:nvCxnSpPr>
        <p:spPr>
          <a:xfrm>
            <a:off x="8020584" y="1484025"/>
            <a:ext cx="0" cy="1602000"/>
          </a:xfrm>
          <a:prstGeom prst="straightConnector1">
            <a:avLst/>
          </a:prstGeom>
          <a:noFill/>
          <a:ln cap="flat" cmpd="sng" w="19050">
            <a:solidFill>
              <a:srgbClr val="000000"/>
            </a:solidFill>
            <a:prstDash val="solid"/>
            <a:round/>
            <a:headEnd len="med" w="med" type="triangle"/>
            <a:tailEnd len="med" w="med" type="triangle"/>
          </a:ln>
        </p:spPr>
      </p:cxnSp>
      <p:cxnSp>
        <p:nvCxnSpPr>
          <p:cNvPr id="3234" name="Google Shape;3234;p277"/>
          <p:cNvCxnSpPr/>
          <p:nvPr/>
        </p:nvCxnSpPr>
        <p:spPr>
          <a:xfrm flipH="1" rot="10800000">
            <a:off x="7119334" y="4016525"/>
            <a:ext cx="1611300" cy="7500"/>
          </a:xfrm>
          <a:prstGeom prst="straightConnector1">
            <a:avLst/>
          </a:prstGeom>
          <a:noFill/>
          <a:ln cap="flat" cmpd="sng" w="19050">
            <a:solidFill>
              <a:srgbClr val="000000"/>
            </a:solidFill>
            <a:prstDash val="solid"/>
            <a:round/>
            <a:headEnd len="med" w="med" type="triangle"/>
            <a:tailEnd len="med" w="med" type="triangle"/>
          </a:ln>
        </p:spPr>
      </p:cxnSp>
      <p:cxnSp>
        <p:nvCxnSpPr>
          <p:cNvPr id="3235" name="Google Shape;3235;p277"/>
          <p:cNvCxnSpPr/>
          <p:nvPr/>
        </p:nvCxnSpPr>
        <p:spPr>
          <a:xfrm>
            <a:off x="7944934" y="2996425"/>
            <a:ext cx="777900" cy="0"/>
          </a:xfrm>
          <a:prstGeom prst="straightConnector1">
            <a:avLst/>
          </a:prstGeom>
          <a:noFill/>
          <a:ln cap="flat" cmpd="sng" w="19050">
            <a:solidFill>
              <a:srgbClr val="000000"/>
            </a:solidFill>
            <a:prstDash val="solid"/>
            <a:round/>
            <a:headEnd len="med" w="med" type="triangle"/>
            <a:tailEnd len="med" w="med" type="triangle"/>
          </a:ln>
        </p:spPr>
      </p:cxnSp>
      <p:sp>
        <p:nvSpPr>
          <p:cNvPr id="3236" name="Google Shape;3236;p277"/>
          <p:cNvSpPr txBox="1"/>
          <p:nvPr/>
        </p:nvSpPr>
        <p:spPr>
          <a:xfrm>
            <a:off x="6302459" y="2486175"/>
            <a:ext cx="81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10 m</a:t>
            </a:r>
            <a:endParaRPr sz="1800">
              <a:latin typeface="Lexend"/>
              <a:ea typeface="Lexend"/>
              <a:cs typeface="Lexend"/>
              <a:sym typeface="Lexend"/>
            </a:endParaRPr>
          </a:p>
        </p:txBody>
      </p:sp>
      <p:sp>
        <p:nvSpPr>
          <p:cNvPr id="3237" name="Google Shape;3237;p277"/>
          <p:cNvSpPr txBox="1"/>
          <p:nvPr/>
        </p:nvSpPr>
        <p:spPr>
          <a:xfrm>
            <a:off x="7612134" y="3956550"/>
            <a:ext cx="816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 m</a:t>
            </a:r>
            <a:endParaRPr sz="1800">
              <a:latin typeface="Lexend"/>
              <a:ea typeface="Lexend"/>
              <a:cs typeface="Lexend"/>
              <a:sym typeface="Lexend"/>
            </a:endParaRPr>
          </a:p>
        </p:txBody>
      </p:sp>
      <p:sp>
        <p:nvSpPr>
          <p:cNvPr id="3238" name="Google Shape;3238;p277"/>
          <p:cNvSpPr txBox="1"/>
          <p:nvPr/>
        </p:nvSpPr>
        <p:spPr>
          <a:xfrm>
            <a:off x="7868109" y="2101800"/>
            <a:ext cx="816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6 m</a:t>
            </a:r>
            <a:endParaRPr sz="1800">
              <a:latin typeface="Lexend"/>
              <a:ea typeface="Lexend"/>
              <a:cs typeface="Lexend"/>
              <a:sym typeface="Lexend"/>
            </a:endParaRPr>
          </a:p>
        </p:txBody>
      </p:sp>
      <p:sp>
        <p:nvSpPr>
          <p:cNvPr id="3239" name="Google Shape;3239;p277"/>
          <p:cNvSpPr txBox="1"/>
          <p:nvPr/>
        </p:nvSpPr>
        <p:spPr>
          <a:xfrm>
            <a:off x="8001634" y="2624325"/>
            <a:ext cx="816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2.5 m</a:t>
            </a:r>
            <a:endParaRPr sz="1800">
              <a:latin typeface="Lexend"/>
              <a:ea typeface="Lexend"/>
              <a:cs typeface="Lexend"/>
              <a:sym typeface="Lexend"/>
            </a:endParaRPr>
          </a:p>
        </p:txBody>
      </p:sp>
      <p:pic>
        <p:nvPicPr>
          <p:cNvPr id="3240" name="Google Shape;3240;p277"/>
          <p:cNvPicPr preferRelativeResize="0"/>
          <p:nvPr/>
        </p:nvPicPr>
        <p:blipFill>
          <a:blip r:embed="rId4">
            <a:alphaModFix/>
          </a:blip>
          <a:stretch>
            <a:fillRect/>
          </a:stretch>
        </p:blipFill>
        <p:spPr>
          <a:xfrm>
            <a:off x="6256808" y="20841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4" name="Shape 3244"/>
        <p:cNvGrpSpPr/>
        <p:nvPr/>
      </p:nvGrpSpPr>
      <p:grpSpPr>
        <a:xfrm>
          <a:off x="0" y="0"/>
          <a:ext cx="0" cy="0"/>
          <a:chOff x="0" y="0"/>
          <a:chExt cx="0" cy="0"/>
        </a:xfrm>
      </p:grpSpPr>
      <p:sp>
        <p:nvSpPr>
          <p:cNvPr id="3245" name="Google Shape;3245;p27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46" name="Google Shape;3246;p278"/>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The perimeter of this shape is 31 units. Calculate the area.</a:t>
            </a:r>
            <a:endParaRPr/>
          </a:p>
        </p:txBody>
      </p: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3247" name="Google Shape;3247;p278" title="Equatio Image"/>
          <p:cNvPicPr preferRelativeResize="0"/>
          <p:nvPr/>
        </p:nvPicPr>
        <p:blipFill>
          <a:blip r:embed="rId3">
            <a:alphaModFix/>
          </a:blip>
          <a:stretch>
            <a:fillRect/>
          </a:stretch>
        </p:blipFill>
        <p:spPr>
          <a:xfrm>
            <a:off x="324000" y="1817038"/>
            <a:ext cx="3547925" cy="1509425"/>
          </a:xfrm>
          <a:prstGeom prst="rect">
            <a:avLst/>
          </a:prstGeom>
          <a:noFill/>
          <a:ln>
            <a:noFill/>
          </a:ln>
        </p:spPr>
      </p:pic>
      <p:cxnSp>
        <p:nvCxnSpPr>
          <p:cNvPr id="3248" name="Google Shape;3248;p278"/>
          <p:cNvCxnSpPr/>
          <p:nvPr/>
        </p:nvCxnSpPr>
        <p:spPr>
          <a:xfrm>
            <a:off x="1323675" y="1994600"/>
            <a:ext cx="0" cy="1182300"/>
          </a:xfrm>
          <a:prstGeom prst="straightConnector1">
            <a:avLst/>
          </a:prstGeom>
          <a:noFill/>
          <a:ln cap="flat" cmpd="sng" w="19050">
            <a:solidFill>
              <a:schemeClr val="dk1"/>
            </a:solidFill>
            <a:prstDash val="solid"/>
            <a:round/>
            <a:headEnd len="med" w="med" type="triangle"/>
            <a:tailEnd len="med" w="med" type="triangle"/>
          </a:ln>
        </p:spPr>
      </p:cxnSp>
      <p:sp>
        <p:nvSpPr>
          <p:cNvPr id="3249" name="Google Shape;3249;p278"/>
          <p:cNvSpPr txBox="1"/>
          <p:nvPr/>
        </p:nvSpPr>
        <p:spPr>
          <a:xfrm>
            <a:off x="1243825" y="2340900"/>
            <a:ext cx="92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3250" name="Google Shape;3250;p278"/>
          <p:cNvSpPr txBox="1"/>
          <p:nvPr/>
        </p:nvSpPr>
        <p:spPr>
          <a:xfrm>
            <a:off x="3480450" y="240927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6 units</a:t>
            </a:r>
            <a:endParaRPr sz="1800">
              <a:latin typeface="Lexend"/>
              <a:ea typeface="Lexend"/>
              <a:cs typeface="Lexend"/>
              <a:sym typeface="Lexend"/>
            </a:endParaRPr>
          </a:p>
        </p:txBody>
      </p:sp>
      <p:cxnSp>
        <p:nvCxnSpPr>
          <p:cNvPr id="3251" name="Google Shape;3251;p278"/>
          <p:cNvCxnSpPr/>
          <p:nvPr/>
        </p:nvCxnSpPr>
        <p:spPr>
          <a:xfrm flipH="1">
            <a:off x="3154325" y="1980600"/>
            <a:ext cx="810300" cy="12114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5" name="Shape 3255"/>
        <p:cNvGrpSpPr/>
        <p:nvPr/>
      </p:nvGrpSpPr>
      <p:grpSpPr>
        <a:xfrm>
          <a:off x="0" y="0"/>
          <a:ext cx="0" cy="0"/>
          <a:chOff x="0" y="0"/>
          <a:chExt cx="0" cy="0"/>
        </a:xfrm>
      </p:grpSpPr>
      <p:sp>
        <p:nvSpPr>
          <p:cNvPr id="3256" name="Google Shape;3256;p27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57" name="Google Shape;3257;p279"/>
          <p:cNvSpPr txBox="1"/>
          <p:nvPr>
            <p:ph idx="1" type="body"/>
          </p:nvPr>
        </p:nvSpPr>
        <p:spPr>
          <a:xfrm>
            <a:off x="324000" y="810000"/>
            <a:ext cx="84960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The area of this shape is 63 units</a:t>
            </a:r>
            <a:r>
              <a:rPr baseline="30000" lang="en-GB"/>
              <a:t>2</a:t>
            </a:r>
            <a:r>
              <a:rPr lang="en-GB"/>
              <a:t>. Calculate the perimeter.</a:t>
            </a:r>
            <a:endParaRPr/>
          </a:p>
        </p:txBody>
      </p:sp>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3258" name="Google Shape;3258;p279" title="Equatio Image"/>
          <p:cNvPicPr preferRelativeResize="0"/>
          <p:nvPr/>
        </p:nvPicPr>
        <p:blipFill>
          <a:blip r:embed="rId3">
            <a:alphaModFix/>
          </a:blip>
          <a:stretch>
            <a:fillRect/>
          </a:stretch>
        </p:blipFill>
        <p:spPr>
          <a:xfrm>
            <a:off x="324000" y="1802600"/>
            <a:ext cx="4400575" cy="1345400"/>
          </a:xfrm>
          <a:prstGeom prst="rect">
            <a:avLst/>
          </a:prstGeom>
          <a:noFill/>
          <a:ln>
            <a:noFill/>
          </a:ln>
        </p:spPr>
      </p:pic>
      <p:cxnSp>
        <p:nvCxnSpPr>
          <p:cNvPr id="3259" name="Google Shape;3259;p279"/>
          <p:cNvCxnSpPr/>
          <p:nvPr/>
        </p:nvCxnSpPr>
        <p:spPr>
          <a:xfrm>
            <a:off x="3903738" y="1804050"/>
            <a:ext cx="1020300" cy="1342500"/>
          </a:xfrm>
          <a:prstGeom prst="straightConnector1">
            <a:avLst/>
          </a:prstGeom>
          <a:noFill/>
          <a:ln cap="flat" cmpd="sng" w="19050">
            <a:solidFill>
              <a:schemeClr val="dk1"/>
            </a:solidFill>
            <a:prstDash val="solid"/>
            <a:round/>
            <a:headEnd len="med" w="med" type="triangle"/>
            <a:tailEnd len="med" w="med" type="triangle"/>
          </a:ln>
        </p:spPr>
      </p:cxnSp>
      <p:sp>
        <p:nvSpPr>
          <p:cNvPr id="3260" name="Google Shape;3260;p279"/>
          <p:cNvSpPr txBox="1"/>
          <p:nvPr/>
        </p:nvSpPr>
        <p:spPr>
          <a:xfrm>
            <a:off x="4281413" y="2110050"/>
            <a:ext cx="92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 units</a:t>
            </a:r>
            <a:endParaRPr sz="1800">
              <a:latin typeface="Lexend"/>
              <a:ea typeface="Lexend"/>
              <a:cs typeface="Lexend"/>
              <a:sym typeface="Lexend"/>
            </a:endParaRPr>
          </a:p>
        </p:txBody>
      </p:sp>
      <p:sp>
        <p:nvSpPr>
          <p:cNvPr id="3261" name="Google Shape;3261;p279"/>
          <p:cNvSpPr txBox="1"/>
          <p:nvPr/>
        </p:nvSpPr>
        <p:spPr>
          <a:xfrm>
            <a:off x="1781913" y="2110050"/>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6 units</a:t>
            </a:r>
            <a:endParaRPr sz="1800">
              <a:latin typeface="Lexend"/>
              <a:ea typeface="Lexend"/>
              <a:cs typeface="Lexend"/>
              <a:sym typeface="Lexend"/>
            </a:endParaRPr>
          </a:p>
        </p:txBody>
      </p:sp>
      <p:cxnSp>
        <p:nvCxnSpPr>
          <p:cNvPr id="3262" name="Google Shape;3262;p279"/>
          <p:cNvCxnSpPr/>
          <p:nvPr/>
        </p:nvCxnSpPr>
        <p:spPr>
          <a:xfrm>
            <a:off x="1834963" y="1804050"/>
            <a:ext cx="0" cy="1297200"/>
          </a:xfrm>
          <a:prstGeom prst="straightConnector1">
            <a:avLst/>
          </a:prstGeom>
          <a:noFill/>
          <a:ln cap="flat" cmpd="sng" w="19050">
            <a:solidFill>
              <a:schemeClr val="dk1"/>
            </a:solidFill>
            <a:prstDash val="solid"/>
            <a:round/>
            <a:headEnd len="med" w="med" type="triangle"/>
            <a:tailEnd len="med" w="med" type="triangle"/>
          </a:ln>
        </p:spPr>
      </p:cxnSp>
      <p:cxnSp>
        <p:nvCxnSpPr>
          <p:cNvPr id="3263" name="Google Shape;3263;p279"/>
          <p:cNvCxnSpPr/>
          <p:nvPr/>
        </p:nvCxnSpPr>
        <p:spPr>
          <a:xfrm>
            <a:off x="323988" y="3240000"/>
            <a:ext cx="4380900" cy="0"/>
          </a:xfrm>
          <a:prstGeom prst="straightConnector1">
            <a:avLst/>
          </a:prstGeom>
          <a:noFill/>
          <a:ln cap="flat" cmpd="sng" w="19050">
            <a:solidFill>
              <a:schemeClr val="dk1"/>
            </a:solidFill>
            <a:prstDash val="solid"/>
            <a:round/>
            <a:headEnd len="med" w="med" type="triangle"/>
            <a:tailEnd len="med" w="med" type="triangle"/>
          </a:ln>
        </p:spPr>
      </p:cxnSp>
      <p:sp>
        <p:nvSpPr>
          <p:cNvPr id="3264" name="Google Shape;3264;p279"/>
          <p:cNvSpPr txBox="1"/>
          <p:nvPr/>
        </p:nvSpPr>
        <p:spPr>
          <a:xfrm>
            <a:off x="1888925" y="31852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13 units</a:t>
            </a:r>
            <a:endParaRPr sz="1800">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8" name="Shape 3268"/>
        <p:cNvGrpSpPr/>
        <p:nvPr/>
      </p:nvGrpSpPr>
      <p:grpSpPr>
        <a:xfrm>
          <a:off x="0" y="0"/>
          <a:ext cx="0" cy="0"/>
          <a:chOff x="0" y="0"/>
          <a:chExt cx="0" cy="0"/>
        </a:xfrm>
      </p:grpSpPr>
      <p:sp>
        <p:nvSpPr>
          <p:cNvPr id="3269" name="Google Shape;3269;p28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70" name="Google Shape;3270;p280"/>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1) The perimeter of this shape is 31 units. Calculate the area.</a:t>
            </a:r>
            <a:endParaRPr/>
          </a:p>
        </p:txBody>
      </p: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3271" name="Google Shape;3271;p280" title="Equatio Image"/>
          <p:cNvPicPr preferRelativeResize="0"/>
          <p:nvPr/>
        </p:nvPicPr>
        <p:blipFill>
          <a:blip r:embed="rId3">
            <a:alphaModFix/>
          </a:blip>
          <a:stretch>
            <a:fillRect/>
          </a:stretch>
        </p:blipFill>
        <p:spPr>
          <a:xfrm>
            <a:off x="324000" y="1817038"/>
            <a:ext cx="3547925" cy="1509425"/>
          </a:xfrm>
          <a:prstGeom prst="rect">
            <a:avLst/>
          </a:prstGeom>
          <a:noFill/>
          <a:ln>
            <a:noFill/>
          </a:ln>
        </p:spPr>
      </p:pic>
      <p:cxnSp>
        <p:nvCxnSpPr>
          <p:cNvPr id="3272" name="Google Shape;3272;p280"/>
          <p:cNvCxnSpPr/>
          <p:nvPr/>
        </p:nvCxnSpPr>
        <p:spPr>
          <a:xfrm>
            <a:off x="1323675" y="1994600"/>
            <a:ext cx="0" cy="1182300"/>
          </a:xfrm>
          <a:prstGeom prst="straightConnector1">
            <a:avLst/>
          </a:prstGeom>
          <a:noFill/>
          <a:ln cap="flat" cmpd="sng" w="19050">
            <a:solidFill>
              <a:schemeClr val="dk1"/>
            </a:solidFill>
            <a:prstDash val="solid"/>
            <a:round/>
            <a:headEnd len="med" w="med" type="triangle"/>
            <a:tailEnd len="med" w="med" type="triangle"/>
          </a:ln>
        </p:spPr>
      </p:cxnSp>
      <p:sp>
        <p:nvSpPr>
          <p:cNvPr id="3273" name="Google Shape;3273;p280"/>
          <p:cNvSpPr txBox="1"/>
          <p:nvPr/>
        </p:nvSpPr>
        <p:spPr>
          <a:xfrm>
            <a:off x="1243825" y="2340900"/>
            <a:ext cx="92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3274" name="Google Shape;3274;p280"/>
          <p:cNvSpPr txBox="1"/>
          <p:nvPr/>
        </p:nvSpPr>
        <p:spPr>
          <a:xfrm>
            <a:off x="3480450" y="240927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6 units</a:t>
            </a:r>
            <a:endParaRPr sz="1800">
              <a:latin typeface="Lexend"/>
              <a:ea typeface="Lexend"/>
              <a:cs typeface="Lexend"/>
              <a:sym typeface="Lexend"/>
            </a:endParaRPr>
          </a:p>
        </p:txBody>
      </p:sp>
      <p:cxnSp>
        <p:nvCxnSpPr>
          <p:cNvPr id="3275" name="Google Shape;3275;p280"/>
          <p:cNvCxnSpPr/>
          <p:nvPr/>
        </p:nvCxnSpPr>
        <p:spPr>
          <a:xfrm flipH="1">
            <a:off x="3154325" y="1980600"/>
            <a:ext cx="810300" cy="1211400"/>
          </a:xfrm>
          <a:prstGeom prst="straightConnector1">
            <a:avLst/>
          </a:prstGeom>
          <a:noFill/>
          <a:ln cap="flat" cmpd="sng" w="19050">
            <a:solidFill>
              <a:schemeClr val="dk1"/>
            </a:solidFill>
            <a:prstDash val="solid"/>
            <a:round/>
            <a:headEnd len="med" w="med" type="triangle"/>
            <a:tailEnd len="med" w="med" type="triangle"/>
          </a:ln>
        </p:spPr>
      </p:cxnSp>
      <p:sp>
        <p:nvSpPr>
          <p:cNvPr id="3276" name="Google Shape;3276;p280"/>
          <p:cNvSpPr txBox="1"/>
          <p:nvPr/>
        </p:nvSpPr>
        <p:spPr>
          <a:xfrm>
            <a:off x="4589225" y="1654000"/>
            <a:ext cx="42309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Perimeter = 6 + 6 + 2 </a:t>
            </a:r>
            <a:r>
              <a:rPr lang="en-GB" sz="1800">
                <a:solidFill>
                  <a:schemeClr val="dk1"/>
                </a:solidFill>
                <a:latin typeface="Kalam"/>
                <a:ea typeface="Kalam"/>
                <a:cs typeface="Kalam"/>
                <a:sym typeface="Kalam"/>
              </a:rPr>
              <a:t>×</a:t>
            </a:r>
            <a:r>
              <a:rPr lang="en-GB" sz="1800">
                <a:latin typeface="Kalam"/>
                <a:ea typeface="Kalam"/>
                <a:cs typeface="Kalam"/>
                <a:sym typeface="Kalam"/>
              </a:rPr>
              <a:t> base</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a:t>
            </a:r>
            <a:r>
              <a:rPr lang="en-GB" sz="1200">
                <a:latin typeface="Kalam"/>
                <a:ea typeface="Kalam"/>
                <a:cs typeface="Kalam"/>
                <a:sym typeface="Kalam"/>
              </a:rPr>
              <a:t> </a:t>
            </a:r>
            <a:r>
              <a:rPr lang="en-GB" sz="1800">
                <a:latin typeface="Kalam"/>
                <a:ea typeface="Kalam"/>
                <a:cs typeface="Kalam"/>
                <a:sym typeface="Kalam"/>
              </a:rPr>
              <a:t>31 = 12 + 2 </a:t>
            </a:r>
            <a:r>
              <a:rPr lang="en-GB" sz="1800">
                <a:solidFill>
                  <a:schemeClr val="dk1"/>
                </a:solidFill>
                <a:latin typeface="Kalam"/>
                <a:ea typeface="Kalam"/>
                <a:cs typeface="Kalam"/>
                <a:sym typeface="Kalam"/>
              </a:rPr>
              <a:t>×</a:t>
            </a:r>
            <a:r>
              <a:rPr lang="en-GB" sz="1800">
                <a:latin typeface="Kalam"/>
                <a:ea typeface="Kalam"/>
                <a:cs typeface="Kalam"/>
                <a:sym typeface="Kalam"/>
              </a:rPr>
              <a:t> base</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a:t>
            </a:r>
            <a:r>
              <a:rPr lang="en-GB" sz="1600">
                <a:latin typeface="Kalam"/>
                <a:ea typeface="Kalam"/>
                <a:cs typeface="Kalam"/>
                <a:sym typeface="Kalam"/>
              </a:rPr>
              <a:t> </a:t>
            </a:r>
            <a:r>
              <a:rPr lang="en-GB" sz="1800">
                <a:latin typeface="Kalam"/>
                <a:ea typeface="Kalam"/>
                <a:cs typeface="Kalam"/>
                <a:sym typeface="Kalam"/>
              </a:rPr>
              <a:t>19 = 2 </a:t>
            </a:r>
            <a:r>
              <a:rPr lang="en-GB" sz="1800">
                <a:solidFill>
                  <a:schemeClr val="dk1"/>
                </a:solidFill>
                <a:latin typeface="Kalam"/>
                <a:ea typeface="Kalam"/>
                <a:cs typeface="Kalam"/>
                <a:sym typeface="Kalam"/>
              </a:rPr>
              <a:t>×</a:t>
            </a:r>
            <a:r>
              <a:rPr lang="en-GB" sz="1800">
                <a:latin typeface="Kalam"/>
                <a:ea typeface="Kalam"/>
                <a:cs typeface="Kalam"/>
                <a:sym typeface="Kalam"/>
              </a:rPr>
              <a:t> base</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a:t>
            </a:r>
            <a:r>
              <a:rPr lang="en-GB">
                <a:latin typeface="Kalam"/>
                <a:ea typeface="Kalam"/>
                <a:cs typeface="Kalam"/>
                <a:sym typeface="Kalam"/>
              </a:rPr>
              <a:t> </a:t>
            </a:r>
            <a:r>
              <a:rPr lang="en-GB" sz="1800">
                <a:latin typeface="Kalam"/>
                <a:ea typeface="Kalam"/>
                <a:cs typeface="Kalam"/>
                <a:sym typeface="Kalam"/>
              </a:rPr>
              <a:t>9.5 = base</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base </a:t>
            </a:r>
            <a:r>
              <a:rPr lang="en-GB" sz="1800">
                <a:solidFill>
                  <a:schemeClr val="dk1"/>
                </a:solidFill>
                <a:latin typeface="Kalam"/>
                <a:ea typeface="Kalam"/>
                <a:cs typeface="Kalam"/>
                <a:sym typeface="Kalam"/>
              </a:rPr>
              <a:t>×</a:t>
            </a:r>
            <a:r>
              <a:rPr lang="en-GB" sz="1800">
                <a:latin typeface="Kalam"/>
                <a:ea typeface="Kalam"/>
                <a:cs typeface="Kalam"/>
                <a:sym typeface="Kalam"/>
              </a:rPr>
              <a:t> perpendicular height</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9.5 </a:t>
            </a:r>
            <a:r>
              <a:rPr lang="en-GB" sz="1800">
                <a:solidFill>
                  <a:schemeClr val="dk1"/>
                </a:solidFill>
                <a:latin typeface="Kalam"/>
                <a:ea typeface="Kalam"/>
                <a:cs typeface="Kalam"/>
                <a:sym typeface="Kalam"/>
              </a:rPr>
              <a:t>×</a:t>
            </a:r>
            <a:r>
              <a:rPr lang="en-GB" sz="1800">
                <a:latin typeface="Kalam"/>
                <a:ea typeface="Kalam"/>
                <a:cs typeface="Kalam"/>
                <a:sym typeface="Kalam"/>
              </a:rPr>
              <a:t> 4</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38 units</a:t>
            </a:r>
            <a:r>
              <a:rPr baseline="30000" lang="en-GB" sz="1800">
                <a:latin typeface="Kalam"/>
                <a:ea typeface="Kalam"/>
                <a:cs typeface="Kalam"/>
                <a:sym typeface="Kalam"/>
              </a:rPr>
              <a:t>2</a:t>
            </a:r>
            <a:r>
              <a:rPr lang="en-GB" sz="1800">
                <a:latin typeface="Kalam"/>
                <a:ea typeface="Kalam"/>
                <a:cs typeface="Kalam"/>
                <a:sym typeface="Kalam"/>
              </a:rPr>
              <a:t> </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0" name="Shape 3280"/>
        <p:cNvGrpSpPr/>
        <p:nvPr/>
      </p:nvGrpSpPr>
      <p:grpSpPr>
        <a:xfrm>
          <a:off x="0" y="0"/>
          <a:ext cx="0" cy="0"/>
          <a:chOff x="0" y="0"/>
          <a:chExt cx="0" cy="0"/>
        </a:xfrm>
      </p:grpSpPr>
      <p:sp>
        <p:nvSpPr>
          <p:cNvPr id="3281" name="Google Shape;3281;p28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one to find the other</a:t>
            </a:r>
            <a:endParaRPr/>
          </a:p>
        </p:txBody>
      </p:sp>
      <p:sp>
        <p:nvSpPr>
          <p:cNvPr id="3282" name="Google Shape;3282;p281"/>
          <p:cNvSpPr txBox="1"/>
          <p:nvPr>
            <p:ph idx="1" type="body"/>
          </p:nvPr>
        </p:nvSpPr>
        <p:spPr>
          <a:xfrm>
            <a:off x="324000" y="810000"/>
            <a:ext cx="82377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2) The area of this shape is 63 units</a:t>
            </a:r>
            <a:r>
              <a:rPr baseline="30000" lang="en-GB"/>
              <a:t>2</a:t>
            </a:r>
            <a:r>
              <a:rPr lang="en-GB"/>
              <a:t>. Calculate the perimeter.</a:t>
            </a:r>
            <a:endParaRPr/>
          </a:p>
        </p:txBody>
      </p:sp>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3283" name="Google Shape;3283;p281" title="Equatio Image"/>
          <p:cNvPicPr preferRelativeResize="0"/>
          <p:nvPr/>
        </p:nvPicPr>
        <p:blipFill>
          <a:blip r:embed="rId3">
            <a:alphaModFix/>
          </a:blip>
          <a:stretch>
            <a:fillRect/>
          </a:stretch>
        </p:blipFill>
        <p:spPr>
          <a:xfrm>
            <a:off x="324000" y="1802600"/>
            <a:ext cx="4400575" cy="1345400"/>
          </a:xfrm>
          <a:prstGeom prst="rect">
            <a:avLst/>
          </a:prstGeom>
          <a:noFill/>
          <a:ln>
            <a:noFill/>
          </a:ln>
        </p:spPr>
      </p:pic>
      <p:cxnSp>
        <p:nvCxnSpPr>
          <p:cNvPr id="3284" name="Google Shape;3284;p281"/>
          <p:cNvCxnSpPr/>
          <p:nvPr/>
        </p:nvCxnSpPr>
        <p:spPr>
          <a:xfrm>
            <a:off x="3903738" y="1804050"/>
            <a:ext cx="1020300" cy="1342500"/>
          </a:xfrm>
          <a:prstGeom prst="straightConnector1">
            <a:avLst/>
          </a:prstGeom>
          <a:noFill/>
          <a:ln cap="flat" cmpd="sng" w="19050">
            <a:solidFill>
              <a:schemeClr val="dk1"/>
            </a:solidFill>
            <a:prstDash val="solid"/>
            <a:round/>
            <a:headEnd len="med" w="med" type="triangle"/>
            <a:tailEnd len="med" w="med" type="triangle"/>
          </a:ln>
        </p:spPr>
      </p:cxnSp>
      <p:sp>
        <p:nvSpPr>
          <p:cNvPr id="3285" name="Google Shape;3285;p281"/>
          <p:cNvSpPr txBox="1"/>
          <p:nvPr/>
        </p:nvSpPr>
        <p:spPr>
          <a:xfrm>
            <a:off x="4281413" y="2110050"/>
            <a:ext cx="92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5 units</a:t>
            </a:r>
            <a:endParaRPr sz="1800">
              <a:latin typeface="Lexend"/>
              <a:ea typeface="Lexend"/>
              <a:cs typeface="Lexend"/>
              <a:sym typeface="Lexend"/>
            </a:endParaRPr>
          </a:p>
        </p:txBody>
      </p:sp>
      <p:sp>
        <p:nvSpPr>
          <p:cNvPr id="3286" name="Google Shape;3286;p281"/>
          <p:cNvSpPr txBox="1"/>
          <p:nvPr/>
        </p:nvSpPr>
        <p:spPr>
          <a:xfrm>
            <a:off x="1781913" y="2110050"/>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6 units</a:t>
            </a:r>
            <a:endParaRPr sz="1800">
              <a:latin typeface="Lexend"/>
              <a:ea typeface="Lexend"/>
              <a:cs typeface="Lexend"/>
              <a:sym typeface="Lexend"/>
            </a:endParaRPr>
          </a:p>
        </p:txBody>
      </p:sp>
      <p:cxnSp>
        <p:nvCxnSpPr>
          <p:cNvPr id="3287" name="Google Shape;3287;p281"/>
          <p:cNvCxnSpPr/>
          <p:nvPr/>
        </p:nvCxnSpPr>
        <p:spPr>
          <a:xfrm>
            <a:off x="1834963" y="1804050"/>
            <a:ext cx="0" cy="1297200"/>
          </a:xfrm>
          <a:prstGeom prst="straightConnector1">
            <a:avLst/>
          </a:prstGeom>
          <a:noFill/>
          <a:ln cap="flat" cmpd="sng" w="19050">
            <a:solidFill>
              <a:schemeClr val="dk1"/>
            </a:solidFill>
            <a:prstDash val="solid"/>
            <a:round/>
            <a:headEnd len="med" w="med" type="triangle"/>
            <a:tailEnd len="med" w="med" type="triangle"/>
          </a:ln>
        </p:spPr>
      </p:cxnSp>
      <p:cxnSp>
        <p:nvCxnSpPr>
          <p:cNvPr id="3288" name="Google Shape;3288;p281"/>
          <p:cNvCxnSpPr/>
          <p:nvPr/>
        </p:nvCxnSpPr>
        <p:spPr>
          <a:xfrm>
            <a:off x="323988" y="3240000"/>
            <a:ext cx="4380900" cy="0"/>
          </a:xfrm>
          <a:prstGeom prst="straightConnector1">
            <a:avLst/>
          </a:prstGeom>
          <a:noFill/>
          <a:ln cap="flat" cmpd="sng" w="19050">
            <a:solidFill>
              <a:schemeClr val="dk1"/>
            </a:solidFill>
            <a:prstDash val="solid"/>
            <a:round/>
            <a:headEnd len="med" w="med" type="triangle"/>
            <a:tailEnd len="med" w="med" type="triangle"/>
          </a:ln>
        </p:spPr>
      </p:cxnSp>
      <p:sp>
        <p:nvSpPr>
          <p:cNvPr id="3289" name="Google Shape;3289;p281"/>
          <p:cNvSpPr txBox="1"/>
          <p:nvPr/>
        </p:nvSpPr>
        <p:spPr>
          <a:xfrm>
            <a:off x="1888925" y="31852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13 units</a:t>
            </a:r>
            <a:endParaRPr sz="1800">
              <a:latin typeface="Lexend"/>
              <a:ea typeface="Lexend"/>
              <a:cs typeface="Lexend"/>
              <a:sym typeface="Lexend"/>
            </a:endParaRPr>
          </a:p>
        </p:txBody>
      </p:sp>
      <p:sp>
        <p:nvSpPr>
          <p:cNvPr id="3290" name="Google Shape;3290;p281"/>
          <p:cNvSpPr txBox="1"/>
          <p:nvPr/>
        </p:nvSpPr>
        <p:spPr>
          <a:xfrm>
            <a:off x="5309885" y="1579425"/>
            <a:ext cx="35103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300">
                <a:latin typeface="Kalam"/>
                <a:ea typeface="Kalam"/>
                <a:cs typeface="Kalam"/>
                <a:sym typeface="Kalam"/>
              </a:rPr>
              <a:t> </a:t>
            </a:r>
            <a:r>
              <a:rPr lang="en-GB" sz="1800">
                <a:latin typeface="Kalam"/>
                <a:ea typeface="Kalam"/>
                <a:cs typeface="Kalam"/>
                <a:sym typeface="Kalam"/>
              </a:rPr>
              <a:t>Area = ½ </a:t>
            </a:r>
            <a:r>
              <a:rPr lang="en-GB" sz="1800">
                <a:solidFill>
                  <a:schemeClr val="dk1"/>
                </a:solidFill>
                <a:latin typeface="Kalam"/>
                <a:ea typeface="Kalam"/>
                <a:cs typeface="Kalam"/>
                <a:sym typeface="Kalam"/>
              </a:rPr>
              <a:t>×</a:t>
            </a:r>
            <a:r>
              <a:rPr lang="en-GB" sz="1800">
                <a:latin typeface="Kalam"/>
                <a:ea typeface="Kalam"/>
                <a:cs typeface="Kalam"/>
                <a:sym typeface="Kalam"/>
              </a:rPr>
              <a:t> (a + b) </a:t>
            </a:r>
            <a:r>
              <a:rPr lang="en-GB" sz="1800">
                <a:solidFill>
                  <a:schemeClr val="dk1"/>
                </a:solidFill>
                <a:latin typeface="Kalam"/>
                <a:ea typeface="Kalam"/>
                <a:cs typeface="Kalam"/>
                <a:sym typeface="Kalam"/>
              </a:rPr>
              <a:t>×</a:t>
            </a:r>
            <a:r>
              <a:rPr lang="en-GB" sz="1800">
                <a:latin typeface="Kalam"/>
                <a:ea typeface="Kalam"/>
                <a:cs typeface="Kalam"/>
                <a:sym typeface="Kalam"/>
              </a:rPr>
              <a:t> h</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63 = ½ </a:t>
            </a:r>
            <a:r>
              <a:rPr lang="en-GB" sz="1800">
                <a:solidFill>
                  <a:schemeClr val="dk1"/>
                </a:solidFill>
                <a:latin typeface="Kalam"/>
                <a:ea typeface="Kalam"/>
                <a:cs typeface="Kalam"/>
                <a:sym typeface="Kalam"/>
              </a:rPr>
              <a:t>×</a:t>
            </a:r>
            <a:r>
              <a:rPr lang="en-GB" sz="1800">
                <a:latin typeface="Kalam"/>
                <a:ea typeface="Kalam"/>
                <a:cs typeface="Kalam"/>
                <a:sym typeface="Kalam"/>
              </a:rPr>
              <a:t> (a + 13) </a:t>
            </a:r>
            <a:r>
              <a:rPr lang="en-GB" sz="1800">
                <a:solidFill>
                  <a:schemeClr val="dk1"/>
                </a:solidFill>
                <a:latin typeface="Kalam"/>
                <a:ea typeface="Kalam"/>
                <a:cs typeface="Kalam"/>
                <a:sym typeface="Kalam"/>
              </a:rPr>
              <a:t>×</a:t>
            </a:r>
            <a:r>
              <a:rPr lang="en-GB" sz="1800">
                <a:latin typeface="Kalam"/>
                <a:ea typeface="Kalam"/>
                <a:cs typeface="Kalam"/>
                <a:sym typeface="Kalam"/>
              </a:rPr>
              <a:t> 6</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63 = 3 </a:t>
            </a:r>
            <a:r>
              <a:rPr lang="en-GB" sz="1800">
                <a:solidFill>
                  <a:schemeClr val="dk1"/>
                </a:solidFill>
                <a:latin typeface="Kalam"/>
                <a:ea typeface="Kalam"/>
                <a:cs typeface="Kalam"/>
                <a:sym typeface="Kalam"/>
              </a:rPr>
              <a:t>×</a:t>
            </a:r>
            <a:r>
              <a:rPr lang="en-GB" sz="1800">
                <a:latin typeface="Kalam"/>
                <a:ea typeface="Kalam"/>
                <a:cs typeface="Kalam"/>
                <a:sym typeface="Kalam"/>
              </a:rPr>
              <a:t> (a + 13)</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a:t>
            </a:r>
            <a:r>
              <a:rPr lang="en-GB" sz="1100">
                <a:latin typeface="Kalam"/>
                <a:ea typeface="Kalam"/>
                <a:cs typeface="Kalam"/>
                <a:sym typeface="Kalam"/>
              </a:rPr>
              <a:t> </a:t>
            </a:r>
            <a:r>
              <a:rPr lang="en-GB" sz="1800">
                <a:latin typeface="Kalam"/>
                <a:ea typeface="Kalam"/>
                <a:cs typeface="Kalam"/>
                <a:sym typeface="Kalam"/>
              </a:rPr>
              <a:t> 21 = a + 13</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   </a:t>
            </a:r>
            <a:r>
              <a:rPr lang="en-GB" sz="600">
                <a:latin typeface="Kalam"/>
                <a:ea typeface="Kalam"/>
                <a:cs typeface="Kalam"/>
                <a:sym typeface="Kalam"/>
              </a:rPr>
              <a:t> </a:t>
            </a:r>
            <a:r>
              <a:rPr lang="en-GB" sz="1800">
                <a:latin typeface="Kalam"/>
                <a:ea typeface="Kalam"/>
                <a:cs typeface="Kalam"/>
                <a:sym typeface="Kalam"/>
              </a:rPr>
              <a:t>8 = a</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Perimeter = 8 + 13 + 2 </a:t>
            </a:r>
            <a:r>
              <a:rPr lang="en-GB" sz="1800">
                <a:solidFill>
                  <a:schemeClr val="dk1"/>
                </a:solidFill>
                <a:latin typeface="Kalam"/>
                <a:ea typeface="Kalam"/>
                <a:cs typeface="Kalam"/>
                <a:sym typeface="Kalam"/>
              </a:rPr>
              <a:t>×</a:t>
            </a:r>
            <a:r>
              <a:rPr lang="en-GB" sz="1800">
                <a:latin typeface="Kalam"/>
                <a:ea typeface="Kalam"/>
                <a:cs typeface="Kalam"/>
                <a:sym typeface="Kalam"/>
              </a:rPr>
              <a:t> 5</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Perimeter = 31 units </a:t>
            </a:r>
            <a:endParaRPr sz="1800">
              <a:latin typeface="Kalam"/>
              <a:ea typeface="Kalam"/>
              <a:cs typeface="Kalam"/>
              <a:sym typeface="Kala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4" name="Shape 3294"/>
        <p:cNvGrpSpPr/>
        <p:nvPr/>
      </p:nvGrpSpPr>
      <p:grpSpPr>
        <a:xfrm>
          <a:off x="0" y="0"/>
          <a:ext cx="0" cy="0"/>
          <a:chOff x="0" y="0"/>
          <a:chExt cx="0" cy="0"/>
        </a:xfrm>
      </p:grpSpPr>
      <p:sp>
        <p:nvSpPr>
          <p:cNvPr id="3295" name="Google Shape;3295;p282"/>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one to find the other</a:t>
            </a:r>
            <a:endParaRPr/>
          </a:p>
        </p:txBody>
      </p:sp>
      <p:sp>
        <p:nvSpPr>
          <p:cNvPr id="3296" name="Google Shape;3296;p282"/>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Perimeter and area in context</a:t>
            </a:r>
            <a:endParaRPr/>
          </a:p>
        </p:txBody>
      </p:sp>
      <p:sp>
        <p:nvSpPr>
          <p:cNvPr id="3297" name="Google Shape;3297;p282"/>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perimeter and area</a:t>
            </a:r>
            <a:endParaRPr/>
          </a:p>
        </p:txBody>
      </p:sp>
      <p:pic>
        <p:nvPicPr>
          <p:cNvPr id="3298" name="Google Shape;3298;p282"/>
          <p:cNvPicPr preferRelativeResize="0"/>
          <p:nvPr/>
        </p:nvPicPr>
        <p:blipFill>
          <a:blip r:embed="rId3">
            <a:alphaModFix/>
          </a:blip>
          <a:stretch>
            <a:fillRect/>
          </a:stretch>
        </p:blipFill>
        <p:spPr>
          <a:xfrm>
            <a:off x="419114" y="2772552"/>
            <a:ext cx="450575" cy="446750"/>
          </a:xfrm>
          <a:prstGeom prst="rect">
            <a:avLst/>
          </a:prstGeom>
          <a:noFill/>
          <a:ln>
            <a:noFill/>
          </a:ln>
        </p:spPr>
      </p:pic>
      <p:sp>
        <p:nvSpPr>
          <p:cNvPr id="3299" name="Google Shape;3299;p282"/>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Units of measurement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3" name="Shape 3303"/>
        <p:cNvGrpSpPr/>
        <p:nvPr/>
      </p:nvGrpSpPr>
      <p:grpSpPr>
        <a:xfrm>
          <a:off x="0" y="0"/>
          <a:ext cx="0" cy="0"/>
          <a:chOff x="0" y="0"/>
          <a:chExt cx="0" cy="0"/>
        </a:xfrm>
      </p:grpSpPr>
      <p:sp>
        <p:nvSpPr>
          <p:cNvPr id="3304" name="Google Shape;3304;p28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05" name="Google Shape;3305;p283"/>
          <p:cNvSpPr txBox="1"/>
          <p:nvPr>
            <p:ph idx="1" type="body"/>
          </p:nvPr>
        </p:nvSpPr>
        <p:spPr>
          <a:xfrm>
            <a:off x="324000" y="810000"/>
            <a:ext cx="8237700" cy="2152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solidFill>
                  <a:srgbClr val="000000"/>
                </a:solidFill>
              </a:rPr>
              <a:t>You may need to calculate either the area or perimeter to solve a problem. </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1000"/>
              </a:spcAft>
              <a:buNone/>
            </a:pPr>
            <a:r>
              <a:rPr lang="en-GB">
                <a:solidFill>
                  <a:srgbClr val="000000"/>
                </a:solidFill>
              </a:rPr>
              <a:t>The context (situation) of the problem can help determine what you need to calculate.</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9" name="Shape 3309"/>
        <p:cNvGrpSpPr/>
        <p:nvPr/>
      </p:nvGrpSpPr>
      <p:grpSpPr>
        <a:xfrm>
          <a:off x="0" y="0"/>
          <a:ext cx="0" cy="0"/>
          <a:chOff x="0" y="0"/>
          <a:chExt cx="0" cy="0"/>
        </a:xfrm>
      </p:grpSpPr>
      <p:sp>
        <p:nvSpPr>
          <p:cNvPr id="3310" name="Google Shape;3310;p284"/>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11" name="Google Shape;3311;p284"/>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solidFill>
                  <a:srgbClr val="000000"/>
                </a:solidFill>
              </a:rPr>
              <a:t>Sort each situation based on whether you would need to calculate the area or the perimeter.</a:t>
            </a:r>
            <a:endParaRPr sz="1800">
              <a:solidFill>
                <a:srgbClr val="000000"/>
              </a:solidFill>
            </a:endParaRPr>
          </a:p>
        </p:txBody>
      </p:sp>
      <p:cxnSp>
        <p:nvCxnSpPr>
          <p:cNvPr id="3312" name="Google Shape;3312;p284"/>
          <p:cNvCxnSpPr/>
          <p:nvPr/>
        </p:nvCxnSpPr>
        <p:spPr>
          <a:xfrm rot="10800000">
            <a:off x="4462750" y="1475025"/>
            <a:ext cx="0" cy="2949900"/>
          </a:xfrm>
          <a:prstGeom prst="straightConnector1">
            <a:avLst/>
          </a:prstGeom>
          <a:noFill/>
          <a:ln cap="flat" cmpd="sng" w="38100">
            <a:solidFill>
              <a:schemeClr val="dk1"/>
            </a:solidFill>
            <a:prstDash val="solid"/>
            <a:round/>
            <a:headEnd len="med" w="med" type="none"/>
            <a:tailEnd len="med" w="med" type="none"/>
          </a:ln>
        </p:spPr>
      </p:cxnSp>
      <p:cxnSp>
        <p:nvCxnSpPr>
          <p:cNvPr id="3313" name="Google Shape;3313;p284"/>
          <p:cNvCxnSpPr/>
          <p:nvPr/>
        </p:nvCxnSpPr>
        <p:spPr>
          <a:xfrm rot="10800000">
            <a:off x="4462700" y="2845050"/>
            <a:ext cx="4356900" cy="0"/>
          </a:xfrm>
          <a:prstGeom prst="straightConnector1">
            <a:avLst/>
          </a:prstGeom>
          <a:noFill/>
          <a:ln cap="flat" cmpd="sng" w="38100">
            <a:solidFill>
              <a:schemeClr val="dk1"/>
            </a:solidFill>
            <a:prstDash val="solid"/>
            <a:round/>
            <a:headEnd len="med" w="med" type="none"/>
            <a:tailEnd len="med" w="med" type="none"/>
          </a:ln>
        </p:spPr>
      </p:cxnSp>
      <p:sp>
        <p:nvSpPr>
          <p:cNvPr id="3314" name="Google Shape;3314;p284"/>
          <p:cNvSpPr txBox="1"/>
          <p:nvPr/>
        </p:nvSpPr>
        <p:spPr>
          <a:xfrm>
            <a:off x="4462761" y="1313500"/>
            <a:ext cx="177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u="sng">
                <a:solidFill>
                  <a:schemeClr val="accent5"/>
                </a:solidFill>
                <a:latin typeface="Lexend"/>
                <a:ea typeface="Lexend"/>
                <a:cs typeface="Lexend"/>
                <a:sym typeface="Lexend"/>
              </a:rPr>
              <a:t>Perimeter</a:t>
            </a:r>
            <a:endParaRPr sz="1800" u="sng">
              <a:solidFill>
                <a:schemeClr val="accent5"/>
              </a:solidFill>
              <a:latin typeface="Lexend"/>
              <a:ea typeface="Lexend"/>
              <a:cs typeface="Lexend"/>
              <a:sym typeface="Lexend"/>
            </a:endParaRPr>
          </a:p>
        </p:txBody>
      </p:sp>
      <p:sp>
        <p:nvSpPr>
          <p:cNvPr id="3315" name="Google Shape;3315;p284"/>
          <p:cNvSpPr txBox="1"/>
          <p:nvPr/>
        </p:nvSpPr>
        <p:spPr>
          <a:xfrm>
            <a:off x="4462755" y="2845050"/>
            <a:ext cx="102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u="sng">
                <a:solidFill>
                  <a:schemeClr val="accent5"/>
                </a:solidFill>
                <a:latin typeface="Lexend"/>
                <a:ea typeface="Lexend"/>
                <a:cs typeface="Lexend"/>
                <a:sym typeface="Lexend"/>
              </a:rPr>
              <a:t>Area</a:t>
            </a:r>
            <a:endParaRPr sz="1800" u="sng">
              <a:solidFill>
                <a:schemeClr val="accent5"/>
              </a:solidFill>
              <a:latin typeface="Lexend"/>
              <a:ea typeface="Lexend"/>
              <a:cs typeface="Lexend"/>
              <a:sym typeface="Lexend"/>
            </a:endParaRPr>
          </a:p>
        </p:txBody>
      </p:sp>
      <p:sp>
        <p:nvSpPr>
          <p:cNvPr id="3316" name="Google Shape;3316;p284"/>
          <p:cNvSpPr txBox="1"/>
          <p:nvPr/>
        </p:nvSpPr>
        <p:spPr>
          <a:xfrm>
            <a:off x="324011" y="156795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The size of a field.</a:t>
            </a:r>
            <a:endParaRPr sz="1800">
              <a:latin typeface="Lexend"/>
              <a:ea typeface="Lexend"/>
              <a:cs typeface="Lexend"/>
              <a:sym typeface="Lexend"/>
            </a:endParaRPr>
          </a:p>
        </p:txBody>
      </p:sp>
      <p:sp>
        <p:nvSpPr>
          <p:cNvPr id="3317" name="Google Shape;3317;p284"/>
          <p:cNvSpPr txBox="1"/>
          <p:nvPr/>
        </p:nvSpPr>
        <p:spPr>
          <a:xfrm>
            <a:off x="2223686" y="156795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Tiling the bathroom.</a:t>
            </a:r>
            <a:endParaRPr sz="1800">
              <a:latin typeface="Lexend"/>
              <a:ea typeface="Lexend"/>
              <a:cs typeface="Lexend"/>
              <a:sym typeface="Lexend"/>
            </a:endParaRPr>
          </a:p>
        </p:txBody>
      </p:sp>
      <p:sp>
        <p:nvSpPr>
          <p:cNvPr id="3318" name="Google Shape;3318;p284"/>
          <p:cNvSpPr txBox="1"/>
          <p:nvPr/>
        </p:nvSpPr>
        <p:spPr>
          <a:xfrm>
            <a:off x="324011" y="247560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Plot of land for a house.</a:t>
            </a:r>
            <a:endParaRPr sz="1800">
              <a:latin typeface="Lexend"/>
              <a:ea typeface="Lexend"/>
              <a:cs typeface="Lexend"/>
              <a:sym typeface="Lexend"/>
            </a:endParaRPr>
          </a:p>
        </p:txBody>
      </p:sp>
      <p:sp>
        <p:nvSpPr>
          <p:cNvPr id="3319" name="Google Shape;3319;p284"/>
          <p:cNvSpPr txBox="1"/>
          <p:nvPr/>
        </p:nvSpPr>
        <p:spPr>
          <a:xfrm>
            <a:off x="2223686" y="247560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Fencing a garden.</a:t>
            </a:r>
            <a:endParaRPr sz="1800">
              <a:latin typeface="Lexend"/>
              <a:ea typeface="Lexend"/>
              <a:cs typeface="Lexend"/>
              <a:sym typeface="Lexend"/>
            </a:endParaRPr>
          </a:p>
        </p:txBody>
      </p:sp>
      <p:sp>
        <p:nvSpPr>
          <p:cNvPr id="3320" name="Google Shape;3320;p284"/>
          <p:cNvSpPr txBox="1"/>
          <p:nvPr/>
        </p:nvSpPr>
        <p:spPr>
          <a:xfrm>
            <a:off x="324011" y="3383250"/>
            <a:ext cx="1773300" cy="10158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Walking around a football pitch.</a:t>
            </a:r>
            <a:endParaRPr sz="1800">
              <a:latin typeface="Lexend"/>
              <a:ea typeface="Lexend"/>
              <a:cs typeface="Lexend"/>
              <a:sym typeface="Lexend"/>
            </a:endParaRPr>
          </a:p>
        </p:txBody>
      </p:sp>
      <p:sp>
        <p:nvSpPr>
          <p:cNvPr id="3321" name="Google Shape;3321;p284"/>
          <p:cNvSpPr txBox="1"/>
          <p:nvPr/>
        </p:nvSpPr>
        <p:spPr>
          <a:xfrm>
            <a:off x="2223686" y="338325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Painting a wall.</a:t>
            </a:r>
            <a:endParaRPr sz="1800">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5" name="Shape 3325"/>
        <p:cNvGrpSpPr/>
        <p:nvPr/>
      </p:nvGrpSpPr>
      <p:grpSpPr>
        <a:xfrm>
          <a:off x="0" y="0"/>
          <a:ext cx="0" cy="0"/>
          <a:chOff x="0" y="0"/>
          <a:chExt cx="0" cy="0"/>
        </a:xfrm>
      </p:grpSpPr>
      <p:sp>
        <p:nvSpPr>
          <p:cNvPr id="3326" name="Google Shape;3326;p285"/>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27" name="Google Shape;3327;p285"/>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solidFill>
                  <a:srgbClr val="000000"/>
                </a:solidFill>
              </a:rPr>
              <a:t>Sort each situation based on whether you would need to calculate the area or the perimeter.</a:t>
            </a:r>
            <a:endParaRPr sz="1800">
              <a:solidFill>
                <a:srgbClr val="000000"/>
              </a:solidFill>
            </a:endParaRPr>
          </a:p>
        </p:txBody>
      </p:sp>
      <p:cxnSp>
        <p:nvCxnSpPr>
          <p:cNvPr id="3328" name="Google Shape;3328;p285"/>
          <p:cNvCxnSpPr/>
          <p:nvPr/>
        </p:nvCxnSpPr>
        <p:spPr>
          <a:xfrm rot="10800000">
            <a:off x="4462750" y="1475025"/>
            <a:ext cx="0" cy="2949900"/>
          </a:xfrm>
          <a:prstGeom prst="straightConnector1">
            <a:avLst/>
          </a:prstGeom>
          <a:noFill/>
          <a:ln cap="flat" cmpd="sng" w="38100">
            <a:solidFill>
              <a:schemeClr val="dk1"/>
            </a:solidFill>
            <a:prstDash val="solid"/>
            <a:round/>
            <a:headEnd len="med" w="med" type="none"/>
            <a:tailEnd len="med" w="med" type="none"/>
          </a:ln>
        </p:spPr>
      </p:cxnSp>
      <p:cxnSp>
        <p:nvCxnSpPr>
          <p:cNvPr id="3329" name="Google Shape;3329;p285"/>
          <p:cNvCxnSpPr/>
          <p:nvPr/>
        </p:nvCxnSpPr>
        <p:spPr>
          <a:xfrm rot="10800000">
            <a:off x="4462700" y="2845050"/>
            <a:ext cx="4356900" cy="0"/>
          </a:xfrm>
          <a:prstGeom prst="straightConnector1">
            <a:avLst/>
          </a:prstGeom>
          <a:noFill/>
          <a:ln cap="flat" cmpd="sng" w="38100">
            <a:solidFill>
              <a:schemeClr val="dk1"/>
            </a:solidFill>
            <a:prstDash val="solid"/>
            <a:round/>
            <a:headEnd len="med" w="med" type="none"/>
            <a:tailEnd len="med" w="med" type="none"/>
          </a:ln>
        </p:spPr>
      </p:cxnSp>
      <p:sp>
        <p:nvSpPr>
          <p:cNvPr id="3330" name="Google Shape;3330;p285"/>
          <p:cNvSpPr txBox="1"/>
          <p:nvPr/>
        </p:nvSpPr>
        <p:spPr>
          <a:xfrm>
            <a:off x="4462761" y="1313500"/>
            <a:ext cx="177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u="sng">
                <a:solidFill>
                  <a:schemeClr val="accent5"/>
                </a:solidFill>
                <a:latin typeface="Lexend"/>
                <a:ea typeface="Lexend"/>
                <a:cs typeface="Lexend"/>
                <a:sym typeface="Lexend"/>
              </a:rPr>
              <a:t>Perimeter</a:t>
            </a:r>
            <a:endParaRPr sz="1800" u="sng">
              <a:solidFill>
                <a:schemeClr val="accent5"/>
              </a:solidFill>
              <a:latin typeface="Lexend"/>
              <a:ea typeface="Lexend"/>
              <a:cs typeface="Lexend"/>
              <a:sym typeface="Lexend"/>
            </a:endParaRPr>
          </a:p>
        </p:txBody>
      </p:sp>
      <p:sp>
        <p:nvSpPr>
          <p:cNvPr id="3331" name="Google Shape;3331;p285"/>
          <p:cNvSpPr txBox="1"/>
          <p:nvPr/>
        </p:nvSpPr>
        <p:spPr>
          <a:xfrm>
            <a:off x="4462755" y="2845050"/>
            <a:ext cx="102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u="sng">
                <a:solidFill>
                  <a:schemeClr val="accent5"/>
                </a:solidFill>
                <a:latin typeface="Lexend"/>
                <a:ea typeface="Lexend"/>
                <a:cs typeface="Lexend"/>
                <a:sym typeface="Lexend"/>
              </a:rPr>
              <a:t>Area</a:t>
            </a:r>
            <a:endParaRPr sz="1800" u="sng">
              <a:solidFill>
                <a:schemeClr val="accent5"/>
              </a:solidFill>
              <a:latin typeface="Lexend"/>
              <a:ea typeface="Lexend"/>
              <a:cs typeface="Lexend"/>
              <a:sym typeface="Lexend"/>
            </a:endParaRPr>
          </a:p>
        </p:txBody>
      </p:sp>
      <p:sp>
        <p:nvSpPr>
          <p:cNvPr id="3332" name="Google Shape;3332;p285"/>
          <p:cNvSpPr txBox="1"/>
          <p:nvPr/>
        </p:nvSpPr>
        <p:spPr>
          <a:xfrm>
            <a:off x="4572011" y="330675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The size of a field.</a:t>
            </a:r>
            <a:endParaRPr sz="1800">
              <a:latin typeface="Lexend"/>
              <a:ea typeface="Lexend"/>
              <a:cs typeface="Lexend"/>
              <a:sym typeface="Lexend"/>
            </a:endParaRPr>
          </a:p>
        </p:txBody>
      </p:sp>
      <p:sp>
        <p:nvSpPr>
          <p:cNvPr id="3333" name="Google Shape;3333;p285"/>
          <p:cNvSpPr txBox="1"/>
          <p:nvPr/>
        </p:nvSpPr>
        <p:spPr>
          <a:xfrm>
            <a:off x="6454561" y="292190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Tiling the bathroom.</a:t>
            </a:r>
            <a:endParaRPr sz="1800">
              <a:latin typeface="Lexend"/>
              <a:ea typeface="Lexend"/>
              <a:cs typeface="Lexend"/>
              <a:sym typeface="Lexend"/>
            </a:endParaRPr>
          </a:p>
        </p:txBody>
      </p:sp>
      <p:sp>
        <p:nvSpPr>
          <p:cNvPr id="3334" name="Google Shape;3334;p285"/>
          <p:cNvSpPr txBox="1"/>
          <p:nvPr/>
        </p:nvSpPr>
        <p:spPr>
          <a:xfrm>
            <a:off x="2744486" y="250110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Plot of land for a house.</a:t>
            </a:r>
            <a:endParaRPr sz="1800">
              <a:latin typeface="Lexend"/>
              <a:ea typeface="Lexend"/>
              <a:cs typeface="Lexend"/>
              <a:sym typeface="Lexend"/>
            </a:endParaRPr>
          </a:p>
        </p:txBody>
      </p:sp>
      <p:sp>
        <p:nvSpPr>
          <p:cNvPr id="3335" name="Google Shape;3335;p285"/>
          <p:cNvSpPr txBox="1"/>
          <p:nvPr/>
        </p:nvSpPr>
        <p:spPr>
          <a:xfrm>
            <a:off x="4572011" y="1736700"/>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Fencing a garden.</a:t>
            </a:r>
            <a:endParaRPr sz="1800">
              <a:latin typeface="Lexend"/>
              <a:ea typeface="Lexend"/>
              <a:cs typeface="Lexend"/>
              <a:sym typeface="Lexend"/>
            </a:endParaRPr>
          </a:p>
        </p:txBody>
      </p:sp>
      <p:sp>
        <p:nvSpPr>
          <p:cNvPr id="3336" name="Google Shape;3336;p285"/>
          <p:cNvSpPr txBox="1"/>
          <p:nvPr/>
        </p:nvSpPr>
        <p:spPr>
          <a:xfrm>
            <a:off x="6454561" y="1652175"/>
            <a:ext cx="1773300" cy="10158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Walking around a football pitch.</a:t>
            </a:r>
            <a:endParaRPr sz="1800">
              <a:latin typeface="Lexend"/>
              <a:ea typeface="Lexend"/>
              <a:cs typeface="Lexend"/>
              <a:sym typeface="Lexend"/>
            </a:endParaRPr>
          </a:p>
        </p:txBody>
      </p:sp>
      <p:sp>
        <p:nvSpPr>
          <p:cNvPr id="3337" name="Google Shape;3337;p285"/>
          <p:cNvSpPr txBox="1"/>
          <p:nvPr/>
        </p:nvSpPr>
        <p:spPr>
          <a:xfrm>
            <a:off x="6454561" y="3914725"/>
            <a:ext cx="1773300" cy="7389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Painting a wall.</a:t>
            </a:r>
            <a:endParaRPr sz="1800">
              <a:latin typeface="Lexend"/>
              <a:ea typeface="Lexend"/>
              <a:cs typeface="Lexend"/>
              <a:sym typeface="Lexend"/>
            </a:endParaRPr>
          </a:p>
        </p:txBody>
      </p:sp>
      <p:sp>
        <p:nvSpPr>
          <p:cNvPr id="3338" name="Google Shape;3338;p285"/>
          <p:cNvSpPr txBox="1"/>
          <p:nvPr/>
        </p:nvSpPr>
        <p:spPr>
          <a:xfrm>
            <a:off x="324000" y="1921500"/>
            <a:ext cx="2376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The plot of land could be either, depending on whether you are marking the boundary or considering the size of the land.</a:t>
            </a:r>
            <a:endParaRPr sz="1800">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2" name="Shape 3342"/>
        <p:cNvGrpSpPr/>
        <p:nvPr/>
      </p:nvGrpSpPr>
      <p:grpSpPr>
        <a:xfrm>
          <a:off x="0" y="0"/>
          <a:ext cx="0" cy="0"/>
          <a:chOff x="0" y="0"/>
          <a:chExt cx="0" cy="0"/>
        </a:xfrm>
      </p:grpSpPr>
      <p:sp>
        <p:nvSpPr>
          <p:cNvPr id="3343" name="Google Shape;3343;p28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44" name="Google Shape;3344;p286"/>
          <p:cNvSpPr txBox="1"/>
          <p:nvPr>
            <p:ph idx="1" type="body"/>
          </p:nvPr>
        </p:nvSpPr>
        <p:spPr>
          <a:xfrm>
            <a:off x="324000" y="810000"/>
            <a:ext cx="8237700" cy="695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100"/>
              <a:t>1) Alex’s garden is an unusual shape. He wants to put a fence around it. What is the total length of fencing he needs to buy?</a:t>
            </a:r>
            <a:endParaRPr sz="2100"/>
          </a:p>
        </p:txBody>
      </p: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3345" name="Google Shape;3345;p286" title="Equatio Image"/>
          <p:cNvPicPr preferRelativeResize="0"/>
          <p:nvPr/>
        </p:nvPicPr>
        <p:blipFill>
          <a:blip r:embed="rId3">
            <a:alphaModFix/>
          </a:blip>
          <a:stretch>
            <a:fillRect/>
          </a:stretch>
        </p:blipFill>
        <p:spPr>
          <a:xfrm flipH="1" rot="-5400000">
            <a:off x="113375" y="2215625"/>
            <a:ext cx="2564850" cy="1350050"/>
          </a:xfrm>
          <a:prstGeom prst="rect">
            <a:avLst/>
          </a:prstGeom>
          <a:noFill/>
          <a:ln>
            <a:noFill/>
          </a:ln>
        </p:spPr>
      </p:pic>
      <p:cxnSp>
        <p:nvCxnSpPr>
          <p:cNvPr id="3346" name="Google Shape;3346;p286"/>
          <p:cNvCxnSpPr/>
          <p:nvPr/>
        </p:nvCxnSpPr>
        <p:spPr>
          <a:xfrm>
            <a:off x="892524" y="2465538"/>
            <a:ext cx="1013700" cy="0"/>
          </a:xfrm>
          <a:prstGeom prst="straightConnector1">
            <a:avLst/>
          </a:prstGeom>
          <a:noFill/>
          <a:ln cap="flat" cmpd="sng" w="19050">
            <a:solidFill>
              <a:schemeClr val="dk1"/>
            </a:solidFill>
            <a:prstDash val="solid"/>
            <a:round/>
            <a:headEnd len="med" w="med" type="triangle"/>
            <a:tailEnd len="med" w="med" type="triangle"/>
          </a:ln>
        </p:spPr>
      </p:cxnSp>
      <p:sp>
        <p:nvSpPr>
          <p:cNvPr id="3347" name="Google Shape;3347;p286"/>
          <p:cNvSpPr txBox="1"/>
          <p:nvPr/>
        </p:nvSpPr>
        <p:spPr>
          <a:xfrm>
            <a:off x="934824" y="2104476"/>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4 m</a:t>
            </a:r>
            <a:endParaRPr sz="1800">
              <a:latin typeface="Lexend"/>
              <a:ea typeface="Lexend"/>
              <a:cs typeface="Lexend"/>
              <a:sym typeface="Lexend"/>
            </a:endParaRPr>
          </a:p>
        </p:txBody>
      </p:sp>
      <p:sp>
        <p:nvSpPr>
          <p:cNvPr id="3348" name="Google Shape;3348;p286"/>
          <p:cNvSpPr txBox="1"/>
          <p:nvPr/>
        </p:nvSpPr>
        <p:spPr>
          <a:xfrm>
            <a:off x="993325" y="391227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7 m</a:t>
            </a:r>
            <a:endParaRPr sz="1800">
              <a:latin typeface="Lexend"/>
              <a:ea typeface="Lexend"/>
              <a:cs typeface="Lexend"/>
              <a:sym typeface="Lexend"/>
            </a:endParaRPr>
          </a:p>
        </p:txBody>
      </p:sp>
      <p:cxnSp>
        <p:nvCxnSpPr>
          <p:cNvPr id="3349" name="Google Shape;3349;p286"/>
          <p:cNvCxnSpPr/>
          <p:nvPr/>
        </p:nvCxnSpPr>
        <p:spPr>
          <a:xfrm flipH="1">
            <a:off x="832025" y="3666275"/>
            <a:ext cx="1096800" cy="620400"/>
          </a:xfrm>
          <a:prstGeom prst="straightConnector1">
            <a:avLst/>
          </a:prstGeom>
          <a:noFill/>
          <a:ln cap="flat" cmpd="sng" w="19050">
            <a:solidFill>
              <a:schemeClr val="dk1"/>
            </a:solidFill>
            <a:prstDash val="solid"/>
            <a:round/>
            <a:headEnd len="med" w="med" type="triangle"/>
            <a:tailEnd len="med" w="med" type="triangle"/>
          </a:ln>
        </p:spPr>
      </p:cxnSp>
      <p:cxnSp>
        <p:nvCxnSpPr>
          <p:cNvPr id="3350" name="Google Shape;3350;p286"/>
          <p:cNvCxnSpPr/>
          <p:nvPr/>
        </p:nvCxnSpPr>
        <p:spPr>
          <a:xfrm>
            <a:off x="2111475" y="1608225"/>
            <a:ext cx="0" cy="1946100"/>
          </a:xfrm>
          <a:prstGeom prst="straightConnector1">
            <a:avLst/>
          </a:prstGeom>
          <a:noFill/>
          <a:ln cap="flat" cmpd="sng" w="19050">
            <a:solidFill>
              <a:schemeClr val="dk1"/>
            </a:solidFill>
            <a:prstDash val="solid"/>
            <a:round/>
            <a:headEnd len="med" w="med" type="triangle"/>
            <a:tailEnd len="med" w="med" type="triangle"/>
          </a:ln>
        </p:spPr>
      </p:cxnSp>
      <p:sp>
        <p:nvSpPr>
          <p:cNvPr id="3351" name="Google Shape;3351;p286"/>
          <p:cNvSpPr txBox="1"/>
          <p:nvPr/>
        </p:nvSpPr>
        <p:spPr>
          <a:xfrm>
            <a:off x="1958100" y="235042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10 m</a:t>
            </a:r>
            <a:endParaRPr sz="18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5" name="Shape 3355"/>
        <p:cNvGrpSpPr/>
        <p:nvPr/>
      </p:nvGrpSpPr>
      <p:grpSpPr>
        <a:xfrm>
          <a:off x="0" y="0"/>
          <a:ext cx="0" cy="0"/>
          <a:chOff x="0" y="0"/>
          <a:chExt cx="0" cy="0"/>
        </a:xfrm>
      </p:grpSpPr>
      <p:sp>
        <p:nvSpPr>
          <p:cNvPr id="3356" name="Google Shape;3356;p28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57" name="Google Shape;3357;p287"/>
          <p:cNvSpPr txBox="1"/>
          <p:nvPr>
            <p:ph idx="1" type="body"/>
          </p:nvPr>
        </p:nvSpPr>
        <p:spPr>
          <a:xfrm>
            <a:off x="324000" y="810000"/>
            <a:ext cx="8237700" cy="3925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100"/>
              <a:t>2</a:t>
            </a:r>
            <a:r>
              <a:rPr lang="en-GB" sz="2100"/>
              <a:t>) a) </a:t>
            </a:r>
            <a:r>
              <a:rPr lang="en-GB" sz="2100">
                <a:solidFill>
                  <a:srgbClr val="000000"/>
                </a:solidFill>
              </a:rPr>
              <a:t>Jun is a painter. They want to create a mural. How much space will the mural take up?</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1300">
              <a:solidFill>
                <a:srgbClr val="000000"/>
              </a:solidFill>
            </a:endParaRPr>
          </a:p>
          <a:p>
            <a:pPr indent="0" lvl="0" marL="0" rtl="0" algn="l">
              <a:spcBef>
                <a:spcPts val="1000"/>
              </a:spcBef>
              <a:spcAft>
                <a:spcPts val="1000"/>
              </a:spcAft>
              <a:buNone/>
            </a:pPr>
            <a:r>
              <a:rPr lang="en-GB" sz="2100">
                <a:solidFill>
                  <a:srgbClr val="000000"/>
                </a:solidFill>
              </a:rPr>
              <a:t>b) The rectangular wall Jun plans to paint on measures 21 cm by 38 cm. Will the mural fit on the wall? Justify your answer.</a:t>
            </a:r>
            <a:endParaRPr sz="2100">
              <a:solidFill>
                <a:srgbClr val="000000"/>
              </a:solidFill>
            </a:endParaRPr>
          </a:p>
        </p:txBody>
      </p:sp>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3358" name="Google Shape;3358;p287" title="Equatio Image"/>
          <p:cNvPicPr preferRelativeResize="0"/>
          <p:nvPr/>
        </p:nvPicPr>
        <p:blipFill>
          <a:blip r:embed="rId3">
            <a:alphaModFix/>
          </a:blip>
          <a:stretch>
            <a:fillRect/>
          </a:stretch>
        </p:blipFill>
        <p:spPr>
          <a:xfrm>
            <a:off x="324000" y="2031200"/>
            <a:ext cx="4400575" cy="1345400"/>
          </a:xfrm>
          <a:prstGeom prst="rect">
            <a:avLst/>
          </a:prstGeom>
          <a:noFill/>
          <a:ln>
            <a:noFill/>
          </a:ln>
        </p:spPr>
      </p:pic>
      <p:cxnSp>
        <p:nvCxnSpPr>
          <p:cNvPr id="3359" name="Google Shape;3359;p287"/>
          <p:cNvCxnSpPr/>
          <p:nvPr/>
        </p:nvCxnSpPr>
        <p:spPr>
          <a:xfrm>
            <a:off x="3903738" y="2032650"/>
            <a:ext cx="1020300" cy="1342500"/>
          </a:xfrm>
          <a:prstGeom prst="straightConnector1">
            <a:avLst/>
          </a:prstGeom>
          <a:noFill/>
          <a:ln cap="flat" cmpd="sng" w="19050">
            <a:solidFill>
              <a:schemeClr val="dk1"/>
            </a:solidFill>
            <a:prstDash val="solid"/>
            <a:round/>
            <a:headEnd len="med" w="med" type="triangle"/>
            <a:tailEnd len="med" w="med" type="triangle"/>
          </a:ln>
        </p:spPr>
      </p:cxnSp>
      <p:sp>
        <p:nvSpPr>
          <p:cNvPr id="3360" name="Google Shape;3360;p287"/>
          <p:cNvSpPr txBox="1"/>
          <p:nvPr/>
        </p:nvSpPr>
        <p:spPr>
          <a:xfrm>
            <a:off x="4281429" y="2338650"/>
            <a:ext cx="120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38 cm</a:t>
            </a:r>
            <a:endParaRPr sz="1800">
              <a:latin typeface="Lexend"/>
              <a:ea typeface="Lexend"/>
              <a:cs typeface="Lexend"/>
              <a:sym typeface="Lexend"/>
            </a:endParaRPr>
          </a:p>
        </p:txBody>
      </p:sp>
      <p:sp>
        <p:nvSpPr>
          <p:cNvPr id="3361" name="Google Shape;3361;p287"/>
          <p:cNvSpPr txBox="1"/>
          <p:nvPr/>
        </p:nvSpPr>
        <p:spPr>
          <a:xfrm>
            <a:off x="1728963" y="2338650"/>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21 cm</a:t>
            </a:r>
            <a:endParaRPr sz="1800">
              <a:latin typeface="Lexend"/>
              <a:ea typeface="Lexend"/>
              <a:cs typeface="Lexend"/>
              <a:sym typeface="Lexend"/>
            </a:endParaRPr>
          </a:p>
        </p:txBody>
      </p:sp>
      <p:cxnSp>
        <p:nvCxnSpPr>
          <p:cNvPr id="3362" name="Google Shape;3362;p287"/>
          <p:cNvCxnSpPr/>
          <p:nvPr/>
        </p:nvCxnSpPr>
        <p:spPr>
          <a:xfrm>
            <a:off x="1834963" y="2032650"/>
            <a:ext cx="0" cy="1297200"/>
          </a:xfrm>
          <a:prstGeom prst="straightConnector1">
            <a:avLst/>
          </a:prstGeom>
          <a:noFill/>
          <a:ln cap="flat" cmpd="sng" w="19050">
            <a:solidFill>
              <a:schemeClr val="dk1"/>
            </a:solidFill>
            <a:prstDash val="solid"/>
            <a:round/>
            <a:headEnd len="med" w="med" type="triangle"/>
            <a:tailEnd len="med" w="med" type="triangle"/>
          </a:ln>
        </p:spPr>
      </p:cxnSp>
      <p:cxnSp>
        <p:nvCxnSpPr>
          <p:cNvPr id="3363" name="Google Shape;3363;p287"/>
          <p:cNvCxnSpPr/>
          <p:nvPr/>
        </p:nvCxnSpPr>
        <p:spPr>
          <a:xfrm>
            <a:off x="323988" y="3468600"/>
            <a:ext cx="4380900" cy="0"/>
          </a:xfrm>
          <a:prstGeom prst="straightConnector1">
            <a:avLst/>
          </a:prstGeom>
          <a:noFill/>
          <a:ln cap="flat" cmpd="sng" w="19050">
            <a:solidFill>
              <a:schemeClr val="dk1"/>
            </a:solidFill>
            <a:prstDash val="solid"/>
            <a:round/>
            <a:headEnd len="med" w="med" type="triangle"/>
            <a:tailEnd len="med" w="med" type="triangle"/>
          </a:ln>
        </p:spPr>
      </p:cxnSp>
      <p:sp>
        <p:nvSpPr>
          <p:cNvPr id="3364" name="Google Shape;3364;p287"/>
          <p:cNvSpPr txBox="1"/>
          <p:nvPr/>
        </p:nvSpPr>
        <p:spPr>
          <a:xfrm>
            <a:off x="1888925" y="34138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3365" name="Google Shape;3365;p287"/>
          <p:cNvCxnSpPr/>
          <p:nvPr/>
        </p:nvCxnSpPr>
        <p:spPr>
          <a:xfrm>
            <a:off x="1338688" y="1949375"/>
            <a:ext cx="2345100" cy="0"/>
          </a:xfrm>
          <a:prstGeom prst="straightConnector1">
            <a:avLst/>
          </a:prstGeom>
          <a:noFill/>
          <a:ln cap="flat" cmpd="sng" w="19050">
            <a:solidFill>
              <a:schemeClr val="dk1"/>
            </a:solidFill>
            <a:prstDash val="solid"/>
            <a:round/>
            <a:headEnd len="med" w="med" type="triangle"/>
            <a:tailEnd len="med" w="med" type="triangle"/>
          </a:ln>
        </p:spPr>
      </p:cxnSp>
      <p:sp>
        <p:nvSpPr>
          <p:cNvPr id="3366" name="Google Shape;3366;p287"/>
          <p:cNvSpPr txBox="1"/>
          <p:nvPr/>
        </p:nvSpPr>
        <p:spPr>
          <a:xfrm>
            <a:off x="1888925" y="15709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26 cm</a:t>
            </a:r>
            <a:endParaRPr sz="1800">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0" name="Shape 3370"/>
        <p:cNvGrpSpPr/>
        <p:nvPr/>
      </p:nvGrpSpPr>
      <p:grpSpPr>
        <a:xfrm>
          <a:off x="0" y="0"/>
          <a:ext cx="0" cy="0"/>
          <a:chOff x="0" y="0"/>
          <a:chExt cx="0" cy="0"/>
        </a:xfrm>
      </p:grpSpPr>
      <p:sp>
        <p:nvSpPr>
          <p:cNvPr id="3371" name="Google Shape;3371;p28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72" name="Google Shape;3372;p288"/>
          <p:cNvSpPr txBox="1"/>
          <p:nvPr>
            <p:ph idx="1" type="body"/>
          </p:nvPr>
        </p:nvSpPr>
        <p:spPr>
          <a:xfrm>
            <a:off x="324000" y="810000"/>
            <a:ext cx="8237700" cy="695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100"/>
              <a:t>1) Alex’s garden is an unusual shape. He wants to put a fence around it. What is the total length of fencing he needs to buy?</a:t>
            </a:r>
            <a:endParaRPr sz="2100"/>
          </a:p>
        </p:txBody>
      </p: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3373" name="Google Shape;3373;p288" title="Equatio Image"/>
          <p:cNvPicPr preferRelativeResize="0"/>
          <p:nvPr/>
        </p:nvPicPr>
        <p:blipFill>
          <a:blip r:embed="rId3">
            <a:alphaModFix/>
          </a:blip>
          <a:stretch>
            <a:fillRect/>
          </a:stretch>
        </p:blipFill>
        <p:spPr>
          <a:xfrm flipH="1" rot="-5400000">
            <a:off x="113375" y="2215625"/>
            <a:ext cx="2564850" cy="1350050"/>
          </a:xfrm>
          <a:prstGeom prst="rect">
            <a:avLst/>
          </a:prstGeom>
          <a:noFill/>
          <a:ln>
            <a:noFill/>
          </a:ln>
        </p:spPr>
      </p:pic>
      <p:cxnSp>
        <p:nvCxnSpPr>
          <p:cNvPr id="3374" name="Google Shape;3374;p288"/>
          <p:cNvCxnSpPr/>
          <p:nvPr/>
        </p:nvCxnSpPr>
        <p:spPr>
          <a:xfrm>
            <a:off x="892524" y="2465538"/>
            <a:ext cx="1013700" cy="0"/>
          </a:xfrm>
          <a:prstGeom prst="straightConnector1">
            <a:avLst/>
          </a:prstGeom>
          <a:noFill/>
          <a:ln cap="flat" cmpd="sng" w="19050">
            <a:solidFill>
              <a:schemeClr val="dk1"/>
            </a:solidFill>
            <a:prstDash val="solid"/>
            <a:round/>
            <a:headEnd len="med" w="med" type="triangle"/>
            <a:tailEnd len="med" w="med" type="triangle"/>
          </a:ln>
        </p:spPr>
      </p:cxnSp>
      <p:sp>
        <p:nvSpPr>
          <p:cNvPr id="3375" name="Google Shape;3375;p288"/>
          <p:cNvSpPr txBox="1"/>
          <p:nvPr/>
        </p:nvSpPr>
        <p:spPr>
          <a:xfrm>
            <a:off x="934824" y="2104476"/>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4 m</a:t>
            </a:r>
            <a:endParaRPr sz="1800">
              <a:latin typeface="Lexend"/>
              <a:ea typeface="Lexend"/>
              <a:cs typeface="Lexend"/>
              <a:sym typeface="Lexend"/>
            </a:endParaRPr>
          </a:p>
        </p:txBody>
      </p:sp>
      <p:sp>
        <p:nvSpPr>
          <p:cNvPr id="3376" name="Google Shape;3376;p288"/>
          <p:cNvSpPr txBox="1"/>
          <p:nvPr/>
        </p:nvSpPr>
        <p:spPr>
          <a:xfrm>
            <a:off x="993325" y="391227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7 m</a:t>
            </a:r>
            <a:endParaRPr sz="1800">
              <a:latin typeface="Lexend"/>
              <a:ea typeface="Lexend"/>
              <a:cs typeface="Lexend"/>
              <a:sym typeface="Lexend"/>
            </a:endParaRPr>
          </a:p>
        </p:txBody>
      </p:sp>
      <p:cxnSp>
        <p:nvCxnSpPr>
          <p:cNvPr id="3377" name="Google Shape;3377;p288"/>
          <p:cNvCxnSpPr/>
          <p:nvPr/>
        </p:nvCxnSpPr>
        <p:spPr>
          <a:xfrm flipH="1">
            <a:off x="832025" y="3666275"/>
            <a:ext cx="1096800" cy="620400"/>
          </a:xfrm>
          <a:prstGeom prst="straightConnector1">
            <a:avLst/>
          </a:prstGeom>
          <a:noFill/>
          <a:ln cap="flat" cmpd="sng" w="19050">
            <a:solidFill>
              <a:schemeClr val="dk1"/>
            </a:solidFill>
            <a:prstDash val="solid"/>
            <a:round/>
            <a:headEnd len="med" w="med" type="triangle"/>
            <a:tailEnd len="med" w="med" type="triangle"/>
          </a:ln>
        </p:spPr>
      </p:cxnSp>
      <p:cxnSp>
        <p:nvCxnSpPr>
          <p:cNvPr id="3378" name="Google Shape;3378;p288"/>
          <p:cNvCxnSpPr/>
          <p:nvPr/>
        </p:nvCxnSpPr>
        <p:spPr>
          <a:xfrm>
            <a:off x="2111475" y="1608225"/>
            <a:ext cx="0" cy="1946100"/>
          </a:xfrm>
          <a:prstGeom prst="straightConnector1">
            <a:avLst/>
          </a:prstGeom>
          <a:noFill/>
          <a:ln cap="flat" cmpd="sng" w="19050">
            <a:solidFill>
              <a:schemeClr val="dk1"/>
            </a:solidFill>
            <a:prstDash val="solid"/>
            <a:round/>
            <a:headEnd len="med" w="med" type="triangle"/>
            <a:tailEnd len="med" w="med" type="triangle"/>
          </a:ln>
        </p:spPr>
      </p:cxnSp>
      <p:sp>
        <p:nvSpPr>
          <p:cNvPr id="3379" name="Google Shape;3379;p288"/>
          <p:cNvSpPr txBox="1"/>
          <p:nvPr/>
        </p:nvSpPr>
        <p:spPr>
          <a:xfrm>
            <a:off x="1958100" y="2350425"/>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10 m</a:t>
            </a:r>
            <a:endParaRPr sz="1800">
              <a:latin typeface="Lexend"/>
              <a:ea typeface="Lexend"/>
              <a:cs typeface="Lexend"/>
              <a:sym typeface="Lexend"/>
            </a:endParaRPr>
          </a:p>
        </p:txBody>
      </p:sp>
      <p:sp>
        <p:nvSpPr>
          <p:cNvPr id="3380" name="Google Shape;3380;p288"/>
          <p:cNvSpPr txBox="1"/>
          <p:nvPr/>
        </p:nvSpPr>
        <p:spPr>
          <a:xfrm>
            <a:off x="3252675" y="1913025"/>
            <a:ext cx="5309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Perimeter is needed here - Alex talks about </a:t>
            </a:r>
            <a:r>
              <a:rPr lang="en-GB" sz="1800">
                <a:solidFill>
                  <a:schemeClr val="accent5"/>
                </a:solidFill>
                <a:latin typeface="Kalam"/>
                <a:ea typeface="Kalam"/>
                <a:cs typeface="Kalam"/>
                <a:sym typeface="Kalam"/>
              </a:rPr>
              <a:t>length</a:t>
            </a:r>
            <a:r>
              <a:rPr lang="en-GB" sz="1800">
                <a:latin typeface="Kalam"/>
                <a:ea typeface="Kalam"/>
                <a:cs typeface="Kalam"/>
                <a:sym typeface="Kalam"/>
              </a:rPr>
              <a:t> and the context is fencing which goes </a:t>
            </a:r>
            <a:r>
              <a:rPr lang="en-GB" sz="1800">
                <a:solidFill>
                  <a:schemeClr val="accent5"/>
                </a:solidFill>
                <a:latin typeface="Kalam"/>
                <a:ea typeface="Kalam"/>
                <a:cs typeface="Kalam"/>
                <a:sym typeface="Kalam"/>
              </a:rPr>
              <a:t>around</a:t>
            </a:r>
            <a:r>
              <a:rPr lang="en-GB" sz="1800">
                <a:latin typeface="Kalam"/>
                <a:ea typeface="Kalam"/>
                <a:cs typeface="Kalam"/>
                <a:sym typeface="Kalam"/>
              </a:rPr>
              <a:t> the garden.</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Total length of fencing = 2 </a:t>
            </a:r>
            <a:r>
              <a:rPr lang="en-GB" sz="1800">
                <a:solidFill>
                  <a:schemeClr val="dk1"/>
                </a:solidFill>
                <a:latin typeface="Kalam"/>
                <a:ea typeface="Kalam"/>
                <a:cs typeface="Kalam"/>
                <a:sym typeface="Kalam"/>
              </a:rPr>
              <a:t>×</a:t>
            </a:r>
            <a:r>
              <a:rPr lang="en-GB" sz="1800">
                <a:latin typeface="Kalam"/>
                <a:ea typeface="Kalam"/>
                <a:cs typeface="Kalam"/>
                <a:sym typeface="Kalam"/>
              </a:rPr>
              <a:t> 10 + 2 </a:t>
            </a:r>
            <a:r>
              <a:rPr lang="en-GB" sz="1800">
                <a:solidFill>
                  <a:schemeClr val="dk1"/>
                </a:solidFill>
                <a:latin typeface="Kalam"/>
                <a:ea typeface="Kalam"/>
                <a:cs typeface="Kalam"/>
                <a:sym typeface="Kalam"/>
              </a:rPr>
              <a:t>× 7</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Total length of fencing = 34 m</a:t>
            </a:r>
            <a:endParaRPr sz="1800">
              <a:solidFill>
                <a:schemeClr val="dk1"/>
              </a:solidFill>
              <a:latin typeface="Kalam"/>
              <a:ea typeface="Kalam"/>
              <a:cs typeface="Kalam"/>
              <a:sym typeface="Kala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4" name="Shape 3384"/>
        <p:cNvGrpSpPr/>
        <p:nvPr/>
      </p:nvGrpSpPr>
      <p:grpSpPr>
        <a:xfrm>
          <a:off x="0" y="0"/>
          <a:ext cx="0" cy="0"/>
          <a:chOff x="0" y="0"/>
          <a:chExt cx="0" cy="0"/>
        </a:xfrm>
      </p:grpSpPr>
      <p:sp>
        <p:nvSpPr>
          <p:cNvPr id="3385" name="Google Shape;3385;p28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386" name="Google Shape;3386;p289"/>
          <p:cNvSpPr txBox="1"/>
          <p:nvPr>
            <p:ph idx="1" type="body"/>
          </p:nvPr>
        </p:nvSpPr>
        <p:spPr>
          <a:xfrm>
            <a:off x="324000" y="810000"/>
            <a:ext cx="8237700" cy="3553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100"/>
              <a:t>2) a) </a:t>
            </a:r>
            <a:r>
              <a:rPr lang="en-GB" sz="2100">
                <a:solidFill>
                  <a:srgbClr val="000000"/>
                </a:solidFill>
              </a:rPr>
              <a:t>Jun is a painter. They want to create a mural. How much space will the mural take up?</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2100">
              <a:solidFill>
                <a:srgbClr val="000000"/>
              </a:solidFill>
            </a:endParaRPr>
          </a:p>
          <a:p>
            <a:pPr indent="0" lvl="0" marL="0" rtl="0" algn="l">
              <a:spcBef>
                <a:spcPts val="1000"/>
              </a:spcBef>
              <a:spcAft>
                <a:spcPts val="0"/>
              </a:spcAft>
              <a:buNone/>
            </a:pPr>
            <a:r>
              <a:t/>
            </a:r>
            <a:endParaRPr sz="1300">
              <a:solidFill>
                <a:srgbClr val="000000"/>
              </a:solidFill>
            </a:endParaRPr>
          </a:p>
          <a:p>
            <a:pPr indent="0" lvl="0" marL="0" rtl="0" algn="l">
              <a:spcBef>
                <a:spcPts val="1000"/>
              </a:spcBef>
              <a:spcAft>
                <a:spcPts val="1000"/>
              </a:spcAft>
              <a:buNone/>
            </a:pPr>
            <a:r>
              <a:t/>
            </a:r>
            <a:endParaRPr sz="2100">
              <a:solidFill>
                <a:srgbClr val="000000"/>
              </a:solidFill>
            </a:endParaRPr>
          </a:p>
        </p:txBody>
      </p:sp>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3387" name="Google Shape;3387;p289" title="Equatio Image"/>
          <p:cNvPicPr preferRelativeResize="0"/>
          <p:nvPr/>
        </p:nvPicPr>
        <p:blipFill>
          <a:blip r:embed="rId3">
            <a:alphaModFix/>
          </a:blip>
          <a:stretch>
            <a:fillRect/>
          </a:stretch>
        </p:blipFill>
        <p:spPr>
          <a:xfrm>
            <a:off x="324000" y="2031200"/>
            <a:ext cx="4400575" cy="1345400"/>
          </a:xfrm>
          <a:prstGeom prst="rect">
            <a:avLst/>
          </a:prstGeom>
          <a:noFill/>
          <a:ln>
            <a:noFill/>
          </a:ln>
        </p:spPr>
      </p:pic>
      <p:cxnSp>
        <p:nvCxnSpPr>
          <p:cNvPr id="3388" name="Google Shape;3388;p289"/>
          <p:cNvCxnSpPr/>
          <p:nvPr/>
        </p:nvCxnSpPr>
        <p:spPr>
          <a:xfrm>
            <a:off x="3903738" y="2032650"/>
            <a:ext cx="1020300" cy="1342500"/>
          </a:xfrm>
          <a:prstGeom prst="straightConnector1">
            <a:avLst/>
          </a:prstGeom>
          <a:noFill/>
          <a:ln cap="flat" cmpd="sng" w="19050">
            <a:solidFill>
              <a:schemeClr val="dk1"/>
            </a:solidFill>
            <a:prstDash val="solid"/>
            <a:round/>
            <a:headEnd len="med" w="med" type="triangle"/>
            <a:tailEnd len="med" w="med" type="triangle"/>
          </a:ln>
        </p:spPr>
      </p:cxnSp>
      <p:sp>
        <p:nvSpPr>
          <p:cNvPr id="3389" name="Google Shape;3389;p289"/>
          <p:cNvSpPr txBox="1"/>
          <p:nvPr/>
        </p:nvSpPr>
        <p:spPr>
          <a:xfrm>
            <a:off x="4281429" y="2338650"/>
            <a:ext cx="120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38 cm</a:t>
            </a:r>
            <a:endParaRPr sz="1800">
              <a:latin typeface="Lexend"/>
              <a:ea typeface="Lexend"/>
              <a:cs typeface="Lexend"/>
              <a:sym typeface="Lexend"/>
            </a:endParaRPr>
          </a:p>
        </p:txBody>
      </p:sp>
      <p:sp>
        <p:nvSpPr>
          <p:cNvPr id="3390" name="Google Shape;3390;p289"/>
          <p:cNvSpPr txBox="1"/>
          <p:nvPr/>
        </p:nvSpPr>
        <p:spPr>
          <a:xfrm>
            <a:off x="1728963" y="2338650"/>
            <a:ext cx="929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21 cm</a:t>
            </a:r>
            <a:endParaRPr sz="1800">
              <a:latin typeface="Lexend"/>
              <a:ea typeface="Lexend"/>
              <a:cs typeface="Lexend"/>
              <a:sym typeface="Lexend"/>
            </a:endParaRPr>
          </a:p>
        </p:txBody>
      </p:sp>
      <p:cxnSp>
        <p:nvCxnSpPr>
          <p:cNvPr id="3391" name="Google Shape;3391;p289"/>
          <p:cNvCxnSpPr/>
          <p:nvPr/>
        </p:nvCxnSpPr>
        <p:spPr>
          <a:xfrm>
            <a:off x="1834963" y="2032650"/>
            <a:ext cx="0" cy="1297200"/>
          </a:xfrm>
          <a:prstGeom prst="straightConnector1">
            <a:avLst/>
          </a:prstGeom>
          <a:noFill/>
          <a:ln cap="flat" cmpd="sng" w="19050">
            <a:solidFill>
              <a:schemeClr val="dk1"/>
            </a:solidFill>
            <a:prstDash val="solid"/>
            <a:round/>
            <a:headEnd len="med" w="med" type="triangle"/>
            <a:tailEnd len="med" w="med" type="triangle"/>
          </a:ln>
        </p:spPr>
      </p:cxnSp>
      <p:cxnSp>
        <p:nvCxnSpPr>
          <p:cNvPr id="3392" name="Google Shape;3392;p289"/>
          <p:cNvCxnSpPr/>
          <p:nvPr/>
        </p:nvCxnSpPr>
        <p:spPr>
          <a:xfrm>
            <a:off x="323988" y="3468600"/>
            <a:ext cx="4380900" cy="0"/>
          </a:xfrm>
          <a:prstGeom prst="straightConnector1">
            <a:avLst/>
          </a:prstGeom>
          <a:noFill/>
          <a:ln cap="flat" cmpd="sng" w="19050">
            <a:solidFill>
              <a:schemeClr val="dk1"/>
            </a:solidFill>
            <a:prstDash val="solid"/>
            <a:round/>
            <a:headEnd len="med" w="med" type="triangle"/>
            <a:tailEnd len="med" w="med" type="triangle"/>
          </a:ln>
        </p:spPr>
      </p:cxnSp>
      <p:sp>
        <p:nvSpPr>
          <p:cNvPr id="3393" name="Google Shape;3393;p289"/>
          <p:cNvSpPr txBox="1"/>
          <p:nvPr/>
        </p:nvSpPr>
        <p:spPr>
          <a:xfrm>
            <a:off x="1888925" y="34138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3394" name="Google Shape;3394;p289"/>
          <p:cNvCxnSpPr/>
          <p:nvPr/>
        </p:nvCxnSpPr>
        <p:spPr>
          <a:xfrm>
            <a:off x="1338688" y="1949375"/>
            <a:ext cx="2345100" cy="0"/>
          </a:xfrm>
          <a:prstGeom prst="straightConnector1">
            <a:avLst/>
          </a:prstGeom>
          <a:noFill/>
          <a:ln cap="flat" cmpd="sng" w="19050">
            <a:solidFill>
              <a:schemeClr val="dk1"/>
            </a:solidFill>
            <a:prstDash val="solid"/>
            <a:round/>
            <a:headEnd len="med" w="med" type="triangle"/>
            <a:tailEnd len="med" w="med" type="triangle"/>
          </a:ln>
        </p:spPr>
      </p:cxnSp>
      <p:sp>
        <p:nvSpPr>
          <p:cNvPr id="3395" name="Google Shape;3395;p289"/>
          <p:cNvSpPr txBox="1"/>
          <p:nvPr/>
        </p:nvSpPr>
        <p:spPr>
          <a:xfrm>
            <a:off x="1888925" y="15709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26 cm</a:t>
            </a:r>
            <a:endParaRPr sz="1800">
              <a:latin typeface="Lexend"/>
              <a:ea typeface="Lexend"/>
              <a:cs typeface="Lexend"/>
              <a:sym typeface="Lexend"/>
            </a:endParaRPr>
          </a:p>
        </p:txBody>
      </p:sp>
      <p:sp>
        <p:nvSpPr>
          <p:cNvPr id="3396" name="Google Shape;3396;p289"/>
          <p:cNvSpPr txBox="1"/>
          <p:nvPr/>
        </p:nvSpPr>
        <p:spPr>
          <a:xfrm>
            <a:off x="5083000" y="1507500"/>
            <a:ext cx="3737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Area is needed here - we want to know how much </a:t>
            </a:r>
            <a:r>
              <a:rPr lang="en-GB" sz="1800">
                <a:solidFill>
                  <a:schemeClr val="accent5"/>
                </a:solidFill>
                <a:latin typeface="Kalam"/>
                <a:ea typeface="Kalam"/>
                <a:cs typeface="Kalam"/>
                <a:sym typeface="Kalam"/>
              </a:rPr>
              <a:t>space</a:t>
            </a:r>
            <a:r>
              <a:rPr lang="en-GB" sz="1800">
                <a:latin typeface="Kalam"/>
                <a:ea typeface="Kalam"/>
                <a:cs typeface="Kalam"/>
                <a:sym typeface="Kalam"/>
              </a:rPr>
              <a:t> is being covered.</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½ </a:t>
            </a:r>
            <a:r>
              <a:rPr lang="en-GB" sz="1800">
                <a:solidFill>
                  <a:schemeClr val="dk1"/>
                </a:solidFill>
                <a:latin typeface="Kalam"/>
                <a:ea typeface="Kalam"/>
                <a:cs typeface="Kalam"/>
                <a:sym typeface="Kalam"/>
              </a:rPr>
              <a:t>× (26 + 50) × 21</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Area = 798 cm</a:t>
            </a:r>
            <a:r>
              <a:rPr baseline="30000" lang="en-GB" sz="1800">
                <a:solidFill>
                  <a:schemeClr val="dk1"/>
                </a:solidFill>
                <a:latin typeface="Kalam"/>
                <a:ea typeface="Kalam"/>
                <a:cs typeface="Kalam"/>
                <a:sym typeface="Kalam"/>
              </a:rPr>
              <a:t>2</a:t>
            </a:r>
            <a:endParaRPr baseline="30000" sz="1800">
              <a:solidFill>
                <a:schemeClr val="dk1"/>
              </a:solidFill>
              <a:latin typeface="Kalam"/>
              <a:ea typeface="Kalam"/>
              <a:cs typeface="Kalam"/>
              <a:sym typeface="Kala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0" name="Shape 3400"/>
        <p:cNvGrpSpPr/>
        <p:nvPr/>
      </p:nvGrpSpPr>
      <p:grpSpPr>
        <a:xfrm>
          <a:off x="0" y="0"/>
          <a:ext cx="0" cy="0"/>
          <a:chOff x="0" y="0"/>
          <a:chExt cx="0" cy="0"/>
        </a:xfrm>
      </p:grpSpPr>
      <p:sp>
        <p:nvSpPr>
          <p:cNvPr id="3401" name="Google Shape;3401;p29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Perimeter and area in context</a:t>
            </a:r>
            <a:endParaRPr/>
          </a:p>
        </p:txBody>
      </p:sp>
      <p:sp>
        <p:nvSpPr>
          <p:cNvPr id="3402" name="Google Shape;3402;p290"/>
          <p:cNvSpPr txBox="1"/>
          <p:nvPr>
            <p:ph idx="1" type="body"/>
          </p:nvPr>
        </p:nvSpPr>
        <p:spPr>
          <a:xfrm>
            <a:off x="324000" y="810000"/>
            <a:ext cx="8237700" cy="695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100">
                <a:solidFill>
                  <a:srgbClr val="000000"/>
                </a:solidFill>
              </a:rPr>
              <a:t>b) The rectangular wall Jun plans to paint on measures 21 cm by 38 cm. Will the mural fit on the wall? Justify your answer.</a:t>
            </a:r>
            <a:endParaRPr sz="2100">
              <a:solidFill>
                <a:srgbClr val="000000"/>
              </a:solidFill>
            </a:endParaRPr>
          </a:p>
        </p:txBody>
      </p:sp>
      <p:sp>
        <p:nvSpPr>
          <p:cNvPr id="3403" name="Google Shape;3403;p290"/>
          <p:cNvSpPr txBox="1"/>
          <p:nvPr/>
        </p:nvSpPr>
        <p:spPr>
          <a:xfrm>
            <a:off x="324000" y="1787375"/>
            <a:ext cx="8101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If we calculate the area of the wall, we see it is 21 </a:t>
            </a:r>
            <a:r>
              <a:rPr lang="en-GB" sz="1800">
                <a:solidFill>
                  <a:schemeClr val="dk1"/>
                </a:solidFill>
                <a:latin typeface="Kalam"/>
                <a:ea typeface="Kalam"/>
                <a:cs typeface="Kalam"/>
                <a:sym typeface="Kalam"/>
              </a:rPr>
              <a:t>× 38 =</a:t>
            </a:r>
            <a:r>
              <a:rPr lang="en-GB" sz="1800">
                <a:latin typeface="Kalam"/>
                <a:ea typeface="Kalam"/>
                <a:cs typeface="Kalam"/>
                <a:sym typeface="Kalam"/>
              </a:rPr>
              <a:t> 798 cm</a:t>
            </a:r>
            <a:r>
              <a:rPr baseline="30000" lang="en-GB" sz="1800">
                <a:latin typeface="Kalam"/>
                <a:ea typeface="Kalam"/>
                <a:cs typeface="Kalam"/>
                <a:sym typeface="Kalam"/>
              </a:rPr>
              <a:t>2</a:t>
            </a:r>
            <a:r>
              <a:rPr lang="en-GB" sz="1800">
                <a:latin typeface="Kalam"/>
                <a:ea typeface="Kalam"/>
                <a:cs typeface="Kalam"/>
                <a:sym typeface="Kalam"/>
              </a:rPr>
              <a:t>. This is the same area as the mural, so we </a:t>
            </a:r>
            <a:r>
              <a:rPr lang="en-GB" sz="1800">
                <a:solidFill>
                  <a:schemeClr val="accent5"/>
                </a:solidFill>
                <a:latin typeface="Kalam"/>
                <a:ea typeface="Kalam"/>
                <a:cs typeface="Kalam"/>
                <a:sym typeface="Kalam"/>
              </a:rPr>
              <a:t>might</a:t>
            </a:r>
            <a:r>
              <a:rPr lang="en-GB" sz="1800">
                <a:latin typeface="Kalam"/>
                <a:ea typeface="Kalam"/>
                <a:cs typeface="Kalam"/>
                <a:sym typeface="Kalam"/>
              </a:rPr>
              <a:t> think it will fit.</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However, the wall measures 21 cm by 38 cm. The longest measurement of the mural is 50 cm. If we draw this out on paper, we can see that the mural is simply too big. </a:t>
            </a:r>
            <a:endParaRPr sz="1800">
              <a:latin typeface="Kalam"/>
              <a:ea typeface="Kalam"/>
              <a:cs typeface="Kalam"/>
              <a:sym typeface="Kala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291"/>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one to find the other</a:t>
            </a:r>
            <a:endParaRPr/>
          </a:p>
        </p:txBody>
      </p:sp>
      <p:sp>
        <p:nvSpPr>
          <p:cNvPr id="3409" name="Google Shape;3409;p29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Perimeter and area in context</a:t>
            </a:r>
            <a:endParaRPr/>
          </a:p>
        </p:txBody>
      </p:sp>
      <p:sp>
        <p:nvSpPr>
          <p:cNvPr id="3410" name="Google Shape;3410;p29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perimeter and area</a:t>
            </a:r>
            <a:endParaRPr/>
          </a:p>
        </p:txBody>
      </p:sp>
      <p:pic>
        <p:nvPicPr>
          <p:cNvPr id="3411" name="Google Shape;3411;p291"/>
          <p:cNvPicPr preferRelativeResize="0"/>
          <p:nvPr/>
        </p:nvPicPr>
        <p:blipFill>
          <a:blip r:embed="rId3">
            <a:alphaModFix/>
          </a:blip>
          <a:stretch>
            <a:fillRect/>
          </a:stretch>
        </p:blipFill>
        <p:spPr>
          <a:xfrm>
            <a:off x="419114" y="3702035"/>
            <a:ext cx="450575" cy="446750"/>
          </a:xfrm>
          <a:prstGeom prst="rect">
            <a:avLst/>
          </a:prstGeom>
          <a:noFill/>
          <a:ln>
            <a:noFill/>
          </a:ln>
        </p:spPr>
      </p:pic>
      <p:sp>
        <p:nvSpPr>
          <p:cNvPr id="3412" name="Google Shape;3412;p29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Units of measurement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6" name="Shape 3416"/>
        <p:cNvGrpSpPr/>
        <p:nvPr/>
      </p:nvGrpSpPr>
      <p:grpSpPr>
        <a:xfrm>
          <a:off x="0" y="0"/>
          <a:ext cx="0" cy="0"/>
          <a:chOff x="0" y="0"/>
          <a:chExt cx="0" cy="0"/>
        </a:xfrm>
      </p:grpSpPr>
      <p:sp>
        <p:nvSpPr>
          <p:cNvPr id="3417" name="Google Shape;3417;p29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18" name="Google Shape;3418;p292"/>
          <p:cNvSpPr txBox="1"/>
          <p:nvPr>
            <p:ph idx="1" type="body"/>
          </p:nvPr>
        </p:nvSpPr>
        <p:spPr>
          <a:xfrm>
            <a:off x="324000" y="810000"/>
            <a:ext cx="8496000" cy="2799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solidFill>
                  <a:srgbClr val="000000"/>
                </a:solidFill>
              </a:rPr>
              <a:t>In this example, area is found by calculating the number of </a:t>
            </a:r>
            <a:r>
              <a:rPr lang="en-GB">
                <a:solidFill>
                  <a:schemeClr val="accent2"/>
                </a:solidFill>
              </a:rPr>
              <a:t>unit squares</a:t>
            </a:r>
            <a:r>
              <a:rPr lang="en-GB">
                <a:solidFill>
                  <a:srgbClr val="000000"/>
                </a:solidFill>
              </a:rPr>
              <a:t> needed to completely cover the solid blue colour.</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1000"/>
              </a:spcAft>
              <a:buNone/>
            </a:pPr>
            <a:r>
              <a:rPr lang="en-GB">
                <a:solidFill>
                  <a:srgbClr val="000000"/>
                </a:solidFill>
              </a:rPr>
              <a:t>But why do we use squares and not a different shape?</a:t>
            </a:r>
            <a:endParaRPr>
              <a:solidFill>
                <a:srgbClr val="000000"/>
              </a:solidFill>
            </a:endParaRPr>
          </a:p>
        </p:txBody>
      </p:sp>
      <p:graphicFrame>
        <p:nvGraphicFramePr>
          <p:cNvPr id="3419" name="Google Shape;3419;p292"/>
          <p:cNvGraphicFramePr/>
          <p:nvPr/>
        </p:nvGraphicFramePr>
        <p:xfrm>
          <a:off x="2772000" y="1791675"/>
          <a:ext cx="3000000" cy="3000000"/>
        </p:xfrm>
        <a:graphic>
          <a:graphicData uri="http://schemas.openxmlformats.org/drawingml/2006/table">
            <a:tbl>
              <a:tblPr>
                <a:noFill/>
                <a:tableStyleId>{92E6E14E-DECE-495C-AF71-E7D8196982EE}</a:tableStyleId>
              </a:tblPr>
              <a:tblGrid>
                <a:gridCol w="360000"/>
                <a:gridCol w="360000"/>
                <a:gridCol w="360000"/>
                <a:gridCol w="360000"/>
                <a:gridCol w="360000"/>
                <a:gridCol w="360000"/>
                <a:gridCol w="360000"/>
                <a:gridCol w="360000"/>
                <a:gridCol w="360000"/>
                <a:gridCol w="360000"/>
              </a:tblGrid>
              <a:tr h="3683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r h="4055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r h="3802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3" name="Shape 3423"/>
        <p:cNvGrpSpPr/>
        <p:nvPr/>
      </p:nvGrpSpPr>
      <p:grpSpPr>
        <a:xfrm>
          <a:off x="0" y="0"/>
          <a:ext cx="0" cy="0"/>
          <a:chOff x="0" y="0"/>
          <a:chExt cx="0" cy="0"/>
        </a:xfrm>
      </p:grpSpPr>
      <p:sp>
        <p:nvSpPr>
          <p:cNvPr id="3424" name="Google Shape;3424;p29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25" name="Google Shape;3425;p293"/>
          <p:cNvSpPr txBox="1"/>
          <p:nvPr>
            <p:ph idx="1" type="body"/>
          </p:nvPr>
        </p:nvSpPr>
        <p:spPr>
          <a:xfrm>
            <a:off x="324000" y="810000"/>
            <a:ext cx="8496000" cy="357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solidFill>
                  <a:srgbClr val="000000"/>
                </a:solidFill>
              </a:rPr>
              <a:t>In this example, area is found by calculating the number of </a:t>
            </a:r>
            <a:r>
              <a:rPr lang="en-GB">
                <a:solidFill>
                  <a:schemeClr val="accent2"/>
                </a:solidFill>
              </a:rPr>
              <a:t>unit squares</a:t>
            </a:r>
            <a:r>
              <a:rPr lang="en-GB">
                <a:solidFill>
                  <a:srgbClr val="000000"/>
                </a:solidFill>
              </a:rPr>
              <a:t> needed to completely cover the solid blue colour.</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000"/>
              </a:spcBef>
              <a:spcAft>
                <a:spcPts val="1000"/>
              </a:spcAft>
              <a:buNone/>
            </a:pPr>
            <a:r>
              <a:rPr lang="en-GB">
                <a:solidFill>
                  <a:srgbClr val="000000"/>
                </a:solidFill>
              </a:rPr>
              <a:t>One of the properties of squares is that the lengths of the sides are all equal. This means the units used to measure them should be the same.</a:t>
            </a:r>
            <a:endParaRPr>
              <a:solidFill>
                <a:srgbClr val="000000"/>
              </a:solidFill>
            </a:endParaRPr>
          </a:p>
        </p:txBody>
      </p:sp>
      <p:graphicFrame>
        <p:nvGraphicFramePr>
          <p:cNvPr id="3426" name="Google Shape;3426;p293"/>
          <p:cNvGraphicFramePr/>
          <p:nvPr/>
        </p:nvGraphicFramePr>
        <p:xfrm>
          <a:off x="2772000" y="1791675"/>
          <a:ext cx="3000000" cy="3000000"/>
        </p:xfrm>
        <a:graphic>
          <a:graphicData uri="http://schemas.openxmlformats.org/drawingml/2006/table">
            <a:tbl>
              <a:tblPr>
                <a:noFill/>
                <a:tableStyleId>{92E6E14E-DECE-495C-AF71-E7D8196982EE}</a:tableStyleId>
              </a:tblPr>
              <a:tblGrid>
                <a:gridCol w="360000"/>
                <a:gridCol w="360000"/>
                <a:gridCol w="360000"/>
                <a:gridCol w="360000"/>
                <a:gridCol w="360000"/>
                <a:gridCol w="360000"/>
                <a:gridCol w="360000"/>
                <a:gridCol w="360000"/>
                <a:gridCol w="360000"/>
                <a:gridCol w="360000"/>
              </a:tblGrid>
              <a:tr h="3683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r h="4055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r h="380225">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c>
                  <a:txBody>
                    <a:bodyPr/>
                    <a:lstStyle/>
                    <a:p>
                      <a:pPr indent="0" lvl="0" marL="0" rtl="0" algn="l">
                        <a:spcBef>
                          <a:spcPts val="0"/>
                        </a:spcBef>
                        <a:spcAft>
                          <a:spcPts val="0"/>
                        </a:spcAft>
                        <a:buNone/>
                      </a:pPr>
                      <a:r>
                        <a:t/>
                      </a:r>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374CF1"/>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0" name="Shape 3430"/>
        <p:cNvGrpSpPr/>
        <p:nvPr/>
      </p:nvGrpSpPr>
      <p:grpSpPr>
        <a:xfrm>
          <a:off x="0" y="0"/>
          <a:ext cx="0" cy="0"/>
          <a:chOff x="0" y="0"/>
          <a:chExt cx="0" cy="0"/>
        </a:xfrm>
      </p:grpSpPr>
      <p:sp>
        <p:nvSpPr>
          <p:cNvPr id="3431" name="Google Shape;3431;p29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32" name="Google Shape;3432;p294"/>
          <p:cNvSpPr txBox="1"/>
          <p:nvPr>
            <p:ph idx="1" type="body"/>
          </p:nvPr>
        </p:nvSpPr>
        <p:spPr>
          <a:xfrm>
            <a:off x="324000" y="810000"/>
            <a:ext cx="8237700" cy="344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These shapes are not drawn to scale.</a:t>
            </a:r>
            <a:endParaRPr/>
          </a:p>
          <a:p>
            <a:pPr indent="0" lvl="0" marL="0" rtl="0" algn="l">
              <a:spcBef>
                <a:spcPts val="1000"/>
              </a:spcBef>
              <a:spcAft>
                <a:spcPts val="0"/>
              </a:spcAft>
              <a:buNone/>
            </a:pPr>
            <a:r>
              <a:rPr lang="en-GB"/>
              <a:t>Are either of these shapes squares?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How do you know?</a:t>
            </a:r>
            <a:endParaRPr/>
          </a:p>
        </p:txBody>
      </p:sp>
      <p:pic>
        <p:nvPicPr>
          <p:cNvPr descr="&lt;math xmlns=&quot;http://www.w3.org/1998/Math/MathML&quot; data-is-equatio=&quot;1&quot; data-equatio-url=&quot;https://equatio-api.texthelp.com/desmos/get/04-07-2023/b40ee73f-d2dd-41ff-b386-c54f3566b2fd&quot; data-equatio-type=&quot;image&quot;&gt;&lt;mglyph src=&quot;https://equatio-api.texthelp.com/desmos/get/04-07-2023/b40ee73f-d2dd-41ff-b386-c54f3566b2fd&quot; alt=&quot;Equatio Image&quot;/&gt;&lt;/math&gt;" id="3433" name="Google Shape;3433;p294" title="Equatio Image"/>
          <p:cNvPicPr preferRelativeResize="0"/>
          <p:nvPr/>
        </p:nvPicPr>
        <p:blipFill>
          <a:blip r:embed="rId3">
            <a:alphaModFix/>
          </a:blip>
          <a:stretch>
            <a:fillRect/>
          </a:stretch>
        </p:blipFill>
        <p:spPr>
          <a:xfrm>
            <a:off x="1684788" y="1959138"/>
            <a:ext cx="1316125" cy="1316125"/>
          </a:xfrm>
          <a:prstGeom prst="rect">
            <a:avLst/>
          </a:prstGeom>
          <a:noFill/>
          <a:ln>
            <a:noFill/>
          </a:ln>
        </p:spPr>
      </p:pic>
      <p:pic>
        <p:nvPicPr>
          <p:cNvPr descr="&lt;math xmlns=&quot;http://www.w3.org/1998/Math/MathML&quot; data-is-equatio=&quot;1&quot; data-equatio-url=&quot;https://equatio-api.texthelp.com/desmos/get/04-07-2023/b40ee73f-d2dd-41ff-b386-c54f3566b2fd&quot; data-equatio-type=&quot;image&quot;&gt;&lt;mglyph src=&quot;https://equatio-api.texthelp.com/desmos/get/04-07-2023/b40ee73f-d2dd-41ff-b386-c54f3566b2fd&quot; alt=&quot;Equatio Image&quot;/&gt;&lt;/math&gt;" id="3434" name="Google Shape;3434;p294" title="Equatio Image"/>
          <p:cNvPicPr preferRelativeResize="0"/>
          <p:nvPr/>
        </p:nvPicPr>
        <p:blipFill>
          <a:blip r:embed="rId3">
            <a:alphaModFix/>
          </a:blip>
          <a:stretch>
            <a:fillRect/>
          </a:stretch>
        </p:blipFill>
        <p:spPr>
          <a:xfrm>
            <a:off x="5774388" y="1959138"/>
            <a:ext cx="1316125" cy="1316125"/>
          </a:xfrm>
          <a:prstGeom prst="rect">
            <a:avLst/>
          </a:prstGeom>
          <a:noFill/>
          <a:ln>
            <a:noFill/>
          </a:ln>
        </p:spPr>
      </p:pic>
      <p:cxnSp>
        <p:nvCxnSpPr>
          <p:cNvPr id="3435" name="Google Shape;3435;p294"/>
          <p:cNvCxnSpPr/>
          <p:nvPr/>
        </p:nvCxnSpPr>
        <p:spPr>
          <a:xfrm rot="10800000">
            <a:off x="1588425" y="1974400"/>
            <a:ext cx="0" cy="1296600"/>
          </a:xfrm>
          <a:prstGeom prst="straightConnector1">
            <a:avLst/>
          </a:prstGeom>
          <a:noFill/>
          <a:ln cap="flat" cmpd="sng" w="19050">
            <a:solidFill>
              <a:schemeClr val="dk1"/>
            </a:solidFill>
            <a:prstDash val="solid"/>
            <a:round/>
            <a:headEnd len="med" w="med" type="triangle"/>
            <a:tailEnd len="med" w="med" type="triangle"/>
          </a:ln>
        </p:spPr>
      </p:cxnSp>
      <p:cxnSp>
        <p:nvCxnSpPr>
          <p:cNvPr id="3436" name="Google Shape;3436;p294"/>
          <p:cNvCxnSpPr/>
          <p:nvPr/>
        </p:nvCxnSpPr>
        <p:spPr>
          <a:xfrm rot="10800000">
            <a:off x="5681675" y="1974300"/>
            <a:ext cx="0" cy="1285800"/>
          </a:xfrm>
          <a:prstGeom prst="straightConnector1">
            <a:avLst/>
          </a:prstGeom>
          <a:noFill/>
          <a:ln cap="flat" cmpd="sng" w="19050">
            <a:solidFill>
              <a:schemeClr val="dk1"/>
            </a:solidFill>
            <a:prstDash val="solid"/>
            <a:round/>
            <a:headEnd len="med" w="med" type="triangle"/>
            <a:tailEnd len="med" w="med" type="triangle"/>
          </a:ln>
        </p:spPr>
      </p:cxnSp>
      <p:cxnSp>
        <p:nvCxnSpPr>
          <p:cNvPr id="3437" name="Google Shape;3437;p294"/>
          <p:cNvCxnSpPr/>
          <p:nvPr/>
        </p:nvCxnSpPr>
        <p:spPr>
          <a:xfrm rot="10800000">
            <a:off x="1684875" y="3337025"/>
            <a:ext cx="1302900" cy="0"/>
          </a:xfrm>
          <a:prstGeom prst="straightConnector1">
            <a:avLst/>
          </a:prstGeom>
          <a:noFill/>
          <a:ln cap="flat" cmpd="sng" w="19050">
            <a:solidFill>
              <a:schemeClr val="dk1"/>
            </a:solidFill>
            <a:prstDash val="solid"/>
            <a:round/>
            <a:headEnd len="med" w="med" type="triangle"/>
            <a:tailEnd len="med" w="med" type="triangle"/>
          </a:ln>
        </p:spPr>
      </p:cxnSp>
      <p:cxnSp>
        <p:nvCxnSpPr>
          <p:cNvPr id="3438" name="Google Shape;3438;p294"/>
          <p:cNvCxnSpPr/>
          <p:nvPr/>
        </p:nvCxnSpPr>
        <p:spPr>
          <a:xfrm rot="10800000">
            <a:off x="5781013" y="3337025"/>
            <a:ext cx="1302900" cy="0"/>
          </a:xfrm>
          <a:prstGeom prst="straightConnector1">
            <a:avLst/>
          </a:prstGeom>
          <a:noFill/>
          <a:ln cap="flat" cmpd="sng" w="19050">
            <a:solidFill>
              <a:schemeClr val="dk1"/>
            </a:solidFill>
            <a:prstDash val="solid"/>
            <a:round/>
            <a:headEnd len="med" w="med" type="triangle"/>
            <a:tailEnd len="med" w="med" type="triangle"/>
          </a:ln>
        </p:spPr>
      </p:cxnSp>
      <p:sp>
        <p:nvSpPr>
          <p:cNvPr id="3439" name="Google Shape;3439;p294"/>
          <p:cNvSpPr txBox="1"/>
          <p:nvPr>
            <p:ph idx="1" type="body"/>
          </p:nvPr>
        </p:nvSpPr>
        <p:spPr>
          <a:xfrm>
            <a:off x="1079400" y="2367325"/>
            <a:ext cx="6054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1 m</a:t>
            </a:r>
            <a:endParaRPr/>
          </a:p>
        </p:txBody>
      </p:sp>
      <p:sp>
        <p:nvSpPr>
          <p:cNvPr id="3440" name="Google Shape;3440;p294"/>
          <p:cNvSpPr txBox="1"/>
          <p:nvPr>
            <p:ph idx="1" type="body"/>
          </p:nvPr>
        </p:nvSpPr>
        <p:spPr>
          <a:xfrm>
            <a:off x="4747800" y="2445300"/>
            <a:ext cx="9504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20 mm</a:t>
            </a:r>
            <a:endParaRPr/>
          </a:p>
        </p:txBody>
      </p:sp>
      <p:sp>
        <p:nvSpPr>
          <p:cNvPr id="3441" name="Google Shape;3441;p294"/>
          <p:cNvSpPr txBox="1"/>
          <p:nvPr>
            <p:ph idx="1" type="body"/>
          </p:nvPr>
        </p:nvSpPr>
        <p:spPr>
          <a:xfrm>
            <a:off x="1916113" y="3337025"/>
            <a:ext cx="8535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10 cm</a:t>
            </a:r>
            <a:endParaRPr/>
          </a:p>
        </p:txBody>
      </p:sp>
      <p:sp>
        <p:nvSpPr>
          <p:cNvPr id="3442" name="Google Shape;3442;p294"/>
          <p:cNvSpPr txBox="1"/>
          <p:nvPr>
            <p:ph idx="1" type="body"/>
          </p:nvPr>
        </p:nvSpPr>
        <p:spPr>
          <a:xfrm>
            <a:off x="6068413" y="3337025"/>
            <a:ext cx="7281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2 cm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6" name="Shape 3446"/>
        <p:cNvGrpSpPr/>
        <p:nvPr/>
      </p:nvGrpSpPr>
      <p:grpSpPr>
        <a:xfrm>
          <a:off x="0" y="0"/>
          <a:ext cx="0" cy="0"/>
          <a:chOff x="0" y="0"/>
          <a:chExt cx="0" cy="0"/>
        </a:xfrm>
      </p:grpSpPr>
      <p:sp>
        <p:nvSpPr>
          <p:cNvPr id="3447" name="Google Shape;3447;p29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48" name="Google Shape;3448;p295"/>
          <p:cNvSpPr txBox="1"/>
          <p:nvPr>
            <p:ph idx="1" type="body"/>
          </p:nvPr>
        </p:nvSpPr>
        <p:spPr>
          <a:xfrm>
            <a:off x="324000" y="810000"/>
            <a:ext cx="8237700" cy="344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These shapes are not drawn to scale.</a:t>
            </a:r>
            <a:endParaRPr/>
          </a:p>
          <a:p>
            <a:pPr indent="0" lvl="0" marL="0" rtl="0" algn="l">
              <a:spcBef>
                <a:spcPts val="1000"/>
              </a:spcBef>
              <a:spcAft>
                <a:spcPts val="0"/>
              </a:spcAft>
              <a:buNone/>
            </a:pPr>
            <a:r>
              <a:rPr lang="en-GB"/>
              <a:t>Are either of these shapes squares?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ata-is-equatio=&quot;1&quot; data-equatio-url=&quot;https://equatio-api.texthelp.com/desmos/get/04-07-2023/b40ee73f-d2dd-41ff-b386-c54f3566b2fd&quot; data-equatio-type=&quot;image&quot;&gt;&lt;mglyph src=&quot;https://equatio-api.texthelp.com/desmos/get/04-07-2023/b40ee73f-d2dd-41ff-b386-c54f3566b2fd&quot; alt=&quot;Equatio Image&quot;/&gt;&lt;/math&gt;" id="3449" name="Google Shape;3449;p295" title="Equatio Image"/>
          <p:cNvPicPr preferRelativeResize="0"/>
          <p:nvPr/>
        </p:nvPicPr>
        <p:blipFill>
          <a:blip r:embed="rId3">
            <a:alphaModFix/>
          </a:blip>
          <a:stretch>
            <a:fillRect/>
          </a:stretch>
        </p:blipFill>
        <p:spPr>
          <a:xfrm>
            <a:off x="1684788" y="1959138"/>
            <a:ext cx="1316125" cy="1316125"/>
          </a:xfrm>
          <a:prstGeom prst="rect">
            <a:avLst/>
          </a:prstGeom>
          <a:noFill/>
          <a:ln>
            <a:noFill/>
          </a:ln>
        </p:spPr>
      </p:pic>
      <p:cxnSp>
        <p:nvCxnSpPr>
          <p:cNvPr id="3450" name="Google Shape;3450;p295"/>
          <p:cNvCxnSpPr/>
          <p:nvPr/>
        </p:nvCxnSpPr>
        <p:spPr>
          <a:xfrm rot="10800000">
            <a:off x="1588425" y="1974400"/>
            <a:ext cx="0" cy="1296600"/>
          </a:xfrm>
          <a:prstGeom prst="straightConnector1">
            <a:avLst/>
          </a:prstGeom>
          <a:noFill/>
          <a:ln cap="flat" cmpd="sng" w="19050">
            <a:solidFill>
              <a:schemeClr val="dk1"/>
            </a:solidFill>
            <a:prstDash val="solid"/>
            <a:round/>
            <a:headEnd len="med" w="med" type="triangle"/>
            <a:tailEnd len="med" w="med" type="triangle"/>
          </a:ln>
        </p:spPr>
      </p:cxnSp>
      <p:cxnSp>
        <p:nvCxnSpPr>
          <p:cNvPr id="3451" name="Google Shape;3451;p295"/>
          <p:cNvCxnSpPr/>
          <p:nvPr/>
        </p:nvCxnSpPr>
        <p:spPr>
          <a:xfrm rot="10800000">
            <a:off x="1684875" y="3337025"/>
            <a:ext cx="1302900" cy="0"/>
          </a:xfrm>
          <a:prstGeom prst="straightConnector1">
            <a:avLst/>
          </a:prstGeom>
          <a:noFill/>
          <a:ln cap="flat" cmpd="sng" w="19050">
            <a:solidFill>
              <a:schemeClr val="dk1"/>
            </a:solidFill>
            <a:prstDash val="solid"/>
            <a:round/>
            <a:headEnd len="med" w="med" type="triangle"/>
            <a:tailEnd len="med" w="med" type="triangle"/>
          </a:ln>
        </p:spPr>
      </p:cxnSp>
      <p:sp>
        <p:nvSpPr>
          <p:cNvPr id="3452" name="Google Shape;3452;p295"/>
          <p:cNvSpPr txBox="1"/>
          <p:nvPr>
            <p:ph idx="1" type="body"/>
          </p:nvPr>
        </p:nvSpPr>
        <p:spPr>
          <a:xfrm>
            <a:off x="1079400" y="2367325"/>
            <a:ext cx="6054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1 m</a:t>
            </a:r>
            <a:endParaRPr/>
          </a:p>
        </p:txBody>
      </p:sp>
      <p:sp>
        <p:nvSpPr>
          <p:cNvPr id="3453" name="Google Shape;3453;p295"/>
          <p:cNvSpPr txBox="1"/>
          <p:nvPr>
            <p:ph idx="1" type="body"/>
          </p:nvPr>
        </p:nvSpPr>
        <p:spPr>
          <a:xfrm>
            <a:off x="1916113" y="3337025"/>
            <a:ext cx="8535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10 cm</a:t>
            </a:r>
            <a:endParaRPr/>
          </a:p>
        </p:txBody>
      </p:sp>
      <p:sp>
        <p:nvSpPr>
          <p:cNvPr id="3454" name="Google Shape;3454;p295"/>
          <p:cNvSpPr txBox="1"/>
          <p:nvPr/>
        </p:nvSpPr>
        <p:spPr>
          <a:xfrm>
            <a:off x="3710175" y="1976200"/>
            <a:ext cx="3612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This shape is not a square because 1 m is 100 cm, not 10 cm.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Therefore the lengths are not the same.</a:t>
            </a:r>
            <a:endParaRPr sz="1800">
              <a:latin typeface="Kalam"/>
              <a:ea typeface="Kalam"/>
              <a:cs typeface="Kalam"/>
              <a:sym typeface="Kala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8" name="Shape 3458"/>
        <p:cNvGrpSpPr/>
        <p:nvPr/>
      </p:nvGrpSpPr>
      <p:grpSpPr>
        <a:xfrm>
          <a:off x="0" y="0"/>
          <a:ext cx="0" cy="0"/>
          <a:chOff x="0" y="0"/>
          <a:chExt cx="0" cy="0"/>
        </a:xfrm>
      </p:grpSpPr>
      <p:sp>
        <p:nvSpPr>
          <p:cNvPr id="3459" name="Google Shape;3459;p296"/>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60" name="Google Shape;3460;p296"/>
          <p:cNvSpPr txBox="1"/>
          <p:nvPr>
            <p:ph idx="1" type="body"/>
          </p:nvPr>
        </p:nvSpPr>
        <p:spPr>
          <a:xfrm>
            <a:off x="324000" y="810000"/>
            <a:ext cx="8237700" cy="344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These shapes are not drawn to scale.</a:t>
            </a:r>
            <a:endParaRPr/>
          </a:p>
          <a:p>
            <a:pPr indent="0" lvl="0" marL="0" rtl="0" algn="l">
              <a:spcBef>
                <a:spcPts val="1000"/>
              </a:spcBef>
              <a:spcAft>
                <a:spcPts val="0"/>
              </a:spcAft>
              <a:buNone/>
            </a:pPr>
            <a:r>
              <a:rPr lang="en-GB"/>
              <a:t>Are either of these shapes squares?</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lt;math xmlns=&quot;http://www.w3.org/1998/Math/MathML&quot; data-is-equatio=&quot;1&quot; data-equatio-url=&quot;https://equatio-api.texthelp.com/desmos/get/04-07-2023/b40ee73f-d2dd-41ff-b386-c54f3566b2fd&quot; data-equatio-type=&quot;image&quot;&gt;&lt;mglyph src=&quot;https://equatio-api.texthelp.com/desmos/get/04-07-2023/b40ee73f-d2dd-41ff-b386-c54f3566b2fd&quot; alt=&quot;Equatio Image&quot;/&gt;&lt;/math&gt;" id="3461" name="Google Shape;3461;p296" title="Equatio Image"/>
          <p:cNvPicPr preferRelativeResize="0"/>
          <p:nvPr/>
        </p:nvPicPr>
        <p:blipFill>
          <a:blip r:embed="rId3">
            <a:alphaModFix/>
          </a:blip>
          <a:stretch>
            <a:fillRect/>
          </a:stretch>
        </p:blipFill>
        <p:spPr>
          <a:xfrm>
            <a:off x="5774388" y="1959138"/>
            <a:ext cx="1316125" cy="1316125"/>
          </a:xfrm>
          <a:prstGeom prst="rect">
            <a:avLst/>
          </a:prstGeom>
          <a:noFill/>
          <a:ln>
            <a:noFill/>
          </a:ln>
        </p:spPr>
      </p:pic>
      <p:cxnSp>
        <p:nvCxnSpPr>
          <p:cNvPr id="3462" name="Google Shape;3462;p296"/>
          <p:cNvCxnSpPr/>
          <p:nvPr/>
        </p:nvCxnSpPr>
        <p:spPr>
          <a:xfrm rot="10800000">
            <a:off x="5681675" y="1974300"/>
            <a:ext cx="0" cy="1285800"/>
          </a:xfrm>
          <a:prstGeom prst="straightConnector1">
            <a:avLst/>
          </a:prstGeom>
          <a:noFill/>
          <a:ln cap="flat" cmpd="sng" w="19050">
            <a:solidFill>
              <a:schemeClr val="dk1"/>
            </a:solidFill>
            <a:prstDash val="solid"/>
            <a:round/>
            <a:headEnd len="med" w="med" type="triangle"/>
            <a:tailEnd len="med" w="med" type="triangle"/>
          </a:ln>
        </p:spPr>
      </p:cxnSp>
      <p:cxnSp>
        <p:nvCxnSpPr>
          <p:cNvPr id="3463" name="Google Shape;3463;p296"/>
          <p:cNvCxnSpPr/>
          <p:nvPr/>
        </p:nvCxnSpPr>
        <p:spPr>
          <a:xfrm rot="10800000">
            <a:off x="5781013" y="3337025"/>
            <a:ext cx="1302900" cy="0"/>
          </a:xfrm>
          <a:prstGeom prst="straightConnector1">
            <a:avLst/>
          </a:prstGeom>
          <a:noFill/>
          <a:ln cap="flat" cmpd="sng" w="19050">
            <a:solidFill>
              <a:schemeClr val="dk1"/>
            </a:solidFill>
            <a:prstDash val="solid"/>
            <a:round/>
            <a:headEnd len="med" w="med" type="triangle"/>
            <a:tailEnd len="med" w="med" type="triangle"/>
          </a:ln>
        </p:spPr>
      </p:cxnSp>
      <p:sp>
        <p:nvSpPr>
          <p:cNvPr id="3464" name="Google Shape;3464;p296"/>
          <p:cNvSpPr txBox="1"/>
          <p:nvPr>
            <p:ph idx="1" type="body"/>
          </p:nvPr>
        </p:nvSpPr>
        <p:spPr>
          <a:xfrm>
            <a:off x="4747800" y="2445300"/>
            <a:ext cx="9504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20 mm</a:t>
            </a:r>
            <a:endParaRPr/>
          </a:p>
        </p:txBody>
      </p:sp>
      <p:sp>
        <p:nvSpPr>
          <p:cNvPr id="3465" name="Google Shape;3465;p296"/>
          <p:cNvSpPr txBox="1"/>
          <p:nvPr>
            <p:ph idx="1" type="body"/>
          </p:nvPr>
        </p:nvSpPr>
        <p:spPr>
          <a:xfrm>
            <a:off x="6068413" y="3337025"/>
            <a:ext cx="728100" cy="338700"/>
          </a:xfrm>
          <a:prstGeom prst="rect">
            <a:avLst/>
          </a:prstGeom>
        </p:spPr>
        <p:txBody>
          <a:bodyPr anchorCtr="0" anchor="t" bIns="0" lIns="0" spcFirstLastPara="1" rIns="0" wrap="square" tIns="0">
            <a:spAutoFit/>
          </a:bodyPr>
          <a:lstStyle/>
          <a:p>
            <a:pPr indent="0" lvl="0" marL="0" rtl="0" algn="l">
              <a:spcBef>
                <a:spcPts val="0"/>
              </a:spcBef>
              <a:spcAft>
                <a:spcPts val="1000"/>
              </a:spcAft>
              <a:buClr>
                <a:schemeClr val="dk1"/>
              </a:buClr>
              <a:buSzPts val="1100"/>
              <a:buFont typeface="Arial"/>
              <a:buNone/>
            </a:pPr>
            <a:r>
              <a:rPr lang="en-GB"/>
              <a:t>2 cm</a:t>
            </a:r>
            <a:endParaRPr/>
          </a:p>
        </p:txBody>
      </p:sp>
      <p:sp>
        <p:nvSpPr>
          <p:cNvPr id="3466" name="Google Shape;3466;p296"/>
          <p:cNvSpPr txBox="1"/>
          <p:nvPr/>
        </p:nvSpPr>
        <p:spPr>
          <a:xfrm>
            <a:off x="324000" y="2192100"/>
            <a:ext cx="3996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This shape is a square because 20 mm is equivalent to 2 cm.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Therefore the lengths are the same.</a:t>
            </a:r>
            <a:endParaRPr sz="1800">
              <a:latin typeface="Kalam"/>
              <a:ea typeface="Kalam"/>
              <a:cs typeface="Kalam"/>
              <a:sym typeface="Kala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0" name="Shape 3470"/>
        <p:cNvGrpSpPr/>
        <p:nvPr/>
      </p:nvGrpSpPr>
      <p:grpSpPr>
        <a:xfrm>
          <a:off x="0" y="0"/>
          <a:ext cx="0" cy="0"/>
          <a:chOff x="0" y="0"/>
          <a:chExt cx="0" cy="0"/>
        </a:xfrm>
      </p:grpSpPr>
      <p:sp>
        <p:nvSpPr>
          <p:cNvPr id="3471" name="Google Shape;3471;p297"/>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72" name="Google Shape;3472;p297"/>
          <p:cNvSpPr txBox="1"/>
          <p:nvPr>
            <p:ph idx="1" type="subTitle"/>
          </p:nvPr>
        </p:nvSpPr>
        <p:spPr>
          <a:xfrm>
            <a:off x="324000" y="3577125"/>
            <a:ext cx="81093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solidFill>
                  <a:srgbClr val="000000"/>
                </a:solidFill>
              </a:rPr>
              <a:t>50 mm is the same as 5 cm.</a:t>
            </a:r>
            <a:endParaRPr>
              <a:solidFill>
                <a:srgbClr val="000000"/>
              </a:solidFill>
            </a:endParaRPr>
          </a:p>
        </p:txBody>
      </p:sp>
      <p:sp>
        <p:nvSpPr>
          <p:cNvPr id="3473" name="Google Shape;3473;p297"/>
          <p:cNvSpPr txBox="1"/>
          <p:nvPr>
            <p:ph idx="2" type="subTitle"/>
          </p:nvPr>
        </p:nvSpPr>
        <p:spPr>
          <a:xfrm>
            <a:off x="324000" y="1080000"/>
            <a:ext cx="7135200" cy="338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This shape is a square.</a:t>
            </a:r>
            <a:endParaRPr/>
          </a:p>
        </p:txBody>
      </p:sp>
      <p:pic>
        <p:nvPicPr>
          <p:cNvPr descr="&lt;math xmlns=&quot;http://www.w3.org/1998/Math/MathML&quot; data-is-equatio=&quot;1&quot; data-equatio-url=&quot;https://equatio-api.texthelp.com/desmos/get/26-06-2023/2d2d669d-4bd5-4e22-b9fa-f914a065de3b&quot; data-equatio-type=&quot;image&quot;&gt;&lt;mglyph src=&quot;https://equatio-api.texthelp.com/desmos/get/26-06-2023/2d2d669d-4bd5-4e22-b9fa-f914a065de3b&quot; alt=&quot;Equatio Image&quot;/&gt;&lt;/math&gt;" id="3474" name="Google Shape;3474;p297" title="Equatio Image"/>
          <p:cNvPicPr preferRelativeResize="0"/>
          <p:nvPr/>
        </p:nvPicPr>
        <p:blipFill>
          <a:blip r:embed="rId3">
            <a:alphaModFix/>
          </a:blip>
          <a:stretch>
            <a:fillRect/>
          </a:stretch>
        </p:blipFill>
        <p:spPr>
          <a:xfrm>
            <a:off x="3841200" y="983575"/>
            <a:ext cx="730800" cy="730800"/>
          </a:xfrm>
          <a:prstGeom prst="rect">
            <a:avLst/>
          </a:prstGeom>
          <a:noFill/>
          <a:ln>
            <a:noFill/>
          </a:ln>
        </p:spPr>
      </p:pic>
      <p:cxnSp>
        <p:nvCxnSpPr>
          <p:cNvPr id="3475" name="Google Shape;3475;p297"/>
          <p:cNvCxnSpPr/>
          <p:nvPr/>
        </p:nvCxnSpPr>
        <p:spPr>
          <a:xfrm>
            <a:off x="4663888" y="983575"/>
            <a:ext cx="0" cy="718200"/>
          </a:xfrm>
          <a:prstGeom prst="straightConnector1">
            <a:avLst/>
          </a:prstGeom>
          <a:noFill/>
          <a:ln cap="flat" cmpd="sng" w="19050">
            <a:solidFill>
              <a:schemeClr val="dk1"/>
            </a:solidFill>
            <a:prstDash val="solid"/>
            <a:round/>
            <a:headEnd len="med" w="med" type="triangle"/>
            <a:tailEnd len="med" w="med" type="triangle"/>
          </a:ln>
        </p:spPr>
      </p:cxnSp>
      <p:cxnSp>
        <p:nvCxnSpPr>
          <p:cNvPr id="3476" name="Google Shape;3476;p297"/>
          <p:cNvCxnSpPr/>
          <p:nvPr/>
        </p:nvCxnSpPr>
        <p:spPr>
          <a:xfrm>
            <a:off x="3841188" y="890400"/>
            <a:ext cx="720000" cy="0"/>
          </a:xfrm>
          <a:prstGeom prst="straightConnector1">
            <a:avLst/>
          </a:prstGeom>
          <a:noFill/>
          <a:ln cap="flat" cmpd="sng" w="19050">
            <a:solidFill>
              <a:schemeClr val="dk1"/>
            </a:solidFill>
            <a:prstDash val="solid"/>
            <a:round/>
            <a:headEnd len="med" w="med" type="triangle"/>
            <a:tailEnd len="med" w="med" type="triangle"/>
          </a:ln>
        </p:spPr>
      </p:cxnSp>
      <p:sp>
        <p:nvSpPr>
          <p:cNvPr id="3477" name="Google Shape;3477;p297"/>
          <p:cNvSpPr txBox="1"/>
          <p:nvPr/>
        </p:nvSpPr>
        <p:spPr>
          <a:xfrm>
            <a:off x="3642000" y="54000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3478" name="Google Shape;3478;p297"/>
          <p:cNvSpPr txBox="1"/>
          <p:nvPr/>
        </p:nvSpPr>
        <p:spPr>
          <a:xfrm>
            <a:off x="4523375" y="1111825"/>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mm</a:t>
            </a:r>
            <a:endParaRPr sz="1800">
              <a:latin typeface="Lexend"/>
              <a:ea typeface="Lexend"/>
              <a:cs typeface="Lexend"/>
              <a:sym typeface="Lexend"/>
            </a:endParaRPr>
          </a:p>
        </p:txBody>
      </p:sp>
      <p:sp>
        <p:nvSpPr>
          <p:cNvPr id="3479" name="Google Shape;3479;p297"/>
          <p:cNvSpPr/>
          <p:nvPr/>
        </p:nvSpPr>
        <p:spPr>
          <a:xfrm>
            <a:off x="3872750" y="10211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297"/>
          <p:cNvSpPr/>
          <p:nvPr/>
        </p:nvSpPr>
        <p:spPr>
          <a:xfrm>
            <a:off x="3872750" y="1574700"/>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297"/>
          <p:cNvSpPr/>
          <p:nvPr/>
        </p:nvSpPr>
        <p:spPr>
          <a:xfrm>
            <a:off x="4432775" y="1011463"/>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297"/>
          <p:cNvSpPr/>
          <p:nvPr/>
        </p:nvSpPr>
        <p:spPr>
          <a:xfrm>
            <a:off x="4432775" y="15736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83" name="Google Shape;3483;p297"/>
          <p:cNvPicPr preferRelativeResize="0"/>
          <p:nvPr/>
        </p:nvPicPr>
        <p:blipFill>
          <a:blip r:embed="rId4">
            <a:alphaModFix/>
          </a:blip>
          <a:stretch>
            <a:fillRect/>
          </a:stretch>
        </p:blipFill>
        <p:spPr>
          <a:xfrm>
            <a:off x="3742208" y="20841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29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489" name="Google Shape;3489;p298"/>
          <p:cNvSpPr txBox="1"/>
          <p:nvPr>
            <p:ph idx="1" type="body"/>
          </p:nvPr>
        </p:nvSpPr>
        <p:spPr>
          <a:xfrm>
            <a:off x="324000" y="810000"/>
            <a:ext cx="8237700" cy="728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t>Side lengths should be </a:t>
            </a:r>
            <a:r>
              <a:rPr lang="en-GB">
                <a:solidFill>
                  <a:schemeClr val="accent2"/>
                </a:solidFill>
              </a:rPr>
              <a:t>converted</a:t>
            </a:r>
            <a:r>
              <a:rPr lang="en-GB"/>
              <a:t> so that they all use the same units before any calculations are carried out.</a:t>
            </a:r>
            <a:endParaRPr/>
          </a:p>
        </p:txBody>
      </p:sp>
      <p:sp>
        <p:nvSpPr>
          <p:cNvPr id="3490" name="Google Shape;3490;p298"/>
          <p:cNvSpPr txBox="1"/>
          <p:nvPr/>
        </p:nvSpPr>
        <p:spPr>
          <a:xfrm>
            <a:off x="324000" y="190740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3491" name="Google Shape;3491;p298"/>
          <p:cNvSpPr txBox="1"/>
          <p:nvPr/>
        </p:nvSpPr>
        <p:spPr>
          <a:xfrm>
            <a:off x="1205375" y="2479225"/>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mm</a:t>
            </a:r>
            <a:endParaRPr sz="1800">
              <a:latin typeface="Lexend"/>
              <a:ea typeface="Lexend"/>
              <a:cs typeface="Lexend"/>
              <a:sym typeface="Lexend"/>
            </a:endParaRPr>
          </a:p>
        </p:txBody>
      </p:sp>
      <p:grpSp>
        <p:nvGrpSpPr>
          <p:cNvPr id="3492" name="Google Shape;3492;p298"/>
          <p:cNvGrpSpPr/>
          <p:nvPr/>
        </p:nvGrpSpPr>
        <p:grpSpPr>
          <a:xfrm>
            <a:off x="523188" y="2257800"/>
            <a:ext cx="822700" cy="823975"/>
            <a:chOff x="523188" y="2257800"/>
            <a:chExt cx="822700" cy="823975"/>
          </a:xfrm>
        </p:grpSpPr>
        <p:pic>
          <p:nvPicPr>
            <p:cNvPr descr="&lt;math xmlns=&quot;http://www.w3.org/1998/Math/MathML&quot; data-is-equatio=&quot;1&quot; data-equatio-url=&quot;https://equatio-api.texthelp.com/desmos/get/26-06-2023/2d2d669d-4bd5-4e22-b9fa-f914a065de3b&quot; data-equatio-type=&quot;image&quot;&gt;&lt;mglyph src=&quot;https://equatio-api.texthelp.com/desmos/get/26-06-2023/2d2d669d-4bd5-4e22-b9fa-f914a065de3b&quot; alt=&quot;Equatio Image&quot;/&gt;&lt;/math&gt;" id="3493" name="Google Shape;3493;p298" title="Equatio Image"/>
            <p:cNvPicPr preferRelativeResize="0"/>
            <p:nvPr/>
          </p:nvPicPr>
          <p:blipFill>
            <a:blip r:embed="rId3">
              <a:alphaModFix/>
            </a:blip>
            <a:stretch>
              <a:fillRect/>
            </a:stretch>
          </p:blipFill>
          <p:spPr>
            <a:xfrm>
              <a:off x="523200" y="2350975"/>
              <a:ext cx="730800" cy="730800"/>
            </a:xfrm>
            <a:prstGeom prst="rect">
              <a:avLst/>
            </a:prstGeom>
            <a:noFill/>
            <a:ln>
              <a:noFill/>
            </a:ln>
          </p:spPr>
        </p:pic>
        <p:cxnSp>
          <p:nvCxnSpPr>
            <p:cNvPr id="3494" name="Google Shape;3494;p298"/>
            <p:cNvCxnSpPr/>
            <p:nvPr/>
          </p:nvCxnSpPr>
          <p:spPr>
            <a:xfrm>
              <a:off x="1345888" y="2350975"/>
              <a:ext cx="0" cy="718200"/>
            </a:xfrm>
            <a:prstGeom prst="straightConnector1">
              <a:avLst/>
            </a:prstGeom>
            <a:noFill/>
            <a:ln cap="flat" cmpd="sng" w="19050">
              <a:solidFill>
                <a:schemeClr val="dk1"/>
              </a:solidFill>
              <a:prstDash val="solid"/>
              <a:round/>
              <a:headEnd len="med" w="med" type="triangle"/>
              <a:tailEnd len="med" w="med" type="triangle"/>
            </a:ln>
          </p:spPr>
        </p:cxnSp>
        <p:cxnSp>
          <p:nvCxnSpPr>
            <p:cNvPr id="3495" name="Google Shape;3495;p298"/>
            <p:cNvCxnSpPr/>
            <p:nvPr/>
          </p:nvCxnSpPr>
          <p:spPr>
            <a:xfrm>
              <a:off x="523188" y="2257800"/>
              <a:ext cx="720000" cy="0"/>
            </a:xfrm>
            <a:prstGeom prst="straightConnector1">
              <a:avLst/>
            </a:prstGeom>
            <a:noFill/>
            <a:ln cap="flat" cmpd="sng" w="19050">
              <a:solidFill>
                <a:schemeClr val="dk1"/>
              </a:solidFill>
              <a:prstDash val="solid"/>
              <a:round/>
              <a:headEnd len="med" w="med" type="triangle"/>
              <a:tailEnd len="med" w="med" type="triangle"/>
            </a:ln>
          </p:spPr>
        </p:cxnSp>
        <p:sp>
          <p:nvSpPr>
            <p:cNvPr id="3496" name="Google Shape;3496;p298"/>
            <p:cNvSpPr/>
            <p:nvPr/>
          </p:nvSpPr>
          <p:spPr>
            <a:xfrm>
              <a:off x="554750" y="23885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298"/>
            <p:cNvSpPr/>
            <p:nvPr/>
          </p:nvSpPr>
          <p:spPr>
            <a:xfrm>
              <a:off x="554750" y="2942100"/>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298"/>
            <p:cNvSpPr/>
            <p:nvPr/>
          </p:nvSpPr>
          <p:spPr>
            <a:xfrm>
              <a:off x="1114775" y="2378863"/>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298"/>
            <p:cNvSpPr/>
            <p:nvPr/>
          </p:nvSpPr>
          <p:spPr>
            <a:xfrm>
              <a:off x="1114775" y="29410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0" name="Google Shape;3500;p298"/>
          <p:cNvGrpSpPr/>
          <p:nvPr/>
        </p:nvGrpSpPr>
        <p:grpSpPr>
          <a:xfrm>
            <a:off x="3486575" y="1907388"/>
            <a:ext cx="1823975" cy="1174375"/>
            <a:chOff x="3486575" y="1907388"/>
            <a:chExt cx="1823975" cy="1174375"/>
          </a:xfrm>
        </p:grpSpPr>
        <p:sp>
          <p:nvSpPr>
            <p:cNvPr id="3501" name="Google Shape;3501;p298"/>
            <p:cNvSpPr txBox="1"/>
            <p:nvPr/>
          </p:nvSpPr>
          <p:spPr>
            <a:xfrm>
              <a:off x="3486575" y="1907388"/>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3502" name="Google Shape;3502;p298"/>
            <p:cNvSpPr txBox="1"/>
            <p:nvPr/>
          </p:nvSpPr>
          <p:spPr>
            <a:xfrm>
              <a:off x="4367950" y="2479225"/>
              <a:ext cx="942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 cm</a:t>
              </a:r>
              <a:endParaRPr sz="1800">
                <a:latin typeface="Lexend"/>
                <a:ea typeface="Lexend"/>
                <a:cs typeface="Lexend"/>
                <a:sym typeface="Lexend"/>
              </a:endParaRPr>
            </a:p>
          </p:txBody>
        </p:sp>
        <p:grpSp>
          <p:nvGrpSpPr>
            <p:cNvPr id="3503" name="Google Shape;3503;p298"/>
            <p:cNvGrpSpPr/>
            <p:nvPr/>
          </p:nvGrpSpPr>
          <p:grpSpPr>
            <a:xfrm>
              <a:off x="3685763" y="2257788"/>
              <a:ext cx="822700" cy="823975"/>
              <a:chOff x="523188" y="2257800"/>
              <a:chExt cx="822700" cy="823975"/>
            </a:xfrm>
          </p:grpSpPr>
          <p:pic>
            <p:nvPicPr>
              <p:cNvPr descr="&lt;math xmlns=&quot;http://www.w3.org/1998/Math/MathML&quot; data-is-equatio=&quot;1&quot; data-equatio-url=&quot;https://equatio-api.texthelp.com/desmos/get/26-06-2023/2d2d669d-4bd5-4e22-b9fa-f914a065de3b&quot; data-equatio-type=&quot;image&quot;&gt;&lt;mglyph src=&quot;https://equatio-api.texthelp.com/desmos/get/26-06-2023/2d2d669d-4bd5-4e22-b9fa-f914a065de3b&quot; alt=&quot;Equatio Image&quot;/&gt;&lt;/math&gt;" id="3504" name="Google Shape;3504;p298" title="Equatio Image"/>
              <p:cNvPicPr preferRelativeResize="0"/>
              <p:nvPr/>
            </p:nvPicPr>
            <p:blipFill>
              <a:blip r:embed="rId3">
                <a:alphaModFix/>
              </a:blip>
              <a:stretch>
                <a:fillRect/>
              </a:stretch>
            </p:blipFill>
            <p:spPr>
              <a:xfrm>
                <a:off x="523200" y="2350975"/>
                <a:ext cx="730800" cy="730800"/>
              </a:xfrm>
              <a:prstGeom prst="rect">
                <a:avLst/>
              </a:prstGeom>
              <a:noFill/>
              <a:ln>
                <a:noFill/>
              </a:ln>
            </p:spPr>
          </p:pic>
          <p:cxnSp>
            <p:nvCxnSpPr>
              <p:cNvPr id="3505" name="Google Shape;3505;p298"/>
              <p:cNvCxnSpPr/>
              <p:nvPr/>
            </p:nvCxnSpPr>
            <p:spPr>
              <a:xfrm>
                <a:off x="1345888" y="2350975"/>
                <a:ext cx="0" cy="718200"/>
              </a:xfrm>
              <a:prstGeom prst="straightConnector1">
                <a:avLst/>
              </a:prstGeom>
              <a:noFill/>
              <a:ln cap="flat" cmpd="sng" w="19050">
                <a:solidFill>
                  <a:schemeClr val="dk1"/>
                </a:solidFill>
                <a:prstDash val="solid"/>
                <a:round/>
                <a:headEnd len="med" w="med" type="triangle"/>
                <a:tailEnd len="med" w="med" type="triangle"/>
              </a:ln>
            </p:spPr>
          </p:cxnSp>
          <p:cxnSp>
            <p:nvCxnSpPr>
              <p:cNvPr id="3506" name="Google Shape;3506;p298"/>
              <p:cNvCxnSpPr/>
              <p:nvPr/>
            </p:nvCxnSpPr>
            <p:spPr>
              <a:xfrm>
                <a:off x="523188" y="2257800"/>
                <a:ext cx="720000" cy="0"/>
              </a:xfrm>
              <a:prstGeom prst="straightConnector1">
                <a:avLst/>
              </a:prstGeom>
              <a:noFill/>
              <a:ln cap="flat" cmpd="sng" w="19050">
                <a:solidFill>
                  <a:schemeClr val="dk1"/>
                </a:solidFill>
                <a:prstDash val="solid"/>
                <a:round/>
                <a:headEnd len="med" w="med" type="triangle"/>
                <a:tailEnd len="med" w="med" type="triangle"/>
              </a:ln>
            </p:spPr>
          </p:cxnSp>
          <p:sp>
            <p:nvSpPr>
              <p:cNvPr id="3507" name="Google Shape;3507;p298"/>
              <p:cNvSpPr/>
              <p:nvPr/>
            </p:nvSpPr>
            <p:spPr>
              <a:xfrm>
                <a:off x="554750" y="23885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298"/>
              <p:cNvSpPr/>
              <p:nvPr/>
            </p:nvSpPr>
            <p:spPr>
              <a:xfrm>
                <a:off x="554750" y="2942100"/>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298"/>
              <p:cNvSpPr/>
              <p:nvPr/>
            </p:nvSpPr>
            <p:spPr>
              <a:xfrm>
                <a:off x="1114775" y="2378863"/>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298"/>
              <p:cNvSpPr/>
              <p:nvPr/>
            </p:nvSpPr>
            <p:spPr>
              <a:xfrm>
                <a:off x="1114775" y="29410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1" name="Google Shape;3511;p298"/>
          <p:cNvGrpSpPr/>
          <p:nvPr/>
        </p:nvGrpSpPr>
        <p:grpSpPr>
          <a:xfrm>
            <a:off x="5946000" y="1907400"/>
            <a:ext cx="2010575" cy="1174375"/>
            <a:chOff x="5946000" y="1907400"/>
            <a:chExt cx="2010575" cy="1174375"/>
          </a:xfrm>
        </p:grpSpPr>
        <p:sp>
          <p:nvSpPr>
            <p:cNvPr id="3512" name="Google Shape;3512;p298"/>
            <p:cNvSpPr txBox="1"/>
            <p:nvPr/>
          </p:nvSpPr>
          <p:spPr>
            <a:xfrm>
              <a:off x="5946000" y="190740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mm</a:t>
              </a:r>
              <a:endParaRPr sz="1800">
                <a:latin typeface="Lexend"/>
                <a:ea typeface="Lexend"/>
                <a:cs typeface="Lexend"/>
                <a:sym typeface="Lexend"/>
              </a:endParaRPr>
            </a:p>
          </p:txBody>
        </p:sp>
        <p:sp>
          <p:nvSpPr>
            <p:cNvPr id="3513" name="Google Shape;3513;p298"/>
            <p:cNvSpPr txBox="1"/>
            <p:nvPr/>
          </p:nvSpPr>
          <p:spPr>
            <a:xfrm>
              <a:off x="6827375" y="2479250"/>
              <a:ext cx="1129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50 mm</a:t>
              </a:r>
              <a:endParaRPr sz="1800">
                <a:latin typeface="Lexend"/>
                <a:ea typeface="Lexend"/>
                <a:cs typeface="Lexend"/>
                <a:sym typeface="Lexend"/>
              </a:endParaRPr>
            </a:p>
          </p:txBody>
        </p:sp>
        <p:grpSp>
          <p:nvGrpSpPr>
            <p:cNvPr id="3514" name="Google Shape;3514;p298"/>
            <p:cNvGrpSpPr/>
            <p:nvPr/>
          </p:nvGrpSpPr>
          <p:grpSpPr>
            <a:xfrm>
              <a:off x="6145188" y="2257800"/>
              <a:ext cx="822700" cy="823975"/>
              <a:chOff x="523188" y="2257800"/>
              <a:chExt cx="822700" cy="823975"/>
            </a:xfrm>
          </p:grpSpPr>
          <p:pic>
            <p:nvPicPr>
              <p:cNvPr descr="&lt;math xmlns=&quot;http://www.w3.org/1998/Math/MathML&quot; data-is-equatio=&quot;1&quot; data-equatio-url=&quot;https://equatio-api.texthelp.com/desmos/get/26-06-2023/2d2d669d-4bd5-4e22-b9fa-f914a065de3b&quot; data-equatio-type=&quot;image&quot;&gt;&lt;mglyph src=&quot;https://equatio-api.texthelp.com/desmos/get/26-06-2023/2d2d669d-4bd5-4e22-b9fa-f914a065de3b&quot; alt=&quot;Equatio Image&quot;/&gt;&lt;/math&gt;" id="3515" name="Google Shape;3515;p298" title="Equatio Image"/>
              <p:cNvPicPr preferRelativeResize="0"/>
              <p:nvPr/>
            </p:nvPicPr>
            <p:blipFill>
              <a:blip r:embed="rId3">
                <a:alphaModFix/>
              </a:blip>
              <a:stretch>
                <a:fillRect/>
              </a:stretch>
            </p:blipFill>
            <p:spPr>
              <a:xfrm>
                <a:off x="523200" y="2350975"/>
                <a:ext cx="730800" cy="730800"/>
              </a:xfrm>
              <a:prstGeom prst="rect">
                <a:avLst/>
              </a:prstGeom>
              <a:noFill/>
              <a:ln>
                <a:noFill/>
              </a:ln>
            </p:spPr>
          </p:pic>
          <p:cxnSp>
            <p:nvCxnSpPr>
              <p:cNvPr id="3516" name="Google Shape;3516;p298"/>
              <p:cNvCxnSpPr/>
              <p:nvPr/>
            </p:nvCxnSpPr>
            <p:spPr>
              <a:xfrm>
                <a:off x="1345888" y="2350975"/>
                <a:ext cx="0" cy="718200"/>
              </a:xfrm>
              <a:prstGeom prst="straightConnector1">
                <a:avLst/>
              </a:prstGeom>
              <a:noFill/>
              <a:ln cap="flat" cmpd="sng" w="19050">
                <a:solidFill>
                  <a:schemeClr val="dk1"/>
                </a:solidFill>
                <a:prstDash val="solid"/>
                <a:round/>
                <a:headEnd len="med" w="med" type="triangle"/>
                <a:tailEnd len="med" w="med" type="triangle"/>
              </a:ln>
            </p:spPr>
          </p:cxnSp>
          <p:cxnSp>
            <p:nvCxnSpPr>
              <p:cNvPr id="3517" name="Google Shape;3517;p298"/>
              <p:cNvCxnSpPr/>
              <p:nvPr/>
            </p:nvCxnSpPr>
            <p:spPr>
              <a:xfrm>
                <a:off x="523188" y="2257800"/>
                <a:ext cx="720000" cy="0"/>
              </a:xfrm>
              <a:prstGeom prst="straightConnector1">
                <a:avLst/>
              </a:prstGeom>
              <a:noFill/>
              <a:ln cap="flat" cmpd="sng" w="19050">
                <a:solidFill>
                  <a:schemeClr val="dk1"/>
                </a:solidFill>
                <a:prstDash val="solid"/>
                <a:round/>
                <a:headEnd len="med" w="med" type="triangle"/>
                <a:tailEnd len="med" w="med" type="triangle"/>
              </a:ln>
            </p:spPr>
          </p:cxnSp>
          <p:sp>
            <p:nvSpPr>
              <p:cNvPr id="3518" name="Google Shape;3518;p298"/>
              <p:cNvSpPr/>
              <p:nvPr/>
            </p:nvSpPr>
            <p:spPr>
              <a:xfrm>
                <a:off x="554750" y="23885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298"/>
              <p:cNvSpPr/>
              <p:nvPr/>
            </p:nvSpPr>
            <p:spPr>
              <a:xfrm>
                <a:off x="554750" y="2942100"/>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298"/>
              <p:cNvSpPr/>
              <p:nvPr/>
            </p:nvSpPr>
            <p:spPr>
              <a:xfrm>
                <a:off x="1114775" y="2378863"/>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298"/>
              <p:cNvSpPr/>
              <p:nvPr/>
            </p:nvSpPr>
            <p:spPr>
              <a:xfrm>
                <a:off x="1114775" y="2941025"/>
                <a:ext cx="90600" cy="90600"/>
              </a:xfrm>
              <a:prstGeom prst="rect">
                <a:avLst/>
              </a:prstGeom>
              <a:solidFill>
                <a:schemeClr val="lt2"/>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3522" name="Google Shape;3522;p298"/>
          <p:cNvCxnSpPr>
            <a:stCxn id="3491" idx="3"/>
          </p:cNvCxnSpPr>
          <p:nvPr/>
        </p:nvCxnSpPr>
        <p:spPr>
          <a:xfrm>
            <a:off x="2334575" y="2710075"/>
            <a:ext cx="955800" cy="0"/>
          </a:xfrm>
          <a:prstGeom prst="straightConnector1">
            <a:avLst/>
          </a:prstGeom>
          <a:noFill/>
          <a:ln cap="flat" cmpd="sng" w="38100">
            <a:solidFill>
              <a:schemeClr val="accent2"/>
            </a:solidFill>
            <a:prstDash val="solid"/>
            <a:round/>
            <a:headEnd len="med" w="med" type="none"/>
            <a:tailEnd len="med" w="med" type="triangle"/>
          </a:ln>
        </p:spPr>
      </p:cxnSp>
      <p:sp>
        <p:nvSpPr>
          <p:cNvPr id="3523" name="Google Shape;3523;p298"/>
          <p:cNvSpPr txBox="1"/>
          <p:nvPr/>
        </p:nvSpPr>
        <p:spPr>
          <a:xfrm>
            <a:off x="3290375" y="3581100"/>
            <a:ext cx="173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Area = 5 × 5</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25 cm</a:t>
            </a:r>
            <a:r>
              <a:rPr baseline="30000" lang="en-GB" sz="1800">
                <a:latin typeface="Kalam"/>
                <a:ea typeface="Kalam"/>
                <a:cs typeface="Kalam"/>
                <a:sym typeface="Kalam"/>
              </a:rPr>
              <a:t>2</a:t>
            </a:r>
            <a:endParaRPr baseline="30000" sz="1800">
              <a:latin typeface="Kalam"/>
              <a:ea typeface="Kalam"/>
              <a:cs typeface="Kalam"/>
              <a:sym typeface="Kalam"/>
            </a:endParaRPr>
          </a:p>
        </p:txBody>
      </p:sp>
      <p:sp>
        <p:nvSpPr>
          <p:cNvPr id="3524" name="Google Shape;3524;p298"/>
          <p:cNvSpPr txBox="1"/>
          <p:nvPr/>
        </p:nvSpPr>
        <p:spPr>
          <a:xfrm>
            <a:off x="5643900" y="3581100"/>
            <a:ext cx="1973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Area = 50 × 50</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Area = 2500 mm</a:t>
            </a:r>
            <a:r>
              <a:rPr baseline="30000" lang="en-GB" sz="1800">
                <a:latin typeface="Kalam"/>
                <a:ea typeface="Kalam"/>
                <a:cs typeface="Kalam"/>
                <a:sym typeface="Kalam"/>
              </a:rPr>
              <a:t>2</a:t>
            </a:r>
            <a:endParaRPr baseline="30000"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8" name="Shape 3528"/>
        <p:cNvGrpSpPr/>
        <p:nvPr/>
      </p:nvGrpSpPr>
      <p:grpSpPr>
        <a:xfrm>
          <a:off x="0" y="0"/>
          <a:ext cx="0" cy="0"/>
          <a:chOff x="0" y="0"/>
          <a:chExt cx="0" cy="0"/>
        </a:xfrm>
      </p:grpSpPr>
      <p:pic>
        <p:nvPicPr>
          <p:cNvPr id="3529" name="Google Shape;3529;p299"/>
          <p:cNvPicPr preferRelativeResize="0"/>
          <p:nvPr/>
        </p:nvPicPr>
        <p:blipFill rotWithShape="1">
          <a:blip r:embed="rId3">
            <a:alphaModFix/>
          </a:blip>
          <a:srcRect b="6172" l="40550" r="0" t="13240"/>
          <a:stretch/>
        </p:blipFill>
        <p:spPr>
          <a:xfrm flipH="1">
            <a:off x="6115776" y="2023500"/>
            <a:ext cx="1535401" cy="1200600"/>
          </a:xfrm>
          <a:prstGeom prst="rect">
            <a:avLst/>
          </a:prstGeom>
          <a:noFill/>
          <a:ln>
            <a:noFill/>
          </a:ln>
        </p:spPr>
      </p:pic>
      <p:pic>
        <p:nvPicPr>
          <p:cNvPr id="3530" name="Google Shape;3530;p299"/>
          <p:cNvPicPr preferRelativeResize="0"/>
          <p:nvPr/>
        </p:nvPicPr>
        <p:blipFill rotWithShape="1">
          <a:blip r:embed="rId3">
            <a:alphaModFix/>
          </a:blip>
          <a:srcRect b="6172" l="40550" r="0" t="13240"/>
          <a:stretch/>
        </p:blipFill>
        <p:spPr>
          <a:xfrm>
            <a:off x="746426" y="1641300"/>
            <a:ext cx="1535401" cy="1200600"/>
          </a:xfrm>
          <a:prstGeom prst="rect">
            <a:avLst/>
          </a:prstGeom>
          <a:noFill/>
          <a:ln>
            <a:noFill/>
          </a:ln>
        </p:spPr>
      </p:pic>
      <p:sp>
        <p:nvSpPr>
          <p:cNvPr id="3531" name="Google Shape;3531;p299"/>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pic>
        <p:nvPicPr>
          <p:cNvPr descr="&lt;math xmlns=&quot;http://www.w3.org/1998/Math/MathML&quot; data-is-equatio=&quot;1&quot; data-equatio-url=&quot;https://equatio-api.texthelp.com/desmos/get/26-06-2023/03876683-d4d0-4171-b8f5-2bbf586651a0&quot; data-equatio-type=&quot;image&quot;&gt;&lt;mglyph src=&quot;https://equatio-api.texthelp.com/desmos/get/26-06-2023/03876683-d4d0-4171-b8f5-2bbf586651a0&quot; alt=&quot;Equatio Image&quot;/&gt;&lt;/math&gt;" id="3532" name="Google Shape;3532;p299" title="Equatio Image"/>
          <p:cNvPicPr preferRelativeResize="0"/>
          <p:nvPr/>
        </p:nvPicPr>
        <p:blipFill>
          <a:blip r:embed="rId4">
            <a:alphaModFix/>
          </a:blip>
          <a:stretch>
            <a:fillRect/>
          </a:stretch>
        </p:blipFill>
        <p:spPr>
          <a:xfrm>
            <a:off x="2725038" y="751725"/>
            <a:ext cx="3410586" cy="1235375"/>
          </a:xfrm>
          <a:prstGeom prst="rect">
            <a:avLst/>
          </a:prstGeom>
          <a:noFill/>
          <a:ln>
            <a:noFill/>
          </a:ln>
        </p:spPr>
      </p:pic>
      <p:cxnSp>
        <p:nvCxnSpPr>
          <p:cNvPr id="3533" name="Google Shape;3533;p299"/>
          <p:cNvCxnSpPr/>
          <p:nvPr/>
        </p:nvCxnSpPr>
        <p:spPr>
          <a:xfrm>
            <a:off x="2745725" y="2080100"/>
            <a:ext cx="2367600" cy="0"/>
          </a:xfrm>
          <a:prstGeom prst="straightConnector1">
            <a:avLst/>
          </a:prstGeom>
          <a:noFill/>
          <a:ln cap="flat" cmpd="sng" w="19050">
            <a:solidFill>
              <a:schemeClr val="dk1"/>
            </a:solidFill>
            <a:prstDash val="solid"/>
            <a:round/>
            <a:headEnd len="med" w="med" type="triangle"/>
            <a:tailEnd len="med" w="med" type="triangle"/>
          </a:ln>
        </p:spPr>
      </p:cxnSp>
      <p:cxnSp>
        <p:nvCxnSpPr>
          <p:cNvPr id="3534" name="Google Shape;3534;p299"/>
          <p:cNvCxnSpPr/>
          <p:nvPr/>
        </p:nvCxnSpPr>
        <p:spPr>
          <a:xfrm rot="10800000">
            <a:off x="5983225" y="764000"/>
            <a:ext cx="0" cy="1210200"/>
          </a:xfrm>
          <a:prstGeom prst="straightConnector1">
            <a:avLst/>
          </a:prstGeom>
          <a:noFill/>
          <a:ln cap="flat" cmpd="sng" w="19050">
            <a:solidFill>
              <a:schemeClr val="dk1"/>
            </a:solidFill>
            <a:prstDash val="dash"/>
            <a:round/>
            <a:headEnd len="med" w="med" type="triangle"/>
            <a:tailEnd len="med" w="med" type="triangle"/>
          </a:ln>
        </p:spPr>
      </p:cxnSp>
      <p:sp>
        <p:nvSpPr>
          <p:cNvPr id="3535" name="Google Shape;3535;p299"/>
          <p:cNvSpPr txBox="1"/>
          <p:nvPr/>
        </p:nvSpPr>
        <p:spPr>
          <a:xfrm>
            <a:off x="3456725" y="2034725"/>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6.3 m</a:t>
            </a:r>
            <a:endParaRPr sz="1800">
              <a:latin typeface="Lexend"/>
              <a:ea typeface="Lexend"/>
              <a:cs typeface="Lexend"/>
              <a:sym typeface="Lexend"/>
            </a:endParaRPr>
          </a:p>
        </p:txBody>
      </p:sp>
      <p:sp>
        <p:nvSpPr>
          <p:cNvPr id="3536" name="Google Shape;3536;p299"/>
          <p:cNvSpPr txBox="1"/>
          <p:nvPr/>
        </p:nvSpPr>
        <p:spPr>
          <a:xfrm>
            <a:off x="5946400" y="1138550"/>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72 cm</a:t>
            </a:r>
            <a:endParaRPr sz="1800">
              <a:latin typeface="Lexend"/>
              <a:ea typeface="Lexend"/>
              <a:cs typeface="Lexend"/>
              <a:sym typeface="Lexend"/>
            </a:endParaRPr>
          </a:p>
        </p:txBody>
      </p:sp>
      <p:sp>
        <p:nvSpPr>
          <p:cNvPr id="3537" name="Google Shape;3537;p299"/>
          <p:cNvSpPr txBox="1"/>
          <p:nvPr/>
        </p:nvSpPr>
        <p:spPr>
          <a:xfrm>
            <a:off x="924775" y="1773450"/>
            <a:ext cx="1256400" cy="7731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The area is 226.6 cm</a:t>
            </a:r>
            <a:r>
              <a:rPr baseline="30000" lang="en-GB" sz="1800">
                <a:latin typeface="Lexend"/>
                <a:ea typeface="Lexend"/>
                <a:cs typeface="Lexend"/>
                <a:sym typeface="Lexend"/>
              </a:rPr>
              <a:t>2</a:t>
            </a:r>
            <a:r>
              <a:rPr lang="en-GB" sz="1800">
                <a:latin typeface="Lexend"/>
                <a:ea typeface="Lexend"/>
                <a:cs typeface="Lexend"/>
                <a:sym typeface="Lexend"/>
              </a:rPr>
              <a:t>.</a:t>
            </a:r>
            <a:endParaRPr sz="1800">
              <a:latin typeface="Lexend"/>
              <a:ea typeface="Lexend"/>
              <a:cs typeface="Lexend"/>
              <a:sym typeface="Lexend"/>
            </a:endParaRPr>
          </a:p>
        </p:txBody>
      </p:sp>
      <p:sp>
        <p:nvSpPr>
          <p:cNvPr id="3538" name="Google Shape;3538;p299"/>
          <p:cNvSpPr txBox="1"/>
          <p:nvPr/>
        </p:nvSpPr>
        <p:spPr>
          <a:xfrm>
            <a:off x="2887199" y="2918100"/>
            <a:ext cx="26136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Work out the error each has made.</a:t>
            </a:r>
            <a:endParaRPr sz="2200">
              <a:latin typeface="Lexend"/>
              <a:ea typeface="Lexend"/>
              <a:cs typeface="Lexend"/>
              <a:sym typeface="Lexend"/>
            </a:endParaRPr>
          </a:p>
        </p:txBody>
      </p:sp>
      <p:sp>
        <p:nvSpPr>
          <p:cNvPr id="3539" name="Google Shape;3539;p299"/>
          <p:cNvSpPr txBox="1"/>
          <p:nvPr/>
        </p:nvSpPr>
        <p:spPr>
          <a:xfrm>
            <a:off x="974359" y="3956125"/>
            <a:ext cx="1206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Jacob</a:t>
            </a:r>
            <a:endParaRPr sz="2200">
              <a:latin typeface="Lexend"/>
              <a:ea typeface="Lexend"/>
              <a:cs typeface="Lexend"/>
              <a:sym typeface="Lexend"/>
            </a:endParaRPr>
          </a:p>
        </p:txBody>
      </p:sp>
      <p:sp>
        <p:nvSpPr>
          <p:cNvPr id="3540" name="Google Shape;3540;p299"/>
          <p:cNvSpPr txBox="1"/>
          <p:nvPr/>
        </p:nvSpPr>
        <p:spPr>
          <a:xfrm>
            <a:off x="5729409" y="4058400"/>
            <a:ext cx="1206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Lucas</a:t>
            </a:r>
            <a:endParaRPr sz="2200">
              <a:latin typeface="Lexend"/>
              <a:ea typeface="Lexend"/>
              <a:cs typeface="Lexend"/>
              <a:sym typeface="Lexend"/>
            </a:endParaRPr>
          </a:p>
        </p:txBody>
      </p:sp>
      <p:sp>
        <p:nvSpPr>
          <p:cNvPr id="3541" name="Google Shape;3541;p299"/>
          <p:cNvSpPr txBox="1"/>
          <p:nvPr/>
        </p:nvSpPr>
        <p:spPr>
          <a:xfrm>
            <a:off x="6115775" y="2185200"/>
            <a:ext cx="1428300" cy="773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The area is 4.536 m</a:t>
            </a:r>
            <a:r>
              <a:rPr baseline="30000" lang="en-GB" sz="1800">
                <a:latin typeface="Lexend"/>
                <a:ea typeface="Lexend"/>
                <a:cs typeface="Lexend"/>
                <a:sym typeface="Lexend"/>
              </a:rPr>
              <a:t>2</a:t>
            </a:r>
            <a:r>
              <a:rPr lang="en-GB" sz="1800">
                <a:latin typeface="Lexend"/>
                <a:ea typeface="Lexend"/>
                <a:cs typeface="Lexend"/>
                <a:sym typeface="Lexend"/>
              </a:rPr>
              <a:t>.</a:t>
            </a:r>
            <a:endParaRPr sz="1800">
              <a:latin typeface="Lexend"/>
              <a:ea typeface="Lexend"/>
              <a:cs typeface="Lexend"/>
              <a:sym typeface="Lexend"/>
            </a:endParaRPr>
          </a:p>
        </p:txBody>
      </p:sp>
      <p:pic>
        <p:nvPicPr>
          <p:cNvPr id="3542" name="Google Shape;3542;p299"/>
          <p:cNvPicPr preferRelativeResize="0"/>
          <p:nvPr/>
        </p:nvPicPr>
        <p:blipFill>
          <a:blip r:embed="rId5">
            <a:alphaModFix/>
          </a:blip>
          <a:stretch>
            <a:fillRect/>
          </a:stretch>
        </p:blipFill>
        <p:spPr>
          <a:xfrm>
            <a:off x="324002" y="2577767"/>
            <a:ext cx="588574" cy="1931740"/>
          </a:xfrm>
          <a:prstGeom prst="rect">
            <a:avLst/>
          </a:prstGeom>
          <a:noFill/>
          <a:ln>
            <a:noFill/>
          </a:ln>
        </p:spPr>
      </p:pic>
      <p:pic>
        <p:nvPicPr>
          <p:cNvPr id="3543" name="Google Shape;3543;p299"/>
          <p:cNvPicPr preferRelativeResize="0"/>
          <p:nvPr/>
        </p:nvPicPr>
        <p:blipFill>
          <a:blip r:embed="rId6">
            <a:alphaModFix/>
          </a:blip>
          <a:stretch>
            <a:fillRect/>
          </a:stretch>
        </p:blipFill>
        <p:spPr>
          <a:xfrm>
            <a:off x="6707700" y="2958798"/>
            <a:ext cx="1535401" cy="168579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7" name="Shape 3547"/>
        <p:cNvGrpSpPr/>
        <p:nvPr/>
      </p:nvGrpSpPr>
      <p:grpSpPr>
        <a:xfrm>
          <a:off x="0" y="0"/>
          <a:ext cx="0" cy="0"/>
          <a:chOff x="0" y="0"/>
          <a:chExt cx="0" cy="0"/>
        </a:xfrm>
      </p:grpSpPr>
      <p:sp>
        <p:nvSpPr>
          <p:cNvPr id="3548" name="Google Shape;3548;p300"/>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pic>
        <p:nvPicPr>
          <p:cNvPr descr="&lt;math xmlns=&quot;http://www.w3.org/1998/Math/MathML&quot; data-is-equatio=&quot;1&quot; data-equatio-url=&quot;https://equatio-api.texthelp.com/desmos/get/26-06-2023/03876683-d4d0-4171-b8f5-2bbf586651a0&quot; data-equatio-type=&quot;image&quot;&gt;&lt;mglyph src=&quot;https://equatio-api.texthelp.com/desmos/get/26-06-2023/03876683-d4d0-4171-b8f5-2bbf586651a0&quot; alt=&quot;Equatio Image&quot;/&gt;&lt;/math&gt;" id="3549" name="Google Shape;3549;p300" title="Equatio Image"/>
          <p:cNvPicPr preferRelativeResize="0"/>
          <p:nvPr/>
        </p:nvPicPr>
        <p:blipFill>
          <a:blip r:embed="rId3">
            <a:alphaModFix/>
          </a:blip>
          <a:stretch>
            <a:fillRect/>
          </a:stretch>
        </p:blipFill>
        <p:spPr>
          <a:xfrm>
            <a:off x="2725038" y="751725"/>
            <a:ext cx="3410586" cy="1235375"/>
          </a:xfrm>
          <a:prstGeom prst="rect">
            <a:avLst/>
          </a:prstGeom>
          <a:noFill/>
          <a:ln>
            <a:noFill/>
          </a:ln>
        </p:spPr>
      </p:pic>
      <p:cxnSp>
        <p:nvCxnSpPr>
          <p:cNvPr id="3550" name="Google Shape;3550;p300"/>
          <p:cNvCxnSpPr/>
          <p:nvPr/>
        </p:nvCxnSpPr>
        <p:spPr>
          <a:xfrm>
            <a:off x="2745725" y="2080100"/>
            <a:ext cx="2367600" cy="0"/>
          </a:xfrm>
          <a:prstGeom prst="straightConnector1">
            <a:avLst/>
          </a:prstGeom>
          <a:noFill/>
          <a:ln cap="flat" cmpd="sng" w="19050">
            <a:solidFill>
              <a:schemeClr val="dk1"/>
            </a:solidFill>
            <a:prstDash val="solid"/>
            <a:round/>
            <a:headEnd len="med" w="med" type="triangle"/>
            <a:tailEnd len="med" w="med" type="triangle"/>
          </a:ln>
        </p:spPr>
      </p:cxnSp>
      <p:cxnSp>
        <p:nvCxnSpPr>
          <p:cNvPr id="3551" name="Google Shape;3551;p300"/>
          <p:cNvCxnSpPr/>
          <p:nvPr/>
        </p:nvCxnSpPr>
        <p:spPr>
          <a:xfrm rot="10800000">
            <a:off x="5983225" y="764000"/>
            <a:ext cx="0" cy="1210200"/>
          </a:xfrm>
          <a:prstGeom prst="straightConnector1">
            <a:avLst/>
          </a:prstGeom>
          <a:noFill/>
          <a:ln cap="flat" cmpd="sng" w="19050">
            <a:solidFill>
              <a:schemeClr val="dk1"/>
            </a:solidFill>
            <a:prstDash val="dash"/>
            <a:round/>
            <a:headEnd len="med" w="med" type="triangle"/>
            <a:tailEnd len="med" w="med" type="triangle"/>
          </a:ln>
        </p:spPr>
      </p:cxnSp>
      <p:sp>
        <p:nvSpPr>
          <p:cNvPr id="3552" name="Google Shape;3552;p300"/>
          <p:cNvSpPr txBox="1"/>
          <p:nvPr/>
        </p:nvSpPr>
        <p:spPr>
          <a:xfrm>
            <a:off x="3456725" y="2034725"/>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6.3 m</a:t>
            </a:r>
            <a:endParaRPr sz="1800">
              <a:latin typeface="Lexend"/>
              <a:ea typeface="Lexend"/>
              <a:cs typeface="Lexend"/>
              <a:sym typeface="Lexend"/>
            </a:endParaRPr>
          </a:p>
        </p:txBody>
      </p:sp>
      <p:sp>
        <p:nvSpPr>
          <p:cNvPr id="3553" name="Google Shape;3553;p300"/>
          <p:cNvSpPr txBox="1"/>
          <p:nvPr/>
        </p:nvSpPr>
        <p:spPr>
          <a:xfrm>
            <a:off x="5946400" y="1138550"/>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72 cm</a:t>
            </a:r>
            <a:endParaRPr sz="1800">
              <a:latin typeface="Lexend"/>
              <a:ea typeface="Lexend"/>
              <a:cs typeface="Lexend"/>
              <a:sym typeface="Lexend"/>
            </a:endParaRPr>
          </a:p>
        </p:txBody>
      </p:sp>
      <p:sp>
        <p:nvSpPr>
          <p:cNvPr id="3554" name="Google Shape;3554;p300"/>
          <p:cNvSpPr txBox="1"/>
          <p:nvPr/>
        </p:nvSpPr>
        <p:spPr>
          <a:xfrm>
            <a:off x="974359" y="3956125"/>
            <a:ext cx="1206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Jacob</a:t>
            </a:r>
            <a:endParaRPr sz="2200">
              <a:latin typeface="Lexend"/>
              <a:ea typeface="Lexend"/>
              <a:cs typeface="Lexend"/>
              <a:sym typeface="Lexend"/>
            </a:endParaRPr>
          </a:p>
        </p:txBody>
      </p:sp>
      <p:pic>
        <p:nvPicPr>
          <p:cNvPr id="3555" name="Google Shape;3555;p300"/>
          <p:cNvPicPr preferRelativeResize="0"/>
          <p:nvPr/>
        </p:nvPicPr>
        <p:blipFill>
          <a:blip r:embed="rId4">
            <a:alphaModFix/>
          </a:blip>
          <a:stretch>
            <a:fillRect/>
          </a:stretch>
        </p:blipFill>
        <p:spPr>
          <a:xfrm>
            <a:off x="324002" y="2577767"/>
            <a:ext cx="588574" cy="1931740"/>
          </a:xfrm>
          <a:prstGeom prst="rect">
            <a:avLst/>
          </a:prstGeom>
          <a:noFill/>
          <a:ln>
            <a:noFill/>
          </a:ln>
        </p:spPr>
      </p:pic>
      <p:sp>
        <p:nvSpPr>
          <p:cNvPr id="3556" name="Google Shape;3556;p300"/>
          <p:cNvSpPr txBox="1"/>
          <p:nvPr/>
        </p:nvSpPr>
        <p:spPr>
          <a:xfrm>
            <a:off x="3252525" y="2544050"/>
            <a:ext cx="4825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Jacob has worked out 6.3 × 72 </a:t>
            </a:r>
            <a:r>
              <a:rPr lang="en-GB" sz="1800">
                <a:solidFill>
                  <a:schemeClr val="dk1"/>
                </a:solidFill>
                <a:latin typeface="Kalam"/>
                <a:ea typeface="Kalam"/>
                <a:cs typeface="Kalam"/>
                <a:sym typeface="Kalam"/>
              </a:rPr>
              <a:t>× ½ = 226.6</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Jacob has not converted the 6.3 m into cm.</a:t>
            </a:r>
            <a:endParaRPr sz="1800">
              <a:solidFill>
                <a:schemeClr val="dk1"/>
              </a:solidFill>
              <a:latin typeface="Kalam"/>
              <a:ea typeface="Kalam"/>
              <a:cs typeface="Kalam"/>
              <a:sym typeface="Kalam"/>
            </a:endParaRPr>
          </a:p>
        </p:txBody>
      </p:sp>
      <p:pic>
        <p:nvPicPr>
          <p:cNvPr id="3557" name="Google Shape;3557;p300"/>
          <p:cNvPicPr preferRelativeResize="0"/>
          <p:nvPr/>
        </p:nvPicPr>
        <p:blipFill rotWithShape="1">
          <a:blip r:embed="rId5">
            <a:alphaModFix/>
          </a:blip>
          <a:srcRect b="6172" l="40550" r="0" t="13240"/>
          <a:stretch/>
        </p:blipFill>
        <p:spPr>
          <a:xfrm>
            <a:off x="746426" y="1641300"/>
            <a:ext cx="1535401" cy="1200600"/>
          </a:xfrm>
          <a:prstGeom prst="rect">
            <a:avLst/>
          </a:prstGeom>
          <a:noFill/>
          <a:ln>
            <a:noFill/>
          </a:ln>
        </p:spPr>
      </p:pic>
      <p:sp>
        <p:nvSpPr>
          <p:cNvPr id="3558" name="Google Shape;3558;p300"/>
          <p:cNvSpPr txBox="1"/>
          <p:nvPr/>
        </p:nvSpPr>
        <p:spPr>
          <a:xfrm>
            <a:off x="924775" y="1773450"/>
            <a:ext cx="1256400" cy="7731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The area is 226.6 cm</a:t>
            </a:r>
            <a:r>
              <a:rPr baseline="30000" lang="en-GB" sz="1800">
                <a:latin typeface="Lexend"/>
                <a:ea typeface="Lexend"/>
                <a:cs typeface="Lexend"/>
                <a:sym typeface="Lexend"/>
              </a:rPr>
              <a:t>2</a:t>
            </a:r>
            <a:r>
              <a:rPr lang="en-GB" sz="1800">
                <a:latin typeface="Lexend"/>
                <a:ea typeface="Lexend"/>
                <a:cs typeface="Lexend"/>
                <a:sym typeface="Lexend"/>
              </a:rPr>
              <a:t>.</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2" name="Shape 3562"/>
        <p:cNvGrpSpPr/>
        <p:nvPr/>
      </p:nvGrpSpPr>
      <p:grpSpPr>
        <a:xfrm>
          <a:off x="0" y="0"/>
          <a:ext cx="0" cy="0"/>
          <a:chOff x="0" y="0"/>
          <a:chExt cx="0" cy="0"/>
        </a:xfrm>
      </p:grpSpPr>
      <p:pic>
        <p:nvPicPr>
          <p:cNvPr id="3563" name="Google Shape;3563;p301"/>
          <p:cNvPicPr preferRelativeResize="0"/>
          <p:nvPr/>
        </p:nvPicPr>
        <p:blipFill rotWithShape="1">
          <a:blip r:embed="rId3">
            <a:alphaModFix/>
          </a:blip>
          <a:srcRect b="6172" l="40550" r="0" t="13240"/>
          <a:stretch/>
        </p:blipFill>
        <p:spPr>
          <a:xfrm flipH="1">
            <a:off x="6115776" y="2023500"/>
            <a:ext cx="1535401" cy="1200600"/>
          </a:xfrm>
          <a:prstGeom prst="rect">
            <a:avLst/>
          </a:prstGeom>
          <a:noFill/>
          <a:ln>
            <a:noFill/>
          </a:ln>
        </p:spPr>
      </p:pic>
      <p:sp>
        <p:nvSpPr>
          <p:cNvPr id="3564" name="Google Shape;3564;p301"/>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Units of measurement</a:t>
            </a:r>
            <a:endParaRPr/>
          </a:p>
        </p:txBody>
      </p:sp>
      <p:pic>
        <p:nvPicPr>
          <p:cNvPr descr="&lt;math xmlns=&quot;http://www.w3.org/1998/Math/MathML&quot; data-is-equatio=&quot;1&quot; data-equatio-url=&quot;https://equatio-api.texthelp.com/desmos/get/26-06-2023/03876683-d4d0-4171-b8f5-2bbf586651a0&quot; data-equatio-type=&quot;image&quot;&gt;&lt;mglyph src=&quot;https://equatio-api.texthelp.com/desmos/get/26-06-2023/03876683-d4d0-4171-b8f5-2bbf586651a0&quot; alt=&quot;Equatio Image&quot;/&gt;&lt;/math&gt;" id="3565" name="Google Shape;3565;p301" title="Equatio Image"/>
          <p:cNvPicPr preferRelativeResize="0"/>
          <p:nvPr/>
        </p:nvPicPr>
        <p:blipFill>
          <a:blip r:embed="rId4">
            <a:alphaModFix/>
          </a:blip>
          <a:stretch>
            <a:fillRect/>
          </a:stretch>
        </p:blipFill>
        <p:spPr>
          <a:xfrm>
            <a:off x="2725038" y="751725"/>
            <a:ext cx="3410586" cy="1235375"/>
          </a:xfrm>
          <a:prstGeom prst="rect">
            <a:avLst/>
          </a:prstGeom>
          <a:noFill/>
          <a:ln>
            <a:noFill/>
          </a:ln>
        </p:spPr>
      </p:pic>
      <p:cxnSp>
        <p:nvCxnSpPr>
          <p:cNvPr id="3566" name="Google Shape;3566;p301"/>
          <p:cNvCxnSpPr/>
          <p:nvPr/>
        </p:nvCxnSpPr>
        <p:spPr>
          <a:xfrm>
            <a:off x="2745725" y="2080100"/>
            <a:ext cx="2367600" cy="0"/>
          </a:xfrm>
          <a:prstGeom prst="straightConnector1">
            <a:avLst/>
          </a:prstGeom>
          <a:noFill/>
          <a:ln cap="flat" cmpd="sng" w="19050">
            <a:solidFill>
              <a:schemeClr val="dk1"/>
            </a:solidFill>
            <a:prstDash val="solid"/>
            <a:round/>
            <a:headEnd len="med" w="med" type="triangle"/>
            <a:tailEnd len="med" w="med" type="triangle"/>
          </a:ln>
        </p:spPr>
      </p:cxnSp>
      <p:cxnSp>
        <p:nvCxnSpPr>
          <p:cNvPr id="3567" name="Google Shape;3567;p301"/>
          <p:cNvCxnSpPr/>
          <p:nvPr/>
        </p:nvCxnSpPr>
        <p:spPr>
          <a:xfrm rot="10800000">
            <a:off x="5983225" y="764000"/>
            <a:ext cx="0" cy="1210200"/>
          </a:xfrm>
          <a:prstGeom prst="straightConnector1">
            <a:avLst/>
          </a:prstGeom>
          <a:noFill/>
          <a:ln cap="flat" cmpd="sng" w="19050">
            <a:solidFill>
              <a:schemeClr val="dk1"/>
            </a:solidFill>
            <a:prstDash val="dash"/>
            <a:round/>
            <a:headEnd len="med" w="med" type="triangle"/>
            <a:tailEnd len="med" w="med" type="triangle"/>
          </a:ln>
        </p:spPr>
      </p:cxnSp>
      <p:sp>
        <p:nvSpPr>
          <p:cNvPr id="3568" name="Google Shape;3568;p301"/>
          <p:cNvSpPr txBox="1"/>
          <p:nvPr/>
        </p:nvSpPr>
        <p:spPr>
          <a:xfrm>
            <a:off x="3456725" y="2034725"/>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6.3 m</a:t>
            </a:r>
            <a:endParaRPr sz="1800">
              <a:latin typeface="Lexend"/>
              <a:ea typeface="Lexend"/>
              <a:cs typeface="Lexend"/>
              <a:sym typeface="Lexend"/>
            </a:endParaRPr>
          </a:p>
        </p:txBody>
      </p:sp>
      <p:sp>
        <p:nvSpPr>
          <p:cNvPr id="3569" name="Google Shape;3569;p301"/>
          <p:cNvSpPr txBox="1"/>
          <p:nvPr/>
        </p:nvSpPr>
        <p:spPr>
          <a:xfrm>
            <a:off x="5946400" y="1138550"/>
            <a:ext cx="104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72 cm</a:t>
            </a:r>
            <a:endParaRPr sz="1800">
              <a:latin typeface="Lexend"/>
              <a:ea typeface="Lexend"/>
              <a:cs typeface="Lexend"/>
              <a:sym typeface="Lexend"/>
            </a:endParaRPr>
          </a:p>
        </p:txBody>
      </p:sp>
      <p:sp>
        <p:nvSpPr>
          <p:cNvPr id="3570" name="Google Shape;3570;p301"/>
          <p:cNvSpPr txBox="1"/>
          <p:nvPr/>
        </p:nvSpPr>
        <p:spPr>
          <a:xfrm>
            <a:off x="5729409" y="4058400"/>
            <a:ext cx="1206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latin typeface="Lexend"/>
                <a:ea typeface="Lexend"/>
                <a:cs typeface="Lexend"/>
                <a:sym typeface="Lexend"/>
              </a:rPr>
              <a:t>Lucas</a:t>
            </a:r>
            <a:endParaRPr sz="2200">
              <a:latin typeface="Lexend"/>
              <a:ea typeface="Lexend"/>
              <a:cs typeface="Lexend"/>
              <a:sym typeface="Lexend"/>
            </a:endParaRPr>
          </a:p>
        </p:txBody>
      </p:sp>
      <p:sp>
        <p:nvSpPr>
          <p:cNvPr id="3571" name="Google Shape;3571;p301"/>
          <p:cNvSpPr txBox="1"/>
          <p:nvPr/>
        </p:nvSpPr>
        <p:spPr>
          <a:xfrm>
            <a:off x="6115775" y="2185200"/>
            <a:ext cx="1428300" cy="773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The area is 4.536 m</a:t>
            </a:r>
            <a:r>
              <a:rPr baseline="30000" lang="en-GB" sz="1800">
                <a:latin typeface="Lexend"/>
                <a:ea typeface="Lexend"/>
                <a:cs typeface="Lexend"/>
                <a:sym typeface="Lexend"/>
              </a:rPr>
              <a:t>2</a:t>
            </a:r>
            <a:r>
              <a:rPr lang="en-GB" sz="1800">
                <a:latin typeface="Lexend"/>
                <a:ea typeface="Lexend"/>
                <a:cs typeface="Lexend"/>
                <a:sym typeface="Lexend"/>
              </a:rPr>
              <a:t>.</a:t>
            </a:r>
            <a:endParaRPr sz="1800">
              <a:latin typeface="Lexend"/>
              <a:ea typeface="Lexend"/>
              <a:cs typeface="Lexend"/>
              <a:sym typeface="Lexend"/>
            </a:endParaRPr>
          </a:p>
        </p:txBody>
      </p:sp>
      <p:pic>
        <p:nvPicPr>
          <p:cNvPr id="3572" name="Google Shape;3572;p301"/>
          <p:cNvPicPr preferRelativeResize="0"/>
          <p:nvPr/>
        </p:nvPicPr>
        <p:blipFill>
          <a:blip r:embed="rId5">
            <a:alphaModFix/>
          </a:blip>
          <a:stretch>
            <a:fillRect/>
          </a:stretch>
        </p:blipFill>
        <p:spPr>
          <a:xfrm>
            <a:off x="6707700" y="2958798"/>
            <a:ext cx="1535401" cy="1685793"/>
          </a:xfrm>
          <a:prstGeom prst="rect">
            <a:avLst/>
          </a:prstGeom>
          <a:noFill/>
          <a:ln>
            <a:noFill/>
          </a:ln>
        </p:spPr>
      </p:pic>
      <p:sp>
        <p:nvSpPr>
          <p:cNvPr id="3573" name="Google Shape;3573;p301"/>
          <p:cNvSpPr txBox="1"/>
          <p:nvPr/>
        </p:nvSpPr>
        <p:spPr>
          <a:xfrm>
            <a:off x="324000" y="2544050"/>
            <a:ext cx="4825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Lucas has worked out 6.3 × 0.72</a:t>
            </a:r>
            <a:r>
              <a:rPr lang="en-GB" sz="1800">
                <a:solidFill>
                  <a:schemeClr val="dk1"/>
                </a:solidFill>
                <a:latin typeface="Kalam"/>
                <a:ea typeface="Kalam"/>
                <a:cs typeface="Kalam"/>
                <a:sym typeface="Kalam"/>
              </a:rPr>
              <a:t> = 4.536</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Lucas has not multiplied by ½ so he has found the area of a rectangle and not a triangle.</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7" name="Shape 3577"/>
        <p:cNvGrpSpPr/>
        <p:nvPr/>
      </p:nvGrpSpPr>
      <p:grpSpPr>
        <a:xfrm>
          <a:off x="0" y="0"/>
          <a:ext cx="0" cy="0"/>
          <a:chOff x="0" y="0"/>
          <a:chExt cx="0" cy="0"/>
        </a:xfrm>
      </p:grpSpPr>
      <p:sp>
        <p:nvSpPr>
          <p:cNvPr id="3578" name="Google Shape;3578;p30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579" name="Google Shape;3579;p302"/>
          <p:cNvSpPr txBox="1"/>
          <p:nvPr>
            <p:ph idx="1" type="body"/>
          </p:nvPr>
        </p:nvSpPr>
        <p:spPr>
          <a:xfrm>
            <a:off x="324000" y="810000"/>
            <a:ext cx="8237700" cy="1695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100"/>
              <a:t>1) Andeep’s sister wants to tile a wall in her bathroom. The wall is rectangular and measures 3 m by 4.5 m. </a:t>
            </a:r>
            <a:endParaRPr sz="2100"/>
          </a:p>
          <a:p>
            <a:pPr indent="0" lvl="0" marL="0" rtl="0" algn="l">
              <a:spcBef>
                <a:spcPts val="1000"/>
              </a:spcBef>
              <a:spcAft>
                <a:spcPts val="0"/>
              </a:spcAft>
              <a:buNone/>
            </a:pPr>
            <a:r>
              <a:rPr lang="en-GB" sz="2100"/>
              <a:t>Each tile is a square which measures 50 cm by 50 cm.</a:t>
            </a:r>
            <a:endParaRPr sz="2100"/>
          </a:p>
          <a:p>
            <a:pPr indent="0" lvl="0" marL="0" rtl="0" algn="l">
              <a:spcBef>
                <a:spcPts val="1000"/>
              </a:spcBef>
              <a:spcAft>
                <a:spcPts val="1000"/>
              </a:spcAft>
              <a:buNone/>
            </a:pPr>
            <a:r>
              <a:rPr lang="en-GB" sz="2100"/>
              <a:t>How many tiles will she need to use to cover the wall? </a:t>
            </a:r>
            <a:endParaRPr sz="2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3" name="Shape 3583"/>
        <p:cNvGrpSpPr/>
        <p:nvPr/>
      </p:nvGrpSpPr>
      <p:grpSpPr>
        <a:xfrm>
          <a:off x="0" y="0"/>
          <a:ext cx="0" cy="0"/>
          <a:chOff x="0" y="0"/>
          <a:chExt cx="0" cy="0"/>
        </a:xfrm>
      </p:grpSpPr>
      <p:sp>
        <p:nvSpPr>
          <p:cNvPr id="3584" name="Google Shape;3584;p30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585" name="Google Shape;3585;p303"/>
          <p:cNvSpPr txBox="1"/>
          <p:nvPr>
            <p:ph idx="1" type="body"/>
          </p:nvPr>
        </p:nvSpPr>
        <p:spPr>
          <a:xfrm>
            <a:off x="324000" y="810000"/>
            <a:ext cx="8237700" cy="1695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100"/>
              <a:t>1) Andeep’s sister wants to tile a wall in her bathroom. The wall is rectangular and measures 3 m by 4.5 m. </a:t>
            </a:r>
            <a:endParaRPr sz="2100"/>
          </a:p>
          <a:p>
            <a:pPr indent="0" lvl="0" marL="0" rtl="0" algn="l">
              <a:spcBef>
                <a:spcPts val="1000"/>
              </a:spcBef>
              <a:spcAft>
                <a:spcPts val="0"/>
              </a:spcAft>
              <a:buNone/>
            </a:pPr>
            <a:r>
              <a:rPr lang="en-GB" sz="2100"/>
              <a:t>Each tile is a square which measures 50 cm by 50 cm.</a:t>
            </a:r>
            <a:endParaRPr sz="2100"/>
          </a:p>
          <a:p>
            <a:pPr indent="0" lvl="0" marL="0" rtl="0" algn="l">
              <a:spcBef>
                <a:spcPts val="1000"/>
              </a:spcBef>
              <a:spcAft>
                <a:spcPts val="1000"/>
              </a:spcAft>
              <a:buNone/>
            </a:pPr>
            <a:r>
              <a:rPr lang="en-GB" sz="2100"/>
              <a:t>How many tiles will she need to use to cover the wall? </a:t>
            </a:r>
            <a:endParaRPr sz="2100"/>
          </a:p>
        </p:txBody>
      </p:sp>
      <p:sp>
        <p:nvSpPr>
          <p:cNvPr id="3586" name="Google Shape;3586;p303"/>
          <p:cNvSpPr txBox="1"/>
          <p:nvPr/>
        </p:nvSpPr>
        <p:spPr>
          <a:xfrm>
            <a:off x="324000" y="2753275"/>
            <a:ext cx="62415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E.g.</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One tile has an area of 50 × 50 = 2500 cm</a:t>
            </a:r>
            <a:r>
              <a:rPr baseline="30000" lang="en-GB" sz="1800">
                <a:latin typeface="Kalam"/>
                <a:ea typeface="Kalam"/>
                <a:cs typeface="Kalam"/>
                <a:sym typeface="Kalam"/>
              </a:rPr>
              <a:t>2</a:t>
            </a:r>
            <a:r>
              <a:rPr lang="en-GB" sz="1800">
                <a:latin typeface="Kalam"/>
                <a:ea typeface="Kalam"/>
                <a:cs typeface="Kalam"/>
                <a:sym typeface="Kalam"/>
              </a:rPr>
              <a:t>.</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The wall has an area of 300 × 450 = 135000 cm</a:t>
            </a:r>
            <a:r>
              <a:rPr baseline="30000" lang="en-GB" sz="1800">
                <a:latin typeface="Kalam"/>
                <a:ea typeface="Kalam"/>
                <a:cs typeface="Kalam"/>
                <a:sym typeface="Kalam"/>
              </a:rPr>
              <a:t>2</a:t>
            </a:r>
            <a:r>
              <a:rPr lang="en-GB" sz="1800">
                <a:latin typeface="Kalam"/>
                <a:ea typeface="Kalam"/>
                <a:cs typeface="Kalam"/>
                <a:sym typeface="Kalam"/>
              </a:rPr>
              <a:t>. </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Therefore 135000 ÷ 2500 = 54 tiles will be needed.</a:t>
            </a:r>
            <a:endParaRPr sz="1800">
              <a:latin typeface="Kalam"/>
              <a:ea typeface="Kalam"/>
              <a:cs typeface="Kalam"/>
              <a:sym typeface="Kalam"/>
            </a:endParaRPr>
          </a:p>
        </p:txBody>
      </p:sp>
      <p:sp>
        <p:nvSpPr>
          <p:cNvPr id="3587" name="Google Shape;3587;p303"/>
          <p:cNvSpPr txBox="1"/>
          <p:nvPr/>
        </p:nvSpPr>
        <p:spPr>
          <a:xfrm>
            <a:off x="5836700" y="4028825"/>
            <a:ext cx="2322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Lexend"/>
                <a:ea typeface="Lexend"/>
                <a:cs typeface="Lexend"/>
                <a:sym typeface="Lexend"/>
              </a:rPr>
              <a:t>Check your answer.</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1" name="Shape 3591"/>
        <p:cNvGrpSpPr/>
        <p:nvPr/>
      </p:nvGrpSpPr>
      <p:grpSpPr>
        <a:xfrm>
          <a:off x="0" y="0"/>
          <a:ext cx="0" cy="0"/>
          <a:chOff x="0" y="0"/>
          <a:chExt cx="0" cy="0"/>
        </a:xfrm>
      </p:grpSpPr>
      <p:sp>
        <p:nvSpPr>
          <p:cNvPr id="3592" name="Google Shape;3592;p30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Units of measurement</a:t>
            </a:r>
            <a:endParaRPr/>
          </a:p>
        </p:txBody>
      </p:sp>
      <p:sp>
        <p:nvSpPr>
          <p:cNvPr id="3593" name="Google Shape;3593;p304"/>
          <p:cNvSpPr txBox="1"/>
          <p:nvPr>
            <p:ph idx="1" type="body"/>
          </p:nvPr>
        </p:nvSpPr>
        <p:spPr>
          <a:xfrm>
            <a:off x="324000" y="810000"/>
            <a:ext cx="8237700" cy="1489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1) Andeep’s sister wants to tile a wall in her bathroom. The wall is rectangular and measures 3 m by 4.5 m. </a:t>
            </a:r>
            <a:endParaRPr sz="1800"/>
          </a:p>
          <a:p>
            <a:pPr indent="0" lvl="0" marL="0" rtl="0" algn="l">
              <a:spcBef>
                <a:spcPts val="1000"/>
              </a:spcBef>
              <a:spcAft>
                <a:spcPts val="0"/>
              </a:spcAft>
              <a:buNone/>
            </a:pPr>
            <a:r>
              <a:rPr lang="en-GB" sz="1800"/>
              <a:t>Each tile is a square which measures 50 cm by 50 cm.</a:t>
            </a:r>
            <a:endParaRPr sz="1800"/>
          </a:p>
          <a:p>
            <a:pPr indent="0" lvl="0" marL="0" rtl="0" algn="l">
              <a:spcBef>
                <a:spcPts val="1000"/>
              </a:spcBef>
              <a:spcAft>
                <a:spcPts val="1000"/>
              </a:spcAft>
              <a:buNone/>
            </a:pPr>
            <a:r>
              <a:rPr lang="en-GB" sz="1800"/>
              <a:t>How many tiles will she need to use to cover the wall? </a:t>
            </a:r>
            <a:endParaRPr sz="1800"/>
          </a:p>
        </p:txBody>
      </p:sp>
      <p:pic>
        <p:nvPicPr>
          <p:cNvPr descr="&lt;math xmlns=&quot;http://www.w3.org/1998/Math/MathML&quot; data-is-equatio=&quot;1&quot; data-equatio-url=&quot;https://equatio-api.texthelp.com/desmos/get/17-07-2023/5e9198b4-c991-4d09-adaa-c8c2102b6408&quot; data-equatio-type=&quot;image&quot;&gt;&lt;mglyph src=&quot;https://equatio-api.texthelp.com/desmos/get/17-07-2023/5e9198b4-c991-4d09-adaa-c8c2102b6408&quot; alt=&quot;Equatio Image&quot;/&gt;&lt;/math&gt;" id="3594" name="Google Shape;3594;p304" title="Equatio Image"/>
          <p:cNvPicPr preferRelativeResize="0"/>
          <p:nvPr/>
        </p:nvPicPr>
        <p:blipFill>
          <a:blip r:embed="rId3">
            <a:alphaModFix/>
          </a:blip>
          <a:stretch>
            <a:fillRect/>
          </a:stretch>
        </p:blipFill>
        <p:spPr>
          <a:xfrm>
            <a:off x="313430" y="2956958"/>
            <a:ext cx="2734800" cy="1811284"/>
          </a:xfrm>
          <a:prstGeom prst="rect">
            <a:avLst/>
          </a:prstGeom>
          <a:noFill/>
          <a:ln>
            <a:noFill/>
          </a:ln>
        </p:spPr>
      </p:pic>
      <p:sp>
        <p:nvSpPr>
          <p:cNvPr id="3595" name="Google Shape;3595;p304"/>
          <p:cNvSpPr txBox="1"/>
          <p:nvPr/>
        </p:nvSpPr>
        <p:spPr>
          <a:xfrm>
            <a:off x="324000" y="2295183"/>
            <a:ext cx="2414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Checking the answer:</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p:txBody>
      </p:sp>
      <p:cxnSp>
        <p:nvCxnSpPr>
          <p:cNvPr id="3596" name="Google Shape;3596;p304"/>
          <p:cNvCxnSpPr/>
          <p:nvPr/>
        </p:nvCxnSpPr>
        <p:spPr>
          <a:xfrm>
            <a:off x="347950" y="2897083"/>
            <a:ext cx="2700300" cy="0"/>
          </a:xfrm>
          <a:prstGeom prst="straightConnector1">
            <a:avLst/>
          </a:prstGeom>
          <a:noFill/>
          <a:ln cap="flat" cmpd="sng" w="19050">
            <a:solidFill>
              <a:schemeClr val="dk1"/>
            </a:solidFill>
            <a:prstDash val="solid"/>
            <a:round/>
            <a:headEnd len="med" w="med" type="triangle"/>
            <a:tailEnd len="med" w="med" type="triangle"/>
          </a:ln>
        </p:spPr>
      </p:cxnSp>
      <p:cxnSp>
        <p:nvCxnSpPr>
          <p:cNvPr id="3597" name="Google Shape;3597;p304"/>
          <p:cNvCxnSpPr/>
          <p:nvPr/>
        </p:nvCxnSpPr>
        <p:spPr>
          <a:xfrm>
            <a:off x="3155300" y="2956958"/>
            <a:ext cx="0" cy="1808400"/>
          </a:xfrm>
          <a:prstGeom prst="straightConnector1">
            <a:avLst/>
          </a:prstGeom>
          <a:noFill/>
          <a:ln cap="flat" cmpd="sng" w="19050">
            <a:solidFill>
              <a:schemeClr val="dk1"/>
            </a:solidFill>
            <a:prstDash val="solid"/>
            <a:round/>
            <a:headEnd len="med" w="med" type="triangle"/>
            <a:tailEnd len="med" w="med" type="triangle"/>
          </a:ln>
        </p:spPr>
      </p:cxnSp>
      <p:sp>
        <p:nvSpPr>
          <p:cNvPr id="3598" name="Google Shape;3598;p304"/>
          <p:cNvSpPr txBox="1"/>
          <p:nvPr/>
        </p:nvSpPr>
        <p:spPr>
          <a:xfrm>
            <a:off x="1204500" y="2539191"/>
            <a:ext cx="96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4.5 m</a:t>
            </a:r>
            <a:endParaRPr sz="1800">
              <a:latin typeface="Lexend"/>
              <a:ea typeface="Lexend"/>
              <a:cs typeface="Lexend"/>
              <a:sym typeface="Lexend"/>
            </a:endParaRPr>
          </a:p>
        </p:txBody>
      </p:sp>
      <p:sp>
        <p:nvSpPr>
          <p:cNvPr id="3599" name="Google Shape;3599;p304"/>
          <p:cNvSpPr txBox="1"/>
          <p:nvPr/>
        </p:nvSpPr>
        <p:spPr>
          <a:xfrm>
            <a:off x="3048250" y="3630308"/>
            <a:ext cx="786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latin typeface="Lexend"/>
                <a:ea typeface="Lexend"/>
                <a:cs typeface="Lexend"/>
                <a:sym typeface="Lexend"/>
              </a:rPr>
              <a:t>3 m</a:t>
            </a:r>
            <a:endParaRPr sz="1800">
              <a:latin typeface="Lexend"/>
              <a:ea typeface="Lexend"/>
              <a:cs typeface="Lexend"/>
              <a:sym typeface="Lexend"/>
            </a:endParaRPr>
          </a:p>
        </p:txBody>
      </p:sp>
      <p:sp>
        <p:nvSpPr>
          <p:cNvPr id="3600" name="Google Shape;3600;p304"/>
          <p:cNvSpPr txBox="1"/>
          <p:nvPr/>
        </p:nvSpPr>
        <p:spPr>
          <a:xfrm>
            <a:off x="3790625" y="2447583"/>
            <a:ext cx="4634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latin typeface="Kalam"/>
                <a:ea typeface="Kalam"/>
                <a:cs typeface="Kalam"/>
                <a:sym typeface="Kalam"/>
              </a:rPr>
              <a:t>Each tile is 0.5 m by 0.5 m.</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9 tiles fit along the 4.5 m side.</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6 tiles fit along the 6 m side.</a:t>
            </a:r>
            <a:endParaRPr sz="1800">
              <a:latin typeface="Kalam"/>
              <a:ea typeface="Kalam"/>
              <a:cs typeface="Kalam"/>
              <a:sym typeface="Kalam"/>
            </a:endParaRPr>
          </a:p>
          <a:p>
            <a:pPr indent="0" lvl="0" marL="0" rtl="0" algn="l">
              <a:spcBef>
                <a:spcPts val="0"/>
              </a:spcBef>
              <a:spcAft>
                <a:spcPts val="0"/>
              </a:spcAft>
              <a:buNone/>
            </a:pPr>
            <a:r>
              <a:t/>
            </a:r>
            <a:endParaRPr sz="1800">
              <a:latin typeface="Kalam"/>
              <a:ea typeface="Kalam"/>
              <a:cs typeface="Kalam"/>
              <a:sym typeface="Kalam"/>
            </a:endParaRPr>
          </a:p>
          <a:p>
            <a:pPr indent="0" lvl="0" marL="0" rtl="0" algn="l">
              <a:spcBef>
                <a:spcPts val="0"/>
              </a:spcBef>
              <a:spcAft>
                <a:spcPts val="0"/>
              </a:spcAft>
              <a:buNone/>
            </a:pPr>
            <a:r>
              <a:rPr lang="en-GB" sz="1800">
                <a:latin typeface="Kalam"/>
                <a:ea typeface="Kalam"/>
                <a:cs typeface="Kalam"/>
                <a:sym typeface="Kalam"/>
              </a:rPr>
              <a:t>9 </a:t>
            </a:r>
            <a:r>
              <a:rPr lang="en-GB" sz="1800">
                <a:solidFill>
                  <a:schemeClr val="dk1"/>
                </a:solidFill>
                <a:latin typeface="Kalam"/>
                <a:ea typeface="Kalam"/>
                <a:cs typeface="Kalam"/>
                <a:sym typeface="Kalam"/>
              </a:rPr>
              <a:t>× 6 = 54 tiles</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4" name="Shape 3604"/>
        <p:cNvGrpSpPr/>
        <p:nvPr/>
      </p:nvGrpSpPr>
      <p:grpSpPr>
        <a:xfrm>
          <a:off x="0" y="0"/>
          <a:ext cx="0" cy="0"/>
          <a:chOff x="0" y="0"/>
          <a:chExt cx="0" cy="0"/>
        </a:xfrm>
      </p:grpSpPr>
      <p:sp>
        <p:nvSpPr>
          <p:cNvPr id="3605" name="Google Shape;3605;p305"/>
          <p:cNvSpPr txBox="1"/>
          <p:nvPr>
            <p:ph type="title"/>
          </p:nvPr>
        </p:nvSpPr>
        <p:spPr>
          <a:xfrm>
            <a:off x="1684800" y="119125"/>
            <a:ext cx="57414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Problem solving with perimeter and area</a:t>
            </a:r>
            <a:endParaRPr/>
          </a:p>
        </p:txBody>
      </p:sp>
      <p:sp>
        <p:nvSpPr>
          <p:cNvPr id="3606" name="Google Shape;3606;p305"/>
          <p:cNvSpPr txBox="1"/>
          <p:nvPr>
            <p:ph idx="1" type="body"/>
          </p:nvPr>
        </p:nvSpPr>
        <p:spPr>
          <a:xfrm>
            <a:off x="324000" y="810000"/>
            <a:ext cx="8496000" cy="3909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t>Perimeter can be useful when calculating area. </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rPr lang="en-GB" sz="2000"/>
              <a:t>Area can be useful when calculating perimeter.</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rPr lang="en-GB" sz="2000"/>
              <a:t>The context of a problem can help you determine what you need to calculate.</a:t>
            </a:r>
            <a:endParaRPr sz="2000"/>
          </a:p>
          <a:p>
            <a:pPr indent="0" lvl="0" marL="0" rtl="0" algn="l">
              <a:spcBef>
                <a:spcPts val="1000"/>
              </a:spcBef>
              <a:spcAft>
                <a:spcPts val="0"/>
              </a:spcAft>
              <a:buNone/>
            </a:pPr>
            <a:r>
              <a:t/>
            </a:r>
            <a:endParaRPr sz="2000"/>
          </a:p>
          <a:p>
            <a:pPr indent="0" lvl="0" marL="0" rtl="0" algn="l">
              <a:spcBef>
                <a:spcPts val="1000"/>
              </a:spcBef>
              <a:spcAft>
                <a:spcPts val="1000"/>
              </a:spcAft>
              <a:buNone/>
            </a:pPr>
            <a:r>
              <a:rPr lang="en-GB" sz="2000"/>
              <a:t>Side lengths should be converted so that they all use the same measurement before any calculations are carried out.</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0" name="Shape 3610"/>
        <p:cNvGrpSpPr/>
        <p:nvPr/>
      </p:nvGrpSpPr>
      <p:grpSpPr>
        <a:xfrm>
          <a:off x="0" y="0"/>
          <a:ext cx="0" cy="0"/>
          <a:chOff x="0" y="0"/>
          <a:chExt cx="0" cy="0"/>
        </a:xfrm>
      </p:grpSpPr>
      <p:sp>
        <p:nvSpPr>
          <p:cNvPr id="3611" name="Google Shape;3611;p306"/>
          <p:cNvSpPr txBox="1"/>
          <p:nvPr>
            <p:ph idx="1" type="subTitle"/>
          </p:nvPr>
        </p:nvSpPr>
        <p:spPr>
          <a:xfrm>
            <a:off x="666000" y="1636650"/>
            <a:ext cx="7351200" cy="1870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3612" name="Google Shape;3612;p3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78787"/>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ak theme -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ak theme - May 2023">
  <a:themeElements>
    <a:clrScheme name="Simple Light">
      <a:dk1>
        <a:srgbClr val="000000"/>
      </a:dk1>
      <a:lt1>
        <a:srgbClr val="FFFFFF"/>
      </a:lt1>
      <a:dk2>
        <a:srgbClr val="878787"/>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