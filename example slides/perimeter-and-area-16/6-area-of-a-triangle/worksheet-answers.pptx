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593f77166_0_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593f771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29" name="Google Shape;129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99" y="2457517"/>
            <a:ext cx="5707540" cy="228391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581775" y="4991100"/>
            <a:ext cx="65103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triangle, do you have enough information to calculate the area, the perimeter, both or neither?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For the ones that are not possible, write the minimum additional information you need.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468000" y="1778400"/>
            <a:ext cx="684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Reviewing the area and perimeter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                                  b)                                                     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87050" y="3735450"/>
            <a:ext cx="238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d)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" name="Google Shape;133;p14"/>
          <p:cNvCxnSpPr/>
          <p:nvPr/>
        </p:nvCxnSpPr>
        <p:spPr>
          <a:xfrm flipH="1" rot="10800000">
            <a:off x="487047" y="2664467"/>
            <a:ext cx="1569000" cy="20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468000" y="2950136"/>
            <a:ext cx="787800" cy="47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 flipH="1" rot="10800000">
            <a:off x="2661168" y="2505440"/>
            <a:ext cx="1497000" cy="86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>
            <a:off x="4237328" y="2592140"/>
            <a:ext cx="150000" cy="96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 rot="10800000">
            <a:off x="2624924" y="2718256"/>
            <a:ext cx="1692300" cy="93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" name="Google Shape;138;p14"/>
          <p:cNvSpPr/>
          <p:nvPr/>
        </p:nvSpPr>
        <p:spPr>
          <a:xfrm>
            <a:off x="6063984" y="3420178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4"/>
          <p:cNvCxnSpPr/>
          <p:nvPr/>
        </p:nvCxnSpPr>
        <p:spPr>
          <a:xfrm>
            <a:off x="6296931" y="2457517"/>
            <a:ext cx="0" cy="1096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" name="Google Shape;140;p14"/>
          <p:cNvCxnSpPr/>
          <p:nvPr/>
        </p:nvCxnSpPr>
        <p:spPr>
          <a:xfrm>
            <a:off x="4979426" y="3648856"/>
            <a:ext cx="123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 flipH="1">
            <a:off x="4874150" y="2452245"/>
            <a:ext cx="1314000" cy="11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1981887" y="3953817"/>
            <a:ext cx="1711200" cy="73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 flipH="1">
            <a:off x="1542186" y="2718218"/>
            <a:ext cx="549600" cy="74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" name="Google Shape;144;p14"/>
          <p:cNvCxnSpPr/>
          <p:nvPr/>
        </p:nvCxnSpPr>
        <p:spPr>
          <a:xfrm>
            <a:off x="1247584" y="3322920"/>
            <a:ext cx="472500" cy="2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" name="Google Shape;145;p14"/>
          <p:cNvSpPr/>
          <p:nvPr/>
        </p:nvSpPr>
        <p:spPr>
          <a:xfrm rot="2127431">
            <a:off x="1421761" y="3348040"/>
            <a:ext cx="124118" cy="11445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14"/>
          <p:cNvCxnSpPr/>
          <p:nvPr/>
        </p:nvCxnSpPr>
        <p:spPr>
          <a:xfrm rot="10800000">
            <a:off x="1843600" y="4733927"/>
            <a:ext cx="47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7" name="Google Shape;147;p14"/>
          <p:cNvSpPr/>
          <p:nvPr/>
        </p:nvSpPr>
        <p:spPr>
          <a:xfrm>
            <a:off x="1919821" y="4619603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14"/>
          <p:cNvCxnSpPr/>
          <p:nvPr/>
        </p:nvCxnSpPr>
        <p:spPr>
          <a:xfrm>
            <a:off x="1891454" y="4065054"/>
            <a:ext cx="0" cy="6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" name="Google Shape;149;p14"/>
          <p:cNvSpPr txBox="1"/>
          <p:nvPr/>
        </p:nvSpPr>
        <p:spPr>
          <a:xfrm>
            <a:off x="795493" y="245751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507303" y="3219903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249369" y="276955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3077447" y="2260750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2875758" y="3031548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237323" y="276955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312979" y="3590753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079954" y="2642955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2661164" y="3953785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395626" y="423469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1674976" y="3031548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581700" y="6563925"/>
            <a:ext cx="6510300" cy="45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A: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can calculate the area but not the perimeter. For the perimeter, I need the remaining side length.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 B: 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can calculate the perimeter but not the area. For the area, I need the length of a perpendicular line from one side to the opposite vertex.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 C: 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can calculate both the perimeter and area. 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 D: 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can calculate neither the perimeter nor the area. I need the length of the two remaining sides.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" name="Google Shape;161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 of a triangle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3" name="Google Shape;163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/>
        </p:nvSpPr>
        <p:spPr>
          <a:xfrm>
            <a:off x="468000" y="1045800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Deriving the formula for the area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Instructions: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a piece of paper and fold it in half.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 triangle on your piece of folded paper (try to make it different from mine).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Cut out your triangle. You should have two identical triangles due to your folded paper.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Put your two triangles next to each other. You can flip and/or rotate either of them.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quadrilaterals can you make?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468000" y="3311700"/>
            <a:ext cx="6624000" cy="1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Depending on the triangle drawn, the following quadrilaterals are possible: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Kite            Parallelogram           Rectangle           Square         Rhombus           Arrowhead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0ac6e4ac-7600-4d00-99a0-3aaf6c681aa0&quot; data-equatio-type=&quot;image&quot;&gt;&lt;mglyph src=&quot;https://equatio-api.texthelp.com/desmos/get/19-06-2023/0ac6e4ac-7600-4d00-99a0-3aaf6c681aa0&quot; alt=&quot;Equatio Image&quot;/&gt;&lt;/math&gt;" id="170" name="Google Shape;170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3562086"/>
            <a:ext cx="659195" cy="1047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171" name="Google Shape;171;p1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1524" y="4004732"/>
            <a:ext cx="969115" cy="408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a58d1a4-8e2c-4e47-9b10-5ac66b83fbc2&quot; data-equatio-type=&quot;image&quot;&gt;&lt;mglyph src=&quot;https://equatio-api.texthelp.com/desmos/get/19-06-2023/5a58d1a4-8e2c-4e47-9b10-5ac66b83fbc2&quot; alt=&quot;Equatio Image&quot;/&gt;&lt;/math&gt;" id="172" name="Google Shape;172;p1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1187" y="3891592"/>
            <a:ext cx="1003551" cy="521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220802f-c274-48f9-bcff-8874268b9c0e&quot; data-equatio-type=&quot;image&quot;&gt;&lt;mglyph src=&quot;https://equatio-api.texthelp.com/desmos/get/19-06-2023/b220802f-c274-48f9-bcff-8874268b9c0e&quot; alt=&quot;Equatio Image&quot;/&gt;&lt;/math&gt;" id="173" name="Google Shape;173;p15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0190" y="3831371"/>
            <a:ext cx="641894" cy="641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4c4e0408-1467-4d1a-845a-5734545d6209&quot; data-equatio-type=&quot;image&quot;&gt;&lt;mglyph src=&quot;https://equatio-api.texthelp.com/desmos/get/19-06-2023/4c4e0408-1467-4d1a-845a-5734545d6209&quot; alt=&quot;Equatio Image&quot;/&gt;&lt;/math&gt;" id="174" name="Google Shape;174;p15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3006" y="3858660"/>
            <a:ext cx="902573" cy="58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63fe178d-a743-4132-aa08-64eaddb3098f&quot; data-equatio-type=&quot;image&quot;&gt;&lt;mglyph src=&quot;https://equatio-api.texthelp.com/desmos/get/19-06-2023/63fe178d-a743-4132-aa08-64eaddb3098f&quot; alt=&quot;Equatio Image&quot;/&gt;&lt;/math&gt;" id="175" name="Google Shape;175;p15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0663" y="3810548"/>
            <a:ext cx="659187" cy="79669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/>
        </p:nvSpPr>
        <p:spPr>
          <a:xfrm>
            <a:off x="468000" y="522775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your two triangles. Can you make each of the 6 quadrilaterals shown below?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quadrilaterals you can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quadrilateral can always be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0ac6e4ac-7600-4d00-99a0-3aaf6c681aa0&quot; data-equatio-type=&quot;image&quot;&gt;&lt;mglyph src=&quot;https://equatio-api.texthelp.com/desmos/get/19-06-2023/0ac6e4ac-7600-4d00-99a0-3aaf6c681aa0&quot; alt=&quot;Equatio Image&quot;/&gt;&lt;/math&gt;" id="177" name="Google Shape;177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6212000"/>
            <a:ext cx="687439" cy="1092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178" name="Google Shape;178;p1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950" y="6682695"/>
            <a:ext cx="1010638" cy="425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a58d1a4-8e2c-4e47-9b10-5ac66b83fbc2&quot; data-equatio-type=&quot;image&quot;&gt;&lt;mglyph src=&quot;https://equatio-api.texthelp.com/desmos/get/19-06-2023/5a58d1a4-8e2c-4e47-9b10-5ac66b83fbc2&quot; alt=&quot;Equatio Image&quot;/&gt;&lt;/math&gt;" id="179" name="Google Shape;179;p1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297" y="6564708"/>
            <a:ext cx="1046549" cy="54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220802f-c274-48f9-bcff-8874268b9c0e&quot; data-equatio-type=&quot;image&quot;&gt;&lt;mglyph src=&quot;https://equatio-api.texthelp.com/desmos/get/19-06-2023/b220802f-c274-48f9-bcff-8874268b9c0e&quot; alt=&quot;Equatio Image&quot;/&gt;&lt;/math&gt;" id="180" name="Google Shape;180;p15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1957" y="6501908"/>
            <a:ext cx="669396" cy="66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4c4e0408-1467-4d1a-845a-5734545d6209&quot; data-equatio-type=&quot;image&quot;&gt;&lt;mglyph src=&quot;https://equatio-api.texthelp.com/desmos/get/19-06-2023/4c4e0408-1467-4d1a-845a-5734545d6209&quot; alt=&quot;Equatio Image&quot;/&gt;&lt;/math&gt;" id="181" name="Google Shape;181;p15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7311" y="6530365"/>
            <a:ext cx="941245" cy="612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63fe178d-a743-4132-aa08-64eaddb3098f&quot; data-equatio-type=&quot;image&quot;&gt;&lt;mglyph src=&quot;https://equatio-api.texthelp.com/desmos/get/19-06-2023/63fe178d-a743-4132-aa08-64eaddb3098f&quot; alt=&quot;Equatio Image&quot;/&gt;&lt;/math&gt;" id="182" name="Google Shape;182;p15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4569" y="6480192"/>
            <a:ext cx="687431" cy="8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468000" y="8075850"/>
            <a:ext cx="6624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Regardless of the triangle drawn, a parallelogram can always be made.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Rectangles and rhombuses are special types of parallelograms. Squares are special types of rhombuses.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184" name="Google Shape;184;p1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1162" y="8985925"/>
            <a:ext cx="1237670" cy="5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3903375" y="100910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6" name="Google Shape;186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sp>
        <p:nvSpPr>
          <p:cNvPr id="187" name="Google Shape;187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/>
              <a:t>Mathematics in Education and Industry. </a:t>
            </a:r>
            <a:endParaRPr sz="494"/>
          </a:p>
        </p:txBody>
      </p:sp>
      <p:sp>
        <p:nvSpPr>
          <p:cNvPr id="188" name="Google Shape;188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