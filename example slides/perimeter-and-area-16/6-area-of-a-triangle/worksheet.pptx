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4a89f37add_0_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4a89f37ad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20" name="Google Shape;12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99" y="2305117"/>
            <a:ext cx="5707540" cy="228391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468000" y="4838700"/>
            <a:ext cx="66240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triangle, do you have enough information to calculate the area, the perimeter, both or neither?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 ones that are not possible, write the minimum additional information you need.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68000" y="1626000"/>
            <a:ext cx="684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Reviewing the area and perimeter of a triangle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                                   b)                                                      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487050" y="3583050"/>
            <a:ext cx="238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d)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" name="Google Shape;124;p14"/>
          <p:cNvCxnSpPr/>
          <p:nvPr/>
        </p:nvCxnSpPr>
        <p:spPr>
          <a:xfrm flipH="1" rot="10800000">
            <a:off x="487047" y="2512067"/>
            <a:ext cx="1569000" cy="20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" name="Google Shape;125;p14"/>
          <p:cNvCxnSpPr/>
          <p:nvPr/>
        </p:nvCxnSpPr>
        <p:spPr>
          <a:xfrm>
            <a:off x="468000" y="2797736"/>
            <a:ext cx="787800" cy="47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6" name="Google Shape;126;p14"/>
          <p:cNvCxnSpPr/>
          <p:nvPr/>
        </p:nvCxnSpPr>
        <p:spPr>
          <a:xfrm flipH="1" rot="10800000">
            <a:off x="2661168" y="2353040"/>
            <a:ext cx="1497000" cy="86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4237328" y="2439740"/>
            <a:ext cx="150000" cy="96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 rot="10800000">
            <a:off x="2624924" y="2565856"/>
            <a:ext cx="1692300" cy="93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" name="Google Shape;129;p14"/>
          <p:cNvSpPr/>
          <p:nvPr/>
        </p:nvSpPr>
        <p:spPr>
          <a:xfrm>
            <a:off x="6063984" y="3267778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14"/>
          <p:cNvCxnSpPr/>
          <p:nvPr/>
        </p:nvCxnSpPr>
        <p:spPr>
          <a:xfrm>
            <a:off x="6296931" y="2305117"/>
            <a:ext cx="0" cy="1096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4979426" y="3496456"/>
            <a:ext cx="123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" name="Google Shape;132;p14"/>
          <p:cNvCxnSpPr/>
          <p:nvPr/>
        </p:nvCxnSpPr>
        <p:spPr>
          <a:xfrm flipH="1">
            <a:off x="4874150" y="2299845"/>
            <a:ext cx="1314000" cy="113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1981887" y="3801417"/>
            <a:ext cx="1711200" cy="732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 flipH="1">
            <a:off x="1542186" y="2565818"/>
            <a:ext cx="549600" cy="74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>
            <a:off x="1247584" y="3170520"/>
            <a:ext cx="472500" cy="28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" name="Google Shape;136;p14"/>
          <p:cNvSpPr/>
          <p:nvPr/>
        </p:nvSpPr>
        <p:spPr>
          <a:xfrm rot="2127431">
            <a:off x="1421761" y="3195640"/>
            <a:ext cx="124118" cy="11445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14"/>
          <p:cNvCxnSpPr/>
          <p:nvPr/>
        </p:nvCxnSpPr>
        <p:spPr>
          <a:xfrm rot="10800000">
            <a:off x="1843600" y="4581527"/>
            <a:ext cx="47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8" name="Google Shape;138;p14"/>
          <p:cNvSpPr/>
          <p:nvPr/>
        </p:nvSpPr>
        <p:spPr>
          <a:xfrm>
            <a:off x="1919821" y="4467203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4"/>
          <p:cNvCxnSpPr/>
          <p:nvPr/>
        </p:nvCxnSpPr>
        <p:spPr>
          <a:xfrm>
            <a:off x="1891454" y="3912654"/>
            <a:ext cx="0" cy="63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" name="Google Shape;140;p14"/>
          <p:cNvSpPr txBox="1"/>
          <p:nvPr/>
        </p:nvSpPr>
        <p:spPr>
          <a:xfrm>
            <a:off x="795493" y="230511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507303" y="3067503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249369" y="261715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077447" y="2108350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2875758" y="2879148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237323" y="261715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5312979" y="3438353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079954" y="2490555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2661164" y="3801385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1395626" y="4082294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1674976" y="2879148"/>
            <a:ext cx="8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triangle</a:t>
            </a:r>
            <a:endParaRPr/>
          </a:p>
        </p:txBody>
      </p:sp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3" name="Google Shape;153;p14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/>
        </p:nvSpPr>
        <p:spPr>
          <a:xfrm>
            <a:off x="468000" y="893400"/>
            <a:ext cx="6624000" cy="22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Deriving the formula for the area of a triangle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Instructions: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Take a piece of paper and fold it in half.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triangle on your piece of folded paper (try to make it different from mine).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Cut out your triangle. You should have two identical triangles due to your folded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 your two triangles next to each other. You can flip and/or rotate either of them.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quadrilaterals can you make?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468000" y="507535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Take your two triangles. Can you make each of the 6 quadrilaterals shown below?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quadrilaterals you can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quadrilateral can always be made?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0ac6e4ac-7600-4d00-99a0-3aaf6c681aa0&quot; data-equatio-type=&quot;image&quot;&gt;&lt;mglyph src=&quot;https://equatio-api.texthelp.com/desmos/get/19-06-2023/0ac6e4ac-7600-4d00-99a0-3aaf6c681aa0&quot; alt=&quot;Equatio Image&quot;/&gt;&lt;/math&gt;" id="160" name="Google Shape;160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5831000"/>
            <a:ext cx="687439" cy="1092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f9b8ef0-c8cd-4ecf-b08a-7bebea263e22&quot; data-equatio-type=&quot;image&quot;&gt;&lt;mglyph src=&quot;https://equatio-api.texthelp.com/desmos/get/19-06-2023/bf9b8ef0-c8cd-4ecf-b08a-7bebea263e22&quot; alt=&quot;Equatio Image&quot;/&gt;&lt;/math&gt;" id="161" name="Google Shape;161;p1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950" y="6301695"/>
            <a:ext cx="1010638" cy="425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a58d1a4-8e2c-4e47-9b10-5ac66b83fbc2&quot; data-equatio-type=&quot;image&quot;&gt;&lt;mglyph src=&quot;https://equatio-api.texthelp.com/desmos/get/19-06-2023/5a58d1a4-8e2c-4e47-9b10-5ac66b83fbc2&quot; alt=&quot;Equatio Image&quot;/&gt;&lt;/math&gt;" id="162" name="Google Shape;162;p15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0297" y="6183708"/>
            <a:ext cx="1046549" cy="543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220802f-c274-48f9-bcff-8874268b9c0e&quot; data-equatio-type=&quot;image&quot;&gt;&lt;mglyph src=&quot;https://equatio-api.texthelp.com/desmos/get/19-06-2023/b220802f-c274-48f9-bcff-8874268b9c0e&quot; alt=&quot;Equatio Image&quot;/&gt;&lt;/math&gt;" id="163" name="Google Shape;163;p15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1957" y="6120908"/>
            <a:ext cx="669396" cy="669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4c4e0408-1467-4d1a-845a-5734545d6209&quot; data-equatio-type=&quot;image&quot;&gt;&lt;mglyph src=&quot;https://equatio-api.texthelp.com/desmos/get/19-06-2023/4c4e0408-1467-4d1a-845a-5734545d6209&quot; alt=&quot;Equatio Image&quot;/&gt;&lt;/math&gt;" id="164" name="Google Shape;164;p15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7311" y="6149365"/>
            <a:ext cx="941245" cy="612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63fe178d-a743-4132-aa08-64eaddb3098f&quot; data-equatio-type=&quot;image&quot;&gt;&lt;mglyph src=&quot;https://equatio-api.texthelp.com/desmos/get/19-06-2023/63fe178d-a743-4132-aa08-64eaddb3098f&quot; alt=&quot;Equatio Image&quot;/&gt;&lt;/math&gt;" id="165" name="Google Shape;165;p15" title="Equatio Imag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4569" y="6099192"/>
            <a:ext cx="687431" cy="8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3889500" y="100339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7" name="Google Shape;167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triangle</a:t>
            </a:r>
            <a:endParaRPr/>
          </a:p>
        </p:txBody>
      </p:sp>
      <p:sp>
        <p:nvSpPr>
          <p:cNvPr id="168" name="Google Shape;168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69" name="Google Shape;169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