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6f75e4661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6f75e46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5-06-2023/eu-175bc751-9650-4790-bb8a-f41862f23a82&quot; data-equatio-type=&quot;image&quot;&gt;&lt;mglyph src=&quot;https://equatio-api.texthelp.com/desmos/get/15-06-2023/eu-175bc751-9650-4790-bb8a-f41862f23a82&quot; alt=&quot;Equatio Image&quot;/&gt;&lt;/math&gt;" id="120" name="Google Shape;12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64" y="2251015"/>
            <a:ext cx="6187314" cy="20445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468000" y="1480825"/>
            <a:ext cx="66240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sk A: Calculating unknown lengths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marked sides.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22" name="Google Shape;122;p14" title="b"/>
          <p:cNvSpPr txBox="1"/>
          <p:nvPr/>
        </p:nvSpPr>
        <p:spPr>
          <a:xfrm>
            <a:off x="468000" y="4295600"/>
            <a:ext cx="823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Perimeter = 10 units                                                                         Perimeter = 25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" name="Google Shape;123;p14"/>
          <p:cNvCxnSpPr/>
          <p:nvPr/>
        </p:nvCxnSpPr>
        <p:spPr>
          <a:xfrm flipH="1" rot="10800000">
            <a:off x="468000" y="3880417"/>
            <a:ext cx="1350600" cy="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4" name="Google Shape;124;p14"/>
          <p:cNvCxnSpPr/>
          <p:nvPr/>
        </p:nvCxnSpPr>
        <p:spPr>
          <a:xfrm>
            <a:off x="5767171" y="2128925"/>
            <a:ext cx="880500" cy="81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" name="Google Shape;125;p14"/>
          <p:cNvCxnSpPr/>
          <p:nvPr/>
        </p:nvCxnSpPr>
        <p:spPr>
          <a:xfrm rot="10800000">
            <a:off x="6754838" y="3192773"/>
            <a:ext cx="0" cy="88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descr="&lt;math xmlns=&quot;http://www.w3.org/1998/Math/MathML&quot; display=&quot;block&quot; data-is-equatio=&quot;1&quot; data-latex=&quot;b&quot;&gt;&lt;mi&gt;b&lt;/mi&gt;&lt;/math&gt;" id="126" name="Google Shape;126;p14" title="b"/>
          <p:cNvSpPr txBox="1"/>
          <p:nvPr/>
        </p:nvSpPr>
        <p:spPr>
          <a:xfrm>
            <a:off x="6063066" y="2150320"/>
            <a:ext cx="102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11a1f048-ff8f-403c-ba23-2e24e20c3014&quot; data-equatio-type=&quot;image&quot;&gt;&lt;mglyph src=&quot;https://equatio-api.texthelp.com/desmos/get/15-06-2023/eu-11a1f048-ff8f-403c-ba23-2e24e20c3014&quot; alt=&quot;Equatio Image&quot;/&gt;&lt;/math&gt;" id="127" name="Google Shape;127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924" y="6321075"/>
            <a:ext cx="3831840" cy="188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468000" y="8246086"/>
            <a:ext cx="52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Perimeter = 74 m 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" name="Google Shape;129;p14"/>
          <p:cNvCxnSpPr/>
          <p:nvPr/>
        </p:nvCxnSpPr>
        <p:spPr>
          <a:xfrm flipH="1" rot="10800000">
            <a:off x="4068079" y="6473303"/>
            <a:ext cx="762900" cy="150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" name="Google Shape;130;p14"/>
          <p:cNvCxnSpPr/>
          <p:nvPr/>
        </p:nvCxnSpPr>
        <p:spPr>
          <a:xfrm flipH="1" rot="10800000">
            <a:off x="2116882" y="6627357"/>
            <a:ext cx="323400" cy="63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" name="Google Shape;131;p14"/>
          <p:cNvCxnSpPr/>
          <p:nvPr/>
        </p:nvCxnSpPr>
        <p:spPr>
          <a:xfrm>
            <a:off x="3001777" y="8225019"/>
            <a:ext cx="782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" name="Google Shape;132;p14"/>
          <p:cNvSpPr txBox="1"/>
          <p:nvPr/>
        </p:nvSpPr>
        <p:spPr>
          <a:xfrm>
            <a:off x="3172297" y="8203951"/>
            <a:ext cx="48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4469718" y="7104923"/>
            <a:ext cx="48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lengths with perimeter of polygons</a:t>
            </a:r>
            <a:endParaRPr/>
          </a:p>
        </p:txBody>
      </p:sp>
      <p:sp>
        <p:nvSpPr>
          <p:cNvPr id="135" name="Google Shape;135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36" name="Google Shape;136;p14" title="b"/>
          <p:cNvSpPr txBox="1"/>
          <p:nvPr/>
        </p:nvSpPr>
        <p:spPr>
          <a:xfrm>
            <a:off x="1103125" y="3880700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37" name="Google Shape;137;p14" title="b"/>
          <p:cNvSpPr txBox="1"/>
          <p:nvPr/>
        </p:nvSpPr>
        <p:spPr>
          <a:xfrm>
            <a:off x="6781200" y="3522150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38" name="Google Shape;138;p14" title="b"/>
          <p:cNvSpPr txBox="1"/>
          <p:nvPr/>
        </p:nvSpPr>
        <p:spPr>
          <a:xfrm>
            <a:off x="2224375" y="6766125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9" name="Google Shape;139;p14"/>
          <p:cNvCxnSpPr/>
          <p:nvPr/>
        </p:nvCxnSpPr>
        <p:spPr>
          <a:xfrm>
            <a:off x="4032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468000" y="969600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Problems in context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your own problem using the same measures but in a different context.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= 90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 = 45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Perimeter = 195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ddb498c4-d185-41ee-9006-a5fec1535bc5&quot; data-equatio-type=&quot;image&quot;&gt;&lt;mglyph src=&quot;https://equatio-api.texthelp.com/desmos/get/15-06-2023/eu-ddb498c4-d185-41ee-9006-a5fec1535bc5&quot; alt=&quot;Equatio Image&quot;/&gt;&lt;/math&gt;" id="145" name="Google Shape;145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997" y="1627900"/>
            <a:ext cx="1923052" cy="14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3903375" y="10062475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7" name="Google Shape;147;p15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missing lengths with perimeter of polygons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