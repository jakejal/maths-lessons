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5a53b7809_0_2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55a53b780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468000" y="864000"/>
            <a:ext cx="6624000" cy="23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0"/>
              <a:t>Calculating missing lengths with perimeter of polygons</a:t>
            </a:r>
            <a:endParaRPr sz="1520"/>
          </a:p>
        </p:txBody>
      </p:sp>
      <p:sp>
        <p:nvSpPr>
          <p:cNvPr id="130" name="Google Shape;13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175bc751-9650-4790-bb8a-f41862f23a82&quot; data-equatio-type=&quot;image&quot;&gt;&lt;mglyph src=&quot;https://equatio-api.texthelp.com/desmos/get/15-06-2023/eu-175bc751-9650-4790-bb8a-f41862f23a82&quot; alt=&quot;Equatio Image&quot;/&gt;&lt;/math&gt;" id="131" name="Google Shape;13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64" y="2251015"/>
            <a:ext cx="6187314" cy="20445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468000" y="1480825"/>
            <a:ext cx="66240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Calculating unknown lengths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lengths of the marked sides.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33" name="Google Shape;133;p14" title="b"/>
          <p:cNvSpPr txBox="1"/>
          <p:nvPr/>
        </p:nvSpPr>
        <p:spPr>
          <a:xfrm>
            <a:off x="468000" y="4295600"/>
            <a:ext cx="823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Perimeter = 10 units                                                                         Perimeter = 25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" name="Google Shape;134;p14"/>
          <p:cNvCxnSpPr/>
          <p:nvPr/>
        </p:nvCxnSpPr>
        <p:spPr>
          <a:xfrm flipH="1" rot="10800000">
            <a:off x="468000" y="3880417"/>
            <a:ext cx="1350600" cy="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>
            <a:off x="5767171" y="2128925"/>
            <a:ext cx="880500" cy="81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 rot="10800000">
            <a:off x="6754838" y="3192773"/>
            <a:ext cx="0" cy="88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descr="&lt;math xmlns=&quot;http://www.w3.org/1998/Math/MathML&quot; display=&quot;block&quot; data-is-equatio=&quot;1&quot; data-latex=&quot;b&quot;&gt;&lt;mi&gt;b&lt;/mi&gt;&lt;/math&gt;" id="137" name="Google Shape;137;p14" title="b"/>
          <p:cNvSpPr txBox="1"/>
          <p:nvPr/>
        </p:nvSpPr>
        <p:spPr>
          <a:xfrm>
            <a:off x="6063066" y="2150320"/>
            <a:ext cx="102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11a1f048-ff8f-403c-ba23-2e24e20c3014&quot; data-equatio-type=&quot;image&quot;&gt;&lt;mglyph src=&quot;https://equatio-api.texthelp.com/desmos/get/15-06-2023/eu-11a1f048-ff8f-403c-ba23-2e24e20c3014&quot; alt=&quot;Equatio Image&quot;/&gt;&lt;/math&gt;" id="138" name="Google Shape;138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924" y="6321075"/>
            <a:ext cx="3831840" cy="188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468000" y="8246086"/>
            <a:ext cx="52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Perimeter = 74 m 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" name="Google Shape;140;p14"/>
          <p:cNvCxnSpPr/>
          <p:nvPr/>
        </p:nvCxnSpPr>
        <p:spPr>
          <a:xfrm flipH="1" rot="10800000">
            <a:off x="4068079" y="6473303"/>
            <a:ext cx="762900" cy="150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" name="Google Shape;141;p14"/>
          <p:cNvCxnSpPr/>
          <p:nvPr/>
        </p:nvCxnSpPr>
        <p:spPr>
          <a:xfrm flipH="1" rot="10800000">
            <a:off x="2116882" y="6627357"/>
            <a:ext cx="323400" cy="636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>
            <a:off x="3001777" y="8225019"/>
            <a:ext cx="782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" name="Google Shape;143;p14"/>
          <p:cNvSpPr txBox="1"/>
          <p:nvPr/>
        </p:nvSpPr>
        <p:spPr>
          <a:xfrm>
            <a:off x="3172297" y="8203951"/>
            <a:ext cx="48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4469718" y="7104923"/>
            <a:ext cx="48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45" name="Google Shape;145;p14" title="b"/>
          <p:cNvSpPr txBox="1"/>
          <p:nvPr/>
        </p:nvSpPr>
        <p:spPr>
          <a:xfrm>
            <a:off x="1103125" y="3880700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46" name="Google Shape;146;p14" title="b"/>
          <p:cNvSpPr txBox="1"/>
          <p:nvPr/>
        </p:nvSpPr>
        <p:spPr>
          <a:xfrm>
            <a:off x="6781200" y="3522150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47" name="Google Shape;147;p14" title="b"/>
          <p:cNvSpPr txBox="1"/>
          <p:nvPr/>
        </p:nvSpPr>
        <p:spPr>
          <a:xfrm>
            <a:off x="2224375" y="6766125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48" name="Google Shape;148;p14" title="b"/>
          <p:cNvSpPr txBox="1"/>
          <p:nvPr/>
        </p:nvSpPr>
        <p:spPr>
          <a:xfrm>
            <a:off x="468000" y="4649600"/>
            <a:ext cx="27405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4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2.5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length of the marked side is 2.5 units.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a+a+a+a=10\\&amp;#13;&amp;#10;\ \ \ \ \ \ \ \ \ \ \ \ \ \ \ \ \ 4a=10\\&amp;#13;&amp;#10;\ \ \ \ \ \ \ \ \ \ \ \ \ \ \ \ \ \ \ a=\frac{10}{4}\\&amp;#13;&amp;#10;\ \ \ \ \ \ \ \ \ \ \ \ \ \ \ \ \ \ \ a=2.5\end{array}&quot;&gt;&lt;mtable columnalign=&quot;left&quot; columnspacing=&quot;1em&quot; rowspacing=&quot;4pt&quot;&gt;&lt;mtr&gt;&lt;mtd&gt;&lt;mi&gt;a&lt;/mi&gt;&lt;mo&gt;+&lt;/mo&gt;&lt;mi&gt;a&lt;/mi&gt;&lt;mo&gt;+&lt;/mo&gt;&lt;mi&gt;a&lt;/mi&gt;&lt;mo&gt;+&lt;/mo&gt;&lt;mi&gt;a&lt;/mi&gt;&lt;mo&gt;=&lt;/mo&gt;&lt;mn&gt;10&lt;/mn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i&gt;a&lt;/mi&gt;&lt;mo&gt;=&lt;/mo&gt;&lt;mn&gt;10&lt;/mn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a&lt;/mi&gt;&lt;mo&gt;=&lt;/mo&gt;&lt;mfrac&gt;&lt;mn&gt;10&lt;/mn&gt;&lt;mn&gt;4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a&lt;/mi&gt;&lt;mo&gt;=&lt;/mo&gt;&lt;mn&gt;2.5&lt;/mn&gt;&lt;/mtd&gt;&lt;/mtr&gt;&lt;/mtable&gt;&lt;/math&gt;" id="149" name="Google Shape;149;p14" title="4 lines Line 1: a plus a plus a plus a equals 10 Line 2: 4 a equals 10 Line 3: a equals ten fourths Line 4: a equals 2.5"/>
          <p:cNvPicPr preferRelativeResize="0"/>
          <p:nvPr/>
        </p:nvPicPr>
        <p:blipFill rotWithShape="1">
          <a:blip r:embed="rId5">
            <a:alphaModFix/>
          </a:blip>
          <a:srcRect b="19602" l="82868" r="0" t="45921"/>
          <a:stretch/>
        </p:blipFill>
        <p:spPr>
          <a:xfrm>
            <a:off x="1401271" y="4952569"/>
            <a:ext cx="232500" cy="321816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b&quot;&gt;&lt;mi&gt;b&lt;/mi&gt;&lt;/math&gt;" id="150" name="Google Shape;150;p14" title="b"/>
          <p:cNvSpPr txBox="1"/>
          <p:nvPr/>
        </p:nvSpPr>
        <p:spPr>
          <a:xfrm>
            <a:off x="4270825" y="4649600"/>
            <a:ext cx="28212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7 + 7 + 7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21 + 2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  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4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length of the marked side is 2 units.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151" name="Google Shape;151;p14" title="b"/>
          <p:cNvSpPr txBox="1"/>
          <p:nvPr/>
        </p:nvSpPr>
        <p:spPr>
          <a:xfrm>
            <a:off x="4270825" y="7818375"/>
            <a:ext cx="28212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 × 4 + 2 × 9 + 6 ×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74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20 + 18 + 6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74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38 + 6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74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36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length of the marked side is 6 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2" name="Google Shape;152;p14"/>
          <p:cNvCxnSpPr/>
          <p:nvPr/>
        </p:nvCxnSpPr>
        <p:spPr>
          <a:xfrm>
            <a:off x="4032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/>
        </p:nvSpPr>
        <p:spPr>
          <a:xfrm>
            <a:off x="468000" y="36516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will vary here but should all involve a perimeter of 270 m, a total known length of 195 m and an unknown length which equates to 75 m.</a:t>
            </a:r>
            <a:endParaRPr sz="1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3903375" y="1009107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9" name="Google Shape;159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lengths with perimeter of polygons</a:t>
            </a:r>
            <a:endParaRPr/>
          </a:p>
        </p:txBody>
      </p:sp>
      <p:sp>
        <p:nvSpPr>
          <p:cNvPr id="160" name="Google Shape;160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68000" y="96960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Problems in context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own problem using the same measures but in a different context.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= 90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 = 45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Perimeter = 195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ddb498c4-d185-41ee-9006-a5fec1535bc5&quot; data-equatio-type=&quot;image&quot;&gt;&lt;mglyph src=&quot;https://equatio-api.texthelp.com/desmos/get/15-06-2023/eu-ddb498c4-d185-41ee-9006-a5fec1535bc5&quot; alt=&quot;Equatio Image&quot;/&gt;&lt;/math&gt;" id="163" name="Google Shape;163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997" y="1627900"/>
            <a:ext cx="1923052" cy="14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