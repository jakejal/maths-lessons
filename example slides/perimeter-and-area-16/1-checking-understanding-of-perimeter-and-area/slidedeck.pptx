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845" r:id="rId3"/>
    <p:sldMasterId id="2147483846" r:id="rId4"/>
    <p:sldMasterId id="214748384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24ed369e93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5" name="Google Shape;2375;g24ed369e93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g27e6aa5924b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1" name="Google Shape;2381;g27e6aa5924b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g1e31228a0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6" name="Google Shape;2386;g1e31228a0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4ed369e93a_2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4ed369e93a_2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g31bfa9072fb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0" name="Google Shape;2400;g31bfa9072fb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g31bfa9072fb_0_2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0" name="Google Shape;2410;g31bfa9072fb_0_2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g31bfa9072fb_0_3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6" name="Google Shape;2416;g31bfa9072fb_0_3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g31bfa9072fb_0_3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7" name="Google Shape;2427;g31bfa9072fb_0_3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g31bfa9072fb_0_3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8" name="Google Shape;2438;g31bfa9072fb_0_3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g31bfa9072fb_0_4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7" name="Google Shape;2447;g31bfa9072fb_0_4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g31bfa9072fb_0_4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9" name="Google Shape;2459;g31bfa9072fb_0_4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6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g31bfa9072fb_0_4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8" name="Google Shape;2468;g31bfa9072fb_0_4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g31bfa9072fb_0_4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8" name="Google Shape;2478;g31bfa9072fb_0_4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g31bfa9072fb_0_4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7" name="Google Shape;2487;g31bfa9072fb_0_4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5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g31bfa9072fb_0_4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7" name="Google Shape;2497;g31bfa9072fb_0_4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g31bfa9072fb_0_8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4" name="Google Shape;2514;g31bfa9072fb_0_8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g31bfa9072fb_0_5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1" name="Google Shape;2531;g31bfa9072fb_0_5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g31bfa9072fb_0_1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0" name="Google Shape;2540;g31bfa9072fb_0_1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g31bfa9072fb_0_6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0" name="Google Shape;2550;g31bfa9072fb_0_6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4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g31bfa9072fb_0_7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6" name="Google Shape;2556;g31bfa9072fb_0_7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g31bfa9072fb_0_7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2" name="Google Shape;2562;g31bfa9072fb_0_7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6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g31bfa9072fb_0_7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8" name="Google Shape;2568;g31bfa9072fb_0_7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g31bfa9072fb_0_8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3" name="Google Shape;2583;g31bfa9072fb_0_8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g31bfa9072fb_0_8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1" name="Google Shape;2591;g31bfa9072fb_0_8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9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g31bfa9072fb_0_9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1" name="Google Shape;2601;g31bfa9072fb_0_9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g31bfa9072fb_0_9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1" name="Google Shape;2611;g31bfa9072fb_0_9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5" name="Shape 2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" name="Google Shape;2626;g31bfa9072fb_0_9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7" name="Google Shape;2627;g31bfa9072fb_0_9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Google Shape;2642;g31bfa9072fb_0_1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3" name="Google Shape;2643;g31bfa9072fb_0_1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g31bfa9072fb_0_9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3" name="Google Shape;2653;g31bfa9072fb_0_9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2" name="Shape 2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3" name="Google Shape;2673;g31bfa9072fb_0_10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4" name="Google Shape;2674;g31bfa9072fb_0_10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g31bfa9072fb_0_10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7" name="Google Shape;2697;g31bfa9072fb_0_10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1" name="Shape 2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2" name="Google Shape;2722;g31bfa9072fb_0_10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3" name="Google Shape;2723;g31bfa9072fb_0_10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6" name="Shape 2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7" name="Google Shape;2737;g31bfa9072fb_0_1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8" name="Google Shape;2738;g31bfa9072fb_0_1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2" name="Shape 2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3" name="Google Shape;2743;g31bfa9072fb_0_11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4" name="Google Shape;2744;g31bfa9072fb_0_11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g31bfa9072fb_0_12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2" name="Google Shape;2752;g31bfa9072fb_0_12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0" name="Shape 2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" name="Google Shape;2771;g31bfa9072fb_0_13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2" name="Google Shape;2772;g31bfa9072fb_0_13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2" name="Google Shape;2792;g31bfa9072fb_0_1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3" name="Google Shape;2793;g31bfa9072fb_0_1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1" name="Shape 2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g31bfa9072fb_0_13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3" name="Google Shape;2803;g31bfa9072fb_0_13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g31bfa9072fb_0_14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9" name="Google Shape;2809;g31bfa9072fb_0_14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3" name="Shape 2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4" name="Google Shape;2824;g31bfa9072fb_0_14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5" name="Google Shape;2825;g31bfa9072fb_0_14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42;g31bfa9072fb_0_15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3" name="Google Shape;2843;g31bfa9072fb_0_15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0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1bfa9072fb_0_15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1bfa9072fb_0_15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0" name="Shape 2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1" name="Google Shape;2891;g31bfa9072fb_0_16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2" name="Google Shape;2892;g31bfa9072fb_0_16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2" name="Shape 2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3" name="Google Shape;2903;g31bfa9072fb_0_16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4" name="Google Shape;2904;g31bfa9072fb_0_16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6" name="Shape 2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7" name="Google Shape;2917;g31bfa9072fb_0_16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8" name="Google Shape;2918;g31bfa9072fb_0_16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2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1bfa9072fb_0_17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1bfa9072fb_0_17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16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16.png"/><Relationship Id="rId4" Type="http://schemas.openxmlformats.org/officeDocument/2006/relationships/image" Target="../media/image28.png"/><Relationship Id="rId10" Type="http://schemas.openxmlformats.org/officeDocument/2006/relationships/image" Target="../media/image30.png"/><Relationship Id="rId9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16.png"/><Relationship Id="rId4" Type="http://schemas.openxmlformats.org/officeDocument/2006/relationships/image" Target="../media/image34.pn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2" Type="http://schemas.openxmlformats.org/officeDocument/2006/relationships/image" Target="../media/image40.png"/><Relationship Id="rId9" Type="http://schemas.openxmlformats.org/officeDocument/2006/relationships/image" Target="../media/image35.png"/><Relationship Id="rId5" Type="http://schemas.openxmlformats.org/officeDocument/2006/relationships/image" Target="../media/image28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4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4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4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4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5.png"/><Relationship Id="rId4" Type="http://schemas.openxmlformats.org/officeDocument/2006/relationships/image" Target="../media/image64.png"/><Relationship Id="rId5" Type="http://schemas.openxmlformats.org/officeDocument/2006/relationships/image" Target="../media/image4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7.png"/><Relationship Id="rId4" Type="http://schemas.openxmlformats.org/officeDocument/2006/relationships/image" Target="../media/image4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60.png"/><Relationship Id="rId4" Type="http://schemas.openxmlformats.org/officeDocument/2006/relationships/image" Target="../media/image4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4.png"/><Relationship Id="rId4" Type="http://schemas.openxmlformats.org/officeDocument/2006/relationships/image" Target="../media/image4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7.png"/><Relationship Id="rId4" Type="http://schemas.openxmlformats.org/officeDocument/2006/relationships/image" Target="../media/image4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60.png"/><Relationship Id="rId4" Type="http://schemas.openxmlformats.org/officeDocument/2006/relationships/image" Target="../media/image4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4.png"/><Relationship Id="rId4" Type="http://schemas.openxmlformats.org/officeDocument/2006/relationships/image" Target="../media/image4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9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9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9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9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9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9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Relationship Id="rId4" Type="http://schemas.openxmlformats.org/officeDocument/2006/relationships/image" Target="../media/image8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0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6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1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2.png"/><Relationship Id="rId3" Type="http://schemas.openxmlformats.org/officeDocument/2006/relationships/image" Target="../media/image114.png"/><Relationship Id="rId4" Type="http://schemas.openxmlformats.org/officeDocument/2006/relationships/image" Target="../media/image113.png"/><Relationship Id="rId5" Type="http://schemas.openxmlformats.org/officeDocument/2006/relationships/image" Target="../media/image115.png"/><Relationship Id="rId6" Type="http://schemas.openxmlformats.org/officeDocument/2006/relationships/image" Target="../media/image117.png"/><Relationship Id="rId7" Type="http://schemas.openxmlformats.org/officeDocument/2006/relationships/image" Target="../media/image119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16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16.png"/><Relationship Id="rId4" Type="http://schemas.openxmlformats.org/officeDocument/2006/relationships/image" Target="../media/image16.png"/><Relationship Id="rId9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16.png"/><Relationship Id="rId4" Type="http://schemas.openxmlformats.org/officeDocument/2006/relationships/image" Target="../media/image28.png"/><Relationship Id="rId11" Type="http://schemas.openxmlformats.org/officeDocument/2006/relationships/image" Target="../media/image13.png"/><Relationship Id="rId10" Type="http://schemas.openxmlformats.org/officeDocument/2006/relationships/image" Target="../media/image30.png"/><Relationship Id="rId9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133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133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3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3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133.png"/><Relationship Id="rId4" Type="http://schemas.openxmlformats.org/officeDocument/2006/relationships/image" Target="../media/image45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133.png"/><Relationship Id="rId4" Type="http://schemas.openxmlformats.org/officeDocument/2006/relationships/image" Target="../media/image45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3.png"/><Relationship Id="rId4" Type="http://schemas.openxmlformats.org/officeDocument/2006/relationships/image" Target="../media/image45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3.png"/><Relationship Id="rId4" Type="http://schemas.openxmlformats.org/officeDocument/2006/relationships/image" Target="../media/image45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9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Relationship Id="rId5" Type="http://schemas.openxmlformats.org/officeDocument/2006/relationships/image" Target="../media/image138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94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94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94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94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95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48.png"/><Relationship Id="rId5" Type="http://schemas.openxmlformats.org/officeDocument/2006/relationships/image" Target="../media/image8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59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56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55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54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57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Relationship Id="rId4" Type="http://schemas.openxmlformats.org/officeDocument/2006/relationships/image" Target="../media/image8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58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07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64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11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67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67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68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6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71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7.png"/><Relationship Id="rId3" Type="http://schemas.openxmlformats.org/officeDocument/2006/relationships/image" Target="../media/image175.png"/><Relationship Id="rId4" Type="http://schemas.openxmlformats.org/officeDocument/2006/relationships/image" Target="../media/image176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16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3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116.png"/><Relationship Id="rId4" Type="http://schemas.openxmlformats.org/officeDocument/2006/relationships/image" Target="../media/image16.png"/><Relationship Id="rId9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116.png"/><Relationship Id="rId4" Type="http://schemas.openxmlformats.org/officeDocument/2006/relationships/image" Target="../media/image28.png"/><Relationship Id="rId11" Type="http://schemas.openxmlformats.org/officeDocument/2006/relationships/image" Target="../media/image13.png"/><Relationship Id="rId10" Type="http://schemas.openxmlformats.org/officeDocument/2006/relationships/image" Target="../media/image30.png"/><Relationship Id="rId9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133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133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3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3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133.png"/><Relationship Id="rId4" Type="http://schemas.openxmlformats.org/officeDocument/2006/relationships/image" Target="../media/image45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133.png"/><Relationship Id="rId4" Type="http://schemas.openxmlformats.org/officeDocument/2006/relationships/image" Target="../media/image45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3.png"/><Relationship Id="rId4" Type="http://schemas.openxmlformats.org/officeDocument/2006/relationships/image" Target="../media/image45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3.png"/><Relationship Id="rId4" Type="http://schemas.openxmlformats.org/officeDocument/2006/relationships/image" Target="../media/image45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9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4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94.pn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94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94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95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9"/>
          <p:cNvCxnSpPr>
            <a:endCxn id="151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216650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75325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193472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16176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09513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1833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22287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18802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0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" name="Google Shape;16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20436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227081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0490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type="title"/>
          </p:nvPr>
        </p:nvSpPr>
        <p:spPr>
          <a:xfrm>
            <a:off x="1340800" y="1227075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2" type="title"/>
          </p:nvPr>
        </p:nvSpPr>
        <p:spPr>
          <a:xfrm>
            <a:off x="1340800" y="2209525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3" type="title"/>
          </p:nvPr>
        </p:nvSpPr>
        <p:spPr>
          <a:xfrm>
            <a:off x="1340800" y="3240000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4" type="title"/>
          </p:nvPr>
        </p:nvSpPr>
        <p:spPr>
          <a:xfrm>
            <a:off x="1340800" y="4193475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4191478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5 Lesson outline (5)">
  <p:cSld name="CUSTOM_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1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1"/>
          <p:cNvSpPr/>
          <p:nvPr/>
        </p:nvSpPr>
        <p:spPr>
          <a:xfrm>
            <a:off x="392632" y="3396707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232725" y="409920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367858" y="267436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401275" y="1992182"/>
            <a:ext cx="533100" cy="495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435425" y="420415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2">
            <a:alphaModFix/>
          </a:blip>
          <a:srcRect b="4396" l="0" r="0" t="4387"/>
          <a:stretch/>
        </p:blipFill>
        <p:spPr>
          <a:xfrm>
            <a:off x="866388" y="1942474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405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083338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043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5">
            <a:alphaModFix/>
          </a:blip>
          <a:srcRect b="4396" l="0" r="0" t="4387"/>
          <a:stretch/>
        </p:blipFill>
        <p:spPr>
          <a:xfrm>
            <a:off x="863550" y="3383331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335114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6388" y="123806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200366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7">
            <a:alphaModFix/>
          </a:blip>
          <a:srcRect b="3721" l="0" r="0" t="3711"/>
          <a:stretch/>
        </p:blipFill>
        <p:spPr>
          <a:xfrm>
            <a:off x="866388" y="266069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912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8">
            <a:alphaModFix/>
          </a:blip>
          <a:srcRect b="0" l="758" r="748" t="0"/>
          <a:stretch/>
        </p:blipFill>
        <p:spPr>
          <a:xfrm>
            <a:off x="363341" y="337393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 rotWithShape="1">
          <a:blip r:embed="rId9">
            <a:alphaModFix/>
          </a:blip>
          <a:srcRect b="0" l="777" r="777" t="0"/>
          <a:stretch/>
        </p:blipFill>
        <p:spPr>
          <a:xfrm>
            <a:off x="363470" y="1235529"/>
            <a:ext cx="563185" cy="572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 rotWithShape="1">
          <a:blip r:embed="rId10">
            <a:alphaModFix/>
          </a:blip>
          <a:srcRect b="0" l="1559" r="1559" t="0"/>
          <a:stretch/>
        </p:blipFill>
        <p:spPr>
          <a:xfrm>
            <a:off x="363329" y="4090770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327200" y="1329825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327200" y="2041819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327200" y="2753813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327200" y="4177800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21"/>
          <p:cNvSpPr txBox="1"/>
          <p:nvPr>
            <p:ph idx="6" type="title"/>
          </p:nvPr>
        </p:nvSpPr>
        <p:spPr>
          <a:xfrm>
            <a:off x="1327200" y="3465806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 rotWithShape="1">
          <a:blip r:embed="rId11">
            <a:alphaModFix/>
          </a:blip>
          <a:srcRect b="0" l="758" r="748" t="0"/>
          <a:stretch/>
        </p:blipFill>
        <p:spPr>
          <a:xfrm>
            <a:off x="363340" y="194307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5982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 rotWithShape="1">
          <a:blip r:embed="rId12">
            <a:alphaModFix/>
          </a:blip>
          <a:srcRect b="0" l="758" r="748" t="0"/>
          <a:stretch/>
        </p:blipFill>
        <p:spPr>
          <a:xfrm>
            <a:off x="363479" y="2648651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6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/>
          <p:nvPr/>
        </p:nvSpPr>
        <p:spPr>
          <a:xfrm>
            <a:off x="0" y="1"/>
            <a:ext cx="9144178" cy="5402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5 Explanation blank - orange">
  <p:cSld name="TITLE_AND_TWO_COLUMNS_1_1_6_2_1_3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40" name="Google Shape;24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8" name="Google Shape;258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" name="Google Shape;259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0" name="Google Shape;2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3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5 I do We do - orange">
  <p:cSld name="TITLE_AND_TWO_COLUMNS_1_1_9_2_2_1_2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F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" name="Google Shape;285;p3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6" name="Google Shape;286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7" name="Google Shape;2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3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8" name="Google Shape;298;p3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299" name="Google Shape;2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" name="Google Shape;3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5" name="Google Shape;30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7" name="Google Shape;317;p3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19" name="Google Shape;319;p3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0" name="Google Shape;32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2" name="Google Shape;3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6" name="Google Shape;32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8" name="Google Shape;32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4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9" name="Google Shape;339;p3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40" name="Google Shape;340;p34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41" name="Google Shape;3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" name="Google Shape;3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5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61" name="Google Shape;361;p35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2" name="Google Shape;36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4" name="Google Shape;3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6" name="Google Shape;36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5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8" name="Google Shape;36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0" name="Google Shape;37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5 CfU true/false justify - orange">
  <p:cSld name="TITLE_AND_TWO_COLUMNS_1_1_9_1_3_1_1_2">
    <p:bg>
      <p:bgPr>
        <a:solidFill>
          <a:srgbClr val="FFEFE4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6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0" name="Google Shape;380;p36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1" name="Google Shape;381;p3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82" name="Google Shape;382;p36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83" name="Google Shape;3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7" name="Google Shape;3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9" name="Google Shape;3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6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1" name="Google Shape;3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8" name="Google Shape;398;p3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9" name="Google Shape;399;p3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0" name="Google Shape;400;p3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01" name="Google Shape;40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3" name="Google Shape;4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5" name="Google Shape;4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7" name="Google Shape;40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3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5" name="Google Shape;415;p38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17" name="Google Shape;4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8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9" name="Google Shape;4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1" name="Google Shape;4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8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3" name="Google Shape;4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38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0" name="Google Shape;430;p39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39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39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33" name="Google Shape;4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9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5" name="Google Shape;43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9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9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9" name="Google Shape;43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39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6" name="Google Shape;446;p40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0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8" name="Google Shape;448;p40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49" name="Google Shape;4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0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1" name="Google Shape;45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0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3" name="Google Shape;4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0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0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5 CfU 3 options - orange">
  <p:cSld name="TITLE_AND_TWO_COLUMNS_1_1_7_1_1_2">
    <p:bg>
      <p:bgPr>
        <a:solidFill>
          <a:srgbClr val="FFEFE4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2" name="Google Shape;462;p41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41"/>
          <p:cNvSpPr txBox="1"/>
          <p:nvPr>
            <p:ph idx="2" type="subTitle"/>
          </p:nvPr>
        </p:nvSpPr>
        <p:spPr>
          <a:xfrm>
            <a:off x="809450" y="2907014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41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65" name="Google Shape;46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7" name="Google Shape;4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1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1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1" name="Google Shape;47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1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8" name="Google Shape;478;p4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9" name="Google Shape;479;p42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0" name="Google Shape;480;p42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1" name="Google Shape;481;p42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2" name="Google Shape;482;p42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83" name="Google Shape;48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4" name="Google Shape;484;p42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5" name="Google Shape;485;p42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86" name="Google Shape;486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42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8" name="Google Shape;488;p42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89" name="Google Shape;489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42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1" name="Google Shape;491;p42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92" name="Google Shape;492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" name="Google Shape;493;p42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94" name="Google Shape;49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42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4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2" name="Google Shape;502;p43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3" name="Google Shape;503;p43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5" name="Google Shape;505;p43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06" name="Google Shape;506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43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8" name="Google Shape;508;p43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09" name="Google Shape;509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0" name="Google Shape;510;p43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1" name="Google Shape;511;p43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12" name="Google Shape;512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43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4" name="Google Shape;514;p43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15" name="Google Shape;515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43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17" name="Google Shape;51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43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4" name="Google Shape;524;p4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5" name="Google Shape;525;p44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6" name="Google Shape;526;p44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7" name="Google Shape;527;p44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28" name="Google Shape;528;p44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29" name="Google Shape;52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p44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1" name="Google Shape;531;p44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32" name="Google Shape;532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3" name="Google Shape;533;p44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4" name="Google Shape;534;p44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35" name="Google Shape;535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" name="Google Shape;536;p44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7" name="Google Shape;537;p44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38" name="Google Shape;538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44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40" name="Google Shape;54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44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4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8" name="Google Shape;548;p45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5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5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1" name="Google Shape;551;p45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52" name="Google Shape;552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45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4" name="Google Shape;554;p45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55" name="Google Shape;555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5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5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58" name="Google Shape;558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5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5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61" name="Google Shape;561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5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63" name="Google Shape;56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45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5 CfU 4 options - orange">
  <p:cSld name="TITLE_AND_TWO_COLUMNS_1_1_8_1_1_2">
    <p:bg>
      <p:bgPr>
        <a:solidFill>
          <a:srgbClr val="FFEFE4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8" name="Google Shape;56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1" name="Google Shape;571;p46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6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6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4" name="Google Shape;574;p46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75" name="Google Shape;575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6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6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78" name="Google Shape;578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6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6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81" name="Google Shape;58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6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6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84" name="Google Shape;584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6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86" name="Google Shape;58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6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93" name="Google Shape;59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0" name="Google Shape;60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2" name="Google Shape;602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7" name="Google Shape;60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5 CfU blank - orange">
  <p:cSld name="TITLE_AND_TWO_COLUMNS_1_1_6_2_3_2">
    <p:bg>
      <p:bgPr>
        <a:solidFill>
          <a:srgbClr val="FFEFE4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1" name="Google Shape;62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28" name="Google Shape;628;p5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5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30" name="Google Shape;630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31" name="Google Shape;63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7" name="Google Shape;637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5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0" name="Google Shape;640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41" name="Google Shape;64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6" name="Google Shape;646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5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5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9" name="Google Shape;64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0" name="Google Shape;65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5" name="Google Shape;655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5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58" name="Google Shape;658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9" name="Google Shape;65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Practice - orange">
  <p:cSld name="TITLE_AND_TWO_COLUMNS_1_1_5_1_3_1_1_1_2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2" name="Google Shape;662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67" name="Google Shape;66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8" name="Google Shape;66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3" name="Google Shape;673;p5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75" name="Google Shape;67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6" name="Google Shape;67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2" name="Google Shape;682;p5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5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84" name="Google Shape;684;p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5" name="Google Shape;68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6" name="Google Shape;68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1" name="Google Shape;691;p5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5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93" name="Google Shape;693;p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6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6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6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02" name="Google Shape;702;p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5 Feedback - orange">
  <p:cSld name="TITLE_AND_TWO_COLUMNS_1_1_5_1_3_1_1_1_2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6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6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11" name="Google Shape;711;p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2" name="Google Shape;712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3" name="Google Shape;71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6" name="Google Shape;716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2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62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9" name="Google Shape;719;p6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4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6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64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64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8" name="Google Shape;728;p64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64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64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9" name="Google Shape;739;p66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0" name="Google Shape;74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6" name="Google Shape;746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8" name="Google Shape;74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50" name="Google Shape;750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5" name="Google Shape;755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68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7" name="Google Shape;75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2" name="Google Shape;762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9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4" name="Google Shape;76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66" name="Google Shape;766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67" name="Google Shape;76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p69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9" name="Google Shape;769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70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77" name="Google Shape;777;p7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0" name="Google Shape;780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71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2" name="Google Shape;782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4" name="Google Shape;784;p7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5" name="Google Shape;785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7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2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5" name="Google Shape;79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0" name="Google Shape;800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2" name="Google Shape;80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04" name="Google Shape;804;p7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73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4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5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6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6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6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6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6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6" name="Google Shape;826;p76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27" name="Google Shape;827;p7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8" name="Google Shape;828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9" name="Google Shape;829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0" name="Google Shape;830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31" name="Google Shape;831;p76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5" name="Google Shape;835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9" name="Google Shape;839;p77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2" name="Google Shape;842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7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5" name="Google Shape;845;p78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6" name="Google Shape;846;p78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9" name="Google Shape;849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9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9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9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9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80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9" name="Google Shape;859;p80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80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80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5" name="Google Shape;865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81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81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81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81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81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4" name="Google Shape;874;p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8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8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8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8" name="Google Shape;878;p8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9" name="Google Shape;879;p8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8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83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83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3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6" name="Google Shape;886;p83"/>
          <p:cNvCxnSpPr>
            <a:endCxn id="88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88" name="Google Shape;888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3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0" name="Google Shape;890;p83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87" name="Google Shape;88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83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8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4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4"/>
          <p:cNvCxnSpPr>
            <a:endCxn id="90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2" name="Google Shape;902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4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4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6" name="Google Shape;906;p84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7" name="Google Shape;907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9" name="Google Shape;909;p84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8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8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5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5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1" name="Google Shape;921;p85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2" name="Google Shape;922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5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6" name="Google Shape;926;p85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7" name="Google Shape;927;p85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8" name="Google Shape;928;p85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9" name="Google Shape;929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1" name="Google Shape;931;p85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5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6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8" name="Google Shape;93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9" name="Google Shape;93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5" name="Google Shape;945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2" name="Google Shape;952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9" name="Google Shape;959;p8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1" name="Google Shape;961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4" name="Google Shape;964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7" name="Google Shape;96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8" name="Google Shape;968;p9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69" name="Google Shape;96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0" name="Google Shape;97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2" name="Google Shape;97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73" name="Google Shape;97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7" name="Google Shape;977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1" name="Google Shape;98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2" name="Google Shape;982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3" name="Google Shape;983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4" name="Google Shape;984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5" name="Google Shape;985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6" name="Google Shape;986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92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0" name="Google Shape;99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4" name="Google Shape;99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5" name="Google Shape;995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6" name="Google Shape;996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8" name="Google Shape;998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9" name="Google Shape;999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3" name="Google Shape;100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9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9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7" name="Google Shape;100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8" name="Google Shape;1008;p9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9" name="Google Shape;1009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9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9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2" name="Google Shape;1012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9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5" name="Google Shape;1015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94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3" name="Google Shape;1023;p9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4" name="Google Shape;1024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25" name="Google Shape;1025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8" name="Google Shape;1028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1" name="Google Shape;1031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32" name="Google Shape;1032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4" name="Google Shape;1034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35" name="Google Shape;1035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4" name="Google Shape;1044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45" name="Google Shape;1045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8" name="Google Shape;1048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9" name="Google Shape;1049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0" name="Google Shape;1050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1" name="Google Shape;105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56" name="Google Shape;1056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7" name="Google Shape;1067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8" name="Google Shape;106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1" name="Google Shape;1071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2" name="Google Shape;1072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73" name="Google Shape;1073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4" name="Google Shape;107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5" name="Google Shape;107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6" name="Google Shape;1076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7" name="Google Shape;107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8" name="Google Shape;107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9" name="Google Shape;107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9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9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9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0" name="Google Shape;1090;p9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1" name="Google Shape;1091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4" name="Google Shape;1094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5" name="Google Shape;1095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6" name="Google Shape;1096;p9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7" name="Google Shape;109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8" name="Google Shape;109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9" name="Google Shape;1099;p9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0" name="Google Shape;110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1" name="Google Shape;110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02" name="Google Shape;110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0" name="Google Shape;1110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3" name="Google Shape;1113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4" name="Google Shape;1114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5" name="Google Shape;1115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6" name="Google Shape;1116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17" name="Google Shape;111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8" name="Google Shape;111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9" name="Google Shape;1119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0" name="Google Shape;112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2" name="Google Shape;1122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23" name="Google Shape;1123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4" name="Google Shape;1124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2" name="Google Shape;1132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4" name="Google Shape;1134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5" name="Google Shape;1135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6" name="Google Shape;113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9" name="Google Shape;113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2" name="Google Shape;114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8" name="Google Shape;1148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4" name="Google Shape;1154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8" name="Google Shape;115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1" name="Google Shape;116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0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10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10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10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3" name="Google Shape;1173;p10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10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7" name="Google Shape;117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10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0" name="Google Shape;118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6" name="Google Shape;118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1" name="Google Shape;119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2" name="Google Shape;119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3" name="Google Shape;119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94" name="Google Shape;119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5" name="Google Shape;119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6" name="Google Shape;119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97" name="Google Shape;119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0" name="Google Shape;120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03" name="Google Shape;120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9" name="Google Shape;120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2" name="Google Shape;1212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3" name="Google Shape;1213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4" name="Google Shape;1214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5" name="Google Shape;1215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6" name="Google Shape;1216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7" name="Google Shape;121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0" name="Google Shape;122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23" name="Google Shape;122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6" name="Google Shape;122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" name="Google Shape;1229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32" name="Google Shape;123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5" name="Google Shape;1235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6" name="Google Shape;1236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7" name="Google Shape;1237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8" name="Google Shape;1238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9" name="Google Shape;1239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0" name="Google Shape;124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1" name="Google Shape;124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2" name="Google Shape;1242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43" name="Google Shape;124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24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5" name="Google Shape;1245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6" name="Google Shape;124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7" name="Google Shape;124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8" name="Google Shape;1248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9" name="Google Shape;124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2" name="Google Shape;1252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0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5" name="Google Shape;125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8" name="Google Shape;1258;p10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9" name="Google Shape;1259;p10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0" name="Google Shape;1260;p10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1" name="Google Shape;1261;p10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62" name="Google Shape;1262;p10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63" name="Google Shape;126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4" name="Google Shape;126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5" name="Google Shape;1265;p10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6" name="Google Shape;126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8" name="Google Shape;1268;p10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9" name="Google Shape;126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0" name="Google Shape;127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1" name="Google Shape;1271;p10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72" name="Google Shape;127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3" name="Google Shape;127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8" name="Google Shape;127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1" name="Google Shape;1281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2" name="Google Shape;1282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84" name="Google Shape;1284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1" name="Google Shape;1291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7" name="Google Shape;129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0" name="Google Shape;1300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3" name="Google Shape;1303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6" name="Google Shape;1316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2" name="Google Shape;1322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5" name="Google Shape;1335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0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1" name="Google Shape;1341;p10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8" name="Google Shape;1348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54" name="Google Shape;1354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8" name="Google Shape;1358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1" name="Google Shape;1361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5" name="Google Shape;1365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8" name="Google Shape;1368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5" name="Google Shape;137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9" name="Google Shape;1379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2" name="Google Shape;1382;p114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84" name="Google Shape;1384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0" name="Google Shape;139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15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3" name="Google Shape;1393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6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1" name="Google Shape;1401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7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8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9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4" name="Google Shape;1424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5" name="Google Shape;1425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20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2" name="Google Shape;1432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3" name="Google Shape;1433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2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21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2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22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4" name="Google Shape;1444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2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123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0" name="Google Shape;1450;p12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2" name="Google Shape;1452;p123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23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24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5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25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125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25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5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25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5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5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5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8" name="Google Shape;1468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26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27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477;p12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2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9" name="Google Shape;1479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482" name="Google Shape;1482;p12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83" name="Google Shape;1483;p1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4" name="Google Shape;1484;p12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85" name="Google Shape;1485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6" name="Google Shape;1486;p1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488;p13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1" name="Google Shape;1491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2" name="Google Shape;1492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13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3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496;p13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13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8" name="Google Shape;1498;p13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9" name="Google Shape;1499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13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13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504;p13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5" name="Google Shape;1505;p13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6" name="Google Shape;1506;p13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07" name="Google Shape;1507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8" name="Google Shape;1508;p13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09" name="Google Shape;1509;p1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0" name="Google Shape;1510;p13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11" name="Google Shape;1511;p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13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3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" name="Google Shape;1515;p13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13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7" name="Google Shape;1517;p13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8" name="Google Shape;1518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9" name="Google Shape;1519;p13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20" name="Google Shape;1520;p1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1" name="Google Shape;1521;p13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2" name="Google Shape;1522;p13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3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24" name="Google Shape;1524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Google Shape;1526;p13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13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8" name="Google Shape;1528;p134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9" name="Google Shape;1529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0" name="Google Shape;1530;p13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31" name="Google Shape;1531;p1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2" name="Google Shape;1532;p13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3" name="Google Shape;1533;p13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3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35" name="Google Shape;1535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" name="Google Shape;1537;p13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13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9" name="Google Shape;1539;p135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0" name="Google Shape;1540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1" name="Google Shape;1541;p13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42" name="Google Shape;1542;p1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3" name="Google Shape;1543;p13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44" name="Google Shape;1544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13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13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8" name="Google Shape;1548;p13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13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13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51" name="Google Shape;1551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13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3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" name="Google Shape;1556;p13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3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8" name="Google Shape;1558;p13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9" name="Google Shape;1559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0" name="Google Shape;1560;p13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61" name="Google Shape;1561;p1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2" name="Google Shape;1562;p13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3" name="Google Shape;1563;p13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3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65" name="Google Shape;1565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7" name="Google Shape;1567;p13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13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0" name="Google Shape;1570;p13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1" name="Google Shape;1571;p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3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3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Google Shape;1575;p13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3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7" name="Google Shape;1577;p13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8" name="Google Shape;1578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9" name="Google Shape;1579;p13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80" name="Google Shape;1580;p1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1" name="Google Shape;1581;p13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2" name="Google Shape;1582;p13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3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84" name="Google Shape;1584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6" name="Google Shape;1586;p14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4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8" name="Google Shape;1588;p14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9" name="Google Shape;1589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0" name="Google Shape;1590;p14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91" name="Google Shape;1591;p1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2" name="Google Shape;1592;p140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93" name="Google Shape;1593;p1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4" name="Google Shape;1594;p14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4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" name="Google Shape;1597;p1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14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9" name="Google Shape;1599;p14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0" name="Google Shape;1600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141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p14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14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5" name="Google Shape;1605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14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7" name="Google Shape;1607;p14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8" name="Google Shape;1608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142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14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4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3" name="Google Shape;1613;p14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4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5" name="Google Shape;1615;p143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6" name="Google Shape;1616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7" name="Google Shape;1617;p14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18" name="Google Shape;1618;p1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9" name="Google Shape;1619;p14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20" name="Google Shape;1620;p14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4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22" name="Google Shape;1622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4" name="Google Shape;1624;p14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14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6" name="Google Shape;1626;p14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7" name="Google Shape;1627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8" name="Google Shape;1628;p14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9" name="Google Shape;1629;p1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0" name="Google Shape;1630;p144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31" name="Google Shape;1631;p14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2" name="Google Shape;1632;p14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4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5" name="Google Shape;1635;p14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14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37" name="Google Shape;1637;p145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8" name="Google Shape;1638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9" name="Google Shape;1639;p14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40" name="Google Shape;1640;p1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1" name="Google Shape;1641;p14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42" name="Google Shape;1642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14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4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6" name="Google Shape;1646;p14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14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8" name="Google Shape;1648;p146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9" name="Google Shape;1649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0" name="Google Shape;1650;p14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51" name="Google Shape;1651;p1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2" name="Google Shape;1652;p14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53" name="Google Shape;1653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14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14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7" name="Google Shape;1657;p14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14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9" name="Google Shape;1659;p147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0" name="Google Shape;1660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1" name="Google Shape;1661;p14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62" name="Google Shape;1662;p1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3" name="Google Shape;1663;p14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64" name="Google Shape;1664;p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14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4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4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9" name="Google Shape;1669;p14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0" name="Google Shape;1670;p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1" name="Google Shape;1671;p14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2" name="Google Shape;1672;p14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73" name="Google Shape;1673;p1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4" name="Google Shape;1674;p14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75" name="Google Shape;1675;p1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76" name="Google Shape;1676;p14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4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" name="Google Shape;1679;p14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14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1" name="Google Shape;1681;p14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2" name="Google Shape;1682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3" name="Google Shape;1683;p14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84" name="Google Shape;1684;p1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5" name="Google Shape;1685;p14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6" name="Google Shape;1686;p14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4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88" name="Google Shape;1688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0" name="Google Shape;1690;p1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150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50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51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51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151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51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51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51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0" name="Google Shape;1700;p151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151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151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151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51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151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6" name="Google Shape;1706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9" name="Google Shape;1709;p152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10" name="Google Shape;1710;p152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1" name="Google Shape;1711;p152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2" name="Google Shape;1712;p15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15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4" name="Google Shape;1714;p15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5" name="Google Shape;1715;p152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6" name="Google Shape;1716;p152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7" name="Google Shape;1717;p152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8" name="Google Shape;1718;p152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9" name="Google Shape;1719;p152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1" name="Google Shape;1721;p153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22" name="Google Shape;1722;p153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23" name="Google Shape;1723;p15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4" name="Google Shape;1724;p15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15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6" name="Google Shape;1726;p15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7" name="Google Shape;1727;p153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8" name="Google Shape;1728;p153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9" name="Google Shape;1729;p153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0" name="Google Shape;1730;p153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1" name="Google Shape;1731;p153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2" name="Google Shape;1732;p153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3" name="Google Shape;1733;p153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5" name="Google Shape;1735;p154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36" name="Google Shape;1736;p154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37" name="Google Shape;1737;p154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8" name="Google Shape;1738;p15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15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0" name="Google Shape;1740;p15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1" name="Google Shape;1741;p154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2" name="Google Shape;1742;p154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3" name="Google Shape;1743;p154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4" name="Google Shape;1744;p154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5" name="Google Shape;1745;p154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6" name="Google Shape;1746;p154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7" name="Google Shape;1747;p154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8" name="Google Shape;1748;p154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9" name="Google Shape;1749;p154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" name="Google Shape;1751;p15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52" name="Google Shape;1752;p15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53" name="Google Shape;1753;p15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4" name="Google Shape;1754;p15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15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6" name="Google Shape;1756;p15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7" name="Google Shape;1757;p155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8" name="Google Shape;1758;p155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9" name="Google Shape;1759;p155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" name="Google Shape;1761;p156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156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3" name="Google Shape;1763;p156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4" name="Google Shape;1764;p156"/>
          <p:cNvCxnSpPr>
            <a:endCxn id="176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6" name="Google Shape;1766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56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65" name="Google Shape;1765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8" name="Google Shape;1768;p156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769" name="Google Shape;1769;p156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70" name="Google Shape;1770;p156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1" name="Google Shape;1771;p15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56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773" name="Google Shape;1773;p156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15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6" name="Google Shape;1776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15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15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1" name="Google Shape;1781;p157"/>
          <p:cNvCxnSpPr>
            <a:endCxn id="178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82" name="Google Shape;1782;p1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3" name="Google Shape;1783;p1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4" name="Google Shape;1784;p1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5" name="Google Shape;1785;p157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786" name="Google Shape;1786;p157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87" name="Google Shape;1787;p157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8" name="Google Shape;1788;p15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57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790" name="Google Shape;1790;p157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1" name="Google Shape;1791;p157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2" name="Google Shape;1792;p157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4" name="Google Shape;1794;p15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5" name="Google Shape;1795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6" name="Google Shape;1796;p158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" name="Google Shape;1797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p15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158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2" name="Google Shape;1802;p158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03" name="Google Shape;1803;p1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" name="Google Shape;1804;p1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5" name="Google Shape;1805;p1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15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7" name="Google Shape;1807;p158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808" name="Google Shape;1808;p158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09" name="Google Shape;1809;p158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0" name="Google Shape;1810;p15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158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812" name="Google Shape;1812;p158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3" name="Google Shape;1813;p158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4" name="Google Shape;1814;p158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5" name="Google Shape;1815;p158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7" name="Google Shape;1817;p159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1818" name="Google Shape;1818;p15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9" name="Google Shape;1819;p159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0" name="Google Shape;1820;p1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821" name="Google Shape;1821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15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15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4" name="Google Shape;1824;p15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6" name="Google Shape;1826;p160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1827" name="Google Shape;1827;p160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8" name="Google Shape;1828;p160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9" name="Google Shape;1829;p16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0" name="Google Shape;1830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1" name="Google Shape;1831;p16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2" name="Google Shape;1832;p1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33" name="Google Shape;1833;p16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5" name="Google Shape;1835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1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16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8" name="Google Shape;1838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16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0" name="Google Shape;1840;p1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41" name="Google Shape;1841;p16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" name="Google Shape;1843;p1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1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16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6" name="Google Shape;1846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p16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8" name="Google Shape;1848;p1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49" name="Google Shape;1849;p16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6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2" name="Google Shape;1852;p1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163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5" name="Google Shape;1855;p16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56" name="Google Shape;1856;p16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57" name="Google Shape;1857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8" name="Google Shape;1858;p16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9" name="Google Shape;1859;p16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60" name="Google Shape;1860;p1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1" name="Google Shape;1861;p16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2" name="Google Shape;1862;p16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3" name="Google Shape;1863;p163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4" name="Google Shape;1864;p163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16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7" name="Google Shape;1867;p1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68" name="Google Shape;1868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164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70" name="Google Shape;1870;p16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71" name="Google Shape;1871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2" name="Google Shape;1872;p16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3" name="Google Shape;1873;p16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74" name="Google Shape;1874;p1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5" name="Google Shape;1875;p16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6" name="Google Shape;1876;p16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7" name="Google Shape;1877;p164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78" name="Google Shape;1878;p164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9" name="Google Shape;1879;p164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65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2" name="Google Shape;1882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1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65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85" name="Google Shape;1885;p16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86" name="Google Shape;1886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7" name="Google Shape;1887;p16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8" name="Google Shape;1888;p16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89" name="Google Shape;1889;p1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0" name="Google Shape;1890;p16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1" name="Google Shape;1891;p16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2" name="Google Shape;1892;p165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93" name="Google Shape;1893;p165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4" name="Google Shape;1894;p165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16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7" name="Google Shape;1897;p1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1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166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00" name="Google Shape;1900;p16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901" name="Google Shape;1901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2" name="Google Shape;1902;p16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3" name="Google Shape;1903;p16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904" name="Google Shape;1904;p1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5" name="Google Shape;1905;p16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06" name="Google Shape;1906;p16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7" name="Google Shape;1907;p166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8" name="Google Shape;1908;p166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9" name="Google Shape;1909;p166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1" name="Google Shape;1911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3" name="Google Shape;1913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167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67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167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8" name="Google Shape;1918;p167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9" name="Google Shape;1919;p16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20" name="Google Shape;1920;p167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67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2" name="Google Shape;1922;p1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6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5" name="Google Shape;1925;p167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7" name="Google Shape;1927;p1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28" name="Google Shape;1928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9" name="Google Shape;1929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1" name="Google Shape;1931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168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68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68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36" name="Google Shape;1936;p168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37" name="Google Shape;1937;p16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38" name="Google Shape;1938;p168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168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16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1" name="Google Shape;1941;p168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5" name="Google Shape;1945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6" name="Google Shape;1946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7" name="Google Shape;1947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16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6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6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2" name="Google Shape;1952;p169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3" name="Google Shape;1953;p16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54" name="Google Shape;1954;p16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6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6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7" name="Google Shape;1957;p169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1" name="Google Shape;1961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2" name="Google Shape;1962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3" name="Google Shape;1963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17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6" name="Google Shape;1966;p17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7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68" name="Google Shape;1968;p17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69" name="Google Shape;1969;p17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70" name="Google Shape;1970;p17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17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7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3" name="Google Shape;1973;p170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5" name="Google Shape;1975;p1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p17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171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78" name="Google Shape;1978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7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1" name="Google Shape;1981;p171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2" name="Google Shape;1982;p171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83" name="Google Shape;1983;p17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984" name="Google Shape;1984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5" name="Google Shape;1985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6" name="Google Shape;1986;p17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987" name="Google Shape;1987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8" name="Google Shape;1988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9" name="Google Shape;1989;p17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990" name="Google Shape;1990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1" name="Google Shape;1991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2" name="Google Shape;1992;p171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3" name="Google Shape;1993;p171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5" name="Google Shape;1995;p17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6" name="Google Shape;1996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7" name="Google Shape;1997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7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0" name="Google Shape;2000;p172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1" name="Google Shape;2001;p172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02" name="Google Shape;2002;p17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03" name="Google Shape;2003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4" name="Google Shape;2004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5" name="Google Shape;2005;p17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06" name="Google Shape;2006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7" name="Google Shape;2007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8" name="Google Shape;2008;p17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09" name="Google Shape;2009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0" name="Google Shape;2010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11" name="Google Shape;2011;p17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2" name="Google Shape;2012;p172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3" name="Google Shape;2013;p172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5" name="Google Shape;2015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1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7" name="Google Shape;2017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7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20" name="Google Shape;2020;p173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21" name="Google Shape;2021;p173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22" name="Google Shape;2022;p17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23" name="Google Shape;2023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4" name="Google Shape;2024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5" name="Google Shape;2025;p17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26" name="Google Shape;2026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7" name="Google Shape;2027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8" name="Google Shape;2028;p17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29" name="Google Shape;2029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0" name="Google Shape;2030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1" name="Google Shape;2031;p17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2" name="Google Shape;2032;p173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3" name="Google Shape;2033;p173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5" name="Google Shape;2035;p1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6" name="Google Shape;2036;p1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7" name="Google Shape;2037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8" name="Google Shape;2038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17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40" name="Google Shape;2040;p17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41" name="Google Shape;2041;p17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42" name="Google Shape;2042;p17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43" name="Google Shape;2043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4" name="Google Shape;2044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5" name="Google Shape;2045;p17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46" name="Google Shape;2046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7" name="Google Shape;2047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8" name="Google Shape;2048;p17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49" name="Google Shape;2049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0" name="Google Shape;2050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1" name="Google Shape;2051;p17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2" name="Google Shape;2052;p174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3" name="Google Shape;2053;p174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Google Shape;2055;p1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Google Shape;2056;p17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7" name="Google Shape;2057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Google Shape;2058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17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0" name="Google Shape;2060;p175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1" name="Google Shape;2061;p175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2" name="Google Shape;2062;p175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63" name="Google Shape;2063;p17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64" name="Google Shape;2064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5" name="Google Shape;2065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6" name="Google Shape;2066;p17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67" name="Google Shape;2067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8" name="Google Shape;2068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9" name="Google Shape;2069;p17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70" name="Google Shape;2070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1" name="Google Shape;2071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2" name="Google Shape;2072;p17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73" name="Google Shape;2073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4" name="Google Shape;2074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75" name="Google Shape;2075;p17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6" name="Google Shape;2076;p175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7" name="Google Shape;2077;p175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9" name="Google Shape;2079;p17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0" name="Google Shape;2080;p17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1" name="Google Shape;2081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2" name="Google Shape;2082;p1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7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4" name="Google Shape;2084;p176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5" name="Google Shape;2085;p176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6" name="Google Shape;2086;p176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87" name="Google Shape;2087;p17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88" name="Google Shape;2088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9" name="Google Shape;2089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0" name="Google Shape;2090;p17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91" name="Google Shape;2091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2" name="Google Shape;2092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3" name="Google Shape;2093;p17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94" name="Google Shape;2094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5" name="Google Shape;2095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6" name="Google Shape;2096;p17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97" name="Google Shape;2097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8" name="Google Shape;2098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99" name="Google Shape;2099;p17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0" name="Google Shape;2100;p176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1" name="Google Shape;2101;p176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3" name="Google Shape;2103;p17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1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17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6" name="Google Shape;2106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7" name="Google Shape;2107;p1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7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09" name="Google Shape;2109;p177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10" name="Google Shape;2110;p177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11" name="Google Shape;2111;p177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112" name="Google Shape;2112;p17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113" name="Google Shape;2113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4" name="Google Shape;2114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5" name="Google Shape;2115;p17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116" name="Google Shape;2116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7" name="Google Shape;2117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8" name="Google Shape;2118;p17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119" name="Google Shape;2119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0" name="Google Shape;2120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1" name="Google Shape;2121;p17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122" name="Google Shape;2122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3" name="Google Shape;2123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4" name="Google Shape;2124;p177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5" name="Google Shape;2125;p177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7" name="Google Shape;2127;p17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1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17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0" name="Google Shape;2130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7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3" name="Google Shape;2133;p17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4" name="Google Shape;2134;p17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5" name="Google Shape;2135;p17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136" name="Google Shape;2136;p17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137" name="Google Shape;2137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8" name="Google Shape;2138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39" name="Google Shape;2139;p17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140" name="Google Shape;2140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1" name="Google Shape;2141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2" name="Google Shape;2142;p17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143" name="Google Shape;2143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4" name="Google Shape;2144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5" name="Google Shape;2145;p17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146" name="Google Shape;2146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7" name="Google Shape;2147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48" name="Google Shape;2148;p178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9" name="Google Shape;2149;p178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" name="Google Shape;2151;p1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Google Shape;2152;p1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3" name="Google Shape;2153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4" name="Google Shape;2154;p1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79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56" name="Google Shape;2156;p179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57" name="Google Shape;2157;p179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58" name="Google Shape;2158;p17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59" name="Google Shape;2159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0" name="Google Shape;2160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1" name="Google Shape;2161;p17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162" name="Google Shape;2162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3" name="Google Shape;2163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4" name="Google Shape;2164;p17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165" name="Google Shape;2165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6" name="Google Shape;2166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67" name="Google Shape;2167;p17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8" name="Google Shape;2168;p17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9" name="Google Shape;2169;p17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1" name="Google Shape;2171;p1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2" name="Google Shape;2172;p1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3" name="Google Shape;2173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18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80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76" name="Google Shape;2176;p180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77" name="Google Shape;2177;p180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78" name="Google Shape;2178;p18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79" name="Google Shape;2179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0" name="Google Shape;2180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1" name="Google Shape;2181;p18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182" name="Google Shape;2182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3" name="Google Shape;2183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4" name="Google Shape;2184;p18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185" name="Google Shape;2185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6" name="Google Shape;2186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87" name="Google Shape;2187;p18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8" name="Google Shape;2188;p180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9" name="Google Shape;2189;p18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" name="Google Shape;2191;p1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92" name="Google Shape;2192;p1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3" name="Google Shape;2193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18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5" name="Google Shape;2195;p181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6" name="Google Shape;2196;p181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7" name="Google Shape;2197;p181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98" name="Google Shape;2198;p18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99" name="Google Shape;2199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0" name="Google Shape;2200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1" name="Google Shape;2201;p18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202" name="Google Shape;2202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3" name="Google Shape;2203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4" name="Google Shape;2204;p18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205" name="Google Shape;2205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6" name="Google Shape;2206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07" name="Google Shape;2207;p18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8" name="Google Shape;2208;p181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9" name="Google Shape;2209;p181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1" name="Google Shape;2211;p1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2" name="Google Shape;2212;p1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3" name="Google Shape;2213;p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4" name="Google Shape;2214;p18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5" name="Google Shape;2215;p18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6" name="Google Shape;2216;p18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7" name="Google Shape;2217;p18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218" name="Google Shape;2218;p18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219" name="Google Shape;2219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0" name="Google Shape;2220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1" name="Google Shape;2221;p18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222" name="Google Shape;2222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3" name="Google Shape;2223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4" name="Google Shape;2224;p18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225" name="Google Shape;2225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6" name="Google Shape;2226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7" name="Google Shape;2227;p18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8" name="Google Shape;2228;p18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9" name="Google Shape;2229;p18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1" name="Google Shape;2231;p1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2" name="Google Shape;2232;p1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3" name="Google Shape;2233;p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4" name="Google Shape;2234;p18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18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6" name="Google Shape;2236;p18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7" name="Google Shape;2237;p18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9" name="Google Shape;2239;p1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1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1" name="Google Shape;2241;p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2" name="Google Shape;2242;p18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18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4" name="Google Shape;2244;p18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45" name="Google Shape;2245;p18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7" name="Google Shape;2247;p1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1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9" name="Google Shape;2249;p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18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18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52" name="Google Shape;2252;p18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53" name="Google Shape;2253;p18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oogle Shape;2255;p1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6" name="Google Shape;2256;p1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18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58" name="Google Shape;2258;p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9" name="Google Shape;2259;p18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8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1" name="Google Shape;2261;p18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3" name="Google Shape;2263;p1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4" name="Google Shape;2264;p1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5" name="Google Shape;2265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6" name="Google Shape;2266;p1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7" name="Google Shape;2267;p18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8" name="Google Shape;2268;p18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9" name="Google Shape;2269;p18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70" name="Google Shape;2270;p18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2" name="Google Shape;2272;p1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3" name="Google Shape;2273;p1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18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5" name="Google Shape;2275;p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6" name="Google Shape;2276;p18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18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8" name="Google Shape;2278;p18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79" name="Google Shape;2279;p18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1" name="Google Shape;2281;p1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2" name="Google Shape;2282;p1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1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4" name="Google Shape;2284;p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5" name="Google Shape;2285;p18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6" name="Google Shape;2286;p18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7" name="Google Shape;2287;p18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88" name="Google Shape;2288;p18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0" name="Google Shape;2290;p1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91" name="Google Shape;2291;p1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1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3" name="Google Shape;2293;p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19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9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6" name="Google Shape;2296;p19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7" name="Google Shape;2297;p19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1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1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1" name="Google Shape;2301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2" name="Google Shape;2302;p1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19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19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5" name="Google Shape;2305;p19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6" name="Google Shape;2306;p19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8" name="Google Shape;2308;p1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09" name="Google Shape;2309;p1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1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1" name="Google Shape;2311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2" name="Google Shape;2312;p19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19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14" name="Google Shape;2314;p19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15" name="Google Shape;2315;p19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7" name="Google Shape;2317;p1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8" name="Google Shape;2318;p1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1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0" name="Google Shape;2320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1" name="Google Shape;2321;p19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2" name="Google Shape;2322;p19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3" name="Google Shape;2323;p19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24" name="Google Shape;2324;p19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6" name="Google Shape;2326;p1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27" name="Google Shape;2327;p1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1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9" name="Google Shape;2329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19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9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32" name="Google Shape;2332;p19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3" name="Google Shape;2333;p19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5" name="Google Shape;2335;p195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2336" name="Google Shape;2336;p195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37" name="Google Shape;2337;p19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8" name="Google Shape;2338;p19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9" name="Google Shape;2339;p195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0" name="Google Shape;2340;p19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1" name="Google Shape;2341;p19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3" name="Google Shape;2343;p196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2344" name="Google Shape;2344;p196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45" name="Google Shape;2345;p19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6" name="Google Shape;2346;p19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7" name="Google Shape;2347;p19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8" name="Google Shape;2348;p19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49" name="Google Shape;2349;p19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197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2" name="Google Shape;2352;p197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197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4" name="Google Shape;2354;p197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5" name="Google Shape;2355;p197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6" name="Google Shape;2356;p197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7" name="Google Shape;2357;p197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8" name="Google Shape;2358;p197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9" name="Google Shape;2359;p197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1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2" name="Google Shape;2362;p198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199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65" name="Google Shape;2365;p19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2366" name="Shape 2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Google Shape;2367;p2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8" name="Google Shape;2368;p20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p20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200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1" name="Google Shape;2371;p200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2" name="Google Shape;2372;p200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65" Type="http://schemas.openxmlformats.org/officeDocument/2006/relationships/theme" Target="../theme/theme4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2.xml"/><Relationship Id="rId42" Type="http://schemas.openxmlformats.org/officeDocument/2006/relationships/slideLayout" Target="../slideLayouts/slideLayout104.xml"/><Relationship Id="rId41" Type="http://schemas.openxmlformats.org/officeDocument/2006/relationships/slideLayout" Target="../slideLayouts/slideLayout103.xml"/><Relationship Id="rId44" Type="http://schemas.openxmlformats.org/officeDocument/2006/relationships/slideLayout" Target="../slideLayouts/slideLayout106.xml"/><Relationship Id="rId43" Type="http://schemas.openxmlformats.org/officeDocument/2006/relationships/slideLayout" Target="../slideLayouts/slideLayout105.xml"/><Relationship Id="rId46" Type="http://schemas.openxmlformats.org/officeDocument/2006/relationships/slideLayout" Target="../slideLayouts/slideLayout108.xml"/><Relationship Id="rId45" Type="http://schemas.openxmlformats.org/officeDocument/2006/relationships/slideLayout" Target="../slideLayouts/slideLayout107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48" Type="http://schemas.openxmlformats.org/officeDocument/2006/relationships/slideLayout" Target="../slideLayouts/slideLayout110.xml"/><Relationship Id="rId47" Type="http://schemas.openxmlformats.org/officeDocument/2006/relationships/slideLayout" Target="../slideLayouts/slideLayout109.xml"/><Relationship Id="rId49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9.xml"/><Relationship Id="rId8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2.xml"/><Relationship Id="rId33" Type="http://schemas.openxmlformats.org/officeDocument/2006/relationships/slideLayout" Target="../slideLayouts/slideLayout95.xml"/><Relationship Id="rId32" Type="http://schemas.openxmlformats.org/officeDocument/2006/relationships/slideLayout" Target="../slideLayouts/slideLayout94.xml"/><Relationship Id="rId35" Type="http://schemas.openxmlformats.org/officeDocument/2006/relationships/slideLayout" Target="../slideLayouts/slideLayout97.xml"/><Relationship Id="rId34" Type="http://schemas.openxmlformats.org/officeDocument/2006/relationships/slideLayout" Target="../slideLayouts/slideLayout96.xml"/><Relationship Id="rId37" Type="http://schemas.openxmlformats.org/officeDocument/2006/relationships/slideLayout" Target="../slideLayouts/slideLayout99.xml"/><Relationship Id="rId36" Type="http://schemas.openxmlformats.org/officeDocument/2006/relationships/slideLayout" Target="../slideLayouts/slideLayout98.xml"/><Relationship Id="rId39" Type="http://schemas.openxmlformats.org/officeDocument/2006/relationships/slideLayout" Target="../slideLayouts/slideLayout101.xml"/><Relationship Id="rId38" Type="http://schemas.openxmlformats.org/officeDocument/2006/relationships/slideLayout" Target="../slideLayouts/slideLayout100.xml"/><Relationship Id="rId62" Type="http://schemas.openxmlformats.org/officeDocument/2006/relationships/slideLayout" Target="../slideLayouts/slideLayout124.xml"/><Relationship Id="rId61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82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87.xml"/><Relationship Id="rId28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91.xml"/><Relationship Id="rId51" Type="http://schemas.openxmlformats.org/officeDocument/2006/relationships/slideLayout" Target="../slideLayouts/slideLayout113.xml"/><Relationship Id="rId50" Type="http://schemas.openxmlformats.org/officeDocument/2006/relationships/slideLayout" Target="../slideLayouts/slideLayout112.xml"/><Relationship Id="rId53" Type="http://schemas.openxmlformats.org/officeDocument/2006/relationships/slideLayout" Target="../slideLayouts/slideLayout115.xml"/><Relationship Id="rId52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73.xml"/><Relationship Id="rId5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77.xml"/><Relationship Id="rId5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76.xml"/><Relationship Id="rId58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0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64.xml"/><Relationship Id="rId42" Type="http://schemas.openxmlformats.org/officeDocument/2006/relationships/slideLayout" Target="../slideLayouts/slideLayout166.xml"/><Relationship Id="rId41" Type="http://schemas.openxmlformats.org/officeDocument/2006/relationships/slideLayout" Target="../slideLayouts/slideLayout165.xml"/><Relationship Id="rId44" Type="http://schemas.openxmlformats.org/officeDocument/2006/relationships/slideLayout" Target="../slideLayouts/slideLayout168.xml"/><Relationship Id="rId43" Type="http://schemas.openxmlformats.org/officeDocument/2006/relationships/slideLayout" Target="../slideLayouts/slideLayout167.xml"/><Relationship Id="rId46" Type="http://schemas.openxmlformats.org/officeDocument/2006/relationships/slideLayout" Target="../slideLayouts/slideLayout170.xml"/><Relationship Id="rId45" Type="http://schemas.openxmlformats.org/officeDocument/2006/relationships/slideLayout" Target="../slideLayouts/slideLayout169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48" Type="http://schemas.openxmlformats.org/officeDocument/2006/relationships/slideLayout" Target="../slideLayouts/slideLayout172.xml"/><Relationship Id="rId47" Type="http://schemas.openxmlformats.org/officeDocument/2006/relationships/slideLayout" Target="../slideLayouts/slideLayout171.xml"/><Relationship Id="rId49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73" Type="http://schemas.openxmlformats.org/officeDocument/2006/relationships/slideLayout" Target="../slideLayouts/slideLayout197.xml"/><Relationship Id="rId72" Type="http://schemas.openxmlformats.org/officeDocument/2006/relationships/slideLayout" Target="../slideLayouts/slideLayout196.xml"/><Relationship Id="rId31" Type="http://schemas.openxmlformats.org/officeDocument/2006/relationships/slideLayout" Target="../slideLayouts/slideLayout155.xml"/><Relationship Id="rId30" Type="http://schemas.openxmlformats.org/officeDocument/2006/relationships/slideLayout" Target="../slideLayouts/slideLayout154.xml"/><Relationship Id="rId74" Type="http://schemas.openxmlformats.org/officeDocument/2006/relationships/theme" Target="../theme/theme3.xml"/><Relationship Id="rId33" Type="http://schemas.openxmlformats.org/officeDocument/2006/relationships/slideLayout" Target="../slideLayouts/slideLayout157.xml"/><Relationship Id="rId32" Type="http://schemas.openxmlformats.org/officeDocument/2006/relationships/slideLayout" Target="../slideLayouts/slideLayout156.xml"/><Relationship Id="rId35" Type="http://schemas.openxmlformats.org/officeDocument/2006/relationships/slideLayout" Target="../slideLayouts/slideLayout159.xml"/><Relationship Id="rId34" Type="http://schemas.openxmlformats.org/officeDocument/2006/relationships/slideLayout" Target="../slideLayouts/slideLayout158.xml"/><Relationship Id="rId71" Type="http://schemas.openxmlformats.org/officeDocument/2006/relationships/slideLayout" Target="../slideLayouts/slideLayout195.xml"/><Relationship Id="rId70" Type="http://schemas.openxmlformats.org/officeDocument/2006/relationships/slideLayout" Target="../slideLayouts/slideLayout194.xml"/><Relationship Id="rId37" Type="http://schemas.openxmlformats.org/officeDocument/2006/relationships/slideLayout" Target="../slideLayouts/slideLayout161.xml"/><Relationship Id="rId36" Type="http://schemas.openxmlformats.org/officeDocument/2006/relationships/slideLayout" Target="../slideLayouts/slideLayout160.xml"/><Relationship Id="rId39" Type="http://schemas.openxmlformats.org/officeDocument/2006/relationships/slideLayout" Target="../slideLayouts/slideLayout163.xml"/><Relationship Id="rId38" Type="http://schemas.openxmlformats.org/officeDocument/2006/relationships/slideLayout" Target="../slideLayouts/slideLayout162.xml"/><Relationship Id="rId62" Type="http://schemas.openxmlformats.org/officeDocument/2006/relationships/slideLayout" Target="../slideLayouts/slideLayout186.xml"/><Relationship Id="rId61" Type="http://schemas.openxmlformats.org/officeDocument/2006/relationships/slideLayout" Target="../slideLayouts/slideLayout185.xml"/><Relationship Id="rId20" Type="http://schemas.openxmlformats.org/officeDocument/2006/relationships/slideLayout" Target="../slideLayouts/slideLayout144.xml"/><Relationship Id="rId64" Type="http://schemas.openxmlformats.org/officeDocument/2006/relationships/slideLayout" Target="../slideLayouts/slideLayout188.xml"/><Relationship Id="rId63" Type="http://schemas.openxmlformats.org/officeDocument/2006/relationships/slideLayout" Target="../slideLayouts/slideLayout187.xml"/><Relationship Id="rId22" Type="http://schemas.openxmlformats.org/officeDocument/2006/relationships/slideLayout" Target="../slideLayouts/slideLayout146.xml"/><Relationship Id="rId66" Type="http://schemas.openxmlformats.org/officeDocument/2006/relationships/slideLayout" Target="../slideLayouts/slideLayout190.xml"/><Relationship Id="rId21" Type="http://schemas.openxmlformats.org/officeDocument/2006/relationships/slideLayout" Target="../slideLayouts/slideLayout145.xml"/><Relationship Id="rId65" Type="http://schemas.openxmlformats.org/officeDocument/2006/relationships/slideLayout" Target="../slideLayouts/slideLayout189.xml"/><Relationship Id="rId24" Type="http://schemas.openxmlformats.org/officeDocument/2006/relationships/slideLayout" Target="../slideLayouts/slideLayout148.xml"/><Relationship Id="rId68" Type="http://schemas.openxmlformats.org/officeDocument/2006/relationships/slideLayout" Target="../slideLayouts/slideLayout192.xml"/><Relationship Id="rId23" Type="http://schemas.openxmlformats.org/officeDocument/2006/relationships/slideLayout" Target="../slideLayouts/slideLayout147.xml"/><Relationship Id="rId67" Type="http://schemas.openxmlformats.org/officeDocument/2006/relationships/slideLayout" Target="../slideLayouts/slideLayout191.xml"/><Relationship Id="rId60" Type="http://schemas.openxmlformats.org/officeDocument/2006/relationships/slideLayout" Target="../slideLayouts/slideLayout184.xml"/><Relationship Id="rId26" Type="http://schemas.openxmlformats.org/officeDocument/2006/relationships/slideLayout" Target="../slideLayouts/slideLayout150.xml"/><Relationship Id="rId25" Type="http://schemas.openxmlformats.org/officeDocument/2006/relationships/slideLayout" Target="../slideLayouts/slideLayout149.xml"/><Relationship Id="rId69" Type="http://schemas.openxmlformats.org/officeDocument/2006/relationships/slideLayout" Target="../slideLayouts/slideLayout193.xml"/><Relationship Id="rId28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1.xml"/><Relationship Id="rId29" Type="http://schemas.openxmlformats.org/officeDocument/2006/relationships/slideLayout" Target="../slideLayouts/slideLayout153.xml"/><Relationship Id="rId51" Type="http://schemas.openxmlformats.org/officeDocument/2006/relationships/slideLayout" Target="../slideLayouts/slideLayout175.xml"/><Relationship Id="rId50" Type="http://schemas.openxmlformats.org/officeDocument/2006/relationships/slideLayout" Target="../slideLayouts/slideLayout174.xml"/><Relationship Id="rId53" Type="http://schemas.openxmlformats.org/officeDocument/2006/relationships/slideLayout" Target="../slideLayouts/slideLayout177.xml"/><Relationship Id="rId52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35.xml"/><Relationship Id="rId55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34.xml"/><Relationship Id="rId54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37.xml"/><Relationship Id="rId57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36.xml"/><Relationship Id="rId56" Type="http://schemas.openxmlformats.org/officeDocument/2006/relationships/slideLayout" Target="../slideLayouts/slideLayout180.xml"/><Relationship Id="rId15" Type="http://schemas.openxmlformats.org/officeDocument/2006/relationships/slideLayout" Target="../slideLayouts/slideLayout139.xml"/><Relationship Id="rId59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38.xml"/><Relationship Id="rId58" Type="http://schemas.openxmlformats.org/officeDocument/2006/relationships/slideLayout" Target="../slideLayouts/slideLayout18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33" name="Google Shape;733;p65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34" name="Google Shape;734;p6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3756" r:id="rId47"/>
    <p:sldLayoutId id="2147483757" r:id="rId48"/>
    <p:sldLayoutId id="2147483758" r:id="rId49"/>
    <p:sldLayoutId id="2147483759" r:id="rId50"/>
    <p:sldLayoutId id="2147483760" r:id="rId51"/>
    <p:sldLayoutId id="2147483761" r:id="rId52"/>
    <p:sldLayoutId id="2147483762" r:id="rId53"/>
    <p:sldLayoutId id="2147483763" r:id="rId54"/>
    <p:sldLayoutId id="2147483764" r:id="rId55"/>
    <p:sldLayoutId id="2147483765" r:id="rId56"/>
    <p:sldLayoutId id="2147483766" r:id="rId57"/>
    <p:sldLayoutId id="2147483767" r:id="rId58"/>
    <p:sldLayoutId id="2147483768" r:id="rId59"/>
    <p:sldLayoutId id="2147483769" r:id="rId60"/>
    <p:sldLayoutId id="2147483770" r:id="rId61"/>
    <p:sldLayoutId id="2147483771" r:id="rId62"/>
    <p:sldLayoutId id="2147483772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8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74" name="Google Shape;1474;p128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1475" name="Google Shape;1475;p1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  <p:sldLayoutId id="2147483808" r:id="rId37"/>
    <p:sldLayoutId id="2147483809" r:id="rId38"/>
    <p:sldLayoutId id="2147483810" r:id="rId39"/>
    <p:sldLayoutId id="2147483811" r:id="rId40"/>
    <p:sldLayoutId id="2147483812" r:id="rId41"/>
    <p:sldLayoutId id="2147483813" r:id="rId42"/>
    <p:sldLayoutId id="214748381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23" r:id="rId52"/>
    <p:sldLayoutId id="2147483824" r:id="rId53"/>
    <p:sldLayoutId id="2147483825" r:id="rId54"/>
    <p:sldLayoutId id="2147483826" r:id="rId55"/>
    <p:sldLayoutId id="2147483827" r:id="rId56"/>
    <p:sldLayoutId id="2147483828" r:id="rId57"/>
    <p:sldLayoutId id="2147483829" r:id="rId58"/>
    <p:sldLayoutId id="2147483830" r:id="rId59"/>
    <p:sldLayoutId id="2147483831" r:id="rId60"/>
    <p:sldLayoutId id="2147483832" r:id="rId61"/>
    <p:sldLayoutId id="2147483833" r:id="rId62"/>
    <p:sldLayoutId id="2147483834" r:id="rId63"/>
    <p:sldLayoutId id="2147483835" r:id="rId64"/>
    <p:sldLayoutId id="2147483836" r:id="rId65"/>
    <p:sldLayoutId id="2147483837" r:id="rId66"/>
    <p:sldLayoutId id="2147483838" r:id="rId67"/>
    <p:sldLayoutId id="2147483839" r:id="rId68"/>
    <p:sldLayoutId id="2147483840" r:id="rId69"/>
    <p:sldLayoutId id="2147483841" r:id="rId70"/>
    <p:sldLayoutId id="2147483842" r:id="rId71"/>
    <p:sldLayoutId id="2147483843" r:id="rId72"/>
    <p:sldLayoutId id="2147483844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4.png"/><Relationship Id="rId4" Type="http://schemas.openxmlformats.org/officeDocument/2006/relationships/image" Target="../media/image2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9.png"/><Relationship Id="rId4" Type="http://schemas.openxmlformats.org/officeDocument/2006/relationships/image" Target="../media/image216.png"/><Relationship Id="rId5" Type="http://schemas.openxmlformats.org/officeDocument/2006/relationships/image" Target="../media/image2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1.png"/><Relationship Id="rId4" Type="http://schemas.openxmlformats.org/officeDocument/2006/relationships/image" Target="../media/image220.png"/><Relationship Id="rId5" Type="http://schemas.openxmlformats.org/officeDocument/2006/relationships/image" Target="../media/image222.png"/><Relationship Id="rId6" Type="http://schemas.openxmlformats.org/officeDocument/2006/relationships/image" Target="../media/image225.png"/><Relationship Id="rId7" Type="http://schemas.openxmlformats.org/officeDocument/2006/relationships/image" Target="../media/image223.png"/><Relationship Id="rId8" Type="http://schemas.openxmlformats.org/officeDocument/2006/relationships/image" Target="../media/image2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1.png"/><Relationship Id="rId4" Type="http://schemas.openxmlformats.org/officeDocument/2006/relationships/image" Target="../media/image220.png"/><Relationship Id="rId5" Type="http://schemas.openxmlformats.org/officeDocument/2006/relationships/image" Target="../media/image222.png"/><Relationship Id="rId6" Type="http://schemas.openxmlformats.org/officeDocument/2006/relationships/image" Target="../media/image225.png"/><Relationship Id="rId7" Type="http://schemas.openxmlformats.org/officeDocument/2006/relationships/image" Target="../media/image223.png"/><Relationship Id="rId8" Type="http://schemas.openxmlformats.org/officeDocument/2006/relationships/image" Target="../media/image2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6.png"/><Relationship Id="rId4" Type="http://schemas.openxmlformats.org/officeDocument/2006/relationships/image" Target="../media/image2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2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5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2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20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</a:t>
            </a:r>
            <a:r>
              <a:rPr lang="en-GB"/>
              <a:t> understanding of perimeter and area</a:t>
            </a:r>
            <a:endParaRPr/>
          </a:p>
        </p:txBody>
      </p:sp>
      <p:sp>
        <p:nvSpPr>
          <p:cNvPr id="2378" name="Google Shape;2378;p20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202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20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explain the properties of various polygons.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204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</a:t>
            </a:r>
            <a:r>
              <a:rPr b="1" lang="en-GB"/>
              <a:t>polygon</a:t>
            </a:r>
            <a:r>
              <a:rPr lang="en-GB"/>
              <a:t> is a flat (2D), closed figure made up of straight line segments.</a:t>
            </a:r>
            <a:endParaRPr/>
          </a:p>
        </p:txBody>
      </p:sp>
      <p:sp>
        <p:nvSpPr>
          <p:cNvPr id="2394" name="Google Shape;2394;p204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Quadrilaterals </a:t>
            </a:r>
            <a:r>
              <a:rPr lang="en-GB"/>
              <a:t>are polygons that have 4 sides.</a:t>
            </a:r>
            <a:endParaRPr/>
          </a:p>
        </p:txBody>
      </p:sp>
      <p:sp>
        <p:nvSpPr>
          <p:cNvPr id="2395" name="Google Shape;2395;p204"/>
          <p:cNvSpPr txBox="1"/>
          <p:nvPr>
            <p:ph idx="3" type="subTitle"/>
          </p:nvPr>
        </p:nvSpPr>
        <p:spPr>
          <a:xfrm>
            <a:off x="324000" y="2182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</a:t>
            </a:r>
            <a:r>
              <a:rPr b="1" lang="en-GB"/>
              <a:t>regular</a:t>
            </a:r>
            <a:r>
              <a:rPr lang="en-GB"/>
              <a:t> polygon has sides that are all equal and interior (inside) angles that are all equal.</a:t>
            </a:r>
            <a:endParaRPr/>
          </a:p>
        </p:txBody>
      </p:sp>
      <p:sp>
        <p:nvSpPr>
          <p:cNvPr id="2396" name="Google Shape;2396;p204"/>
          <p:cNvSpPr txBox="1"/>
          <p:nvPr>
            <p:ph idx="4" type="subTitle"/>
          </p:nvPr>
        </p:nvSpPr>
        <p:spPr>
          <a:xfrm>
            <a:off x="324000" y="3142938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</a:t>
            </a:r>
            <a:r>
              <a:rPr b="1" lang="en-GB"/>
              <a:t>irregular</a:t>
            </a:r>
            <a:r>
              <a:rPr lang="en-GB"/>
              <a:t> polygon has sides that are not equal or interior (inside) angles that are not equal.</a:t>
            </a:r>
            <a:endParaRPr/>
          </a:p>
        </p:txBody>
      </p:sp>
      <p:sp>
        <p:nvSpPr>
          <p:cNvPr id="2397" name="Google Shape;2397;p204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Two lines are </a:t>
            </a:r>
            <a:r>
              <a:rPr b="1" lang="en-GB"/>
              <a:t>parallel</a:t>
            </a:r>
            <a:r>
              <a:rPr lang="en-GB"/>
              <a:t> if they are </a:t>
            </a:r>
            <a:r>
              <a:rPr lang="en-GB"/>
              <a:t>straight</a:t>
            </a:r>
            <a:r>
              <a:rPr lang="en-GB"/>
              <a:t> lines that are always the same (non-zero) distance apart.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Google Shape;2402;p205"/>
          <p:cNvSpPr txBox="1"/>
          <p:nvPr>
            <p:ph idx="3" type="title"/>
          </p:nvPr>
        </p:nvSpPr>
        <p:spPr>
          <a:xfrm>
            <a:off x="1224600" y="24317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  <p:sp>
        <p:nvSpPr>
          <p:cNvPr id="2403" name="Google Shape;2403;p205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Checking understanding of perimeter and area</a:t>
            </a:r>
            <a:endParaRPr sz="1800"/>
          </a:p>
        </p:txBody>
      </p:sp>
      <p:sp>
        <p:nvSpPr>
          <p:cNvPr id="2404" name="Google Shape;2404;p205"/>
          <p:cNvSpPr txBox="1"/>
          <p:nvPr>
            <p:ph idx="4" type="title"/>
          </p:nvPr>
        </p:nvSpPr>
        <p:spPr>
          <a:xfrm>
            <a:off x="1224600" y="3286637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  <p:sp>
        <p:nvSpPr>
          <p:cNvPr id="2405" name="Google Shape;2405;p205"/>
          <p:cNvSpPr txBox="1"/>
          <p:nvPr>
            <p:ph idx="2" type="title"/>
          </p:nvPr>
        </p:nvSpPr>
        <p:spPr>
          <a:xfrm>
            <a:off x="1224600" y="160210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406" name="Google Shape;2406;p205"/>
          <p:cNvSpPr txBox="1"/>
          <p:nvPr>
            <p:ph idx="5" type="title"/>
          </p:nvPr>
        </p:nvSpPr>
        <p:spPr>
          <a:xfrm>
            <a:off x="1224600" y="41081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lengths in composite rectilinear shapes</a:t>
            </a:r>
            <a:endParaRPr/>
          </a:p>
        </p:txBody>
      </p:sp>
      <p:pic>
        <p:nvPicPr>
          <p:cNvPr id="2407" name="Google Shape;2407;p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153045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206"/>
          <p:cNvSpPr txBox="1"/>
          <p:nvPr>
            <p:ph idx="1" type="body"/>
          </p:nvPr>
        </p:nvSpPr>
        <p:spPr>
          <a:xfrm>
            <a:off x="324000" y="810000"/>
            <a:ext cx="8237700" cy="3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There are an infinite number of shapes in the world.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Some shapes can be grouped into ‘families’ because they share the same characteristics.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An example of this is the family of </a:t>
            </a:r>
            <a:r>
              <a:rPr b="1" lang="en-GB">
                <a:solidFill>
                  <a:srgbClr val="000000"/>
                </a:solidFill>
              </a:rPr>
              <a:t>quadrilaterals</a:t>
            </a:r>
            <a:r>
              <a:rPr lang="en-GB">
                <a:solidFill>
                  <a:srgbClr val="000000"/>
                </a:solidFill>
              </a:rPr>
              <a:t>. All </a:t>
            </a:r>
            <a:r>
              <a:rPr b="1" lang="en-GB">
                <a:solidFill>
                  <a:srgbClr val="000000"/>
                </a:solidFill>
              </a:rPr>
              <a:t>polygons</a:t>
            </a:r>
            <a:r>
              <a:rPr lang="en-GB">
                <a:solidFill>
                  <a:srgbClr val="000000"/>
                </a:solidFill>
              </a:rPr>
              <a:t> with four sides are </a:t>
            </a:r>
            <a:r>
              <a:rPr b="1" lang="en-GB">
                <a:solidFill>
                  <a:srgbClr val="000000"/>
                </a:solidFill>
              </a:rPr>
              <a:t>quadrilaterals</a:t>
            </a:r>
            <a:r>
              <a:rPr lang="en-GB">
                <a:solidFill>
                  <a:srgbClr val="000000"/>
                </a:solidFill>
              </a:rPr>
              <a:t> but they can look very different!</a:t>
            </a:r>
            <a:endParaRPr/>
          </a:p>
        </p:txBody>
      </p:sp>
      <p:sp>
        <p:nvSpPr>
          <p:cNvPr id="2413" name="Google Shape;2413;p20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207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These are just a few examples of shapes that belong in the family of </a:t>
            </a:r>
            <a:r>
              <a:rPr b="1" lang="en-GB">
                <a:solidFill>
                  <a:srgbClr val="000000"/>
                </a:solidFill>
              </a:rPr>
              <a:t>quadrilaterals</a:t>
            </a:r>
            <a:r>
              <a:rPr lang="en-GB">
                <a:solidFill>
                  <a:srgbClr val="000000"/>
                </a:solidFill>
              </a:rPr>
              <a:t>.</a:t>
            </a:r>
            <a:endParaRPr/>
          </a:p>
        </p:txBody>
      </p:sp>
      <p:sp>
        <p:nvSpPr>
          <p:cNvPr id="2419" name="Google Shape;2419;p20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420" name="Google Shape;2420;p207"/>
          <p:cNvSpPr/>
          <p:nvPr/>
        </p:nvSpPr>
        <p:spPr>
          <a:xfrm>
            <a:off x="742875" y="1831875"/>
            <a:ext cx="1442700" cy="672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207"/>
          <p:cNvSpPr/>
          <p:nvPr/>
        </p:nvSpPr>
        <p:spPr>
          <a:xfrm>
            <a:off x="4223275" y="1791175"/>
            <a:ext cx="1013400" cy="1365900"/>
          </a:xfrm>
          <a:prstGeom prst="trapezoid">
            <a:avLst>
              <a:gd fmla="val 25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207"/>
          <p:cNvSpPr/>
          <p:nvPr/>
        </p:nvSpPr>
        <p:spPr>
          <a:xfrm>
            <a:off x="6723450" y="1755875"/>
            <a:ext cx="980100" cy="1004700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207"/>
          <p:cNvSpPr/>
          <p:nvPr/>
        </p:nvSpPr>
        <p:spPr>
          <a:xfrm rot="3130375">
            <a:off x="1833275" y="3400275"/>
            <a:ext cx="2345950" cy="506650"/>
          </a:xfrm>
          <a:prstGeom prst="flowChartInputOutpu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207"/>
          <p:cNvSpPr/>
          <p:nvPr/>
        </p:nvSpPr>
        <p:spPr>
          <a:xfrm rot="10800000">
            <a:off x="5774400" y="3471925"/>
            <a:ext cx="1156450" cy="925175"/>
          </a:xfrm>
          <a:prstGeom prst="flowChartManualInpu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208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They fit in broader categories too, like the family of </a:t>
            </a:r>
            <a:r>
              <a:rPr b="1" lang="en-GB">
                <a:solidFill>
                  <a:srgbClr val="000000"/>
                </a:solidFill>
              </a:rPr>
              <a:t>polygons.</a:t>
            </a:r>
            <a:endParaRPr/>
          </a:p>
        </p:txBody>
      </p:sp>
      <p:sp>
        <p:nvSpPr>
          <p:cNvPr id="2430" name="Google Shape;2430;p20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431" name="Google Shape;2431;p208"/>
          <p:cNvSpPr/>
          <p:nvPr/>
        </p:nvSpPr>
        <p:spPr>
          <a:xfrm>
            <a:off x="742875" y="1831875"/>
            <a:ext cx="1442700" cy="672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208"/>
          <p:cNvSpPr/>
          <p:nvPr/>
        </p:nvSpPr>
        <p:spPr>
          <a:xfrm>
            <a:off x="4223275" y="1791175"/>
            <a:ext cx="1013400" cy="1365900"/>
          </a:xfrm>
          <a:prstGeom prst="trapezoid">
            <a:avLst>
              <a:gd fmla="val 25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208"/>
          <p:cNvSpPr/>
          <p:nvPr/>
        </p:nvSpPr>
        <p:spPr>
          <a:xfrm>
            <a:off x="6723450" y="1755875"/>
            <a:ext cx="980100" cy="1004700"/>
          </a:xfrm>
          <a:prstGeom prst="diamon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208"/>
          <p:cNvSpPr/>
          <p:nvPr/>
        </p:nvSpPr>
        <p:spPr>
          <a:xfrm rot="3130375">
            <a:off x="1833275" y="3400275"/>
            <a:ext cx="2345950" cy="506650"/>
          </a:xfrm>
          <a:prstGeom prst="flowChartInputOutpu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208"/>
          <p:cNvSpPr/>
          <p:nvPr/>
        </p:nvSpPr>
        <p:spPr>
          <a:xfrm rot="10800000">
            <a:off x="5774400" y="3471925"/>
            <a:ext cx="1156450" cy="925175"/>
          </a:xfrm>
          <a:prstGeom prst="flowChartManualInpu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209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shape might Sofia be thinking of?</a:t>
            </a:r>
            <a:endParaRPr/>
          </a:p>
        </p:txBody>
      </p:sp>
      <p:sp>
        <p:nvSpPr>
          <p:cNvPr id="2441" name="Google Shape;2441;p209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pic>
        <p:nvPicPr>
          <p:cNvPr id="2442" name="Google Shape;2442;p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051" y="2512799"/>
            <a:ext cx="554953" cy="200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3" name="Google Shape;2443;p209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3533275" y="2196925"/>
            <a:ext cx="3114173" cy="544474"/>
          </a:xfrm>
          <a:prstGeom prst="rect">
            <a:avLst/>
          </a:prstGeom>
          <a:noFill/>
          <a:ln>
            <a:noFill/>
          </a:ln>
        </p:spPr>
      </p:pic>
      <p:sp>
        <p:nvSpPr>
          <p:cNvPr id="2444" name="Google Shape;2444;p209"/>
          <p:cNvSpPr txBox="1"/>
          <p:nvPr/>
        </p:nvSpPr>
        <p:spPr>
          <a:xfrm>
            <a:off x="3815825" y="2196925"/>
            <a:ext cx="27885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shape has four sides.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8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" name="Google Shape;2449;p210"/>
          <p:cNvSpPr txBox="1"/>
          <p:nvPr>
            <p:ph idx="1" type="body"/>
          </p:nvPr>
        </p:nvSpPr>
        <p:spPr>
          <a:xfrm>
            <a:off x="324000" y="810000"/>
            <a:ext cx="8237700" cy="13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shape am I thinking of?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‘My shape has four sides.’ </a:t>
            </a:r>
            <a:endParaRPr/>
          </a:p>
        </p:txBody>
      </p:sp>
      <p:sp>
        <p:nvSpPr>
          <p:cNvPr id="2450" name="Google Shape;2450;p210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451" name="Google Shape;2451;p210"/>
          <p:cNvSpPr txBox="1"/>
          <p:nvPr/>
        </p:nvSpPr>
        <p:spPr>
          <a:xfrm>
            <a:off x="341250" y="2556900"/>
            <a:ext cx="82377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Could be any </a:t>
            </a: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quadrilateral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e.g.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2" name="Google Shape;2452;p210"/>
          <p:cNvGrpSpPr/>
          <p:nvPr/>
        </p:nvGrpSpPr>
        <p:grpSpPr>
          <a:xfrm>
            <a:off x="1777475" y="3316250"/>
            <a:ext cx="4960642" cy="1216075"/>
            <a:chOff x="1777475" y="3316250"/>
            <a:chExt cx="4960642" cy="1216075"/>
          </a:xfrm>
        </p:grpSpPr>
        <p:sp>
          <p:nvSpPr>
            <p:cNvPr id="2453" name="Google Shape;2453;p210"/>
            <p:cNvSpPr/>
            <p:nvPr/>
          </p:nvSpPr>
          <p:spPr>
            <a:xfrm>
              <a:off x="1777475" y="3316250"/>
              <a:ext cx="1397700" cy="620400"/>
            </a:xfrm>
            <a:prstGeom prst="parallelogram">
              <a:avLst>
                <a:gd fmla="val 55077" name="adj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4" name="Google Shape;2454;p210"/>
            <p:cNvSpPr/>
            <p:nvPr/>
          </p:nvSpPr>
          <p:spPr>
            <a:xfrm>
              <a:off x="3555900" y="3333225"/>
              <a:ext cx="603300" cy="6033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5" name="Google Shape;2455;p210"/>
            <p:cNvSpPr/>
            <p:nvPr/>
          </p:nvSpPr>
          <p:spPr>
            <a:xfrm>
              <a:off x="4755575" y="3333225"/>
              <a:ext cx="603300" cy="11991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6" name="Google Shape;2456;p210"/>
            <p:cNvSpPr/>
            <p:nvPr/>
          </p:nvSpPr>
          <p:spPr>
            <a:xfrm rot="10800000">
              <a:off x="5804217" y="3333225"/>
              <a:ext cx="933900" cy="603300"/>
            </a:xfrm>
            <a:prstGeom prst="trapezoid">
              <a:avLst>
                <a:gd fmla="val 35695" name="adj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211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shape might Sofia be thinking of?</a:t>
            </a:r>
            <a:endParaRPr/>
          </a:p>
        </p:txBody>
      </p:sp>
      <p:sp>
        <p:nvSpPr>
          <p:cNvPr id="2462" name="Google Shape;2462;p211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pic>
        <p:nvPicPr>
          <p:cNvPr id="2463" name="Google Shape;2463;p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051" y="2512799"/>
            <a:ext cx="554953" cy="200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4" name="Google Shape;2464;p211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3533275" y="1614775"/>
            <a:ext cx="3114173" cy="12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5" name="Google Shape;2465;p211"/>
          <p:cNvSpPr txBox="1"/>
          <p:nvPr/>
        </p:nvSpPr>
        <p:spPr>
          <a:xfrm>
            <a:off x="3815825" y="1765625"/>
            <a:ext cx="27885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shape has four interior angles which are all right angles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212"/>
          <p:cNvSpPr txBox="1"/>
          <p:nvPr>
            <p:ph idx="1" type="body"/>
          </p:nvPr>
        </p:nvSpPr>
        <p:spPr>
          <a:xfrm>
            <a:off x="324000" y="810000"/>
            <a:ext cx="8237700" cy="13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shape am I thinking of?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‘My shape has four interior angles which are all right angles.’</a:t>
            </a:r>
            <a:endParaRPr/>
          </a:p>
        </p:txBody>
      </p:sp>
      <p:sp>
        <p:nvSpPr>
          <p:cNvPr id="2471" name="Google Shape;2471;p212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472" name="Google Shape;2472;p212"/>
          <p:cNvSpPr txBox="1"/>
          <p:nvPr/>
        </p:nvSpPr>
        <p:spPr>
          <a:xfrm>
            <a:off x="341250" y="2556900"/>
            <a:ext cx="82377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Could be either a square or a rectangle e.g.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3" name="Google Shape;2473;p212"/>
          <p:cNvGrpSpPr/>
          <p:nvPr/>
        </p:nvGrpSpPr>
        <p:grpSpPr>
          <a:xfrm>
            <a:off x="3537314" y="3104760"/>
            <a:ext cx="2066029" cy="1374049"/>
            <a:chOff x="3555900" y="3333225"/>
            <a:chExt cx="1802975" cy="1199100"/>
          </a:xfrm>
        </p:grpSpPr>
        <p:sp>
          <p:nvSpPr>
            <p:cNvPr id="2474" name="Google Shape;2474;p212"/>
            <p:cNvSpPr/>
            <p:nvPr/>
          </p:nvSpPr>
          <p:spPr>
            <a:xfrm>
              <a:off x="3555900" y="3333225"/>
              <a:ext cx="603300" cy="6033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5" name="Google Shape;2475;p212"/>
            <p:cNvSpPr/>
            <p:nvPr/>
          </p:nvSpPr>
          <p:spPr>
            <a:xfrm>
              <a:off x="4755575" y="3333225"/>
              <a:ext cx="603300" cy="11991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p213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shape might Sofia be thinking of?</a:t>
            </a:r>
            <a:endParaRPr/>
          </a:p>
        </p:txBody>
      </p:sp>
      <p:sp>
        <p:nvSpPr>
          <p:cNvPr id="2481" name="Google Shape;2481;p213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pic>
        <p:nvPicPr>
          <p:cNvPr id="2482" name="Google Shape;2482;p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051" y="2512799"/>
            <a:ext cx="554953" cy="200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3" name="Google Shape;2483;p213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3533275" y="1614775"/>
            <a:ext cx="2486651" cy="12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4" name="Google Shape;2484;p213"/>
          <p:cNvSpPr txBox="1"/>
          <p:nvPr/>
        </p:nvSpPr>
        <p:spPr>
          <a:xfrm>
            <a:off x="3815825" y="1765625"/>
            <a:ext cx="22041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shape has four sides which are the same length.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14"/>
          <p:cNvSpPr txBox="1"/>
          <p:nvPr>
            <p:ph idx="1" type="body"/>
          </p:nvPr>
        </p:nvSpPr>
        <p:spPr>
          <a:xfrm>
            <a:off x="324000" y="810000"/>
            <a:ext cx="8237700" cy="13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shape am I thinking of?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‘My shape has four sides which are the same length.’</a:t>
            </a:r>
            <a:endParaRPr/>
          </a:p>
        </p:txBody>
      </p:sp>
      <p:sp>
        <p:nvSpPr>
          <p:cNvPr id="2490" name="Google Shape;2490;p214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491" name="Google Shape;2491;p214"/>
          <p:cNvSpPr txBox="1"/>
          <p:nvPr/>
        </p:nvSpPr>
        <p:spPr>
          <a:xfrm>
            <a:off x="341250" y="2556900"/>
            <a:ext cx="82377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shape must be a square or a rhombus.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92" name="Google Shape;2492;p214"/>
          <p:cNvGrpSpPr/>
          <p:nvPr/>
        </p:nvGrpSpPr>
        <p:grpSpPr>
          <a:xfrm>
            <a:off x="2449633" y="3218275"/>
            <a:ext cx="3730767" cy="948300"/>
            <a:chOff x="2449633" y="3218275"/>
            <a:chExt cx="3730767" cy="948300"/>
          </a:xfrm>
        </p:grpSpPr>
        <p:sp>
          <p:nvSpPr>
            <p:cNvPr id="2493" name="Google Shape;2493;p214"/>
            <p:cNvSpPr/>
            <p:nvPr/>
          </p:nvSpPr>
          <p:spPr>
            <a:xfrm>
              <a:off x="2449633" y="3218275"/>
              <a:ext cx="948300" cy="9483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4" name="Google Shape;2494;p214"/>
            <p:cNvSpPr/>
            <p:nvPr/>
          </p:nvSpPr>
          <p:spPr>
            <a:xfrm>
              <a:off x="4963900" y="3218275"/>
              <a:ext cx="1216500" cy="912300"/>
            </a:xfrm>
            <a:prstGeom prst="parallelogram">
              <a:avLst>
                <a:gd fmla="val 25000" name="adj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21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500" name="Google Shape;2500;p215"/>
          <p:cNvSpPr txBox="1"/>
          <p:nvPr>
            <p:ph idx="1" type="body"/>
          </p:nvPr>
        </p:nvSpPr>
        <p:spPr>
          <a:xfrm>
            <a:off x="324000" y="810000"/>
            <a:ext cx="8237700" cy="13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Pick one of the shapes and describe it to your partner.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many clues did it take?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Which shape required the most clues?</a:t>
            </a:r>
            <a:endParaRPr/>
          </a:p>
        </p:txBody>
      </p:sp>
      <p:grpSp>
        <p:nvGrpSpPr>
          <p:cNvPr id="2501" name="Google Shape;2501;p215"/>
          <p:cNvGrpSpPr/>
          <p:nvPr/>
        </p:nvGrpSpPr>
        <p:grpSpPr>
          <a:xfrm>
            <a:off x="398200" y="2182375"/>
            <a:ext cx="8421800" cy="2497809"/>
            <a:chOff x="398200" y="2182375"/>
            <a:chExt cx="8421800" cy="2497809"/>
          </a:xfrm>
        </p:grpSpPr>
        <p:sp>
          <p:nvSpPr>
            <p:cNvPr id="2502" name="Google Shape;2502;p215"/>
            <p:cNvSpPr/>
            <p:nvPr/>
          </p:nvSpPr>
          <p:spPr>
            <a:xfrm>
              <a:off x="398200" y="3839252"/>
              <a:ext cx="1892400" cy="840000"/>
            </a:xfrm>
            <a:prstGeom prst="parallelogram">
              <a:avLst>
                <a:gd fmla="val 55077" name="adj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3" name="Google Shape;2503;p215"/>
            <p:cNvSpPr/>
            <p:nvPr/>
          </p:nvSpPr>
          <p:spPr>
            <a:xfrm>
              <a:off x="2047350" y="2270100"/>
              <a:ext cx="840000" cy="8400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4" name="Google Shape;2504;p215"/>
            <p:cNvSpPr/>
            <p:nvPr/>
          </p:nvSpPr>
          <p:spPr>
            <a:xfrm rot="5400000">
              <a:off x="6693875" y="3241375"/>
              <a:ext cx="782400" cy="20793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5" name="Google Shape;2505;p215"/>
            <p:cNvSpPr/>
            <p:nvPr/>
          </p:nvSpPr>
          <p:spPr>
            <a:xfrm>
              <a:off x="2823000" y="3910725"/>
              <a:ext cx="1264500" cy="768600"/>
            </a:xfrm>
            <a:prstGeom prst="trapezoid">
              <a:avLst>
                <a:gd fmla="val 35695" name="adj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6" name="Google Shape;2506;p215"/>
            <p:cNvSpPr/>
            <p:nvPr/>
          </p:nvSpPr>
          <p:spPr>
            <a:xfrm>
              <a:off x="398200" y="2310215"/>
              <a:ext cx="768600" cy="7686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7" name="Google Shape;2507;p215"/>
            <p:cNvSpPr/>
            <p:nvPr/>
          </p:nvSpPr>
          <p:spPr>
            <a:xfrm flipH="1">
              <a:off x="3577450" y="2284900"/>
              <a:ext cx="998700" cy="840000"/>
            </a:xfrm>
            <a:prstGeom prst="rtTriangle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8" name="Google Shape;2508;p215"/>
            <p:cNvSpPr/>
            <p:nvPr/>
          </p:nvSpPr>
          <p:spPr>
            <a:xfrm rot="1320545">
              <a:off x="5348939" y="2313430"/>
              <a:ext cx="768505" cy="768505"/>
            </a:xfrm>
            <a:prstGeom prst="octagon">
              <a:avLst>
                <a:gd fmla="val 29289" name="adj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9" name="Google Shape;2509;p215"/>
            <p:cNvSpPr/>
            <p:nvPr/>
          </p:nvSpPr>
          <p:spPr>
            <a:xfrm rot="1751029">
              <a:off x="6650748" y="2340927"/>
              <a:ext cx="839805" cy="727796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0" name="Google Shape;2510;p215"/>
            <p:cNvSpPr/>
            <p:nvPr/>
          </p:nvSpPr>
          <p:spPr>
            <a:xfrm>
              <a:off x="7936200" y="2270100"/>
              <a:ext cx="883800" cy="840000"/>
            </a:xfrm>
            <a:prstGeom prst="pentagon">
              <a:avLst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1" name="Google Shape;2511;p215"/>
            <p:cNvSpPr/>
            <p:nvPr/>
          </p:nvSpPr>
          <p:spPr>
            <a:xfrm>
              <a:off x="4590517" y="3881884"/>
              <a:ext cx="840000" cy="7983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5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p21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517" name="Google Shape;2517;p216"/>
          <p:cNvSpPr txBox="1"/>
          <p:nvPr>
            <p:ph idx="1" type="body"/>
          </p:nvPr>
        </p:nvSpPr>
        <p:spPr>
          <a:xfrm>
            <a:off x="324000" y="810000"/>
            <a:ext cx="8237700" cy="13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Pick one of the shapes and describe it to your partner.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many clues did it take?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Which shape required the most clues?</a:t>
            </a:r>
            <a:endParaRPr/>
          </a:p>
        </p:txBody>
      </p:sp>
      <p:grpSp>
        <p:nvGrpSpPr>
          <p:cNvPr id="2518" name="Google Shape;2518;p216"/>
          <p:cNvGrpSpPr/>
          <p:nvPr/>
        </p:nvGrpSpPr>
        <p:grpSpPr>
          <a:xfrm>
            <a:off x="398200" y="2182375"/>
            <a:ext cx="8421800" cy="2497809"/>
            <a:chOff x="398200" y="2182375"/>
            <a:chExt cx="8421800" cy="2497809"/>
          </a:xfrm>
        </p:grpSpPr>
        <p:sp>
          <p:nvSpPr>
            <p:cNvPr id="2519" name="Google Shape;2519;p216"/>
            <p:cNvSpPr/>
            <p:nvPr/>
          </p:nvSpPr>
          <p:spPr>
            <a:xfrm>
              <a:off x="398200" y="3839252"/>
              <a:ext cx="1892400" cy="840000"/>
            </a:xfrm>
            <a:prstGeom prst="parallelogram">
              <a:avLst>
                <a:gd fmla="val 55077" name="adj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0" name="Google Shape;2520;p216"/>
            <p:cNvSpPr/>
            <p:nvPr/>
          </p:nvSpPr>
          <p:spPr>
            <a:xfrm>
              <a:off x="2047350" y="2270100"/>
              <a:ext cx="840000" cy="8400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1" name="Google Shape;2521;p216"/>
            <p:cNvSpPr/>
            <p:nvPr/>
          </p:nvSpPr>
          <p:spPr>
            <a:xfrm rot="5400000">
              <a:off x="6693875" y="3241375"/>
              <a:ext cx="782400" cy="20793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2" name="Google Shape;2522;p216"/>
            <p:cNvSpPr/>
            <p:nvPr/>
          </p:nvSpPr>
          <p:spPr>
            <a:xfrm>
              <a:off x="2823000" y="3910725"/>
              <a:ext cx="1264500" cy="768600"/>
            </a:xfrm>
            <a:prstGeom prst="trapezoid">
              <a:avLst>
                <a:gd fmla="val 35695" name="adj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3" name="Google Shape;2523;p216"/>
            <p:cNvSpPr/>
            <p:nvPr/>
          </p:nvSpPr>
          <p:spPr>
            <a:xfrm>
              <a:off x="398200" y="2310215"/>
              <a:ext cx="768600" cy="7686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4" name="Google Shape;2524;p216"/>
            <p:cNvSpPr/>
            <p:nvPr/>
          </p:nvSpPr>
          <p:spPr>
            <a:xfrm flipH="1">
              <a:off x="3577450" y="2284900"/>
              <a:ext cx="998700" cy="840000"/>
            </a:xfrm>
            <a:prstGeom prst="rtTriangle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5" name="Google Shape;2525;p216"/>
            <p:cNvSpPr/>
            <p:nvPr/>
          </p:nvSpPr>
          <p:spPr>
            <a:xfrm rot="1320545">
              <a:off x="5348939" y="2313430"/>
              <a:ext cx="768505" cy="768505"/>
            </a:xfrm>
            <a:prstGeom prst="octagon">
              <a:avLst>
                <a:gd fmla="val 29289" name="adj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6" name="Google Shape;2526;p216"/>
            <p:cNvSpPr/>
            <p:nvPr/>
          </p:nvSpPr>
          <p:spPr>
            <a:xfrm rot="1751029">
              <a:off x="6650748" y="2340927"/>
              <a:ext cx="839805" cy="727796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7" name="Google Shape;2527;p216"/>
            <p:cNvSpPr/>
            <p:nvPr/>
          </p:nvSpPr>
          <p:spPr>
            <a:xfrm>
              <a:off x="7936200" y="2270100"/>
              <a:ext cx="883800" cy="840000"/>
            </a:xfrm>
            <a:prstGeom prst="pentagon">
              <a:avLst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8" name="Google Shape;2528;p216"/>
            <p:cNvSpPr/>
            <p:nvPr/>
          </p:nvSpPr>
          <p:spPr>
            <a:xfrm>
              <a:off x="4590517" y="3881884"/>
              <a:ext cx="840000" cy="7983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217"/>
          <p:cNvSpPr txBox="1"/>
          <p:nvPr>
            <p:ph idx="1" type="body"/>
          </p:nvPr>
        </p:nvSpPr>
        <p:spPr>
          <a:xfrm>
            <a:off x="324000" y="810000"/>
            <a:ext cx="8237700" cy="3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There are many possibilities. Here are some examples: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My shape is not a </a:t>
            </a:r>
            <a:r>
              <a:rPr b="1" lang="en-GB">
                <a:latin typeface="Kalam"/>
                <a:ea typeface="Kalam"/>
                <a:cs typeface="Kalam"/>
                <a:sym typeface="Kalam"/>
              </a:rPr>
              <a:t>polygon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My shape has six sides.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My shape has four sides. There are two pairs of </a:t>
            </a:r>
            <a:r>
              <a:rPr b="1" lang="en-GB">
                <a:latin typeface="Kalam"/>
                <a:ea typeface="Kalam"/>
                <a:cs typeface="Kalam"/>
                <a:sym typeface="Kalam"/>
              </a:rPr>
              <a:t>parallel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, equal sides. The interior angles are not right angles.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4" name="Google Shape;2534;p21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535" name="Google Shape;2535;p217"/>
          <p:cNvSpPr/>
          <p:nvPr/>
        </p:nvSpPr>
        <p:spPr>
          <a:xfrm>
            <a:off x="6358225" y="4238128"/>
            <a:ext cx="1101000" cy="488700"/>
          </a:xfrm>
          <a:prstGeom prst="parallelogram">
            <a:avLst>
              <a:gd fmla="val 55077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6" name="Google Shape;2536;p217"/>
          <p:cNvSpPr/>
          <p:nvPr/>
        </p:nvSpPr>
        <p:spPr>
          <a:xfrm>
            <a:off x="4156265" y="1703652"/>
            <a:ext cx="545937" cy="545937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7" name="Google Shape;2537;p217"/>
          <p:cNvSpPr/>
          <p:nvPr/>
        </p:nvSpPr>
        <p:spPr>
          <a:xfrm rot="1751029">
            <a:off x="4149115" y="2730434"/>
            <a:ext cx="596514" cy="516954"/>
          </a:xfrm>
          <a:prstGeom prst="hexagon">
            <a:avLst>
              <a:gd fmla="val 28852" name="adj"/>
              <a:gd fmla="val 115470" name="vf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1" name="Shape 2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2" name="Google Shape;2542;p218"/>
          <p:cNvSpPr txBox="1"/>
          <p:nvPr>
            <p:ph idx="3" type="title"/>
          </p:nvPr>
        </p:nvSpPr>
        <p:spPr>
          <a:xfrm>
            <a:off x="1224600" y="24317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  <p:sp>
        <p:nvSpPr>
          <p:cNvPr id="2543" name="Google Shape;2543;p218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Checking understanding of perimeter and area</a:t>
            </a:r>
            <a:endParaRPr sz="1800"/>
          </a:p>
        </p:txBody>
      </p:sp>
      <p:sp>
        <p:nvSpPr>
          <p:cNvPr id="2544" name="Google Shape;2544;p218"/>
          <p:cNvSpPr txBox="1"/>
          <p:nvPr>
            <p:ph idx="4" type="title"/>
          </p:nvPr>
        </p:nvSpPr>
        <p:spPr>
          <a:xfrm>
            <a:off x="1224600" y="3286637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  <p:sp>
        <p:nvSpPr>
          <p:cNvPr id="2545" name="Google Shape;2545;p218"/>
          <p:cNvSpPr txBox="1"/>
          <p:nvPr>
            <p:ph idx="2" type="title"/>
          </p:nvPr>
        </p:nvSpPr>
        <p:spPr>
          <a:xfrm>
            <a:off x="1224600" y="160210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546" name="Google Shape;2546;p218"/>
          <p:cNvSpPr txBox="1"/>
          <p:nvPr>
            <p:ph idx="5" type="title"/>
          </p:nvPr>
        </p:nvSpPr>
        <p:spPr>
          <a:xfrm>
            <a:off x="1224600" y="41081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lengths in composite rectilinear shapes</a:t>
            </a:r>
            <a:endParaRPr/>
          </a:p>
        </p:txBody>
      </p:sp>
      <p:pic>
        <p:nvPicPr>
          <p:cNvPr id="2547" name="Google Shape;2547;p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234710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p219"/>
          <p:cNvSpPr txBox="1"/>
          <p:nvPr>
            <p:ph idx="1" type="body"/>
          </p:nvPr>
        </p:nvSpPr>
        <p:spPr>
          <a:xfrm>
            <a:off x="324000" y="810000"/>
            <a:ext cx="8237700" cy="29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Mathematicians group shapes based on properties such as: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many sides they have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whether they are </a:t>
            </a:r>
            <a:r>
              <a:rPr b="1" lang="en-GB"/>
              <a:t>polygons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whether they are </a:t>
            </a:r>
            <a:r>
              <a:rPr b="1" lang="en-GB"/>
              <a:t>regular</a:t>
            </a:r>
            <a:endParaRPr b="1"/>
          </a:p>
        </p:txBody>
      </p:sp>
      <p:sp>
        <p:nvSpPr>
          <p:cNvPr id="2553" name="Google Shape;2553;p21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7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p220"/>
          <p:cNvSpPr txBox="1"/>
          <p:nvPr>
            <p:ph idx="1" type="body"/>
          </p:nvPr>
        </p:nvSpPr>
        <p:spPr>
          <a:xfrm>
            <a:off x="324000" y="810000"/>
            <a:ext cx="8237700" cy="22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triangles belong to the family of </a:t>
            </a:r>
            <a:r>
              <a:rPr b="1" lang="en-GB"/>
              <a:t>polygons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 equilateral triangle belongs to the family of </a:t>
            </a:r>
            <a:r>
              <a:rPr b="1" lang="en-GB"/>
              <a:t>regular polygons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22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p221"/>
          <p:cNvSpPr txBox="1"/>
          <p:nvPr>
            <p:ph idx="1" type="body"/>
          </p:nvPr>
        </p:nvSpPr>
        <p:spPr>
          <a:xfrm>
            <a:off x="324000" y="810000"/>
            <a:ext cx="8237700" cy="24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rectangles belong to the family of </a:t>
            </a:r>
            <a:r>
              <a:rPr b="1" lang="en-GB"/>
              <a:t>polygons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square belongs to the family of </a:t>
            </a:r>
            <a:r>
              <a:rPr b="1" lang="en-GB"/>
              <a:t>regular polygons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 fact, a square can be thought of as a ‘</a:t>
            </a:r>
            <a:r>
              <a:rPr b="1" lang="en-GB"/>
              <a:t>regular</a:t>
            </a:r>
            <a:r>
              <a:rPr lang="en-GB"/>
              <a:t> rectangle’.</a:t>
            </a:r>
            <a:endParaRPr/>
          </a:p>
        </p:txBody>
      </p:sp>
      <p:sp>
        <p:nvSpPr>
          <p:cNvPr id="2565" name="Google Shape;2565;p22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9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222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  <p:sp>
        <p:nvSpPr>
          <p:cNvPr id="2571" name="Google Shape;2571;p222"/>
          <p:cNvSpPr txBox="1"/>
          <p:nvPr>
            <p:ph idx="1" type="subTitle"/>
          </p:nvPr>
        </p:nvSpPr>
        <p:spPr>
          <a:xfrm>
            <a:off x="324000" y="3577125"/>
            <a:ext cx="81093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pentagon has five sides but those sides do not have to be the same length.</a:t>
            </a:r>
            <a:endParaRPr/>
          </a:p>
        </p:txBody>
      </p:sp>
      <p:sp>
        <p:nvSpPr>
          <p:cNvPr id="2572" name="Google Shape;2572;p222"/>
          <p:cNvSpPr txBox="1"/>
          <p:nvPr>
            <p:ph idx="2" type="subTitle"/>
          </p:nvPr>
        </p:nvSpPr>
        <p:spPr>
          <a:xfrm>
            <a:off x="324000" y="1080000"/>
            <a:ext cx="713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pentagon has to be </a:t>
            </a:r>
            <a:r>
              <a:rPr b="1" lang="en-GB"/>
              <a:t>regular</a:t>
            </a:r>
            <a:r>
              <a:rPr lang="en-GB"/>
              <a:t>.</a:t>
            </a:r>
            <a:endParaRPr/>
          </a:p>
        </p:txBody>
      </p:sp>
      <p:pic>
        <p:nvPicPr>
          <p:cNvPr id="2573" name="Google Shape;2573;p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20943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4" name="Google Shape;2574;p222"/>
          <p:cNvSpPr/>
          <p:nvPr/>
        </p:nvSpPr>
        <p:spPr>
          <a:xfrm>
            <a:off x="4763100" y="725750"/>
            <a:ext cx="883800" cy="8400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75" name="Google Shape;2575;p222"/>
          <p:cNvGrpSpPr/>
          <p:nvPr/>
        </p:nvGrpSpPr>
        <p:grpSpPr>
          <a:xfrm>
            <a:off x="1953825" y="3907775"/>
            <a:ext cx="1241605" cy="797400"/>
            <a:chOff x="1953825" y="3907775"/>
            <a:chExt cx="1241605" cy="797400"/>
          </a:xfrm>
        </p:grpSpPr>
        <p:cxnSp>
          <p:nvCxnSpPr>
            <p:cNvPr id="2576" name="Google Shape;2576;p222"/>
            <p:cNvCxnSpPr/>
            <p:nvPr/>
          </p:nvCxnSpPr>
          <p:spPr>
            <a:xfrm flipH="1" rot="10800000">
              <a:off x="2255675" y="3907775"/>
              <a:ext cx="768600" cy="194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7" name="Google Shape;2577;p222"/>
            <p:cNvCxnSpPr/>
            <p:nvPr/>
          </p:nvCxnSpPr>
          <p:spPr>
            <a:xfrm>
              <a:off x="3011350" y="3929450"/>
              <a:ext cx="179700" cy="73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8" name="Google Shape;2578;p222"/>
            <p:cNvCxnSpPr/>
            <p:nvPr/>
          </p:nvCxnSpPr>
          <p:spPr>
            <a:xfrm flipH="1">
              <a:off x="1953825" y="4094675"/>
              <a:ext cx="316200" cy="610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9" name="Google Shape;2579;p222"/>
            <p:cNvCxnSpPr/>
            <p:nvPr/>
          </p:nvCxnSpPr>
          <p:spPr>
            <a:xfrm flipH="1" rot="10800000">
              <a:off x="1966929" y="4402031"/>
              <a:ext cx="639300" cy="294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0" name="Google Shape;2580;p222"/>
            <p:cNvCxnSpPr/>
            <p:nvPr/>
          </p:nvCxnSpPr>
          <p:spPr>
            <a:xfrm>
              <a:off x="2599030" y="4402130"/>
              <a:ext cx="596400" cy="2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4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p223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  <p:sp>
        <p:nvSpPr>
          <p:cNvPr id="2586" name="Google Shape;2586;p223"/>
          <p:cNvSpPr txBox="1"/>
          <p:nvPr>
            <p:ph idx="1" type="subTitle"/>
          </p:nvPr>
        </p:nvSpPr>
        <p:spPr>
          <a:xfrm>
            <a:off x="324000" y="3577125"/>
            <a:ext cx="810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kite has two pairs of sides of the same length.</a:t>
            </a:r>
            <a:endParaRPr/>
          </a:p>
        </p:txBody>
      </p:sp>
      <p:sp>
        <p:nvSpPr>
          <p:cNvPr id="2587" name="Google Shape;2587;p223"/>
          <p:cNvSpPr txBox="1"/>
          <p:nvPr>
            <p:ph idx="2" type="subTitle"/>
          </p:nvPr>
        </p:nvSpPr>
        <p:spPr>
          <a:xfrm>
            <a:off x="324000" y="1080000"/>
            <a:ext cx="713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kite is a </a:t>
            </a:r>
            <a:r>
              <a:rPr b="1" lang="en-GB"/>
              <a:t>regular quadrilateral</a:t>
            </a:r>
            <a:r>
              <a:rPr lang="en-GB"/>
              <a:t>.</a:t>
            </a:r>
            <a:endParaRPr/>
          </a:p>
        </p:txBody>
      </p:sp>
      <p:pic>
        <p:nvPicPr>
          <p:cNvPr id="2588" name="Google Shape;2588;p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20943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2" name="Shape 2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3" name="Google Shape;2593;p224"/>
          <p:cNvSpPr txBox="1"/>
          <p:nvPr>
            <p:ph idx="1" type="body"/>
          </p:nvPr>
        </p:nvSpPr>
        <p:spPr>
          <a:xfrm>
            <a:off x="324000" y="810000"/>
            <a:ext cx="4920000" cy="3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a) Put each </a:t>
            </a:r>
            <a:r>
              <a:rPr b="1" lang="en-GB" sz="1800"/>
              <a:t>polygon</a:t>
            </a:r>
            <a:r>
              <a:rPr lang="en-GB" sz="1800"/>
              <a:t> in the correct place.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Square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Trapezium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</a:t>
            </a:r>
            <a:r>
              <a:rPr b="1" lang="en-GB" sz="1800"/>
              <a:t>Irregular</a:t>
            </a:r>
            <a:r>
              <a:rPr lang="en-GB" sz="1800"/>
              <a:t>) Octagon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Kite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Equilateral triangle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Rhombus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 Why are some of the spaces empty?</a:t>
            </a:r>
            <a:endParaRPr sz="1800"/>
          </a:p>
        </p:txBody>
      </p:sp>
      <p:sp>
        <p:nvSpPr>
          <p:cNvPr id="2594" name="Google Shape;2594;p22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  <p:sp>
        <p:nvSpPr>
          <p:cNvPr id="2595" name="Google Shape;2595;p224"/>
          <p:cNvSpPr txBox="1"/>
          <p:nvPr/>
        </p:nvSpPr>
        <p:spPr>
          <a:xfrm>
            <a:off x="6303825" y="683650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Regular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6" name="Google Shape;2596;p224"/>
          <p:cNvSpPr txBox="1"/>
          <p:nvPr/>
        </p:nvSpPr>
        <p:spPr>
          <a:xfrm>
            <a:off x="3996225" y="3472875"/>
            <a:ext cx="146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Irregular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7" name="Google Shape;2597;p224"/>
          <p:cNvSpPr txBox="1"/>
          <p:nvPr/>
        </p:nvSpPr>
        <p:spPr>
          <a:xfrm>
            <a:off x="7327619" y="1061269"/>
            <a:ext cx="194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Quadrilateral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5-06-2023/4f57f1cc-1cad-48c9-ba94-a1e79580cd84&quot; data-equatio-type=&quot;image&quot;&gt;&lt;mglyph src=&quot;https://equatio-api.texthelp.com/desmos/get/05-06-2023/4f57f1cc-1cad-48c9-ba94-a1e79580cd84&quot; alt=&quot;Equatio Image&quot;/&gt;&lt;/math&gt;" id="2598" name="Google Shape;2598;p22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995" y="1080000"/>
            <a:ext cx="3750855" cy="36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2" name="Shape 2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3" name="Google Shape;2603;p225"/>
          <p:cNvSpPr txBox="1"/>
          <p:nvPr>
            <p:ph idx="1" type="body"/>
          </p:nvPr>
        </p:nvSpPr>
        <p:spPr>
          <a:xfrm>
            <a:off x="324000" y="810000"/>
            <a:ext cx="8237700" cy="3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a) Put each </a:t>
            </a:r>
            <a:r>
              <a:rPr b="1" lang="en-GB" sz="1800"/>
              <a:t>polygon</a:t>
            </a:r>
            <a:r>
              <a:rPr lang="en-GB" sz="1800"/>
              <a:t> in the correct place.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Square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Trapezium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</a:t>
            </a:r>
            <a:r>
              <a:rPr b="1" lang="en-GB" sz="1800"/>
              <a:t>Irregular</a:t>
            </a:r>
            <a:r>
              <a:rPr lang="en-GB" sz="1800"/>
              <a:t>) Octagon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Kite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Equilateral triangle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Rhombus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 Why are some of the spaces empty?</a:t>
            </a:r>
            <a:endParaRPr sz="1800"/>
          </a:p>
        </p:txBody>
      </p:sp>
      <p:sp>
        <p:nvSpPr>
          <p:cNvPr id="2604" name="Google Shape;2604;p22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  <p:sp>
        <p:nvSpPr>
          <p:cNvPr id="2605" name="Google Shape;2605;p225"/>
          <p:cNvSpPr txBox="1"/>
          <p:nvPr/>
        </p:nvSpPr>
        <p:spPr>
          <a:xfrm>
            <a:off x="6303825" y="683650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Regular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6" name="Google Shape;2606;p225"/>
          <p:cNvSpPr txBox="1"/>
          <p:nvPr/>
        </p:nvSpPr>
        <p:spPr>
          <a:xfrm>
            <a:off x="3996225" y="3472875"/>
            <a:ext cx="146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Irregular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7" name="Google Shape;2607;p225"/>
          <p:cNvSpPr txBox="1"/>
          <p:nvPr/>
        </p:nvSpPr>
        <p:spPr>
          <a:xfrm>
            <a:off x="7327619" y="1061269"/>
            <a:ext cx="194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Quadrilateral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5-06-2023/4f57f1cc-1cad-48c9-ba94-a1e79580cd84&quot; data-equatio-type=&quot;image&quot;&gt;&lt;mglyph src=&quot;https://equatio-api.texthelp.com/desmos/get/05-06-2023/4f57f1cc-1cad-48c9-ba94-a1e79580cd84&quot; alt=&quot;Equatio Image&quot;/&gt;&lt;/math&gt;" id="2608" name="Google Shape;2608;p22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995" y="1080000"/>
            <a:ext cx="3750855" cy="36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p226"/>
          <p:cNvSpPr txBox="1"/>
          <p:nvPr>
            <p:ph idx="1" type="body"/>
          </p:nvPr>
        </p:nvSpPr>
        <p:spPr>
          <a:xfrm>
            <a:off x="324000" y="810000"/>
            <a:ext cx="8237700" cy="3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a) Put each </a:t>
            </a:r>
            <a:r>
              <a:rPr b="1" lang="en-GB" sz="1800"/>
              <a:t>polygon</a:t>
            </a:r>
            <a:r>
              <a:rPr lang="en-GB" sz="1800"/>
              <a:t> in the correct place.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Square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Trapezium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</a:t>
            </a:r>
            <a:r>
              <a:rPr b="1" lang="en-GB" sz="1800"/>
              <a:t>Irregular</a:t>
            </a:r>
            <a:r>
              <a:rPr lang="en-GB" sz="1800"/>
              <a:t>) Octagon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Kite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Equilateral triangle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Rhombus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14" name="Google Shape;2614;p22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  <p:sp>
        <p:nvSpPr>
          <p:cNvPr id="2615" name="Google Shape;2615;p226"/>
          <p:cNvSpPr txBox="1"/>
          <p:nvPr/>
        </p:nvSpPr>
        <p:spPr>
          <a:xfrm>
            <a:off x="6303825" y="683650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Regular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6" name="Google Shape;2616;p226"/>
          <p:cNvSpPr txBox="1"/>
          <p:nvPr/>
        </p:nvSpPr>
        <p:spPr>
          <a:xfrm>
            <a:off x="3996225" y="3472875"/>
            <a:ext cx="146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Irregular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7" name="Google Shape;2617;p226"/>
          <p:cNvSpPr txBox="1"/>
          <p:nvPr/>
        </p:nvSpPr>
        <p:spPr>
          <a:xfrm>
            <a:off x="7327619" y="1061269"/>
            <a:ext cx="194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Quadrilateral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5-06-2023/4f57f1cc-1cad-48c9-ba94-a1e79580cd84&quot; data-equatio-type=&quot;image&quot;&gt;&lt;mglyph src=&quot;https://equatio-api.texthelp.com/desmos/get/05-06-2023/4f57f1cc-1cad-48c9-ba94-a1e79580cd84&quot; alt=&quot;Equatio Image&quot;/&gt;&lt;/math&gt;" id="2618" name="Google Shape;2618;p22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995" y="1080000"/>
            <a:ext cx="3750855" cy="364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9" name="Google Shape;2619;p226"/>
          <p:cNvSpPr txBox="1"/>
          <p:nvPr/>
        </p:nvSpPr>
        <p:spPr>
          <a:xfrm>
            <a:off x="6702725" y="1388025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Square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0" name="Google Shape;2620;p226"/>
          <p:cNvSpPr txBox="1"/>
          <p:nvPr/>
        </p:nvSpPr>
        <p:spPr>
          <a:xfrm>
            <a:off x="6664900" y="3634250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Trapezium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1" name="Google Shape;2621;p226"/>
          <p:cNvSpPr txBox="1"/>
          <p:nvPr/>
        </p:nvSpPr>
        <p:spPr>
          <a:xfrm>
            <a:off x="5481600" y="3780000"/>
            <a:ext cx="119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Irregular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) octagon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2" name="Google Shape;2622;p226"/>
          <p:cNvSpPr txBox="1"/>
          <p:nvPr/>
        </p:nvSpPr>
        <p:spPr>
          <a:xfrm>
            <a:off x="7166400" y="3396400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Kite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3" name="Google Shape;2623;p226"/>
          <p:cNvSpPr txBox="1"/>
          <p:nvPr/>
        </p:nvSpPr>
        <p:spPr>
          <a:xfrm>
            <a:off x="6760800" y="1746150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Rhombus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4" name="Google Shape;2624;p226"/>
          <p:cNvSpPr txBox="1"/>
          <p:nvPr/>
        </p:nvSpPr>
        <p:spPr>
          <a:xfrm>
            <a:off x="5366400" y="1387725"/>
            <a:ext cx="119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Equilateral triangle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8" name="Shape 2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9" name="Google Shape;2629;p227"/>
          <p:cNvSpPr txBox="1"/>
          <p:nvPr>
            <p:ph idx="1" type="body"/>
          </p:nvPr>
        </p:nvSpPr>
        <p:spPr>
          <a:xfrm>
            <a:off x="324000" y="810000"/>
            <a:ext cx="4740600" cy="21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b)  Why are some of the spaces empty?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Some of the spaces are empty because a shape cannot be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regular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irregular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at the same time.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Quadrilaterals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must be either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regular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or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irregular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so cannot be neither.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0" name="Google Shape;2630;p22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  <p:sp>
        <p:nvSpPr>
          <p:cNvPr id="2631" name="Google Shape;2631;p227"/>
          <p:cNvSpPr txBox="1"/>
          <p:nvPr/>
        </p:nvSpPr>
        <p:spPr>
          <a:xfrm>
            <a:off x="6303825" y="683650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Regular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2" name="Google Shape;2632;p227"/>
          <p:cNvSpPr txBox="1"/>
          <p:nvPr/>
        </p:nvSpPr>
        <p:spPr>
          <a:xfrm>
            <a:off x="3996225" y="3472875"/>
            <a:ext cx="146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Irregular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3" name="Google Shape;2633;p227"/>
          <p:cNvSpPr txBox="1"/>
          <p:nvPr/>
        </p:nvSpPr>
        <p:spPr>
          <a:xfrm>
            <a:off x="7327619" y="1061269"/>
            <a:ext cx="194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Quadrilateral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5-06-2023/4f57f1cc-1cad-48c9-ba94-a1e79580cd84&quot; data-equatio-type=&quot;image&quot;&gt;&lt;mglyph src=&quot;https://equatio-api.texthelp.com/desmos/get/05-06-2023/4f57f1cc-1cad-48c9-ba94-a1e79580cd84&quot; alt=&quot;Equatio Image&quot;/&gt;&lt;/math&gt;" id="2634" name="Google Shape;2634;p22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995" y="1080000"/>
            <a:ext cx="3750855" cy="364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5" name="Google Shape;2635;p227"/>
          <p:cNvSpPr txBox="1"/>
          <p:nvPr/>
        </p:nvSpPr>
        <p:spPr>
          <a:xfrm>
            <a:off x="6702725" y="1388025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Square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6" name="Google Shape;2636;p227"/>
          <p:cNvSpPr txBox="1"/>
          <p:nvPr/>
        </p:nvSpPr>
        <p:spPr>
          <a:xfrm>
            <a:off x="6664900" y="3634250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Trapezium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7" name="Google Shape;2637;p227"/>
          <p:cNvSpPr txBox="1"/>
          <p:nvPr/>
        </p:nvSpPr>
        <p:spPr>
          <a:xfrm>
            <a:off x="5481600" y="3780000"/>
            <a:ext cx="119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Irregular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) octagon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8" name="Google Shape;2638;p227"/>
          <p:cNvSpPr txBox="1"/>
          <p:nvPr/>
        </p:nvSpPr>
        <p:spPr>
          <a:xfrm>
            <a:off x="7166400" y="3396400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Kite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9" name="Google Shape;2639;p227"/>
          <p:cNvSpPr txBox="1"/>
          <p:nvPr/>
        </p:nvSpPr>
        <p:spPr>
          <a:xfrm>
            <a:off x="6760800" y="1746150"/>
            <a:ext cx="119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Rhombus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0" name="Google Shape;2640;p227"/>
          <p:cNvSpPr txBox="1"/>
          <p:nvPr/>
        </p:nvSpPr>
        <p:spPr>
          <a:xfrm>
            <a:off x="5366400" y="1387725"/>
            <a:ext cx="119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Equilateral triangle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4" name="Shape 2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Google Shape;2645;p228"/>
          <p:cNvSpPr txBox="1"/>
          <p:nvPr>
            <p:ph idx="3" type="title"/>
          </p:nvPr>
        </p:nvSpPr>
        <p:spPr>
          <a:xfrm>
            <a:off x="1224600" y="24317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  <p:sp>
        <p:nvSpPr>
          <p:cNvPr id="2646" name="Google Shape;2646;p228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Checking understanding of perimeter and area</a:t>
            </a:r>
            <a:endParaRPr sz="1800"/>
          </a:p>
        </p:txBody>
      </p:sp>
      <p:sp>
        <p:nvSpPr>
          <p:cNvPr id="2647" name="Google Shape;2647;p228"/>
          <p:cNvSpPr txBox="1"/>
          <p:nvPr>
            <p:ph idx="4" type="title"/>
          </p:nvPr>
        </p:nvSpPr>
        <p:spPr>
          <a:xfrm>
            <a:off x="1224600" y="3286637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  <p:sp>
        <p:nvSpPr>
          <p:cNvPr id="2648" name="Google Shape;2648;p228"/>
          <p:cNvSpPr txBox="1"/>
          <p:nvPr>
            <p:ph idx="2" type="title"/>
          </p:nvPr>
        </p:nvSpPr>
        <p:spPr>
          <a:xfrm>
            <a:off x="1224600" y="160210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649" name="Google Shape;2649;p228"/>
          <p:cNvSpPr txBox="1"/>
          <p:nvPr>
            <p:ph idx="5" type="title"/>
          </p:nvPr>
        </p:nvSpPr>
        <p:spPr>
          <a:xfrm>
            <a:off x="1224600" y="41081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lengths in composite rectilinear shapes</a:t>
            </a:r>
            <a:endParaRPr/>
          </a:p>
        </p:txBody>
      </p:sp>
      <p:pic>
        <p:nvPicPr>
          <p:cNvPr id="2650" name="Google Shape;2650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31996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p229"/>
          <p:cNvSpPr txBox="1"/>
          <p:nvPr>
            <p:ph idx="1" type="body"/>
          </p:nvPr>
        </p:nvSpPr>
        <p:spPr>
          <a:xfrm>
            <a:off x="324000" y="810000"/>
            <a:ext cx="8496000" cy="25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a shape to be </a:t>
            </a:r>
            <a:r>
              <a:rPr b="1" lang="en-GB"/>
              <a:t>regular</a:t>
            </a:r>
            <a:r>
              <a:rPr lang="en-GB"/>
              <a:t>, all of its sides must be the same length and all of its interior angles must be the same size.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Showing the measurements for </a:t>
            </a:r>
            <a:br>
              <a:rPr lang="en-GB"/>
            </a:br>
            <a:r>
              <a:rPr lang="en-GB"/>
              <a:t>every side can produce a </a:t>
            </a:r>
            <a:br>
              <a:rPr lang="en-GB"/>
            </a:br>
            <a:r>
              <a:rPr lang="en-GB"/>
              <a:t>cluttered diagram: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22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  <p:grpSp>
        <p:nvGrpSpPr>
          <p:cNvPr id="2657" name="Google Shape;2657;p229"/>
          <p:cNvGrpSpPr/>
          <p:nvPr/>
        </p:nvGrpSpPr>
        <p:grpSpPr>
          <a:xfrm>
            <a:off x="4572000" y="1578025"/>
            <a:ext cx="3857800" cy="3242375"/>
            <a:chOff x="2546850" y="1898550"/>
            <a:chExt cx="3857800" cy="3242375"/>
          </a:xfrm>
        </p:grpSpPr>
        <p:pic>
          <p:nvPicPr>
            <p:cNvPr descr="&lt;math xmlns=&quot;http://www.w3.org/1998/Math/MathML&quot; data-is-equatio=&quot;1&quot; data-equatio-url=&quot;https://equatio-api.texthelp.com/desmos/get/05-06-2023/257a47af-a6e1-4aba-9c53-cb18730a28fe&quot; data-equatio-type=&quot;image&quot;&gt;&lt;mglyph src=&quot;https://equatio-api.texthelp.com/desmos/get/05-06-2023/257a47af-a6e1-4aba-9c53-cb18730a28fe&quot; alt=&quot;Equatio Image&quot;/&gt;&lt;/math&gt;" id="2658" name="Google Shape;2658;p229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88489" y="2129553"/>
              <a:ext cx="2708724" cy="2690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9" name="Google Shape;2659;p229"/>
            <p:cNvSpPr txBox="1"/>
            <p:nvPr/>
          </p:nvSpPr>
          <p:spPr>
            <a:xfrm>
              <a:off x="4572000" y="1898550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0" name="Google Shape;2660;p229"/>
            <p:cNvSpPr txBox="1"/>
            <p:nvPr/>
          </p:nvSpPr>
          <p:spPr>
            <a:xfrm>
              <a:off x="5639625" y="2761950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1" name="Google Shape;2661;p229"/>
            <p:cNvSpPr txBox="1"/>
            <p:nvPr/>
          </p:nvSpPr>
          <p:spPr>
            <a:xfrm>
              <a:off x="5723950" y="3422550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2" name="Google Shape;2662;p229"/>
            <p:cNvSpPr txBox="1"/>
            <p:nvPr/>
          </p:nvSpPr>
          <p:spPr>
            <a:xfrm>
              <a:off x="5434050" y="4028250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3" name="Google Shape;2663;p229"/>
            <p:cNvSpPr txBox="1"/>
            <p:nvPr/>
          </p:nvSpPr>
          <p:spPr>
            <a:xfrm>
              <a:off x="4901250" y="4528650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4" name="Google Shape;2664;p229"/>
            <p:cNvSpPr txBox="1"/>
            <p:nvPr/>
          </p:nvSpPr>
          <p:spPr>
            <a:xfrm>
              <a:off x="4102500" y="4709825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5" name="Google Shape;2665;p229"/>
            <p:cNvSpPr txBox="1"/>
            <p:nvPr/>
          </p:nvSpPr>
          <p:spPr>
            <a:xfrm>
              <a:off x="3303750" y="4461325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6" name="Google Shape;2666;p229"/>
            <p:cNvSpPr txBox="1"/>
            <p:nvPr/>
          </p:nvSpPr>
          <p:spPr>
            <a:xfrm>
              <a:off x="2765100" y="4028250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7" name="Google Shape;2667;p229"/>
            <p:cNvSpPr txBox="1"/>
            <p:nvPr/>
          </p:nvSpPr>
          <p:spPr>
            <a:xfrm>
              <a:off x="2546850" y="3422550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8" name="Google Shape;2668;p229"/>
            <p:cNvSpPr txBox="1"/>
            <p:nvPr/>
          </p:nvSpPr>
          <p:spPr>
            <a:xfrm>
              <a:off x="2623050" y="2812950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9" name="Google Shape;2669;p229"/>
            <p:cNvSpPr txBox="1"/>
            <p:nvPr/>
          </p:nvSpPr>
          <p:spPr>
            <a:xfrm>
              <a:off x="3737650" y="1898550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0" name="Google Shape;2670;p229"/>
            <p:cNvSpPr txBox="1"/>
            <p:nvPr/>
          </p:nvSpPr>
          <p:spPr>
            <a:xfrm>
              <a:off x="3029250" y="2203350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1" name="Google Shape;2671;p229"/>
            <p:cNvSpPr txBox="1"/>
            <p:nvPr/>
          </p:nvSpPr>
          <p:spPr>
            <a:xfrm>
              <a:off x="5252700" y="2203350"/>
              <a:ext cx="6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5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p230"/>
          <p:cNvSpPr txBox="1"/>
          <p:nvPr>
            <p:ph idx="1" type="body"/>
          </p:nvPr>
        </p:nvSpPr>
        <p:spPr>
          <a:xfrm>
            <a:off x="324000" y="810000"/>
            <a:ext cx="8496000" cy="11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To overcome this, notation exists to show which lines are the same length.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Lines that are marked the same, have the same length.</a:t>
            </a:r>
            <a:endParaRPr sz="2100"/>
          </a:p>
        </p:txBody>
      </p:sp>
      <p:sp>
        <p:nvSpPr>
          <p:cNvPr id="2677" name="Google Shape;2677;p23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  <p:grpSp>
        <p:nvGrpSpPr>
          <p:cNvPr id="2678" name="Google Shape;2678;p230"/>
          <p:cNvGrpSpPr/>
          <p:nvPr/>
        </p:nvGrpSpPr>
        <p:grpSpPr>
          <a:xfrm>
            <a:off x="302450" y="1906875"/>
            <a:ext cx="3527123" cy="2936061"/>
            <a:chOff x="2522676" y="1898540"/>
            <a:chExt cx="3958168" cy="3294873"/>
          </a:xfrm>
        </p:grpSpPr>
        <p:pic>
          <p:nvPicPr>
            <p:cNvPr descr="&lt;math xmlns=&quot;http://www.w3.org/1998/Math/MathML&quot; data-is-equatio=&quot;1&quot; data-equatio-url=&quot;https://equatio-api.texthelp.com/desmos/get/05-06-2023/257a47af-a6e1-4aba-9c53-cb18730a28fe&quot; data-equatio-type=&quot;image&quot;&gt;&lt;mglyph src=&quot;https://equatio-api.texthelp.com/desmos/get/05-06-2023/257a47af-a6e1-4aba-9c53-cb18730a28fe&quot; alt=&quot;Equatio Image&quot;/&gt;&lt;/math&gt;" id="2679" name="Google Shape;2679;p230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88489" y="2129553"/>
              <a:ext cx="2708724" cy="2690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0" name="Google Shape;2680;p230"/>
            <p:cNvSpPr txBox="1"/>
            <p:nvPr/>
          </p:nvSpPr>
          <p:spPr>
            <a:xfrm>
              <a:off x="4571997" y="1898540"/>
              <a:ext cx="7794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1" name="Google Shape;2681;p230"/>
            <p:cNvSpPr txBox="1"/>
            <p:nvPr/>
          </p:nvSpPr>
          <p:spPr>
            <a:xfrm>
              <a:off x="5639640" y="2761939"/>
              <a:ext cx="7569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2" name="Google Shape;2682;p230"/>
            <p:cNvSpPr txBox="1"/>
            <p:nvPr/>
          </p:nvSpPr>
          <p:spPr>
            <a:xfrm>
              <a:off x="5723944" y="3422555"/>
              <a:ext cx="7569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3" name="Google Shape;2683;p230"/>
            <p:cNvSpPr txBox="1"/>
            <p:nvPr/>
          </p:nvSpPr>
          <p:spPr>
            <a:xfrm>
              <a:off x="5434050" y="4028239"/>
              <a:ext cx="7569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4" name="Google Shape;2684;p230"/>
            <p:cNvSpPr txBox="1"/>
            <p:nvPr/>
          </p:nvSpPr>
          <p:spPr>
            <a:xfrm>
              <a:off x="4901254" y="4528660"/>
              <a:ext cx="7794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5" name="Google Shape;2685;p230"/>
            <p:cNvSpPr txBox="1"/>
            <p:nvPr/>
          </p:nvSpPr>
          <p:spPr>
            <a:xfrm>
              <a:off x="4073961" y="4709812"/>
              <a:ext cx="7569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6" name="Google Shape;2686;p230"/>
            <p:cNvSpPr txBox="1"/>
            <p:nvPr/>
          </p:nvSpPr>
          <p:spPr>
            <a:xfrm>
              <a:off x="3227535" y="4461327"/>
              <a:ext cx="7569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7" name="Google Shape;2687;p230"/>
            <p:cNvSpPr txBox="1"/>
            <p:nvPr/>
          </p:nvSpPr>
          <p:spPr>
            <a:xfrm>
              <a:off x="2688904" y="4028239"/>
              <a:ext cx="7569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8" name="Google Shape;2688;p230"/>
            <p:cNvSpPr txBox="1"/>
            <p:nvPr/>
          </p:nvSpPr>
          <p:spPr>
            <a:xfrm>
              <a:off x="2522676" y="3422555"/>
              <a:ext cx="7569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9" name="Google Shape;2689;p230"/>
            <p:cNvSpPr txBox="1"/>
            <p:nvPr/>
          </p:nvSpPr>
          <p:spPr>
            <a:xfrm>
              <a:off x="2546861" y="2812943"/>
              <a:ext cx="7569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0" name="Google Shape;2690;p230"/>
            <p:cNvSpPr txBox="1"/>
            <p:nvPr/>
          </p:nvSpPr>
          <p:spPr>
            <a:xfrm>
              <a:off x="3638966" y="1898540"/>
              <a:ext cx="7794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1" name="Google Shape;2691;p230"/>
            <p:cNvSpPr txBox="1"/>
            <p:nvPr/>
          </p:nvSpPr>
          <p:spPr>
            <a:xfrm>
              <a:off x="2930655" y="2203360"/>
              <a:ext cx="7794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2" name="Google Shape;2692;p230"/>
            <p:cNvSpPr txBox="1"/>
            <p:nvPr/>
          </p:nvSpPr>
          <p:spPr>
            <a:xfrm>
              <a:off x="5252701" y="2203360"/>
              <a:ext cx="7794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ata-is-equatio=&quot;1&quot; data-equatio-url=&quot;https://equatio-api.texthelp.com/desmos/get/05-06-2023/9852918e-8561-478e-acdf-ef875675b6a4&quot; data-equatio-type=&quot;image&quot;&gt;&lt;mglyph src=&quot;https://equatio-api.texthelp.com/desmos/get/05-06-2023/9852918e-8561-478e-acdf-ef875675b6a4&quot; alt=&quot;Equatio Image&quot;/&gt;&lt;/math&gt;" id="2693" name="Google Shape;2693;p230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138" y="2214400"/>
            <a:ext cx="2416839" cy="228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4" name="Google Shape;2694;p230"/>
          <p:cNvSpPr txBox="1"/>
          <p:nvPr/>
        </p:nvSpPr>
        <p:spPr>
          <a:xfrm>
            <a:off x="7092738" y="2623800"/>
            <a:ext cx="72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8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231"/>
          <p:cNvSpPr txBox="1"/>
          <p:nvPr>
            <p:ph idx="1" type="body"/>
          </p:nvPr>
        </p:nvSpPr>
        <p:spPr>
          <a:xfrm>
            <a:off x="324000" y="810000"/>
            <a:ext cx="8496000" cy="6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Each subsequent set of lines of the same length are marked in a similar way.</a:t>
            </a:r>
            <a:endParaRPr sz="2100"/>
          </a:p>
        </p:txBody>
      </p:sp>
      <p:sp>
        <p:nvSpPr>
          <p:cNvPr id="2700" name="Google Shape;2700;p23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  <p:sp>
        <p:nvSpPr>
          <p:cNvPr id="2701" name="Google Shape;2701;p231"/>
          <p:cNvSpPr/>
          <p:nvPr/>
        </p:nvSpPr>
        <p:spPr>
          <a:xfrm>
            <a:off x="908688" y="2281425"/>
            <a:ext cx="1781700" cy="9123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2" name="Google Shape;2702;p231"/>
          <p:cNvSpPr/>
          <p:nvPr/>
        </p:nvSpPr>
        <p:spPr>
          <a:xfrm>
            <a:off x="6307288" y="2281425"/>
            <a:ext cx="1781700" cy="9123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03" name="Google Shape;2703;p231"/>
          <p:cNvCxnSpPr/>
          <p:nvPr/>
        </p:nvCxnSpPr>
        <p:spPr>
          <a:xfrm>
            <a:off x="6170758" y="2744158"/>
            <a:ext cx="27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4" name="Google Shape;2704;p231"/>
          <p:cNvCxnSpPr/>
          <p:nvPr/>
        </p:nvCxnSpPr>
        <p:spPr>
          <a:xfrm>
            <a:off x="7944909" y="2744158"/>
            <a:ext cx="27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5" name="Google Shape;2705;p231"/>
          <p:cNvCxnSpPr/>
          <p:nvPr/>
        </p:nvCxnSpPr>
        <p:spPr>
          <a:xfrm>
            <a:off x="7160056" y="2145625"/>
            <a:ext cx="0" cy="27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6" name="Google Shape;2706;p231"/>
          <p:cNvCxnSpPr/>
          <p:nvPr/>
        </p:nvCxnSpPr>
        <p:spPr>
          <a:xfrm>
            <a:off x="7236256" y="2145625"/>
            <a:ext cx="0" cy="27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7" name="Google Shape;2707;p231"/>
          <p:cNvCxnSpPr/>
          <p:nvPr/>
        </p:nvCxnSpPr>
        <p:spPr>
          <a:xfrm>
            <a:off x="7160056" y="3052841"/>
            <a:ext cx="0" cy="27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8" name="Google Shape;2708;p231"/>
          <p:cNvCxnSpPr/>
          <p:nvPr/>
        </p:nvCxnSpPr>
        <p:spPr>
          <a:xfrm>
            <a:off x="7236256" y="3052841"/>
            <a:ext cx="0" cy="27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9" name="Google Shape;2709;p231"/>
          <p:cNvCxnSpPr/>
          <p:nvPr/>
        </p:nvCxnSpPr>
        <p:spPr>
          <a:xfrm>
            <a:off x="826117" y="2284400"/>
            <a:ext cx="0" cy="91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10" name="Google Shape;2710;p231"/>
          <p:cNvCxnSpPr/>
          <p:nvPr/>
        </p:nvCxnSpPr>
        <p:spPr>
          <a:xfrm>
            <a:off x="6145750" y="2284400"/>
            <a:ext cx="0" cy="91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11" name="Google Shape;2711;p231"/>
          <p:cNvCxnSpPr/>
          <p:nvPr/>
        </p:nvCxnSpPr>
        <p:spPr>
          <a:xfrm>
            <a:off x="2778583" y="2284400"/>
            <a:ext cx="0" cy="91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12" name="Google Shape;2712;p231"/>
          <p:cNvCxnSpPr/>
          <p:nvPr/>
        </p:nvCxnSpPr>
        <p:spPr>
          <a:xfrm>
            <a:off x="912325" y="2205375"/>
            <a:ext cx="179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13" name="Google Shape;2713;p231"/>
          <p:cNvCxnSpPr/>
          <p:nvPr/>
        </p:nvCxnSpPr>
        <p:spPr>
          <a:xfrm>
            <a:off x="912325" y="3272175"/>
            <a:ext cx="179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14" name="Google Shape;2714;p231"/>
          <p:cNvCxnSpPr/>
          <p:nvPr/>
        </p:nvCxnSpPr>
        <p:spPr>
          <a:xfrm>
            <a:off x="6286607" y="3362742"/>
            <a:ext cx="179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15" name="Google Shape;2715;p231"/>
          <p:cNvSpPr txBox="1"/>
          <p:nvPr/>
        </p:nvSpPr>
        <p:spPr>
          <a:xfrm>
            <a:off x="7048000" y="3356067"/>
            <a:ext cx="273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6" name="Google Shape;2716;p231"/>
          <p:cNvSpPr txBox="1"/>
          <p:nvPr/>
        </p:nvSpPr>
        <p:spPr>
          <a:xfrm>
            <a:off x="1673725" y="1797900"/>
            <a:ext cx="273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7" name="Google Shape;2717;p231"/>
          <p:cNvSpPr txBox="1"/>
          <p:nvPr/>
        </p:nvSpPr>
        <p:spPr>
          <a:xfrm>
            <a:off x="1673725" y="3286415"/>
            <a:ext cx="273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8" name="Google Shape;2718;p231"/>
          <p:cNvSpPr txBox="1"/>
          <p:nvPr/>
        </p:nvSpPr>
        <p:spPr>
          <a:xfrm>
            <a:off x="542387" y="2563100"/>
            <a:ext cx="273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9" name="Google Shape;2719;p231"/>
          <p:cNvSpPr txBox="1"/>
          <p:nvPr/>
        </p:nvSpPr>
        <p:spPr>
          <a:xfrm>
            <a:off x="2790550" y="2520000"/>
            <a:ext cx="273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0" name="Google Shape;2720;p231"/>
          <p:cNvSpPr txBox="1"/>
          <p:nvPr/>
        </p:nvSpPr>
        <p:spPr>
          <a:xfrm>
            <a:off x="5847750" y="2519998"/>
            <a:ext cx="273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4" name="Shape 2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5" name="Google Shape;2725;p232"/>
          <p:cNvSpPr txBox="1"/>
          <p:nvPr>
            <p:ph idx="1" type="body"/>
          </p:nvPr>
        </p:nvSpPr>
        <p:spPr>
          <a:xfrm>
            <a:off x="324000" y="810000"/>
            <a:ext cx="4467600" cy="325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Fill in the missing lengths.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length marked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/>
              <a:t> is </a:t>
            </a:r>
            <a:r>
              <a:rPr lang="en-GB" u="sng"/>
              <a:t>          </a:t>
            </a:r>
            <a:r>
              <a:rPr lang="en-GB"/>
              <a:t> cm long.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length marked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/>
              <a:t> is </a:t>
            </a:r>
            <a:r>
              <a:rPr lang="en-GB" u="sng"/>
              <a:t>          </a:t>
            </a:r>
            <a:r>
              <a:rPr lang="en-GB"/>
              <a:t> cm long.</a:t>
            </a:r>
            <a:endParaRPr/>
          </a:p>
        </p:txBody>
      </p:sp>
      <p:sp>
        <p:nvSpPr>
          <p:cNvPr id="2726" name="Google Shape;2726;p232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5-06-2023/e45c7396-db4b-46ac-8b0a-824c221827da&quot; data-equatio-type=&quot;image&quot;&gt;&lt;mglyph src=&quot;https://equatio-api.texthelp.com/desmos/get/05-06-2023/e45c7396-db4b-46ac-8b0a-824c221827da&quot; alt=&quot;Equatio Image&quot;/&gt;&lt;/math&gt;" id="2727" name="Google Shape;2727;p232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9229" y="1179775"/>
            <a:ext cx="2578296" cy="241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w&quot;&gt;&lt;mi&gt;w&lt;/mi&gt;&lt;/math&gt;" id="2728" name="Google Shape;2728;p232" title="w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0725" y="1320725"/>
            <a:ext cx="227825" cy="15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k&quot;&gt;&lt;mi&gt;k&lt;/mi&gt;&lt;/math&gt;" id="2729" name="Google Shape;2729;p232" title="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050" y="2615490"/>
            <a:ext cx="169563" cy="2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0" name="Google Shape;2730;p232"/>
          <p:cNvSpPr txBox="1"/>
          <p:nvPr/>
        </p:nvSpPr>
        <p:spPr>
          <a:xfrm>
            <a:off x="6618200" y="849150"/>
            <a:ext cx="79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1" name="Google Shape;2731;p232"/>
          <p:cNvSpPr txBox="1"/>
          <p:nvPr/>
        </p:nvSpPr>
        <p:spPr>
          <a:xfrm>
            <a:off x="5453100" y="1244388"/>
            <a:ext cx="79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2" name="Google Shape;2732;p232"/>
          <p:cNvSpPr txBox="1"/>
          <p:nvPr/>
        </p:nvSpPr>
        <p:spPr>
          <a:xfrm>
            <a:off x="4953800" y="2503975"/>
            <a:ext cx="99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3" name="Google Shape;2733;p232"/>
          <p:cNvSpPr txBox="1"/>
          <p:nvPr/>
        </p:nvSpPr>
        <p:spPr>
          <a:xfrm>
            <a:off x="6618200" y="3515088"/>
            <a:ext cx="79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4" name="Google Shape;2734;p232"/>
          <p:cNvSpPr/>
          <p:nvPr/>
        </p:nvSpPr>
        <p:spPr>
          <a:xfrm>
            <a:off x="3491275" y="1817475"/>
            <a:ext cx="828600" cy="4095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5" name="Google Shape;2735;p232"/>
          <p:cNvSpPr/>
          <p:nvPr/>
        </p:nvSpPr>
        <p:spPr>
          <a:xfrm>
            <a:off x="3413800" y="3254367"/>
            <a:ext cx="828600" cy="4095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4.5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p233"/>
          <p:cNvSpPr txBox="1"/>
          <p:nvPr>
            <p:ph idx="1" type="body"/>
          </p:nvPr>
        </p:nvSpPr>
        <p:spPr>
          <a:xfrm>
            <a:off x="324000" y="810000"/>
            <a:ext cx="8496000" cy="20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Sometimes the lines to indicate the same length are not needed because we can use the properties of the shape.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For example, in a rectangle, we know that the pairs of sides are the same length.</a:t>
            </a:r>
            <a:endParaRPr sz="2100"/>
          </a:p>
        </p:txBody>
      </p:sp>
      <p:sp>
        <p:nvSpPr>
          <p:cNvPr id="2741" name="Google Shape;2741;p23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5" name="Shape 2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p234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  <p:sp>
        <p:nvSpPr>
          <p:cNvPr id="2747" name="Google Shape;2747;p234"/>
          <p:cNvSpPr txBox="1"/>
          <p:nvPr>
            <p:ph idx="1" type="subTitle"/>
          </p:nvPr>
        </p:nvSpPr>
        <p:spPr>
          <a:xfrm>
            <a:off x="324000" y="3577125"/>
            <a:ext cx="810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square is a </a:t>
            </a:r>
            <a:r>
              <a:rPr b="1" lang="en-GB"/>
              <a:t>regular</a:t>
            </a:r>
            <a:r>
              <a:rPr lang="en-GB"/>
              <a:t> shape.</a:t>
            </a:r>
            <a:endParaRPr/>
          </a:p>
        </p:txBody>
      </p:sp>
      <p:sp>
        <p:nvSpPr>
          <p:cNvPr id="2748" name="Google Shape;2748;p234"/>
          <p:cNvSpPr txBox="1"/>
          <p:nvPr>
            <p:ph idx="2" type="subTitle"/>
          </p:nvPr>
        </p:nvSpPr>
        <p:spPr>
          <a:xfrm>
            <a:off x="324000" y="1080000"/>
            <a:ext cx="78852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one side of a square is 4 cm long, then all the sides are 4 cm long.</a:t>
            </a:r>
            <a:endParaRPr/>
          </a:p>
        </p:txBody>
      </p:sp>
      <p:pic>
        <p:nvPicPr>
          <p:cNvPr id="2749" name="Google Shape;2749;p2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9558" y="20943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235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State the missing length for each shape.</a:t>
            </a:r>
            <a:endParaRPr/>
          </a:p>
        </p:txBody>
      </p:sp>
      <p:sp>
        <p:nvSpPr>
          <p:cNvPr id="2755" name="Google Shape;2755;p23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  <p:grpSp>
        <p:nvGrpSpPr>
          <p:cNvPr id="2756" name="Google Shape;2756;p235"/>
          <p:cNvGrpSpPr/>
          <p:nvPr/>
        </p:nvGrpSpPr>
        <p:grpSpPr>
          <a:xfrm>
            <a:off x="521925" y="1620000"/>
            <a:ext cx="7389999" cy="2606875"/>
            <a:chOff x="521925" y="1620000"/>
            <a:chExt cx="7389999" cy="2606875"/>
          </a:xfrm>
        </p:grpSpPr>
        <p:pic>
          <p:nvPicPr>
            <p:cNvPr descr="&lt;math xmlns=&quot;http://www.w3.org/1998/Math/MathML&quot; data-is-equatio=&quot;1&quot; data-equatio-url=&quot;https://equatio-api.texthelp.com/desmos/get/06-06-2023/72041f89-b490-41d8-b745-a102ccd00491&quot; data-equatio-type=&quot;image&quot;&gt;&lt;mglyph src=&quot;https://equatio-api.texthelp.com/desmos/get/06-06-2023/72041f89-b490-41d8-b745-a102ccd00491&quot; alt=&quot;Equatio Image&quot;/&gt;&lt;/math&gt;" id="2757" name="Google Shape;2757;p235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1925" y="1810775"/>
              <a:ext cx="7389999" cy="241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8" name="Google Shape;2758;p235"/>
            <p:cNvSpPr txBox="1"/>
            <p:nvPr/>
          </p:nvSpPr>
          <p:spPr>
            <a:xfrm>
              <a:off x="1845600" y="1810775"/>
              <a:ext cx="478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9" name="Google Shape;2759;p235"/>
            <p:cNvSpPr txBox="1"/>
            <p:nvPr/>
          </p:nvSpPr>
          <p:spPr>
            <a:xfrm>
              <a:off x="3452525" y="2238300"/>
              <a:ext cx="53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0" name="Google Shape;2760;p235"/>
            <p:cNvSpPr txBox="1"/>
            <p:nvPr/>
          </p:nvSpPr>
          <p:spPr>
            <a:xfrm>
              <a:off x="4551425" y="1620000"/>
              <a:ext cx="478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1" name="Google Shape;2761;p235"/>
            <p:cNvSpPr txBox="1"/>
            <p:nvPr/>
          </p:nvSpPr>
          <p:spPr>
            <a:xfrm>
              <a:off x="1929925" y="3377625"/>
              <a:ext cx="478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d&quot;&gt;&lt;mi&gt;d&lt;/mi&gt;&lt;/math&gt;" id="2762" name="Google Shape;2762;p235" title="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2825" y="3377625"/>
              <a:ext cx="184000" cy="2589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f&quot;&gt;&lt;mi&gt;f&lt;/mi&gt;&lt;/math&gt;" id="2763" name="Google Shape;2763;p235" title="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96375" y="3029600"/>
              <a:ext cx="184011" cy="270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e&quot;&gt;&lt;mi&gt;e&lt;/mi&gt;&lt;/math&gt;" id="2764" name="Google Shape;2764;p235" title="e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66825" y="1977323"/>
              <a:ext cx="140850" cy="164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g&quot;&gt;&lt;mi&gt;g&lt;/mi&gt;&lt;/math&gt;" id="2765" name="Google Shape;2765;p235" title="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688150" y="2919450"/>
              <a:ext cx="184000" cy="247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h&quot;&gt;&lt;mi&gt;h&lt;/mi&gt;&lt;/math&gt;" id="2766" name="Google Shape;2766;p235" title="h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673800" y="1942920"/>
              <a:ext cx="184000" cy="2796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7" name="Google Shape;2767;p235"/>
          <p:cNvSpPr/>
          <p:nvPr/>
        </p:nvSpPr>
        <p:spPr>
          <a:xfrm>
            <a:off x="324000" y="1515900"/>
            <a:ext cx="8496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                                     b)                                    c)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8" name="Google Shape;2768;p235"/>
          <p:cNvSpPr/>
          <p:nvPr/>
        </p:nvSpPr>
        <p:spPr>
          <a:xfrm>
            <a:off x="3528725" y="3306150"/>
            <a:ext cx="20457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is a parallelogram.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9" name="Google Shape;2769;p235"/>
          <p:cNvSpPr/>
          <p:nvPr/>
        </p:nvSpPr>
        <p:spPr>
          <a:xfrm>
            <a:off x="6516000" y="3271775"/>
            <a:ext cx="20457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is a 3 unit square.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3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236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State the missing length for each shape.</a:t>
            </a:r>
            <a:endParaRPr/>
          </a:p>
        </p:txBody>
      </p:sp>
      <p:sp>
        <p:nvSpPr>
          <p:cNvPr id="2775" name="Google Shape;2775;p23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  <p:grpSp>
        <p:nvGrpSpPr>
          <p:cNvPr id="2776" name="Google Shape;2776;p236"/>
          <p:cNvGrpSpPr/>
          <p:nvPr/>
        </p:nvGrpSpPr>
        <p:grpSpPr>
          <a:xfrm>
            <a:off x="521925" y="1620000"/>
            <a:ext cx="7389999" cy="2606875"/>
            <a:chOff x="521925" y="1620000"/>
            <a:chExt cx="7389999" cy="2606875"/>
          </a:xfrm>
        </p:grpSpPr>
        <p:pic>
          <p:nvPicPr>
            <p:cNvPr descr="&lt;math xmlns=&quot;http://www.w3.org/1998/Math/MathML&quot; data-is-equatio=&quot;1&quot; data-equatio-url=&quot;https://equatio-api.texthelp.com/desmos/get/06-06-2023/72041f89-b490-41d8-b745-a102ccd00491&quot; data-equatio-type=&quot;image&quot;&gt;&lt;mglyph src=&quot;https://equatio-api.texthelp.com/desmos/get/06-06-2023/72041f89-b490-41d8-b745-a102ccd00491&quot; alt=&quot;Equatio Image&quot;/&gt;&lt;/math&gt;" id="2777" name="Google Shape;2777;p236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1925" y="1810775"/>
              <a:ext cx="7389999" cy="241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8" name="Google Shape;2778;p236"/>
            <p:cNvSpPr txBox="1"/>
            <p:nvPr/>
          </p:nvSpPr>
          <p:spPr>
            <a:xfrm>
              <a:off x="1845600" y="1810775"/>
              <a:ext cx="478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9" name="Google Shape;2779;p236"/>
            <p:cNvSpPr txBox="1"/>
            <p:nvPr/>
          </p:nvSpPr>
          <p:spPr>
            <a:xfrm>
              <a:off x="3452525" y="2238300"/>
              <a:ext cx="53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0" name="Google Shape;2780;p236"/>
            <p:cNvSpPr txBox="1"/>
            <p:nvPr/>
          </p:nvSpPr>
          <p:spPr>
            <a:xfrm>
              <a:off x="4551425" y="1620000"/>
              <a:ext cx="478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1" name="Google Shape;2781;p236"/>
            <p:cNvSpPr txBox="1"/>
            <p:nvPr/>
          </p:nvSpPr>
          <p:spPr>
            <a:xfrm>
              <a:off x="1929925" y="3377625"/>
              <a:ext cx="478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d&quot;&gt;&lt;mi&gt;d&lt;/mi&gt;&lt;/math&gt;" id="2782" name="Google Shape;2782;p236" title="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2825" y="3377625"/>
              <a:ext cx="184000" cy="2589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f&quot;&gt;&lt;mi&gt;f&lt;/mi&gt;&lt;/math&gt;" id="2783" name="Google Shape;2783;p236" title="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96375" y="3029600"/>
              <a:ext cx="184011" cy="270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e&quot;&gt;&lt;mi&gt;e&lt;/mi&gt;&lt;/math&gt;" id="2784" name="Google Shape;2784;p236" title="e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66825" y="1977323"/>
              <a:ext cx="140850" cy="164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g&quot;&gt;&lt;mi&gt;g&lt;/mi&gt;&lt;/math&gt;" id="2785" name="Google Shape;2785;p236" title="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688150" y="2919450"/>
              <a:ext cx="184000" cy="247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h&quot;&gt;&lt;mi&gt;h&lt;/mi&gt;&lt;/math&gt;" id="2786" name="Google Shape;2786;p236" title="h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673800" y="1942920"/>
              <a:ext cx="184000" cy="2796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87" name="Google Shape;2787;p236"/>
          <p:cNvSpPr/>
          <p:nvPr/>
        </p:nvSpPr>
        <p:spPr>
          <a:xfrm>
            <a:off x="324000" y="1515900"/>
            <a:ext cx="8496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                                     b)                                    c)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8" name="Google Shape;2788;p236"/>
          <p:cNvSpPr/>
          <p:nvPr/>
        </p:nvSpPr>
        <p:spPr>
          <a:xfrm>
            <a:off x="3528725" y="3306150"/>
            <a:ext cx="20457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is a parallelogram.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9" name="Google Shape;2789;p236"/>
          <p:cNvSpPr/>
          <p:nvPr/>
        </p:nvSpPr>
        <p:spPr>
          <a:xfrm>
            <a:off x="6516000" y="3271775"/>
            <a:ext cx="20457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is a 3 unit square.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0" name="Google Shape;2790;p236"/>
          <p:cNvSpPr txBox="1"/>
          <p:nvPr/>
        </p:nvSpPr>
        <p:spPr>
          <a:xfrm>
            <a:off x="398825" y="4226875"/>
            <a:ext cx="84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17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10             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11                    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3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4" name="Shape 2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Google Shape;2795;p237"/>
          <p:cNvSpPr txBox="1"/>
          <p:nvPr>
            <p:ph idx="3" type="title"/>
          </p:nvPr>
        </p:nvSpPr>
        <p:spPr>
          <a:xfrm>
            <a:off x="1224600" y="24317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Grouping shapes by properties</a:t>
            </a:r>
            <a:endParaRPr/>
          </a:p>
        </p:txBody>
      </p:sp>
      <p:sp>
        <p:nvSpPr>
          <p:cNvPr id="2796" name="Google Shape;2796;p237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Checking understanding of perimeter and area</a:t>
            </a:r>
            <a:endParaRPr sz="1800"/>
          </a:p>
        </p:txBody>
      </p:sp>
      <p:sp>
        <p:nvSpPr>
          <p:cNvPr id="2797" name="Google Shape;2797;p237"/>
          <p:cNvSpPr txBox="1"/>
          <p:nvPr>
            <p:ph idx="4" type="title"/>
          </p:nvPr>
        </p:nvSpPr>
        <p:spPr>
          <a:xfrm>
            <a:off x="1224600" y="3286637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with shape properties</a:t>
            </a:r>
            <a:endParaRPr/>
          </a:p>
        </p:txBody>
      </p:sp>
      <p:sp>
        <p:nvSpPr>
          <p:cNvPr id="2798" name="Google Shape;2798;p237"/>
          <p:cNvSpPr txBox="1"/>
          <p:nvPr>
            <p:ph idx="2" type="title"/>
          </p:nvPr>
        </p:nvSpPr>
        <p:spPr>
          <a:xfrm>
            <a:off x="1224600" y="160210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shape</a:t>
            </a:r>
            <a:endParaRPr/>
          </a:p>
        </p:txBody>
      </p:sp>
      <p:sp>
        <p:nvSpPr>
          <p:cNvPr id="2799" name="Google Shape;2799;p237"/>
          <p:cNvSpPr txBox="1"/>
          <p:nvPr>
            <p:ph idx="5" type="title"/>
          </p:nvPr>
        </p:nvSpPr>
        <p:spPr>
          <a:xfrm>
            <a:off x="1224600" y="41081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lengths in composite rectilinear shapes</a:t>
            </a:r>
            <a:endParaRPr/>
          </a:p>
        </p:txBody>
      </p:sp>
      <p:pic>
        <p:nvPicPr>
          <p:cNvPr id="2800" name="Google Shape;2800;p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403069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4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238"/>
          <p:cNvSpPr txBox="1"/>
          <p:nvPr>
            <p:ph idx="1" type="body"/>
          </p:nvPr>
        </p:nvSpPr>
        <p:spPr>
          <a:xfrm>
            <a:off x="324000" y="810000"/>
            <a:ext cx="8237700" cy="21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rectilinear shapes are shapes made from two or more rectangles.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We can use our knowledge of the properties of rectangles to reason about missing side lengths.</a:t>
            </a:r>
            <a:endParaRPr/>
          </a:p>
        </p:txBody>
      </p:sp>
      <p:sp>
        <p:nvSpPr>
          <p:cNvPr id="2806" name="Google Shape;2806;p23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lengths in composite rectilinear shapes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0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Google Shape;2811;p239"/>
          <p:cNvSpPr txBox="1"/>
          <p:nvPr>
            <p:ph idx="1" type="body"/>
          </p:nvPr>
        </p:nvSpPr>
        <p:spPr>
          <a:xfrm>
            <a:off x="324000" y="810000"/>
            <a:ext cx="8496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example, we can work out the length of the side marked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in this shape.</a:t>
            </a:r>
            <a:endParaRPr/>
          </a:p>
        </p:txBody>
      </p:sp>
      <p:sp>
        <p:nvSpPr>
          <p:cNvPr id="2812" name="Google Shape;2812;p23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lengths in composite rectilinear shapes</a:t>
            </a:r>
            <a:endParaRPr/>
          </a:p>
        </p:txBody>
      </p:sp>
      <p:grpSp>
        <p:nvGrpSpPr>
          <p:cNvPr id="2813" name="Google Shape;2813;p239"/>
          <p:cNvGrpSpPr/>
          <p:nvPr/>
        </p:nvGrpSpPr>
        <p:grpSpPr>
          <a:xfrm>
            <a:off x="296675" y="1664725"/>
            <a:ext cx="4312500" cy="2964975"/>
            <a:chOff x="296675" y="1588525"/>
            <a:chExt cx="4312500" cy="2964975"/>
          </a:xfrm>
        </p:grpSpPr>
        <p:pic>
          <p:nvPicPr>
            <p:cNvPr descr="&lt;math xmlns=&quot;http://www.w3.org/1998/Math/MathML&quot; data-is-equatio=&quot;1&quot; data-equatio-url=&quot;https://equatio-api.texthelp.com/desmos/get/06-06-2023/7d7acdd4-6375-4bb0-8b4d-7a4753940df0&quot; data-equatio-type=&quot;image&quot;&gt;&lt;mglyph src=&quot;https://equatio-api.texthelp.com/desmos/get/06-06-2023/7d7acdd4-6375-4bb0-8b4d-7a4753940df0&quot; alt=&quot;Equatio Image&quot;/&gt;&lt;/math&gt;" id="2814" name="Google Shape;2814;p239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23638" y="1588525"/>
              <a:ext cx="2228325" cy="2956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5" name="Google Shape;2815;p239"/>
            <p:cNvSpPr txBox="1"/>
            <p:nvPr/>
          </p:nvSpPr>
          <p:spPr>
            <a:xfrm>
              <a:off x="296675" y="2700000"/>
              <a:ext cx="922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6" name="Google Shape;2816;p239"/>
            <p:cNvSpPr txBox="1"/>
            <p:nvPr/>
          </p:nvSpPr>
          <p:spPr>
            <a:xfrm>
              <a:off x="3686375" y="3921050"/>
              <a:ext cx="922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7" name="Google Shape;2817;p239"/>
            <p:cNvSpPr txBox="1"/>
            <p:nvPr/>
          </p:nvSpPr>
          <p:spPr>
            <a:xfrm>
              <a:off x="2172288" y="2442463"/>
              <a:ext cx="922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18" name="Google Shape;2818;p239"/>
            <p:cNvCxnSpPr/>
            <p:nvPr/>
          </p:nvCxnSpPr>
          <p:spPr>
            <a:xfrm rot="10800000">
              <a:off x="1189225" y="1611100"/>
              <a:ext cx="0" cy="2942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19" name="Google Shape;2819;p239"/>
            <p:cNvCxnSpPr/>
            <p:nvPr/>
          </p:nvCxnSpPr>
          <p:spPr>
            <a:xfrm flipH="1" rot="10800000">
              <a:off x="3650138" y="3789650"/>
              <a:ext cx="4800" cy="755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20" name="Google Shape;2820;p239"/>
            <p:cNvCxnSpPr/>
            <p:nvPr/>
          </p:nvCxnSpPr>
          <p:spPr>
            <a:xfrm flipH="1" rot="10800000">
              <a:off x="2195225" y="1595575"/>
              <a:ext cx="5700" cy="218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2821" name="Google Shape;2821;p239"/>
          <p:cNvCxnSpPr/>
          <p:nvPr/>
        </p:nvCxnSpPr>
        <p:spPr>
          <a:xfrm flipH="1" rot="10800000">
            <a:off x="3147450" y="1672300"/>
            <a:ext cx="900" cy="293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2822" name="Google Shape;2822;p239"/>
          <p:cNvSpPr txBox="1"/>
          <p:nvPr/>
        </p:nvSpPr>
        <p:spPr>
          <a:xfrm>
            <a:off x="4188075" y="1739725"/>
            <a:ext cx="463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missing length must be 8 cm because 10 = 2 + 8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6" name="Shape 2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7" name="Google Shape;2827;p240"/>
          <p:cNvSpPr txBox="1"/>
          <p:nvPr>
            <p:ph idx="5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lengths in composite rectilinear shapes</a:t>
            </a:r>
            <a:endParaRPr/>
          </a:p>
        </p:txBody>
      </p:sp>
      <p:sp>
        <p:nvSpPr>
          <p:cNvPr id="2828" name="Google Shape;2828;p240"/>
          <p:cNvSpPr txBox="1"/>
          <p:nvPr>
            <p:ph type="title"/>
          </p:nvPr>
        </p:nvSpPr>
        <p:spPr>
          <a:xfrm>
            <a:off x="324000" y="809988"/>
            <a:ext cx="8179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length of the side marked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?</a:t>
            </a:r>
            <a:endParaRPr/>
          </a:p>
        </p:txBody>
      </p:sp>
      <p:sp>
        <p:nvSpPr>
          <p:cNvPr id="2829" name="Google Shape;2829;p240"/>
          <p:cNvSpPr txBox="1"/>
          <p:nvPr>
            <p:ph idx="1" type="subTitle"/>
          </p:nvPr>
        </p:nvSpPr>
        <p:spPr>
          <a:xfrm>
            <a:off x="1034425" y="1685375"/>
            <a:ext cx="941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cm</a:t>
            </a:r>
            <a:endParaRPr/>
          </a:p>
        </p:txBody>
      </p:sp>
      <p:sp>
        <p:nvSpPr>
          <p:cNvPr id="2830" name="Google Shape;2830;p240"/>
          <p:cNvSpPr txBox="1"/>
          <p:nvPr>
            <p:ph idx="2" type="subTitle"/>
          </p:nvPr>
        </p:nvSpPr>
        <p:spPr>
          <a:xfrm>
            <a:off x="1034425" y="2489450"/>
            <a:ext cx="941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cm</a:t>
            </a:r>
            <a:endParaRPr/>
          </a:p>
        </p:txBody>
      </p:sp>
      <p:sp>
        <p:nvSpPr>
          <p:cNvPr id="2831" name="Google Shape;2831;p240"/>
          <p:cNvSpPr txBox="1"/>
          <p:nvPr>
            <p:ph idx="3" type="subTitle"/>
          </p:nvPr>
        </p:nvSpPr>
        <p:spPr>
          <a:xfrm>
            <a:off x="1034425" y="3309775"/>
            <a:ext cx="941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 cm</a:t>
            </a:r>
            <a:endParaRPr/>
          </a:p>
        </p:txBody>
      </p:sp>
      <p:sp>
        <p:nvSpPr>
          <p:cNvPr id="2832" name="Google Shape;2832;p240"/>
          <p:cNvSpPr txBox="1"/>
          <p:nvPr>
            <p:ph idx="4" type="subTitle"/>
          </p:nvPr>
        </p:nvSpPr>
        <p:spPr>
          <a:xfrm>
            <a:off x="1034425" y="4113825"/>
            <a:ext cx="941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 cm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06-2023/e441382c-8c9a-4971-8d38-30bea4116710&quot; data-equatio-type=&quot;image&quot;&gt;&lt;mglyph src=&quot;https://equatio-api.texthelp.com/desmos/get/06-06-2023/e441382c-8c9a-4971-8d38-30bea4116710&quot; alt=&quot;Equatio Image&quot;/&gt;&lt;/math&gt;" id="2833" name="Google Shape;2833;p240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1620000"/>
            <a:ext cx="2034986" cy="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4" name="Google Shape;2834;p240"/>
          <p:cNvSpPr txBox="1"/>
          <p:nvPr/>
        </p:nvSpPr>
        <p:spPr>
          <a:xfrm>
            <a:off x="4262850" y="1116575"/>
            <a:ext cx="7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 cm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5" name="Google Shape;2835;p240"/>
          <p:cNvSpPr txBox="1"/>
          <p:nvPr/>
        </p:nvSpPr>
        <p:spPr>
          <a:xfrm>
            <a:off x="4857175" y="4274625"/>
            <a:ext cx="7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 cm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6" name="Google Shape;2836;p240"/>
          <p:cNvSpPr txBox="1"/>
          <p:nvPr/>
        </p:nvSpPr>
        <p:spPr>
          <a:xfrm>
            <a:off x="5430875" y="3047275"/>
            <a:ext cx="79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7" name="Google Shape;2837;p240"/>
          <p:cNvCxnSpPr/>
          <p:nvPr/>
        </p:nvCxnSpPr>
        <p:spPr>
          <a:xfrm>
            <a:off x="4320000" y="1527925"/>
            <a:ext cx="6798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38" name="Google Shape;2838;p240"/>
          <p:cNvCxnSpPr/>
          <p:nvPr/>
        </p:nvCxnSpPr>
        <p:spPr>
          <a:xfrm flipH="1" rot="10800000">
            <a:off x="4320000" y="4394675"/>
            <a:ext cx="2026200" cy="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39" name="Google Shape;2839;p240"/>
          <p:cNvCxnSpPr/>
          <p:nvPr/>
        </p:nvCxnSpPr>
        <p:spPr>
          <a:xfrm>
            <a:off x="4999800" y="3538963"/>
            <a:ext cx="1346400" cy="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2840" name="Google Shape;2840;p2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5308" y="24573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p241"/>
          <p:cNvSpPr txBox="1"/>
          <p:nvPr>
            <p:ph idx="1" type="body"/>
          </p:nvPr>
        </p:nvSpPr>
        <p:spPr>
          <a:xfrm>
            <a:off x="324000" y="810000"/>
            <a:ext cx="8237700" cy="18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Calculate the length of each marked side.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                             b)                                  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846" name="Google Shape;2846;p24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lengths in composite rectilinear shapes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06-2023/8e58055f-9d82-49ee-a27d-d188fba4fa26&quot; data-equatio-type=&quot;image&quot;&gt;&lt;mglyph src=&quot;https://equatio-api.texthelp.com/desmos/get/06-06-2023/8e58055f-9d82-49ee-a27d-d188fba4fa26&quot; alt=&quot;Equatio Image&quot;/&gt;&lt;/math&gt;" id="2847" name="Google Shape;2847;p24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188" y="1639752"/>
            <a:ext cx="7700124" cy="201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8" name="Google Shape;2848;p241"/>
          <p:cNvCxnSpPr/>
          <p:nvPr/>
        </p:nvCxnSpPr>
        <p:spPr>
          <a:xfrm>
            <a:off x="765075" y="1725150"/>
            <a:ext cx="39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49" name="Google Shape;2849;p241"/>
          <p:cNvCxnSpPr/>
          <p:nvPr/>
        </p:nvCxnSpPr>
        <p:spPr>
          <a:xfrm rot="10800000">
            <a:off x="665625" y="1787075"/>
            <a:ext cx="8700" cy="176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50" name="Google Shape;2850;p241"/>
          <p:cNvCxnSpPr/>
          <p:nvPr/>
        </p:nvCxnSpPr>
        <p:spPr>
          <a:xfrm>
            <a:off x="3128700" y="2182350"/>
            <a:ext cx="5712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51" name="Google Shape;2851;p241"/>
          <p:cNvCxnSpPr/>
          <p:nvPr/>
        </p:nvCxnSpPr>
        <p:spPr>
          <a:xfrm>
            <a:off x="1154625" y="3182300"/>
            <a:ext cx="783000" cy="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52" name="Google Shape;2852;p241"/>
          <p:cNvCxnSpPr/>
          <p:nvPr/>
        </p:nvCxnSpPr>
        <p:spPr>
          <a:xfrm flipH="1" rot="10800000">
            <a:off x="765075" y="3615700"/>
            <a:ext cx="1172400" cy="1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53" name="Google Shape;2853;p241"/>
          <p:cNvCxnSpPr/>
          <p:nvPr/>
        </p:nvCxnSpPr>
        <p:spPr>
          <a:xfrm>
            <a:off x="7716550" y="3704950"/>
            <a:ext cx="718500" cy="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54" name="Google Shape;2854;p241"/>
          <p:cNvCxnSpPr/>
          <p:nvPr/>
        </p:nvCxnSpPr>
        <p:spPr>
          <a:xfrm>
            <a:off x="6778450" y="3026150"/>
            <a:ext cx="9381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55" name="Google Shape;2855;p241"/>
          <p:cNvCxnSpPr/>
          <p:nvPr/>
        </p:nvCxnSpPr>
        <p:spPr>
          <a:xfrm>
            <a:off x="6052575" y="2236200"/>
            <a:ext cx="2382300" cy="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56" name="Google Shape;2856;p241"/>
          <p:cNvCxnSpPr/>
          <p:nvPr/>
        </p:nvCxnSpPr>
        <p:spPr>
          <a:xfrm flipH="1" rot="10800000">
            <a:off x="3128700" y="3654050"/>
            <a:ext cx="1758900" cy="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57" name="Google Shape;2857;p241"/>
          <p:cNvCxnSpPr/>
          <p:nvPr/>
        </p:nvCxnSpPr>
        <p:spPr>
          <a:xfrm rot="10800000">
            <a:off x="1205438" y="1787075"/>
            <a:ext cx="0" cy="132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58" name="Google Shape;2858;p241"/>
          <p:cNvCxnSpPr/>
          <p:nvPr/>
        </p:nvCxnSpPr>
        <p:spPr>
          <a:xfrm rot="10800000">
            <a:off x="2005575" y="3094175"/>
            <a:ext cx="0" cy="45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59" name="Google Shape;2859;p241"/>
          <p:cNvSpPr txBox="1"/>
          <p:nvPr/>
        </p:nvSpPr>
        <p:spPr>
          <a:xfrm>
            <a:off x="801775" y="1301000"/>
            <a:ext cx="28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0" name="Google Shape;2860;p241"/>
          <p:cNvSpPr txBox="1"/>
          <p:nvPr/>
        </p:nvSpPr>
        <p:spPr>
          <a:xfrm>
            <a:off x="1978600" y="3089475"/>
            <a:ext cx="63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1.5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1" name="Google Shape;2861;p241"/>
          <p:cNvSpPr txBox="1"/>
          <p:nvPr/>
        </p:nvSpPr>
        <p:spPr>
          <a:xfrm>
            <a:off x="1169325" y="3533700"/>
            <a:ext cx="28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2" name="Google Shape;2862;p241"/>
          <p:cNvSpPr txBox="1"/>
          <p:nvPr/>
        </p:nvSpPr>
        <p:spPr>
          <a:xfrm>
            <a:off x="324000" y="2325450"/>
            <a:ext cx="28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3" name="Google Shape;2863;p241"/>
          <p:cNvSpPr txBox="1"/>
          <p:nvPr/>
        </p:nvSpPr>
        <p:spPr>
          <a:xfrm>
            <a:off x="3256175" y="1793600"/>
            <a:ext cx="28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4" name="Google Shape;2864;p241"/>
          <p:cNvSpPr txBox="1"/>
          <p:nvPr/>
        </p:nvSpPr>
        <p:spPr>
          <a:xfrm>
            <a:off x="7813850" y="3630850"/>
            <a:ext cx="56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2.4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5" name="Google Shape;2865;p241"/>
          <p:cNvSpPr txBox="1"/>
          <p:nvPr/>
        </p:nvSpPr>
        <p:spPr>
          <a:xfrm>
            <a:off x="7005600" y="2940750"/>
            <a:ext cx="63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3.2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6" name="Google Shape;2866;p241"/>
          <p:cNvSpPr txBox="1"/>
          <p:nvPr/>
        </p:nvSpPr>
        <p:spPr>
          <a:xfrm>
            <a:off x="1281650" y="2281175"/>
            <a:ext cx="28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7" name="Google Shape;2867;p241"/>
          <p:cNvSpPr txBox="1"/>
          <p:nvPr/>
        </p:nvSpPr>
        <p:spPr>
          <a:xfrm>
            <a:off x="1448325" y="2772700"/>
            <a:ext cx="28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8" name="Google Shape;2868;p241"/>
          <p:cNvSpPr txBox="1"/>
          <p:nvPr/>
        </p:nvSpPr>
        <p:spPr>
          <a:xfrm>
            <a:off x="3864450" y="3577850"/>
            <a:ext cx="28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9" name="Google Shape;2869;p241"/>
          <p:cNvSpPr txBox="1"/>
          <p:nvPr/>
        </p:nvSpPr>
        <p:spPr>
          <a:xfrm>
            <a:off x="7181700" y="1908288"/>
            <a:ext cx="28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242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length of each marked side.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</a:t>
            </a:r>
            <a:endParaRPr/>
          </a:p>
        </p:txBody>
      </p:sp>
      <p:sp>
        <p:nvSpPr>
          <p:cNvPr id="2875" name="Google Shape;2875;p24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lengths in composite rectilinear shapes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06-2023/8e58055f-9d82-49ee-a27d-d188fba4fa26&quot; data-equatio-type=&quot;image&quot;&gt;&lt;mglyph src=&quot;https://equatio-api.texthelp.com/desmos/get/06-06-2023/8e58055f-9d82-49ee-a27d-d188fba4fa26&quot; alt=&quot;Equatio Image&quot;/&gt;&lt;/math&gt;" id="2876" name="Google Shape;2876;p242" title="Equatio Image"/>
          <p:cNvPicPr preferRelativeResize="0"/>
          <p:nvPr/>
        </p:nvPicPr>
        <p:blipFill rotWithShape="1">
          <a:blip r:embed="rId3">
            <a:alphaModFix/>
          </a:blip>
          <a:srcRect b="0" l="0" r="76651" t="0"/>
          <a:stretch/>
        </p:blipFill>
        <p:spPr>
          <a:xfrm>
            <a:off x="745190" y="1639750"/>
            <a:ext cx="1797827" cy="201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7" name="Google Shape;2877;p242"/>
          <p:cNvCxnSpPr/>
          <p:nvPr/>
        </p:nvCxnSpPr>
        <p:spPr>
          <a:xfrm>
            <a:off x="765075" y="1725150"/>
            <a:ext cx="39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78" name="Google Shape;2878;p242"/>
          <p:cNvCxnSpPr/>
          <p:nvPr/>
        </p:nvCxnSpPr>
        <p:spPr>
          <a:xfrm rot="10800000">
            <a:off x="665625" y="1787075"/>
            <a:ext cx="8700" cy="176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79" name="Google Shape;2879;p242"/>
          <p:cNvCxnSpPr/>
          <p:nvPr/>
        </p:nvCxnSpPr>
        <p:spPr>
          <a:xfrm>
            <a:off x="1154625" y="3182300"/>
            <a:ext cx="783000" cy="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80" name="Google Shape;2880;p242"/>
          <p:cNvCxnSpPr/>
          <p:nvPr/>
        </p:nvCxnSpPr>
        <p:spPr>
          <a:xfrm flipH="1" rot="10800000">
            <a:off x="765075" y="3615700"/>
            <a:ext cx="1172400" cy="1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81" name="Google Shape;2881;p242"/>
          <p:cNvCxnSpPr/>
          <p:nvPr/>
        </p:nvCxnSpPr>
        <p:spPr>
          <a:xfrm rot="10800000">
            <a:off x="1205438" y="1787075"/>
            <a:ext cx="0" cy="132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82" name="Google Shape;2882;p242"/>
          <p:cNvCxnSpPr/>
          <p:nvPr/>
        </p:nvCxnSpPr>
        <p:spPr>
          <a:xfrm rot="10800000">
            <a:off x="2005575" y="3094175"/>
            <a:ext cx="0" cy="45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83" name="Google Shape;2883;p242"/>
          <p:cNvSpPr txBox="1"/>
          <p:nvPr/>
        </p:nvSpPr>
        <p:spPr>
          <a:xfrm>
            <a:off x="801775" y="1301000"/>
            <a:ext cx="28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4" name="Google Shape;2884;p242"/>
          <p:cNvSpPr txBox="1"/>
          <p:nvPr/>
        </p:nvSpPr>
        <p:spPr>
          <a:xfrm>
            <a:off x="1978600" y="3089475"/>
            <a:ext cx="63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1.5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5" name="Google Shape;2885;p242"/>
          <p:cNvSpPr txBox="1"/>
          <p:nvPr/>
        </p:nvSpPr>
        <p:spPr>
          <a:xfrm>
            <a:off x="1169325" y="3533700"/>
            <a:ext cx="28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6" name="Google Shape;2886;p242"/>
          <p:cNvSpPr txBox="1"/>
          <p:nvPr/>
        </p:nvSpPr>
        <p:spPr>
          <a:xfrm>
            <a:off x="324000" y="2325450"/>
            <a:ext cx="28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7" name="Google Shape;2887;p242"/>
          <p:cNvSpPr txBox="1"/>
          <p:nvPr/>
        </p:nvSpPr>
        <p:spPr>
          <a:xfrm>
            <a:off x="1281650" y="2281175"/>
            <a:ext cx="28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8" name="Google Shape;2888;p242"/>
          <p:cNvSpPr txBox="1"/>
          <p:nvPr/>
        </p:nvSpPr>
        <p:spPr>
          <a:xfrm>
            <a:off x="1448325" y="2772700"/>
            <a:ext cx="28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9" name="Google Shape;2889;p242"/>
          <p:cNvSpPr txBox="1"/>
          <p:nvPr/>
        </p:nvSpPr>
        <p:spPr>
          <a:xfrm>
            <a:off x="3092375" y="1478850"/>
            <a:ext cx="5686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5 - 1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4 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7 - 1.5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5.5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3" name="Shape 2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Google Shape;2894;p243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length of each marked side.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                              </a:t>
            </a:r>
            <a:endParaRPr/>
          </a:p>
        </p:txBody>
      </p:sp>
      <p:sp>
        <p:nvSpPr>
          <p:cNvPr id="2895" name="Google Shape;2895;p24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lengths in composite rectilinear shapes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06-2023/8e58055f-9d82-49ee-a27d-d188fba4fa26&quot; data-equatio-type=&quot;image&quot;&gt;&lt;mglyph src=&quot;https://equatio-api.texthelp.com/desmos/get/06-06-2023/8e58055f-9d82-49ee-a27d-d188fba4fa26&quot; alt=&quot;Equatio Image&quot;/&gt;&lt;/math&gt;" id="2896" name="Google Shape;2896;p243" title="Equatio Image"/>
          <p:cNvPicPr preferRelativeResize="0"/>
          <p:nvPr/>
        </p:nvPicPr>
        <p:blipFill rotWithShape="1">
          <a:blip r:embed="rId3">
            <a:alphaModFix/>
          </a:blip>
          <a:srcRect b="0" l="27818" r="43532" t="0"/>
          <a:stretch/>
        </p:blipFill>
        <p:spPr>
          <a:xfrm>
            <a:off x="329500" y="1639750"/>
            <a:ext cx="2206023" cy="201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7" name="Google Shape;2897;p243"/>
          <p:cNvCxnSpPr/>
          <p:nvPr/>
        </p:nvCxnSpPr>
        <p:spPr>
          <a:xfrm>
            <a:off x="570998" y="2182350"/>
            <a:ext cx="5712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98" name="Google Shape;2898;p243"/>
          <p:cNvCxnSpPr/>
          <p:nvPr/>
        </p:nvCxnSpPr>
        <p:spPr>
          <a:xfrm flipH="1" rot="10800000">
            <a:off x="570998" y="3654050"/>
            <a:ext cx="1758900" cy="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99" name="Google Shape;2899;p243"/>
          <p:cNvSpPr txBox="1"/>
          <p:nvPr/>
        </p:nvSpPr>
        <p:spPr>
          <a:xfrm>
            <a:off x="698473" y="1793600"/>
            <a:ext cx="28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0" name="Google Shape;2900;p243"/>
          <p:cNvSpPr txBox="1"/>
          <p:nvPr/>
        </p:nvSpPr>
        <p:spPr>
          <a:xfrm>
            <a:off x="1306748" y="3577850"/>
            <a:ext cx="28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1" name="Google Shape;2901;p243"/>
          <p:cNvSpPr txBox="1"/>
          <p:nvPr/>
        </p:nvSpPr>
        <p:spPr>
          <a:xfrm>
            <a:off x="3107550" y="2394525"/>
            <a:ext cx="4849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3 + 3 + 3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9            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p244"/>
          <p:cNvSpPr txBox="1"/>
          <p:nvPr>
            <p:ph idx="1" type="body"/>
          </p:nvPr>
        </p:nvSpPr>
        <p:spPr>
          <a:xfrm>
            <a:off x="324000" y="810000"/>
            <a:ext cx="8237700" cy="18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length of each marked side.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907" name="Google Shape;2907;p24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lengths in composite rectilinear shapes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06-2023/8e58055f-9d82-49ee-a27d-d188fba4fa26&quot; data-equatio-type=&quot;image&quot;&gt;&lt;mglyph src=&quot;https://equatio-api.texthelp.com/desmos/get/06-06-2023/8e58055f-9d82-49ee-a27d-d188fba4fa26&quot; alt=&quot;Equatio Image&quot;/&gt;&lt;/math&gt;" id="2908" name="Google Shape;2908;p244" title="Equatio Image"/>
          <p:cNvPicPr preferRelativeResize="0"/>
          <p:nvPr/>
        </p:nvPicPr>
        <p:blipFill rotWithShape="1">
          <a:blip r:embed="rId3">
            <a:alphaModFix/>
          </a:blip>
          <a:srcRect b="0" l="65313" r="0" t="0"/>
          <a:stretch/>
        </p:blipFill>
        <p:spPr>
          <a:xfrm>
            <a:off x="328289" y="1334950"/>
            <a:ext cx="2670901" cy="201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9" name="Google Shape;2909;p244"/>
          <p:cNvCxnSpPr/>
          <p:nvPr/>
        </p:nvCxnSpPr>
        <p:spPr>
          <a:xfrm>
            <a:off x="2270432" y="3400150"/>
            <a:ext cx="718500" cy="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10" name="Google Shape;2910;p244"/>
          <p:cNvCxnSpPr/>
          <p:nvPr/>
        </p:nvCxnSpPr>
        <p:spPr>
          <a:xfrm>
            <a:off x="1332332" y="2721350"/>
            <a:ext cx="9381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11" name="Google Shape;2911;p244"/>
          <p:cNvCxnSpPr/>
          <p:nvPr/>
        </p:nvCxnSpPr>
        <p:spPr>
          <a:xfrm>
            <a:off x="606457" y="1931400"/>
            <a:ext cx="2382300" cy="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12" name="Google Shape;2912;p244"/>
          <p:cNvSpPr txBox="1"/>
          <p:nvPr/>
        </p:nvSpPr>
        <p:spPr>
          <a:xfrm>
            <a:off x="2367732" y="3326050"/>
            <a:ext cx="56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2.4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3" name="Google Shape;2913;p244"/>
          <p:cNvSpPr txBox="1"/>
          <p:nvPr/>
        </p:nvSpPr>
        <p:spPr>
          <a:xfrm>
            <a:off x="1559482" y="2635950"/>
            <a:ext cx="63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3.2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4" name="Google Shape;2914;p244"/>
          <p:cNvSpPr txBox="1"/>
          <p:nvPr/>
        </p:nvSpPr>
        <p:spPr>
          <a:xfrm>
            <a:off x="1735582" y="1603488"/>
            <a:ext cx="28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5" name="Google Shape;2915;p244"/>
          <p:cNvSpPr txBox="1"/>
          <p:nvPr/>
        </p:nvSpPr>
        <p:spPr>
          <a:xfrm>
            <a:off x="3788300" y="1998025"/>
            <a:ext cx="4637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3.2 + 2 x 2.4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9" name="Shape 2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0" name="Google Shape;2920;p245"/>
          <p:cNvSpPr txBox="1"/>
          <p:nvPr>
            <p:ph type="title"/>
          </p:nvPr>
        </p:nvSpPr>
        <p:spPr>
          <a:xfrm>
            <a:off x="1684800" y="119125"/>
            <a:ext cx="6339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perimeter and area</a:t>
            </a:r>
            <a:endParaRPr/>
          </a:p>
        </p:txBody>
      </p:sp>
      <p:sp>
        <p:nvSpPr>
          <p:cNvPr id="2921" name="Google Shape;2921;p245"/>
          <p:cNvSpPr txBox="1"/>
          <p:nvPr>
            <p:ph idx="1" type="body"/>
          </p:nvPr>
        </p:nvSpPr>
        <p:spPr>
          <a:xfrm>
            <a:off x="324000" y="810000"/>
            <a:ext cx="8237700" cy="3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Quadrilaterals</a:t>
            </a:r>
            <a:r>
              <a:rPr lang="en-GB"/>
              <a:t> are a family of </a:t>
            </a:r>
            <a:r>
              <a:rPr b="1" lang="en-GB"/>
              <a:t>polygons</a:t>
            </a:r>
            <a:r>
              <a:rPr lang="en-GB"/>
              <a:t> that all have four sides.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shape can belong to more than one family. It can be </a:t>
            </a:r>
            <a:r>
              <a:rPr b="1" lang="en-GB"/>
              <a:t>regular</a:t>
            </a:r>
            <a:r>
              <a:rPr lang="en-GB"/>
              <a:t> and/or a triangle for example.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properties of a </a:t>
            </a:r>
            <a:r>
              <a:rPr b="1" lang="en-GB"/>
              <a:t>polygon</a:t>
            </a:r>
            <a:r>
              <a:rPr lang="en-GB"/>
              <a:t> can be used to calculate the length of unknown sides.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5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246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927" name="Google Shape;2927;p2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ak theme - May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