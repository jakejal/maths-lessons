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54fce15a6_0_3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54fce15a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0" name="Google Shape;12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/>
        </p:nvSpPr>
        <p:spPr>
          <a:xfrm>
            <a:off x="468000" y="1626000"/>
            <a:ext cx="66240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Defining a shape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 one of the shapes and describe it to your partner.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clues did it take?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shape required the most clues?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f9ad6180-69cf-4449-a898-01d70ef6e551&quot; data-equatio-type=&quot;image&quot;&gt;&lt;mglyph src=&quot;https://equatio-api.texthelp.com/desmos/get/05-06-2023/f9ad6180-69cf-4449-a898-01d70ef6e551&quot; alt=&quot;Equatio Image&quot;/&gt;&lt;/math&gt;" id="128" name="Google Shape;128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963400"/>
            <a:ext cx="6623999" cy="1996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4"/>
          <p:cNvGrpSpPr/>
          <p:nvPr/>
        </p:nvGrpSpPr>
        <p:grpSpPr>
          <a:xfrm>
            <a:off x="468000" y="5120775"/>
            <a:ext cx="6624000" cy="1113126"/>
            <a:chOff x="468000" y="4358775"/>
            <a:chExt cx="6624000" cy="1113126"/>
          </a:xfrm>
        </p:grpSpPr>
        <p:sp>
          <p:nvSpPr>
            <p:cNvPr id="130" name="Google Shape;130;p14"/>
            <p:cNvSpPr txBox="1"/>
            <p:nvPr/>
          </p:nvSpPr>
          <p:spPr>
            <a:xfrm>
              <a:off x="468000" y="4358775"/>
              <a:ext cx="6624000" cy="10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There are many possibilities. Here are some examples:</a:t>
              </a:r>
              <a:endParaRPr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Kalam"/>
                <a:buChar char="●"/>
              </a:pPr>
              <a:r>
                <a:rPr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My shape is not a </a:t>
              </a:r>
              <a:r>
                <a:rPr b="1"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polygon</a:t>
              </a:r>
              <a:r>
                <a:rPr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.</a:t>
              </a:r>
              <a:endParaRPr sz="1100">
                <a:latin typeface="Kalam"/>
                <a:ea typeface="Kalam"/>
                <a:cs typeface="Kalam"/>
                <a:sym typeface="Kalam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Kalam"/>
                <a:buChar char="●"/>
              </a:pPr>
              <a:r>
                <a:rPr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My shape has six sides.</a:t>
              </a:r>
              <a:endParaRPr sz="1100">
                <a:latin typeface="Kalam"/>
                <a:ea typeface="Kalam"/>
                <a:cs typeface="Kalam"/>
                <a:sym typeface="Kalam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Kalam"/>
                <a:buChar char="●"/>
              </a:pPr>
              <a:r>
                <a:rPr lang="en-GB" sz="11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My shape has four sides. </a:t>
              </a:r>
              <a:r>
                <a:rPr lang="en-GB" sz="1100">
                  <a:latin typeface="Kalam"/>
                  <a:ea typeface="Kalam"/>
                  <a:cs typeface="Kalam"/>
                  <a:sym typeface="Kalam"/>
                </a:rPr>
                <a:t>There are two pairs of </a:t>
              </a:r>
              <a:r>
                <a:rPr b="1" lang="en-GB" sz="1100">
                  <a:latin typeface="Kalam"/>
                  <a:ea typeface="Kalam"/>
                  <a:cs typeface="Kalam"/>
                  <a:sym typeface="Kalam"/>
                </a:rPr>
                <a:t>parallel</a:t>
              </a:r>
              <a:r>
                <a:rPr lang="en-GB" sz="1100">
                  <a:latin typeface="Kalam"/>
                  <a:ea typeface="Kalam"/>
                  <a:cs typeface="Kalam"/>
                  <a:sym typeface="Kalam"/>
                </a:rPr>
                <a:t>, equal sides. The interior angles are not right angles.</a:t>
              </a:r>
              <a:endParaRPr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5-06-2023/1090a47c-38eb-44b5-8d56-91443681e2e2&quot; data-equatio-type=&quot;image&quot;&gt;&lt;mglyph src=&quot;https://equatio-api.texthelp.com/desmos/get/05-06-2023/1090a47c-38eb-44b5-8d56-91443681e2e2&quot; alt=&quot;Equatio Image&quot;/&gt;&lt;/math&gt;" id="131" name="Google Shape;131;p14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6975" y="4694401"/>
              <a:ext cx="153825" cy="15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5-06-2023/bbc394fc-bbab-4647-9db1-ffe777b45587&quot; data-equatio-type=&quot;image&quot;&gt;&lt;mglyph src=&quot;https://equatio-api.texthelp.com/desmos/get/05-06-2023/bbc394fc-bbab-4647-9db1-ffe777b45587&quot; alt=&quot;Equatio Image&quot;/&gt;&lt;/math&gt;" id="132" name="Google Shape;132;p14" title="Equatio Image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12002" y="4888797"/>
              <a:ext cx="153825" cy="177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5-06-2023/fb1ddc3e-f856-45f7-a84c-1e2ade82c5f4&quot; data-equatio-type=&quot;image&quot;&gt;&lt;mglyph src=&quot;https://equatio-api.texthelp.com/desmos/get/05-06-2023/fb1ddc3e-f856-45f7-a84c-1e2ade82c5f4&quot; alt=&quot;Equatio Image&quot;/&gt;&lt;/math&gt;" id="133" name="Google Shape;133;p14" title="Equatio Image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13899" y="5294651"/>
              <a:ext cx="404125" cy="1772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4" name="Google Shape;134;p14"/>
          <p:cNvCxnSpPr/>
          <p:nvPr/>
        </p:nvCxnSpPr>
        <p:spPr>
          <a:xfrm>
            <a:off x="474750" y="6336600"/>
            <a:ext cx="6610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/>
        </p:nvSpPr>
        <p:spPr>
          <a:xfrm>
            <a:off x="474750" y="6480350"/>
            <a:ext cx="66105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Grouping shapes by properties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polygon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correct place.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Irregular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Octagon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Kite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Equilateral triangle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3091850" y="9399950"/>
            <a:ext cx="146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6041425" y="6711225"/>
            <a:ext cx="19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138" name="Google Shape;138;p14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5850" y="6697500"/>
            <a:ext cx="3456150" cy="336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5312575" y="7005525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Square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5312575" y="9073950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Trapezium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4306400" y="9315338"/>
            <a:ext cx="119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b="1" lang="en-GB" sz="11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) octagon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661950" y="8793388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Kite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370650" y="7363650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Rhombus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5217975" y="6474063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976250" y="7005225"/>
            <a:ext cx="119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Equilateral triangle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" name="Google Shape;146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perimeter and area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/>
        </p:nvSpPr>
        <p:spPr>
          <a:xfrm>
            <a:off x="468000" y="18619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Finding missing lengths with shape properties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missing length for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b)     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                                         This is a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parallelogram.                              3 unit square.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72041f89-b490-41d8-b745-a102ccd00491&quot; data-equatio-type=&quot;image&quot;&gt;&lt;mglyph src=&quot;https://equatio-api.texthelp.com/desmos/get/06-06-2023/72041f89-b490-41d8-b745-a102ccd00491&quot; alt=&quot;Equatio Image&quot;/&gt;&lt;/math&gt;" id="153" name="Google Shape;153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760251"/>
            <a:ext cx="6623999" cy="2165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1654476" y="2760250"/>
            <a:ext cx="4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3094833" y="3143463"/>
            <a:ext cx="4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079829" y="2589250"/>
            <a:ext cx="4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730056" y="4164697"/>
            <a:ext cx="4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d&quot;&gt;&lt;mi&gt;d&lt;/mi&gt;&lt;/math&gt;" id="158" name="Google Shape;158;p15" title="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25" y="4229255"/>
            <a:ext cx="73225" cy="10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f&quot;&gt;&lt;mi&gt;f&lt;/mi&gt;&lt;/math&gt;" id="159" name="Google Shape;159;p15" title="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7437" y="3920261"/>
            <a:ext cx="73225" cy="107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e&quot;&gt;&lt;mi&gt;e&lt;/mi&gt;&lt;/math&gt;" id="160" name="Google Shape;160;p15" title="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025" y="2940474"/>
            <a:ext cx="73225" cy="8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g&quot;&gt;&lt;mi&gt;g&lt;/mi&gt;&lt;/math&gt;" id="161" name="Google Shape;161;p15" title="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926" y="3815734"/>
            <a:ext cx="73225" cy="98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162" name="Google Shape;162;p15" title="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4411" y="2948393"/>
            <a:ext cx="73225" cy="1113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468000" y="5022050"/>
            <a:ext cx="849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17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10                      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11                         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3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3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4" name="Google Shape;164;p15"/>
          <p:cNvCxnSpPr/>
          <p:nvPr/>
        </p:nvCxnSpPr>
        <p:spPr>
          <a:xfrm>
            <a:off x="474750" y="5647750"/>
            <a:ext cx="6610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5"/>
          <p:cNvSpPr txBox="1"/>
          <p:nvPr/>
        </p:nvSpPr>
        <p:spPr>
          <a:xfrm>
            <a:off x="468000" y="5737825"/>
            <a:ext cx="8237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D: Missing lengths in composite rectilinear shapes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each marked 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b)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166" name="Google Shape;166;p15" title="Equatio Image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534" y="6590797"/>
            <a:ext cx="6280466" cy="16446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5"/>
          <p:cNvCxnSpPr/>
          <p:nvPr/>
        </p:nvCxnSpPr>
        <p:spPr>
          <a:xfrm>
            <a:off x="827755" y="6660451"/>
            <a:ext cx="32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" name="Google Shape;168;p15"/>
          <p:cNvCxnSpPr/>
          <p:nvPr/>
        </p:nvCxnSpPr>
        <p:spPr>
          <a:xfrm rot="10800000">
            <a:off x="746536" y="6710888"/>
            <a:ext cx="7200" cy="143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9" name="Google Shape;169;p15"/>
          <p:cNvCxnSpPr/>
          <p:nvPr/>
        </p:nvCxnSpPr>
        <p:spPr>
          <a:xfrm>
            <a:off x="2755603" y="7033358"/>
            <a:ext cx="4659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1145484" y="7724648"/>
            <a:ext cx="638700" cy="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 flipH="1" rot="10800000">
            <a:off x="827755" y="8202546"/>
            <a:ext cx="956100" cy="1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15"/>
          <p:cNvCxnSpPr/>
          <p:nvPr/>
        </p:nvCxnSpPr>
        <p:spPr>
          <a:xfrm>
            <a:off x="6497599" y="8351441"/>
            <a:ext cx="5859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5732455" y="7721589"/>
            <a:ext cx="7650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5140408" y="7077280"/>
            <a:ext cx="19431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" name="Google Shape;175;p15"/>
          <p:cNvCxnSpPr/>
          <p:nvPr/>
        </p:nvCxnSpPr>
        <p:spPr>
          <a:xfrm flipH="1" rot="10800000">
            <a:off x="2755603" y="8233638"/>
            <a:ext cx="14346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15"/>
          <p:cNvCxnSpPr/>
          <p:nvPr/>
        </p:nvCxnSpPr>
        <p:spPr>
          <a:xfrm rot="10800000">
            <a:off x="1186814" y="6703303"/>
            <a:ext cx="0" cy="108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" name="Google Shape;177;p15"/>
          <p:cNvCxnSpPr/>
          <p:nvPr/>
        </p:nvCxnSpPr>
        <p:spPr>
          <a:xfrm rot="10800000">
            <a:off x="1839546" y="7777088"/>
            <a:ext cx="0" cy="37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" name="Google Shape;178;p15"/>
          <p:cNvSpPr txBox="1"/>
          <p:nvPr/>
        </p:nvSpPr>
        <p:spPr>
          <a:xfrm>
            <a:off x="870951" y="6349138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817544" y="7773239"/>
            <a:ext cx="52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1157474" y="8135564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87888" y="7150075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2829900" y="6787606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m&quot;&gt;&lt;mi&gt;m&lt;/mi&gt;&lt;/math&gt;" id="183" name="Google Shape;183;p15" title="m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44849" y="7600784"/>
            <a:ext cx="163150" cy="114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w&quot;&gt;&lt;mi&gt;w&lt;/mi&gt;&lt;/math&gt;" id="184" name="Google Shape;184;p15" title="w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28109" y="7115518"/>
            <a:ext cx="155375" cy="1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6459950" y="8291000"/>
            <a:ext cx="63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5917726" y="7651934"/>
            <a:ext cx="52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z&quot;&gt;&lt;mi&gt;z&lt;/mi&gt;&lt;/math&gt;" id="187" name="Google Shape;187;p15" title="z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63400" y="8251000"/>
            <a:ext cx="103849" cy="1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&quot;&gt;&lt;mi&gt;n&lt;/mi&gt;&lt;/math&gt;" id="188" name="Google Shape;188;p15" title="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59425" y="6959225"/>
            <a:ext cx="103850" cy="1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 txBox="1"/>
          <p:nvPr/>
        </p:nvSpPr>
        <p:spPr>
          <a:xfrm>
            <a:off x="905250" y="8457874"/>
            <a:ext cx="979200" cy="149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= 5 - 1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= 4    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= 7 - 1.5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= 5.5  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2490000" y="8457863"/>
            <a:ext cx="1758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3 + 3 + 3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9               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5594525" y="8455613"/>
            <a:ext cx="1532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3.2 + 2 x 2.4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i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8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6359075" y="9960325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3905250" y="99049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194" name="Google Shape;194;p15"/>
          <p:cNvCxnSpPr/>
          <p:nvPr/>
        </p:nvCxnSpPr>
        <p:spPr>
          <a:xfrm>
            <a:off x="468000" y="1746950"/>
            <a:ext cx="6610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5"/>
          <p:cNvSpPr txBox="1"/>
          <p:nvPr/>
        </p:nvSpPr>
        <p:spPr>
          <a:xfrm>
            <a:off x="374925" y="390875"/>
            <a:ext cx="6710400" cy="13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some of the spaces empty?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Some of the spaces are empty because a shape cannot be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regular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at the same time. 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Quadrilaterals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must be either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regular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so cannot be neither.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