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4a89f37add_0_2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4a89f37ad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554f086926_0_7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554f08692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" name="Google Shape;2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" name="Google Shape;4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" name="Google Shape;49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" name="Google Shape;5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" name="Google Shape;61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2" name="Google Shape;62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3" name="Google Shape;83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4" name="Google Shape;84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5" name="Google Shape;85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" name="Google Shape;9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" name="Google Shape;93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" name="Google Shape;9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7" name="Google Shape;9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3" name="Google Shape;103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p12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106" name="Google Shape;106;p12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7" name="Google Shape;107;p1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1" name="Google Shape;11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3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15.png"/><Relationship Id="rId13" Type="http://schemas.openxmlformats.org/officeDocument/2006/relationships/image" Target="../media/image8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 txBox="1"/>
          <p:nvPr/>
        </p:nvSpPr>
        <p:spPr>
          <a:xfrm>
            <a:off x="468000" y="1778400"/>
            <a:ext cx="6624000" cy="13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Defining a shape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Pick one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 shapes and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describe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it to your partner.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many clues did it take?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shape required the most clues?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5-06-2023/f9ad6180-69cf-4449-a898-01d70ef6e551&quot; data-equatio-type=&quot;image&quot;&gt;&lt;mglyph src=&quot;https://equatio-api.texthelp.com/desmos/get/05-06-2023/f9ad6180-69cf-4449-a898-01d70ef6e551&quot; alt=&quot;Equatio Image&quot;/&gt;&lt;/math&gt;" id="119" name="Google Shape;119;p1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3115800"/>
            <a:ext cx="6623999" cy="19969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14"/>
          <p:cNvCxnSpPr/>
          <p:nvPr/>
        </p:nvCxnSpPr>
        <p:spPr>
          <a:xfrm>
            <a:off x="474750" y="5727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14"/>
          <p:cNvSpPr txBox="1"/>
          <p:nvPr/>
        </p:nvSpPr>
        <p:spPr>
          <a:xfrm>
            <a:off x="474750" y="5946950"/>
            <a:ext cx="6610500" cy="44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Grouping shapes by properties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Put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each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polygon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 the correct place.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Trapezium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b="1"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Irregular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Octagon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Kite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Equilateral triangle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Why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 are some of the spaces empty?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4221150" y="9593850"/>
            <a:ext cx="146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Lexend"/>
                <a:ea typeface="Lexend"/>
                <a:cs typeface="Lexend"/>
                <a:sym typeface="Lexend"/>
              </a:rPr>
              <a:t>Irregular</a:t>
            </a:r>
            <a:endParaRPr b="1"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6119850" y="6260650"/>
            <a:ext cx="194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Lexend"/>
                <a:ea typeface="Lexend"/>
                <a:cs typeface="Lexend"/>
                <a:sym typeface="Lexend"/>
              </a:rPr>
              <a:t>Quadrilateral</a:t>
            </a:r>
            <a:endParaRPr b="1"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4251675" y="6177813"/>
            <a:ext cx="119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Lexend"/>
                <a:ea typeface="Lexend"/>
                <a:cs typeface="Lexend"/>
                <a:sym typeface="Lexend"/>
              </a:rPr>
              <a:t>Regular</a:t>
            </a:r>
            <a:endParaRPr b="1"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4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perimeter and area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5-06-2023/4f57f1cc-1cad-48c9-ba94-a1e79580cd84&quot; data-equatio-type=&quot;image&quot;&gt;&lt;mglyph src=&quot;https://equatio-api.texthelp.com/desmos/get/05-06-2023/4f57f1cc-1cad-48c9-ba94-a1e79580cd84&quot; alt=&quot;Equatio Image&quot;/&gt;&lt;/math&gt;" id="127" name="Google Shape;127;p1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1">
            <a:off x="3864448" y="6545100"/>
            <a:ext cx="3456151" cy="336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/>
          <p:nvPr/>
        </p:nvSpPr>
        <p:spPr>
          <a:xfrm>
            <a:off x="468000" y="8934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C: Finding missing lengths with shape properties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missing length for each shape.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                  b)                                                            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                  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is a                                         This is a 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                                  parallelogram.                              3 unit square.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6-06-2023/72041f89-b490-41d8-b745-a102ccd00491&quot; data-equatio-type=&quot;image&quot;&gt;&lt;mglyph src=&quot;https://equatio-api.texthelp.com/desmos/get/06-06-2023/72041f89-b490-41d8-b745-a102ccd00491&quot; alt=&quot;Equatio Image&quot;/&gt;&lt;/math&gt;" id="133" name="Google Shape;133;p1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791751"/>
            <a:ext cx="6623999" cy="216567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1654476" y="1791750"/>
            <a:ext cx="48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10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3094833" y="2174963"/>
            <a:ext cx="48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8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4079829" y="1620750"/>
            <a:ext cx="429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11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1730056" y="3196197"/>
            <a:ext cx="429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17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d&quot;&gt;&lt;mi&gt;d&lt;/mi&gt;&lt;/math&gt;" id="138" name="Google Shape;138;p15" title="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425" y="3260755"/>
            <a:ext cx="73225" cy="103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f&quot;&gt;&lt;mi&gt;f&lt;/mi&gt;&lt;/math&gt;" id="139" name="Google Shape;139;p15" title="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7437" y="2951761"/>
            <a:ext cx="73225" cy="1078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e&quot;&gt;&lt;mi&gt;e&lt;/mi&gt;&lt;/math&gt;" id="140" name="Google Shape;140;p15" title="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4025" y="1971974"/>
            <a:ext cx="73225" cy="8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g&quot;&gt;&lt;mi&gt;g&lt;/mi&gt;&lt;/math&gt;" id="141" name="Google Shape;141;p15" title="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40926" y="2847234"/>
            <a:ext cx="73225" cy="985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h&quot;&gt;&lt;mi&gt;h&lt;/mi&gt;&lt;/math&gt;" id="142" name="Google Shape;142;p15" title="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24411" y="1979893"/>
            <a:ext cx="73225" cy="1113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15"/>
          <p:cNvCxnSpPr/>
          <p:nvPr/>
        </p:nvCxnSpPr>
        <p:spPr>
          <a:xfrm>
            <a:off x="474750" y="467925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15"/>
          <p:cNvSpPr txBox="1"/>
          <p:nvPr/>
        </p:nvSpPr>
        <p:spPr>
          <a:xfrm>
            <a:off x="468000" y="4845525"/>
            <a:ext cx="82377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D: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Missing lengths in composite rectilinear shapes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length of each marked side.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        b)                                                     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6-06-2023/8e58055f-9d82-49ee-a27d-d188fba4fa26&quot; data-equatio-type=&quot;image&quot;&gt;&lt;mglyph src=&quot;https://equatio-api.texthelp.com/desmos/get/06-06-2023/8e58055f-9d82-49ee-a27d-d188fba4fa26&quot; alt=&quot;Equatio Image&quot;/&gt;&lt;/math&gt;" id="145" name="Google Shape;145;p15" title="Equatio Image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11534" y="5774697"/>
            <a:ext cx="6280466" cy="16446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" name="Google Shape;146;p15"/>
          <p:cNvCxnSpPr/>
          <p:nvPr/>
        </p:nvCxnSpPr>
        <p:spPr>
          <a:xfrm>
            <a:off x="827755" y="5844351"/>
            <a:ext cx="320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7" name="Google Shape;147;p15"/>
          <p:cNvCxnSpPr/>
          <p:nvPr/>
        </p:nvCxnSpPr>
        <p:spPr>
          <a:xfrm rot="10800000">
            <a:off x="746536" y="5894788"/>
            <a:ext cx="7200" cy="1436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8" name="Google Shape;148;p15"/>
          <p:cNvCxnSpPr/>
          <p:nvPr/>
        </p:nvCxnSpPr>
        <p:spPr>
          <a:xfrm>
            <a:off x="2755603" y="6217258"/>
            <a:ext cx="465900" cy="3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9" name="Google Shape;149;p15"/>
          <p:cNvCxnSpPr/>
          <p:nvPr/>
        </p:nvCxnSpPr>
        <p:spPr>
          <a:xfrm>
            <a:off x="1145484" y="6908548"/>
            <a:ext cx="638700" cy="9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0" name="Google Shape;150;p15"/>
          <p:cNvCxnSpPr/>
          <p:nvPr/>
        </p:nvCxnSpPr>
        <p:spPr>
          <a:xfrm flipH="1" rot="10800000">
            <a:off x="827755" y="7386446"/>
            <a:ext cx="956100" cy="11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1" name="Google Shape;151;p15"/>
          <p:cNvCxnSpPr/>
          <p:nvPr/>
        </p:nvCxnSpPr>
        <p:spPr>
          <a:xfrm>
            <a:off x="6497599" y="7459141"/>
            <a:ext cx="585900" cy="1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2" name="Google Shape;152;p15"/>
          <p:cNvCxnSpPr/>
          <p:nvPr/>
        </p:nvCxnSpPr>
        <p:spPr>
          <a:xfrm>
            <a:off x="5732455" y="6905489"/>
            <a:ext cx="765000" cy="6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3" name="Google Shape;153;p15"/>
          <p:cNvCxnSpPr/>
          <p:nvPr/>
        </p:nvCxnSpPr>
        <p:spPr>
          <a:xfrm>
            <a:off x="5140408" y="6261180"/>
            <a:ext cx="1943100" cy="8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4" name="Google Shape;154;p15"/>
          <p:cNvCxnSpPr/>
          <p:nvPr/>
        </p:nvCxnSpPr>
        <p:spPr>
          <a:xfrm flipH="1" rot="10800000">
            <a:off x="2755603" y="7417538"/>
            <a:ext cx="1434600" cy="1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5" name="Google Shape;155;p15"/>
          <p:cNvCxnSpPr/>
          <p:nvPr/>
        </p:nvCxnSpPr>
        <p:spPr>
          <a:xfrm rot="10800000">
            <a:off x="1186814" y="5887203"/>
            <a:ext cx="0" cy="108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6" name="Google Shape;156;p15"/>
          <p:cNvCxnSpPr/>
          <p:nvPr/>
        </p:nvCxnSpPr>
        <p:spPr>
          <a:xfrm rot="10800000">
            <a:off x="1839546" y="6960988"/>
            <a:ext cx="0" cy="37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7" name="Google Shape;157;p15"/>
          <p:cNvSpPr txBox="1"/>
          <p:nvPr/>
        </p:nvSpPr>
        <p:spPr>
          <a:xfrm>
            <a:off x="870951" y="5533038"/>
            <a:ext cx="23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1817544" y="6957139"/>
            <a:ext cx="52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1.5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1157474" y="7319464"/>
            <a:ext cx="23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487888" y="6333975"/>
            <a:ext cx="23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7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5"/>
          <p:cNvSpPr txBox="1"/>
          <p:nvPr/>
        </p:nvSpPr>
        <p:spPr>
          <a:xfrm>
            <a:off x="2829900" y="5971506"/>
            <a:ext cx="23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m&quot;&gt;&lt;mi&gt;m&lt;/mi&gt;&lt;/math&gt;" id="162" name="Google Shape;162;p15" title="m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344849" y="6784684"/>
            <a:ext cx="163150" cy="1142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w&quot;&gt;&lt;mi&gt;w&lt;/mi&gt;&lt;/math&gt;" id="163" name="Google Shape;163;p15" title="w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228109" y="6299418"/>
            <a:ext cx="155375" cy="1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5"/>
          <p:cNvSpPr txBox="1"/>
          <p:nvPr/>
        </p:nvSpPr>
        <p:spPr>
          <a:xfrm>
            <a:off x="6459950" y="7398700"/>
            <a:ext cx="638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2.4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5917726" y="6835834"/>
            <a:ext cx="52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3.2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z&quot;&gt;&lt;mi&gt;z&lt;/mi&gt;&lt;/math&gt;" id="166" name="Google Shape;166;p15" title="z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363400" y="7434900"/>
            <a:ext cx="103849" cy="11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n&quot;&gt;&lt;mi&gt;n&lt;/mi&gt;&lt;/math&gt;" id="167" name="Google Shape;167;p15" title="n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059425" y="6143125"/>
            <a:ext cx="103850" cy="10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5"/>
          <p:cNvSpPr txBox="1"/>
          <p:nvPr/>
        </p:nvSpPr>
        <p:spPr>
          <a:xfrm>
            <a:off x="3923275" y="10276875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9" name="Google Shape;169;p15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perimeter and area</a:t>
            </a:r>
            <a:endParaRPr/>
          </a:p>
        </p:txBody>
      </p:sp>
      <p:sp>
        <p:nvSpPr>
          <p:cNvPr id="170" name="Google Shape;170;p1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Industry. </a:t>
            </a:r>
            <a:endParaRPr/>
          </a:p>
        </p:txBody>
      </p:sp>
      <p:cxnSp>
        <p:nvCxnSpPr>
          <p:cNvPr id="171" name="Google Shape;171;p15"/>
          <p:cNvCxnSpPr/>
          <p:nvPr/>
        </p:nvCxnSpPr>
        <p:spPr>
          <a:xfrm>
            <a:off x="474750" y="774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