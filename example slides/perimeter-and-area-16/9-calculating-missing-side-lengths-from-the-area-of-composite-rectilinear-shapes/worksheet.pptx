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55a7db2bb9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55a7db2b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/>
        </p:nvSpPr>
        <p:spPr>
          <a:xfrm>
            <a:off x="468000" y="1930800"/>
            <a:ext cx="66105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Calculating area with missing side lengths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area of each composite rectilinear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  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178dc999-7d20-4dd4-8750-e7c1350241ac&quot; data-equatio-type=&quot;image&quot;&gt;&lt;mglyph src=&quot;https://equatio-api.texthelp.com/desmos/get/21-06-2023/178dc999-7d20-4dd4-8750-e7c1350241ac&quot; alt=&quot;Equatio Image&quot;/&gt;&lt;/math&gt;" id="121" name="Google Shape;121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6550">
            <a:off x="1047428" y="2949586"/>
            <a:ext cx="1347537" cy="20213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1-06-2023/b74da2ab-6b6e-4869-920e-249553439a15&quot; data-equatio-type=&quot;image&quot;&gt;&lt;mglyph src=&quot;https://equatio-api.texthelp.com/desmos/get/21-06-2023/b74da2ab-6b6e-4869-920e-249553439a15&quot; alt=&quot;Equatio Image&quot;/&gt;&lt;/math&gt;" id="122" name="Google Shape;122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6139" y="2814839"/>
            <a:ext cx="2415861" cy="18208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4"/>
          <p:cNvCxnSpPr/>
          <p:nvPr/>
        </p:nvCxnSpPr>
        <p:spPr>
          <a:xfrm flipH="1">
            <a:off x="2473007" y="3837740"/>
            <a:ext cx="484500" cy="42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4" name="Google Shape;124;p14"/>
          <p:cNvCxnSpPr/>
          <p:nvPr/>
        </p:nvCxnSpPr>
        <p:spPr>
          <a:xfrm>
            <a:off x="2009599" y="3892328"/>
            <a:ext cx="350700" cy="39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" name="Google Shape;125;p14"/>
          <p:cNvCxnSpPr/>
          <p:nvPr/>
        </p:nvCxnSpPr>
        <p:spPr>
          <a:xfrm>
            <a:off x="2090636" y="2728199"/>
            <a:ext cx="893400" cy="996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6" name="Google Shape;126;p14"/>
          <p:cNvCxnSpPr/>
          <p:nvPr/>
        </p:nvCxnSpPr>
        <p:spPr>
          <a:xfrm>
            <a:off x="5674424" y="3583399"/>
            <a:ext cx="1390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4713247" y="3583399"/>
            <a:ext cx="32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" name="Google Shape;128;p14"/>
          <p:cNvCxnSpPr/>
          <p:nvPr/>
        </p:nvCxnSpPr>
        <p:spPr>
          <a:xfrm>
            <a:off x="4676139" y="4748449"/>
            <a:ext cx="2402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" name="Google Shape;129;p14"/>
          <p:cNvCxnSpPr/>
          <p:nvPr/>
        </p:nvCxnSpPr>
        <p:spPr>
          <a:xfrm>
            <a:off x="5326676" y="4029948"/>
            <a:ext cx="0" cy="57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0" name="Google Shape;130;p14"/>
          <p:cNvCxnSpPr/>
          <p:nvPr/>
        </p:nvCxnSpPr>
        <p:spPr>
          <a:xfrm>
            <a:off x="5326676" y="2849787"/>
            <a:ext cx="0" cy="33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" name="Google Shape;131;p14"/>
          <p:cNvCxnSpPr/>
          <p:nvPr/>
        </p:nvCxnSpPr>
        <p:spPr>
          <a:xfrm>
            <a:off x="4551282" y="2814828"/>
            <a:ext cx="0" cy="181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2" name="Google Shape;132;p14"/>
          <p:cNvSpPr txBox="1"/>
          <p:nvPr/>
        </p:nvSpPr>
        <p:spPr>
          <a:xfrm>
            <a:off x="2472993" y="2890306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802904" y="4029959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2653162" y="3906441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3951100" y="3432718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17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5326676" y="2828744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5294480" y="4108957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4630027" y="3233777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4"/>
          <p:cNvSpPr txBox="1"/>
          <p:nvPr/>
        </p:nvSpPr>
        <p:spPr>
          <a:xfrm>
            <a:off x="5991118" y="3295339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11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5493554" y="4668827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19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" name="Google Shape;141;p14"/>
          <p:cNvCxnSpPr/>
          <p:nvPr/>
        </p:nvCxnSpPr>
        <p:spPr>
          <a:xfrm flipH="1">
            <a:off x="468114" y="2729898"/>
            <a:ext cx="1480800" cy="132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" name="Google Shape;142;p14"/>
          <p:cNvSpPr txBox="1"/>
          <p:nvPr/>
        </p:nvSpPr>
        <p:spPr>
          <a:xfrm>
            <a:off x="745085" y="2992178"/>
            <a:ext cx="696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16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" name="Google Shape;143;p14"/>
          <p:cNvCxnSpPr/>
          <p:nvPr/>
        </p:nvCxnSpPr>
        <p:spPr>
          <a:xfrm>
            <a:off x="474750" y="6108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4"/>
          <p:cNvSpPr txBox="1"/>
          <p:nvPr/>
        </p:nvSpPr>
        <p:spPr>
          <a:xfrm>
            <a:off x="468000" y="6356500"/>
            <a:ext cx="6610500" cy="9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Finding a missing side length using area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length of the marked side.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                                 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178dc999-7d20-4dd4-8750-e7c1350241ac&quot; data-equatio-type=&quot;image&quot;&gt;&lt;mglyph src=&quot;https://equatio-api.texthelp.com/desmos/get/21-06-2023/178dc999-7d20-4dd4-8750-e7c1350241ac&quot; alt=&quot;Equatio Image&quot;/&gt;&lt;/math&gt;" id="145" name="Google Shape;145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906548">
            <a:off x="1207040" y="7247964"/>
            <a:ext cx="1311954" cy="1967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21-06-2023/b74da2ab-6b6e-4869-920e-249553439a15&quot; data-equatio-type=&quot;image&quot;&gt;&lt;mglyph src=&quot;https://equatio-api.texthelp.com/desmos/get/21-06-2023/b74da2ab-6b6e-4869-920e-249553439a15&quot; alt=&quot;Equatio Image&quot;/&gt;&lt;/math&gt;" id="146" name="Google Shape;146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9932" y="7116776"/>
            <a:ext cx="2352069" cy="17727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14"/>
          <p:cNvCxnSpPr/>
          <p:nvPr/>
        </p:nvCxnSpPr>
        <p:spPr>
          <a:xfrm flipH="1">
            <a:off x="2595082" y="8112666"/>
            <a:ext cx="471600" cy="413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8" name="Google Shape;148;p14"/>
          <p:cNvCxnSpPr/>
          <p:nvPr/>
        </p:nvCxnSpPr>
        <p:spPr>
          <a:xfrm>
            <a:off x="2143804" y="8165812"/>
            <a:ext cx="341700" cy="38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" name="Google Shape;149;p14"/>
          <p:cNvCxnSpPr/>
          <p:nvPr/>
        </p:nvCxnSpPr>
        <p:spPr>
          <a:xfrm>
            <a:off x="2222701" y="7032423"/>
            <a:ext cx="870000" cy="97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0" name="Google Shape;150;p14"/>
          <p:cNvCxnSpPr/>
          <p:nvPr/>
        </p:nvCxnSpPr>
        <p:spPr>
          <a:xfrm>
            <a:off x="5091672" y="8190912"/>
            <a:ext cx="60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1" name="Google Shape;151;p14"/>
          <p:cNvCxnSpPr/>
          <p:nvPr/>
        </p:nvCxnSpPr>
        <p:spPr>
          <a:xfrm>
            <a:off x="4739932" y="8999326"/>
            <a:ext cx="2338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2" name="Google Shape;152;p14"/>
          <p:cNvCxnSpPr/>
          <p:nvPr/>
        </p:nvCxnSpPr>
        <p:spPr>
          <a:xfrm>
            <a:off x="5160107" y="7467095"/>
            <a:ext cx="0" cy="80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3" name="Google Shape;153;p14"/>
          <p:cNvCxnSpPr/>
          <p:nvPr/>
        </p:nvCxnSpPr>
        <p:spPr>
          <a:xfrm>
            <a:off x="4618371" y="7116765"/>
            <a:ext cx="0" cy="176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" name="Google Shape;154;p14"/>
          <p:cNvSpPr txBox="1"/>
          <p:nvPr/>
        </p:nvSpPr>
        <p:spPr>
          <a:xfrm>
            <a:off x="2594962" y="7190250"/>
            <a:ext cx="78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4"/>
          <p:cNvSpPr txBox="1"/>
          <p:nvPr/>
        </p:nvSpPr>
        <p:spPr>
          <a:xfrm>
            <a:off x="1865068" y="8299809"/>
            <a:ext cx="75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4"/>
          <p:cNvSpPr txBox="1"/>
          <p:nvPr/>
        </p:nvSpPr>
        <p:spPr>
          <a:xfrm>
            <a:off x="3996681" y="7718339"/>
            <a:ext cx="71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5123744" y="7584587"/>
            <a:ext cx="67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5123744" y="7880148"/>
            <a:ext cx="67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9" name="Google Shape;159;p14"/>
          <p:cNvCxnSpPr/>
          <p:nvPr/>
        </p:nvCxnSpPr>
        <p:spPr>
          <a:xfrm flipH="1">
            <a:off x="642921" y="7034078"/>
            <a:ext cx="1441800" cy="129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" name="Google Shape;160;p14"/>
          <p:cNvSpPr txBox="1"/>
          <p:nvPr/>
        </p:nvSpPr>
        <p:spPr>
          <a:xfrm>
            <a:off x="805554" y="7289432"/>
            <a:ext cx="785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471775" y="8921690"/>
            <a:ext cx="178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Area = 309 cm</a:t>
            </a:r>
            <a:r>
              <a:rPr baseline="30000" lang="en-GB" sz="11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>
            <a:off x="4904538" y="9285054"/>
            <a:ext cx="178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Area = 187 cm</a:t>
            </a:r>
            <a:r>
              <a:rPr baseline="30000" lang="en-GB" sz="11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4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composite rectilinear shapes</a:t>
            </a:r>
            <a:endParaRPr/>
          </a:p>
        </p:txBody>
      </p:sp>
      <p:sp>
        <p:nvSpPr>
          <p:cNvPr id="164" name="Google Shape;164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5" name="Google Shape;165;p14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4"/>
          <p:cNvSpPr txBox="1"/>
          <p:nvPr/>
        </p:nvSpPr>
        <p:spPr>
          <a:xfrm>
            <a:off x="2528200" y="8215950"/>
            <a:ext cx="79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5399550" y="8918425"/>
            <a:ext cx="79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/>
        </p:nvSpPr>
        <p:spPr>
          <a:xfrm>
            <a:off x="468000" y="893400"/>
            <a:ext cx="6624000" cy="12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Working with perimeter and area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shapes have the same area? Which have the same perimeter?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b)                                      c)                                      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1-06-2023/9ff464bb-b5fa-4d74-b8c2-0dda09848685&quot; data-equatio-type=&quot;image&quot;&gt;&lt;mglyph src=&quot;https://equatio-api.texthelp.com/desmos/get/21-06-2023/9ff464bb-b5fa-4d74-b8c2-0dda09848685&quot; alt=&quot;Equatio Image&quot;/&gt;&lt;/math&gt;" id="173" name="Google Shape;173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916110"/>
            <a:ext cx="6624002" cy="919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15"/>
          <p:cNvCxnSpPr/>
          <p:nvPr/>
        </p:nvCxnSpPr>
        <p:spPr>
          <a:xfrm>
            <a:off x="4433062" y="2430670"/>
            <a:ext cx="45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5" name="Google Shape;175;p15"/>
          <p:cNvCxnSpPr/>
          <p:nvPr/>
        </p:nvCxnSpPr>
        <p:spPr>
          <a:xfrm>
            <a:off x="4929297" y="1930153"/>
            <a:ext cx="0" cy="45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6" name="Google Shape;176;p15"/>
          <p:cNvCxnSpPr/>
          <p:nvPr/>
        </p:nvCxnSpPr>
        <p:spPr>
          <a:xfrm>
            <a:off x="3190478" y="2318361"/>
            <a:ext cx="34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7" name="Google Shape;177;p15"/>
          <p:cNvCxnSpPr/>
          <p:nvPr/>
        </p:nvCxnSpPr>
        <p:spPr>
          <a:xfrm>
            <a:off x="3126468" y="1930153"/>
            <a:ext cx="0" cy="34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8" name="Google Shape;178;p15"/>
          <p:cNvCxnSpPr/>
          <p:nvPr/>
        </p:nvCxnSpPr>
        <p:spPr>
          <a:xfrm>
            <a:off x="3976473" y="2877059"/>
            <a:ext cx="134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9" name="Google Shape;179;p15"/>
          <p:cNvCxnSpPr/>
          <p:nvPr/>
        </p:nvCxnSpPr>
        <p:spPr>
          <a:xfrm>
            <a:off x="5828538" y="1916100"/>
            <a:ext cx="0" cy="89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" name="Google Shape;180;p15"/>
          <p:cNvCxnSpPr/>
          <p:nvPr/>
        </p:nvCxnSpPr>
        <p:spPr>
          <a:xfrm>
            <a:off x="6454527" y="2474525"/>
            <a:ext cx="348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" name="Google Shape;181;p15"/>
          <p:cNvCxnSpPr/>
          <p:nvPr/>
        </p:nvCxnSpPr>
        <p:spPr>
          <a:xfrm>
            <a:off x="6396423" y="2079184"/>
            <a:ext cx="0" cy="35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15"/>
          <p:cNvCxnSpPr/>
          <p:nvPr/>
        </p:nvCxnSpPr>
        <p:spPr>
          <a:xfrm>
            <a:off x="4042530" y="1930153"/>
            <a:ext cx="0" cy="89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" name="Google Shape;183;p15"/>
          <p:cNvCxnSpPr/>
          <p:nvPr/>
        </p:nvCxnSpPr>
        <p:spPr>
          <a:xfrm>
            <a:off x="2280107" y="1930153"/>
            <a:ext cx="0" cy="89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" name="Google Shape;184;p15"/>
          <p:cNvCxnSpPr/>
          <p:nvPr/>
        </p:nvCxnSpPr>
        <p:spPr>
          <a:xfrm>
            <a:off x="528794" y="1916100"/>
            <a:ext cx="0" cy="89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5" name="Google Shape;185;p15"/>
          <p:cNvCxnSpPr/>
          <p:nvPr/>
        </p:nvCxnSpPr>
        <p:spPr>
          <a:xfrm>
            <a:off x="468000" y="2877059"/>
            <a:ext cx="134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6" name="Google Shape;186;p15"/>
          <p:cNvCxnSpPr/>
          <p:nvPr/>
        </p:nvCxnSpPr>
        <p:spPr>
          <a:xfrm>
            <a:off x="2209021" y="2877059"/>
            <a:ext cx="134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7" name="Google Shape;187;p15"/>
          <p:cNvCxnSpPr/>
          <p:nvPr/>
        </p:nvCxnSpPr>
        <p:spPr>
          <a:xfrm>
            <a:off x="5745913" y="2877059"/>
            <a:ext cx="134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" name="Google Shape;188;p15"/>
          <p:cNvSpPr txBox="1"/>
          <p:nvPr/>
        </p:nvSpPr>
        <p:spPr>
          <a:xfrm>
            <a:off x="460472" y="2198748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2251493" y="2474535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3976473" y="2474535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5777295" y="2474535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6113601" y="2807251"/>
            <a:ext cx="68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4333733" y="2833720"/>
            <a:ext cx="68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2499640" y="2833711"/>
            <a:ext cx="68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744604" y="2835358"/>
            <a:ext cx="68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10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6384358" y="2394192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4407898" y="2355024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3028182" y="2271182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5899526" y="2086444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4909903" y="1935309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2607896" y="1918117"/>
            <a:ext cx="61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mm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5"/>
          <p:cNvSpPr txBox="1"/>
          <p:nvPr>
            <p:ph idx="1" type="subTitle"/>
          </p:nvPr>
        </p:nvSpPr>
        <p:spPr>
          <a:xfrm>
            <a:off x="466825" y="360000"/>
            <a:ext cx="5779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missing side lengths from the area of composite rectilinear shapes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204" name="Google Shape;204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