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262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263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260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59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26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25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261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912" r:id="rId3"/>
    <p:sldMasterId id="2147483913" r:id="rId4"/>
    <p:sldMasterId id="2147483914" r:id="rId5"/>
    <p:sldMasterId id="214748391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6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7" name="Google Shape;3167;g25070bff6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8" name="Google Shape;3168;g25070bff6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2" name="Shape 3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3" name="Google Shape;3173;g27e68a2044a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4" name="Google Shape;3174;g27e68a2044a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7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g1e31228a0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9" name="Google Shape;3179;g1e31228a0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2" name="Shape 3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3" name="Google Shape;3183;g31feffd097f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4" name="Google Shape;3184;g31feffd097f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g31f9b0339a1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9" name="Google Shape;3189;g31f9b0339a1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6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g31f9b0339a1_0_2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8" name="Google Shape;3198;g31f9b0339a1_0_2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2" name="Shape 3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3" name="Google Shape;3203;g31f9b0339a1_0_3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4" name="Google Shape;3204;g31f9b0339a1_0_3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5" name="Shape 3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6" name="Google Shape;3216;g31f9b0339a1_0_3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7" name="Google Shape;3217;g31f9b0339a1_0_3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0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g31f9b0339a1_0_3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2" name="Google Shape;3232;g31f9b0339a1_0_3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6" name="Shape 3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7" name="Google Shape;3267;g31f9b0339a1_0_3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8" name="Google Shape;3268;g31f9b0339a1_0_3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3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" name="Google Shape;3304;g31f9b0339a1_0_3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5" name="Google Shape;3305;g31f9b0339a1_0_3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g31f9b0339a1_0_3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3" name="Google Shape;3333;g31f9b0339a1_0_3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9" name="Shape 3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Google Shape;3350;g31f9b0339a1_0_3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1" name="Google Shape;3351;g31f9b0339a1_0_3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3" name="Shape 3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4" name="Google Shape;3374;g31f9b0339a1_0_3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5" name="Google Shape;3375;g31f9b0339a1_0_3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2" name="Shape 3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3" name="Google Shape;3383;g31f9b0339a1_0_3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4" name="Google Shape;3384;g31f9b0339a1_0_3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8" name="Shape 3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" name="Google Shape;3389;g31f9b0339a1_0_3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0" name="Google Shape;3390;g31f9b0339a1_0_3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7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8" name="Google Shape;3408;g31f9b0339a1_0_3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9" name="Google Shape;3409;g31f9b0339a1_0_3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2" name="Shape 3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3" name="Google Shape;3443;g31f9c0aba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4" name="Google Shape;3444;g31f9c0aba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7" name="Shape 3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8" name="Google Shape;3478;g31f9c0abaf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9" name="Google Shape;3479;g31f9c0aba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3" name="Shape 3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4" name="Google Shape;3504;g31f9c0abaf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5" name="Google Shape;3505;g31f9c0abaf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2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g31f9c0abaf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4" name="Google Shape;3524;g31f9c0abaf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9" name="Shape 3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Google Shape;3540;g31f9c0abafc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1" name="Google Shape;3541;g31f9c0abaf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8" name="Shape 3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Google Shape;3549;g31f9c0abafc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0" name="Google Shape;3550;g31f9c0abafc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5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g31f9c0abafc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7" name="Google Shape;3557;g31f9c0abafc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2" name="Shape 3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" name="Google Shape;3563;g31f9c0abafc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4" name="Google Shape;3564;g31f9c0abafc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7" name="Shape 3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31f9c0abafc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31f9c0abafc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3" name="Shape 3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4" name="Google Shape;3634;g31f9c0abafc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5" name="Google Shape;3635;g31f9c0abafc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9" name="Shape 3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0" name="Google Shape;3670;g31f9c0abafc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1" name="Google Shape;3671;g31f9c0abafc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5" name="Shape 3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" name="Google Shape;3676;g31f9c0abafc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7" name="Google Shape;3677;g31f9c0abafc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5" name="Shape 3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" name="Google Shape;3686;g31f9c0abafc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7" name="Google Shape;3687;g31f9c0abafc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1" name="Shape 3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" name="Google Shape;3692;g31f9c0abafc_0_1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3" name="Google Shape;3693;g31f9c0abafc_0_1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16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16.png"/><Relationship Id="rId4" Type="http://schemas.openxmlformats.org/officeDocument/2006/relationships/image" Target="../media/image22.png"/><Relationship Id="rId10" Type="http://schemas.openxmlformats.org/officeDocument/2006/relationships/image" Target="../media/image29.png"/><Relationship Id="rId9" Type="http://schemas.openxmlformats.org/officeDocument/2006/relationships/image" Target="../media/image27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6.png"/><Relationship Id="rId4" Type="http://schemas.openxmlformats.org/officeDocument/2006/relationships/image" Target="../media/image37.png"/><Relationship Id="rId11" Type="http://schemas.openxmlformats.org/officeDocument/2006/relationships/image" Target="../media/image38.png"/><Relationship Id="rId10" Type="http://schemas.openxmlformats.org/officeDocument/2006/relationships/image" Target="../media/image36.png"/><Relationship Id="rId12" Type="http://schemas.openxmlformats.org/officeDocument/2006/relationships/image" Target="../media/image41.png"/><Relationship Id="rId9" Type="http://schemas.openxmlformats.org/officeDocument/2006/relationships/image" Target="../media/image35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Relationship Id="rId8" Type="http://schemas.openxmlformats.org/officeDocument/2006/relationships/image" Target="../media/image3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0.png"/><Relationship Id="rId4" Type="http://schemas.openxmlformats.org/officeDocument/2006/relationships/image" Target="../media/image4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0.png"/><Relationship Id="rId4" Type="http://schemas.openxmlformats.org/officeDocument/2006/relationships/image" Target="../media/image4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0.png"/><Relationship Id="rId4" Type="http://schemas.openxmlformats.org/officeDocument/2006/relationships/image" Target="../media/image4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Relationship Id="rId4" Type="http://schemas.openxmlformats.org/officeDocument/2006/relationships/image" Target="../media/image51.png"/><Relationship Id="rId5" Type="http://schemas.openxmlformats.org/officeDocument/2006/relationships/image" Target="../media/image4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9.png"/><Relationship Id="rId4" Type="http://schemas.openxmlformats.org/officeDocument/2006/relationships/image" Target="../media/image52.png"/><Relationship Id="rId5" Type="http://schemas.openxmlformats.org/officeDocument/2006/relationships/image" Target="../media/image4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5.png"/><Relationship Id="rId4" Type="http://schemas.openxmlformats.org/officeDocument/2006/relationships/image" Target="../media/image59.png"/><Relationship Id="rId5" Type="http://schemas.openxmlformats.org/officeDocument/2006/relationships/image" Target="../media/image4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54.png"/><Relationship Id="rId4" Type="http://schemas.openxmlformats.org/officeDocument/2006/relationships/image" Target="../media/image60.png"/><Relationship Id="rId5" Type="http://schemas.openxmlformats.org/officeDocument/2006/relationships/image" Target="../media/image4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3.png"/><Relationship Id="rId4" Type="http://schemas.openxmlformats.org/officeDocument/2006/relationships/image" Target="../media/image62.png"/><Relationship Id="rId5" Type="http://schemas.openxmlformats.org/officeDocument/2006/relationships/image" Target="../media/image4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Relationship Id="rId4" Type="http://schemas.openxmlformats.org/officeDocument/2006/relationships/image" Target="../media/image4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9.png"/><Relationship Id="rId4" Type="http://schemas.openxmlformats.org/officeDocument/2006/relationships/image" Target="../media/image4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60.png"/><Relationship Id="rId4" Type="http://schemas.openxmlformats.org/officeDocument/2006/relationships/image" Target="../media/image4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2.png"/><Relationship Id="rId4" Type="http://schemas.openxmlformats.org/officeDocument/2006/relationships/image" Target="../media/image4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Relationship Id="rId4" Type="http://schemas.openxmlformats.org/officeDocument/2006/relationships/image" Target="../media/image4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9.png"/><Relationship Id="rId4" Type="http://schemas.openxmlformats.org/officeDocument/2006/relationships/image" Target="../media/image4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60.png"/><Relationship Id="rId4" Type="http://schemas.openxmlformats.org/officeDocument/2006/relationships/image" Target="../media/image4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2.png"/><Relationship Id="rId4" Type="http://schemas.openxmlformats.org/officeDocument/2006/relationships/image" Target="../media/image45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9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9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93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9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9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9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95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01.png"/><Relationship Id="rId4" Type="http://schemas.openxmlformats.org/officeDocument/2006/relationships/image" Target="../media/image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6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09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1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7.png"/><Relationship Id="rId7" Type="http://schemas.openxmlformats.org/officeDocument/2006/relationships/image" Target="../media/image119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Relationship Id="rId4" Type="http://schemas.openxmlformats.org/officeDocument/2006/relationships/image" Target="../media/image116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16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16.png"/><Relationship Id="rId4" Type="http://schemas.openxmlformats.org/officeDocument/2006/relationships/image" Target="../media/image22.png"/><Relationship Id="rId11" Type="http://schemas.openxmlformats.org/officeDocument/2006/relationships/image" Target="../media/image15.png"/><Relationship Id="rId10" Type="http://schemas.openxmlformats.org/officeDocument/2006/relationships/image" Target="../media/image29.png"/><Relationship Id="rId9" Type="http://schemas.openxmlformats.org/officeDocument/2006/relationships/image" Target="../media/image27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130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130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130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130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130.png"/><Relationship Id="rId4" Type="http://schemas.openxmlformats.org/officeDocument/2006/relationships/image" Target="../media/image45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130.png"/><Relationship Id="rId4" Type="http://schemas.openxmlformats.org/officeDocument/2006/relationships/image" Target="../media/image45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130.png"/><Relationship Id="rId4" Type="http://schemas.openxmlformats.org/officeDocument/2006/relationships/image" Target="../media/image45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130.png"/><Relationship Id="rId4" Type="http://schemas.openxmlformats.org/officeDocument/2006/relationships/image" Target="../media/image45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8.png"/><Relationship Id="rId3" Type="http://schemas.openxmlformats.org/officeDocument/2006/relationships/image" Target="../media/image39.png"/><Relationship Id="rId4" Type="http://schemas.openxmlformats.org/officeDocument/2006/relationships/image" Target="../media/image45.png"/><Relationship Id="rId5" Type="http://schemas.openxmlformats.org/officeDocument/2006/relationships/image" Target="../media/image139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93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93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93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93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95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95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45.png"/><Relationship Id="rId5" Type="http://schemas.openxmlformats.org/officeDocument/2006/relationships/image" Target="../media/image1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49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50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54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52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58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01.png"/><Relationship Id="rId4" Type="http://schemas.openxmlformats.org/officeDocument/2006/relationships/image" Target="../media/image1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60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7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64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09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68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68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71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6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72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7.png"/><Relationship Id="rId3" Type="http://schemas.openxmlformats.org/officeDocument/2006/relationships/image" Target="../media/image177.png"/><Relationship Id="rId4" Type="http://schemas.openxmlformats.org/officeDocument/2006/relationships/image" Target="../media/image175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Relationship Id="rId4" Type="http://schemas.openxmlformats.org/officeDocument/2006/relationships/image" Target="../media/image116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116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116.png"/><Relationship Id="rId4" Type="http://schemas.openxmlformats.org/officeDocument/2006/relationships/image" Target="../media/image22.png"/><Relationship Id="rId11" Type="http://schemas.openxmlformats.org/officeDocument/2006/relationships/image" Target="../media/image15.png"/><Relationship Id="rId10" Type="http://schemas.openxmlformats.org/officeDocument/2006/relationships/image" Target="../media/image29.png"/><Relationship Id="rId9" Type="http://schemas.openxmlformats.org/officeDocument/2006/relationships/image" Target="../media/image27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130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2.png"/><Relationship Id="rId3" Type="http://schemas.openxmlformats.org/officeDocument/2006/relationships/image" Target="../media/image130.pn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130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130.pn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130.png"/><Relationship Id="rId4" Type="http://schemas.openxmlformats.org/officeDocument/2006/relationships/image" Target="../media/image45.png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2.png"/><Relationship Id="rId3" Type="http://schemas.openxmlformats.org/officeDocument/2006/relationships/image" Target="../media/image130.png"/><Relationship Id="rId4" Type="http://schemas.openxmlformats.org/officeDocument/2006/relationships/image" Target="../media/image45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130.png"/><Relationship Id="rId4" Type="http://schemas.openxmlformats.org/officeDocument/2006/relationships/image" Target="../media/image45.pn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130.png"/><Relationship Id="rId4" Type="http://schemas.openxmlformats.org/officeDocument/2006/relationships/image" Target="../media/image45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8.png"/><Relationship Id="rId3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93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2.png"/><Relationship Id="rId3" Type="http://schemas.openxmlformats.org/officeDocument/2006/relationships/image" Target="../media/image93.png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93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93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95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2.png"/><Relationship Id="rId3" Type="http://schemas.openxmlformats.org/officeDocument/2006/relationships/image" Target="../media/image95.png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101.png"/><Relationship Id="rId4" Type="http://schemas.openxmlformats.org/officeDocument/2006/relationships/image" Target="../media/image1.png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7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6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09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1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7.png"/><Relationship Id="rId7" Type="http://schemas.openxmlformats.org/officeDocument/2006/relationships/image" Target="../media/image119.png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Relationship Id="rId4" Type="http://schemas.openxmlformats.org/officeDocument/2006/relationships/image" Target="../media/image116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png"/><Relationship Id="rId3" Type="http://schemas.openxmlformats.org/officeDocument/2006/relationships/image" Target="../media/image116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png"/><Relationship Id="rId3" Type="http://schemas.openxmlformats.org/officeDocument/2006/relationships/image" Target="../media/image116.png"/><Relationship Id="rId4" Type="http://schemas.openxmlformats.org/officeDocument/2006/relationships/image" Target="../media/image22.png"/><Relationship Id="rId11" Type="http://schemas.openxmlformats.org/officeDocument/2006/relationships/image" Target="../media/image15.png"/><Relationship Id="rId10" Type="http://schemas.openxmlformats.org/officeDocument/2006/relationships/image" Target="../media/image29.png"/><Relationship Id="rId9" Type="http://schemas.openxmlformats.org/officeDocument/2006/relationships/image" Target="../media/image27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130.png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130.png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130.png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130.png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130.png"/><Relationship Id="rId4" Type="http://schemas.openxmlformats.org/officeDocument/2006/relationships/image" Target="../media/image45.png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130.png"/><Relationship Id="rId4" Type="http://schemas.openxmlformats.org/officeDocument/2006/relationships/image" Target="../media/image45.png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130.png"/><Relationship Id="rId4" Type="http://schemas.openxmlformats.org/officeDocument/2006/relationships/image" Target="../media/image45.png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130.png"/><Relationship Id="rId4" Type="http://schemas.openxmlformats.org/officeDocument/2006/relationships/image" Target="../media/image45.png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8.png"/><Relationship Id="rId3" Type="http://schemas.openxmlformats.org/officeDocument/2006/relationships/image" Target="../media/image39.png"/><Relationship Id="rId4" Type="http://schemas.openxmlformats.org/officeDocument/2006/relationships/image" Target="../media/image45.png"/><Relationship Id="rId5" Type="http://schemas.openxmlformats.org/officeDocument/2006/relationships/image" Target="../media/image139.png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93.png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93.png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93.png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93.png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95.png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95.png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2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2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93.png"/></Relationships>
</file>

<file path=ppt/slideLayouts/_rels/slideLayout2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95.png"/></Relationships>
</file>

<file path=ppt/slideLayouts/_rels/slideLayout2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93.png"/></Relationships>
</file>

<file path=ppt/slideLayouts/_rels/slideLayout2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2.png"/><Relationship Id="rId3" Type="http://schemas.openxmlformats.org/officeDocument/2006/relationships/image" Target="../media/image95.png"/></Relationships>
</file>

<file path=ppt/slideLayouts/_rels/slideLayout2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324000" y="281457"/>
            <a:ext cx="2828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Lesson phase codes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1480224" y="1895406"/>
            <a:ext cx="3106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Check for understanding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1473205" y="1217091"/>
            <a:ext cx="1363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latin typeface="Lexend"/>
                <a:ea typeface="Lexend"/>
                <a:cs typeface="Lexend"/>
                <a:sym typeface="Lexend"/>
              </a:rPr>
              <a:t>Explanation</a:t>
            </a:r>
            <a:endParaRPr i="0" sz="1800" u="none" cap="none" strike="noStrike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5919121" y="12170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Practice task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713" y="1926054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27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872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/>
          <p:nvPr/>
        </p:nvSpPr>
        <p:spPr>
          <a:xfrm>
            <a:off x="5919121" y="20333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" name="Google Shape;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8872" y="1895429"/>
            <a:ext cx="594518" cy="5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" name="Google Shape;121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8708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8295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4497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148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9"/>
          <p:cNvCxnSpPr>
            <a:endCxn id="151" idx="2"/>
          </p:cNvCxnSpPr>
          <p:nvPr/>
        </p:nvCxnSpPr>
        <p:spPr>
          <a:xfrm>
            <a:off x="647802" y="1795098"/>
            <a:ext cx="0" cy="2641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8648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4539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type="title"/>
          </p:nvPr>
        </p:nvSpPr>
        <p:spPr>
          <a:xfrm>
            <a:off x="1327200" y="15584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3" type="title"/>
          </p:nvPr>
        </p:nvSpPr>
        <p:spPr>
          <a:xfrm>
            <a:off x="1346644" y="39868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Lesson outline (4)">
  <p:cSld name="CUSTOM_4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216650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75325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193472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16176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09513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1833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22287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18802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0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9" name="Google Shape;16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20436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227081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0490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type="title"/>
          </p:nvPr>
        </p:nvSpPr>
        <p:spPr>
          <a:xfrm>
            <a:off x="1340800" y="1227075"/>
            <a:ext cx="6586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2" type="title"/>
          </p:nvPr>
        </p:nvSpPr>
        <p:spPr>
          <a:xfrm>
            <a:off x="1340800" y="2209525"/>
            <a:ext cx="6586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20"/>
          <p:cNvSpPr txBox="1"/>
          <p:nvPr>
            <p:ph idx="3" type="title"/>
          </p:nvPr>
        </p:nvSpPr>
        <p:spPr>
          <a:xfrm>
            <a:off x="1340800" y="3240000"/>
            <a:ext cx="6631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4" type="title"/>
          </p:nvPr>
        </p:nvSpPr>
        <p:spPr>
          <a:xfrm>
            <a:off x="1340800" y="4193475"/>
            <a:ext cx="6631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4191478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5 Lesson outline (5)">
  <p:cSld name="CUSTOM_2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1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1"/>
          <p:cNvSpPr/>
          <p:nvPr/>
        </p:nvSpPr>
        <p:spPr>
          <a:xfrm>
            <a:off x="392632" y="3396707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232725" y="409920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367858" y="267436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401275" y="1992182"/>
            <a:ext cx="533100" cy="495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435425" y="420415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2">
            <a:alphaModFix/>
          </a:blip>
          <a:srcRect b="4396" l="0" r="0" t="4387"/>
          <a:stretch/>
        </p:blipFill>
        <p:spPr>
          <a:xfrm>
            <a:off x="866388" y="1942474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405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083338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043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5">
            <a:alphaModFix/>
          </a:blip>
          <a:srcRect b="4396" l="0" r="0" t="4387"/>
          <a:stretch/>
        </p:blipFill>
        <p:spPr>
          <a:xfrm>
            <a:off x="863550" y="3383331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335114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6388" y="1238066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200366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7">
            <a:alphaModFix/>
          </a:blip>
          <a:srcRect b="3721" l="0" r="0" t="3711"/>
          <a:stretch/>
        </p:blipFill>
        <p:spPr>
          <a:xfrm>
            <a:off x="866388" y="266069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912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8">
            <a:alphaModFix/>
          </a:blip>
          <a:srcRect b="0" l="758" r="748" t="0"/>
          <a:stretch/>
        </p:blipFill>
        <p:spPr>
          <a:xfrm>
            <a:off x="363341" y="337393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 rotWithShape="1">
          <a:blip r:embed="rId9">
            <a:alphaModFix/>
          </a:blip>
          <a:srcRect b="0" l="777" r="777" t="0"/>
          <a:stretch/>
        </p:blipFill>
        <p:spPr>
          <a:xfrm>
            <a:off x="363470" y="1235529"/>
            <a:ext cx="563185" cy="572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 rotWithShape="1">
          <a:blip r:embed="rId10">
            <a:alphaModFix/>
          </a:blip>
          <a:srcRect b="0" l="1559" r="1559" t="0"/>
          <a:stretch/>
        </p:blipFill>
        <p:spPr>
          <a:xfrm>
            <a:off x="363329" y="4090770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327200" y="1329825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327200" y="2041819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327200" y="2753813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327200" y="4177800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21"/>
          <p:cNvSpPr txBox="1"/>
          <p:nvPr>
            <p:ph idx="6" type="title"/>
          </p:nvPr>
        </p:nvSpPr>
        <p:spPr>
          <a:xfrm>
            <a:off x="1327200" y="3465806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 rotWithShape="1">
          <a:blip r:embed="rId11">
            <a:alphaModFix/>
          </a:blip>
          <a:srcRect b="0" l="758" r="748" t="0"/>
          <a:stretch/>
        </p:blipFill>
        <p:spPr>
          <a:xfrm>
            <a:off x="363340" y="194307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5982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 rotWithShape="1">
          <a:blip r:embed="rId12">
            <a:alphaModFix/>
          </a:blip>
          <a:srcRect b="0" l="758" r="748" t="0"/>
          <a:stretch/>
        </p:blipFill>
        <p:spPr>
          <a:xfrm>
            <a:off x="363479" y="2648651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6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1 Explanation blank - purple ">
  <p:cSld name="TITLE_AND_TWO_COLUMNS_1_1_6_2_1_4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2 Explanation blank - jade">
  <p:cSld name="TITLE_AND_TWO_COLUMNS_1_1_6_2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/>
          <p:nvPr/>
        </p:nvSpPr>
        <p:spPr>
          <a:xfrm>
            <a:off x="-1" y="-2"/>
            <a:ext cx="9144178" cy="54020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3 Explanation blank - blue ">
  <p:cSld name="TITLE_AND_TWO_COLUMNS_1_1_6_2_2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/>
          <p:nvPr/>
        </p:nvSpPr>
        <p:spPr>
          <a:xfrm>
            <a:off x="-1" y="-2"/>
            <a:ext cx="9144178" cy="5402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4 Explanation blank - pink ">
  <p:cSld name="TITLE_AND_TWO_COLUMNS_1_1_6_2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/>
          <p:nvPr/>
        </p:nvSpPr>
        <p:spPr>
          <a:xfrm>
            <a:off x="0" y="1"/>
            <a:ext cx="9144178" cy="5402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5 Explanation blank - orange">
  <p:cSld name="TITLE_AND_TWO_COLUMNS_1_1_6_2_1_3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40" name="Google Shape;24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I do We do - purple">
  <p:cSld name="TITLE_AND_TWO_COLUMNS_1_1_9_2_2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9" name="Google Shape;249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I do We do - jade">
  <p:cSld name="TITLE_AND_TWO_COLUMNS_1_1_9_2_2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8" name="Google Shape;258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9" name="Google Shape;259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0" name="Google Shape;2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I do We do - blue">
  <p:cSld name="TITLE_AND_TWO_COLUMNS_1_1_9_2_3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9" name="Google Shape;2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4 I do We do - pink">
  <p:cSld name="TITLE_AND_TWO_COLUMNS_1_1_9_2_2_1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AE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3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8" name="Google Shape;2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5 I do We do - orange">
  <p:cSld name="TITLE_AND_TWO_COLUMNS_1_1_9_2_2_1_2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F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" name="Google Shape;285;p3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6" name="Google Shape;286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7" name="Google Shape;2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2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3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8" name="Google Shape;298;p32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299" name="Google Shape;2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1" name="Google Shape;3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2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5" name="Google Shape;30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" name="Google Shape;30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3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7" name="Google Shape;317;p3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19" name="Google Shape;319;p33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20" name="Google Shape;32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2" name="Google Shape;32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4" name="Google Shape;32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3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6" name="Google Shape;32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3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8" name="Google Shape;32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4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9" name="Google Shape;339;p3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40" name="Google Shape;340;p34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41" name="Google Shape;34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5" name="Google Shape;34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4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7" name="Google Shape;34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9" name="Google Shape;34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5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61" name="Google Shape;361;p35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62" name="Google Shape;36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4" name="Google Shape;3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6" name="Google Shape;36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5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8" name="Google Shape;36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5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0" name="Google Shape;37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5 CfU true/false justify - orange">
  <p:cSld name="TITLE_AND_TWO_COLUMNS_1_1_9_1_3_1_1_2">
    <p:bg>
      <p:bgPr>
        <a:solidFill>
          <a:srgbClr val="FFEFE4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3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6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0" name="Google Shape;380;p36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1" name="Google Shape;381;p3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82" name="Google Shape;382;p36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83" name="Google Shape;3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7" name="Google Shape;38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9" name="Google Shape;38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6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1" name="Google Shape;39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CfU 3 options - purple">
  <p:cSld name="TITLE_AND_TWO_COLUMNS_1_1_7_1">
    <p:bg>
      <p:bgPr>
        <a:solidFill>
          <a:srgbClr val="F3EEFB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8" name="Google Shape;398;p37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9" name="Google Shape;399;p37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0" name="Google Shape;400;p37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01" name="Google Shape;40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7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3" name="Google Shape;4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5" name="Google Shape;4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7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7" name="Google Shape;40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37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CfU 3 options - jade">
  <p:cSld name="TITLE_AND_TWO_COLUMNS_1_1_7_1_1_1">
    <p:bg>
      <p:bgPr>
        <a:solidFill>
          <a:srgbClr val="E6F2F2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5" name="Google Shape;415;p38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17" name="Google Shape;4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8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9" name="Google Shape;41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8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1" name="Google Shape;4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8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3" name="Google Shape;42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38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CfU 3 options - blue">
  <p:cSld name="TITLE_AND_TWO_COLUMNS_1_1_7_2">
    <p:bg>
      <p:bgPr>
        <a:solidFill>
          <a:srgbClr val="EBEDFE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0" name="Google Shape;430;p39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39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39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33" name="Google Shape;43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9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5" name="Google Shape;43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9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7" name="Google Shape;43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9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9" name="Google Shape;43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39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CfU 3 options - pink">
  <p:cSld name="TITLE_AND_TWO_COLUMNS_1_1_7_1_1_1_1">
    <p:bg>
      <p:bgPr>
        <a:solidFill>
          <a:srgbClr val="FAEAF6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6" name="Google Shape;446;p40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0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8" name="Google Shape;448;p40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49" name="Google Shape;4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0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1" name="Google Shape;45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0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3" name="Google Shape;4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0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40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5 CfU 3 options - orange">
  <p:cSld name="TITLE_AND_TWO_COLUMNS_1_1_7_1_1_2">
    <p:bg>
      <p:bgPr>
        <a:solidFill>
          <a:srgbClr val="FFEFE4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0" name="Google Shape;460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2" name="Google Shape;462;p41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41"/>
          <p:cNvSpPr txBox="1"/>
          <p:nvPr>
            <p:ph idx="2" type="subTitle"/>
          </p:nvPr>
        </p:nvSpPr>
        <p:spPr>
          <a:xfrm>
            <a:off x="809450" y="2907014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41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65" name="Google Shape;46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1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7" name="Google Shape;4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1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9" name="Google Shape;46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1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71" name="Google Shape;47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41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CfU 4 options - purple">
  <p:cSld name="TITLE_AND_TWO_COLUMNS_1_1_8_1">
    <p:bg>
      <p:bgPr>
        <a:solidFill>
          <a:srgbClr val="F3EEFB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8" name="Google Shape;478;p4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9" name="Google Shape;479;p42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0" name="Google Shape;480;p42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1" name="Google Shape;481;p42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2" name="Google Shape;482;p42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83" name="Google Shape;48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4" name="Google Shape;484;p42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5" name="Google Shape;485;p42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86" name="Google Shape;486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42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8" name="Google Shape;488;p42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89" name="Google Shape;489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42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1" name="Google Shape;491;p42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92" name="Google Shape;492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3" name="Google Shape;493;p42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94" name="Google Shape;49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42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CfU 4 options - jade">
  <p:cSld name="TITLE_AND_TWO_COLUMNS_1_1_8_1_1_1">
    <p:bg>
      <p:bgPr>
        <a:solidFill>
          <a:srgbClr val="E6F2F2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4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2" name="Google Shape;502;p43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3" name="Google Shape;503;p43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5" name="Google Shape;505;p43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06" name="Google Shape;506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p43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8" name="Google Shape;508;p43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09" name="Google Shape;509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0" name="Google Shape;510;p43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1" name="Google Shape;511;p43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12" name="Google Shape;512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43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4" name="Google Shape;514;p43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15" name="Google Shape;515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" name="Google Shape;516;p43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17" name="Google Shape;51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43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CfU 4 options - blue">
  <p:cSld name="TITLE_AND_TWO_COLUMNS_1_1_8_2">
    <p:bg>
      <p:bgPr>
        <a:solidFill>
          <a:srgbClr val="EBEDFE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4" name="Google Shape;524;p4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5" name="Google Shape;525;p44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6" name="Google Shape;526;p44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7" name="Google Shape;527;p44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28" name="Google Shape;528;p44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29" name="Google Shape;529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0" name="Google Shape;530;p44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1" name="Google Shape;531;p44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32" name="Google Shape;532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3" name="Google Shape;533;p44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4" name="Google Shape;534;p44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35" name="Google Shape;535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" name="Google Shape;536;p44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7" name="Google Shape;537;p44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38" name="Google Shape;538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44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40" name="Google Shape;54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44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CfU 4 options - pink">
  <p:cSld name="TITLE_AND_TWO_COLUMNS_1_1_8_1_1_1_1">
    <p:bg>
      <p:bgPr>
        <a:solidFill>
          <a:srgbClr val="FAEAF6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4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8" name="Google Shape;548;p45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5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5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1" name="Google Shape;551;p45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52" name="Google Shape;552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" name="Google Shape;553;p45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4" name="Google Shape;554;p45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55" name="Google Shape;555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5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5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58" name="Google Shape;558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5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5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61" name="Google Shape;561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5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63" name="Google Shape;56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45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5 CfU 4 options - orange">
  <p:cSld name="TITLE_AND_TWO_COLUMNS_1_1_8_1_1_2">
    <p:bg>
      <p:bgPr>
        <a:solidFill>
          <a:srgbClr val="FFEFE4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8" name="Google Shape;568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1" name="Google Shape;571;p46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6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6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4" name="Google Shape;574;p46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75" name="Google Shape;575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6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6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78" name="Google Shape;578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6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6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81" name="Google Shape;581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6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6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84" name="Google Shape;584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6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86" name="Google Shape;58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6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CfU blank - purple ">
  <p:cSld name="TITLE_AND_TWO_COLUMNS_1_1_6_2">
    <p:bg>
      <p:bgPr>
        <a:solidFill>
          <a:srgbClr val="F3EEFB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93" name="Google Shape;59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CfU blank - jade ">
  <p:cSld name="TITLE_AND_TWO_COLUMNS_1_1_6_2_3_1">
    <p:bg>
      <p:bgPr>
        <a:solidFill>
          <a:srgbClr val="E6F2F2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00" name="Google Shape;60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2" name="Google Shape;602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CfU blank - blue ">
  <p:cSld name="TITLE_AND_TWO_COLUMNS_1_1_6_3">
    <p:bg>
      <p:bgPr>
        <a:solidFill>
          <a:srgbClr val="EBEDFE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07" name="Google Shape;60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CfU blank - pink ">
  <p:cSld name="TITLE_AND_TWO_COLUMNS_1_1_6_2_3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5 CfU blank - orange">
  <p:cSld name="TITLE_AND_TWO_COLUMNS_1_1_6_2_3_2">
    <p:bg>
      <p:bgPr>
        <a:solidFill>
          <a:srgbClr val="FFEFE4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9" name="Google Shape;619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1" name="Google Shape;62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28" name="Google Shape;628;p5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5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30" name="Google Shape;630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31" name="Google Shape;63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7" name="Google Shape;637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5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0" name="Google Shape;640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41" name="Google Shape;64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Practice - blue ">
  <p:cSld name="TITLE_AND_TWO_COLUMNS_1_1_5_1_3_1_2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6" name="Google Shape;646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5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5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9" name="Google Shape;64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0" name="Google Shape;65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Practice - pink">
  <p:cSld name="TITLE_AND_TWO_COLUMNS_1_1_5_1_3_1_1_1_1_1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5" name="Google Shape;655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55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5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58" name="Google Shape;658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9" name="Google Shape;65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5 Practice - orange">
  <p:cSld name="TITLE_AND_TWO_COLUMNS_1_1_5_1_3_1_1_1_2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2" name="Google Shape;662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67" name="Google Shape;66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8" name="Google Shape;66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3" name="Google Shape;673;p5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75" name="Google Shape;67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6" name="Google Shape;67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2" name="Google Shape;682;p58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3" name="Google Shape;683;p58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84" name="Google Shape;684;p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5" name="Google Shape;68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86" name="Google Shape;68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Feedback - blue">
  <p:cSld name="TITLE_AND_TWO_COLUMNS_1_1_5_1_3_1_2_1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1" name="Google Shape;691;p59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2" name="Google Shape;692;p59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93" name="Google Shape;693;p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5" name="Google Shape;69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Feedback - pink">
  <p:cSld name="TITLE_AND_TWO_COLUMNS_1_1_5_1_3_1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6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60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60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02" name="Google Shape;702;p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5 Feedback - orange">
  <p:cSld name="TITLE_AND_TWO_COLUMNS_1_1_5_1_3_1_1_1_2_1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6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6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11" name="Google Shape;711;p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2" name="Google Shape;712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3" name="Google Shape;71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6" name="Google Shape;716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2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8" name="Google Shape;718;p62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9" name="Google Shape;719;p6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6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4"/>
          <p:cNvSpPr/>
          <p:nvPr/>
        </p:nvSpPr>
        <p:spPr>
          <a:xfrm>
            <a:off x="357653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6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64"/>
          <p:cNvSpPr/>
          <p:nvPr/>
        </p:nvSpPr>
        <p:spPr>
          <a:xfrm>
            <a:off x="6917865" y="715950"/>
            <a:ext cx="1753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64"/>
          <p:cNvSpPr/>
          <p:nvPr/>
        </p:nvSpPr>
        <p:spPr>
          <a:xfrm>
            <a:off x="7049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8" name="Google Shape;728;p64"/>
          <p:cNvSpPr/>
          <p:nvPr/>
        </p:nvSpPr>
        <p:spPr>
          <a:xfrm>
            <a:off x="5980287" y="4113257"/>
            <a:ext cx="1579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Speech bubble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64"/>
          <p:cNvSpPr/>
          <p:nvPr/>
        </p:nvSpPr>
        <p:spPr>
          <a:xfrm>
            <a:off x="705003" y="1990659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64"/>
          <p:cNvSpPr/>
          <p:nvPr/>
        </p:nvSpPr>
        <p:spPr>
          <a:xfrm>
            <a:off x="2960816" y="1996197"/>
            <a:ext cx="1579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9" name="Google Shape;739;p66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40" name="Google Shape;74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6" name="Google Shape;746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48" name="Google Shape;74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50" name="Google Shape;750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6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5" name="Google Shape;755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68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7" name="Google Shape;757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2" name="Google Shape;762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9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4" name="Google Shape;76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66" name="Google Shape;766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67" name="Google Shape;767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8" name="Google Shape;768;p69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69" name="Google Shape;769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70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77" name="Google Shape;777;p7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0" name="Google Shape;780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71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2" name="Google Shape;782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4" name="Google Shape;784;p71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5" name="Google Shape;785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6" name="Google Shape;786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71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8" name="Google Shape;788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3" name="Google Shape;793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72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5" name="Google Shape;795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0" name="Google Shape;800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2" name="Google Shape;80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04" name="Google Shape;804;p7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5" name="Google Shape;805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73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7" name="Google Shape;807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4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5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6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6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6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6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6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6" name="Google Shape;826;p76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27" name="Google Shape;827;p7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28" name="Google Shape;828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29" name="Google Shape;829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0" name="Google Shape;830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31" name="Google Shape;831;p76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5" name="Google Shape;835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77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7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9" name="Google Shape;839;p77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2" name="Google Shape;842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78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5" name="Google Shape;845;p78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6" name="Google Shape;846;p78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9" name="Google Shape;849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9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9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9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9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80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9" name="Google Shape;859;p80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80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80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5" name="Google Shape;865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81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81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81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81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81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4" name="Google Shape;874;p8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8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8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8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78" name="Google Shape;878;p8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79" name="Google Shape;879;p8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8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3" name="Google Shape;883;p83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83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3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6" name="Google Shape;886;p83"/>
          <p:cNvCxnSpPr>
            <a:endCxn id="88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88" name="Google Shape;888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3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0" name="Google Shape;890;p83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87" name="Google Shape;88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83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8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Google Shape;895;p8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4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84"/>
          <p:cNvCxnSpPr>
            <a:endCxn id="90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2" name="Google Shape;902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4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5" name="Google Shape;905;p84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6" name="Google Shape;906;p84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7" name="Google Shape;907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9" name="Google Shape;909;p84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8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8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5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5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1" name="Google Shape;921;p85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2" name="Google Shape;922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5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6" name="Google Shape;926;p85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7" name="Google Shape;927;p85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8" name="Google Shape;928;p85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9" name="Google Shape;929;p8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85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1" name="Google Shape;931;p85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5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5" name="Google Shape;935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6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38" name="Google Shape;93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9" name="Google Shape;93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5" name="Google Shape;945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9" name="Google Shape;94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2" name="Google Shape;952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4" name="Google Shape;95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9" name="Google Shape;959;p8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1" name="Google Shape;961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4" name="Google Shape;964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7" name="Google Shape;96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8" name="Google Shape;968;p9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69" name="Google Shape;96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0" name="Google Shape;97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2" name="Google Shape;97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73" name="Google Shape;97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7" name="Google Shape;977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1" name="Google Shape;98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2" name="Google Shape;982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3" name="Google Shape;983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4" name="Google Shape;984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5" name="Google Shape;985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6" name="Google Shape;986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92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0" name="Google Shape;99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4" name="Google Shape;99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5" name="Google Shape;995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6" name="Google Shape;996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7" name="Google Shape;997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8" name="Google Shape;998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9" name="Google Shape;999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9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3" name="Google Shape;100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9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9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7" name="Google Shape;100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8" name="Google Shape;1008;p9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9" name="Google Shape;1009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9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9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2" name="Google Shape;1012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9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5" name="Google Shape;1015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94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3" name="Google Shape;1023;p9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4" name="Google Shape;1024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25" name="Google Shape;1025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8" name="Google Shape;1028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1" name="Google Shape;1031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32" name="Google Shape;1032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3" name="Google Shape;103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4" name="Google Shape;1034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35" name="Google Shape;1035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4" name="Google Shape;1044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45" name="Google Shape;1045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8" name="Google Shape;1048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9" name="Google Shape;1049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0" name="Google Shape;1050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1" name="Google Shape;105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4" name="Google Shape;105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56" name="Google Shape;1056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7" name="Google Shape;1067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8" name="Google Shape;106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1" name="Google Shape;1071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2" name="Google Shape;1072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73" name="Google Shape;1073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74" name="Google Shape;107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5" name="Google Shape;107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6" name="Google Shape;1076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7" name="Google Shape;107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8" name="Google Shape;107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9" name="Google Shape;1079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Google Shape;1084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9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9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9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9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0" name="Google Shape;1090;p9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1" name="Google Shape;1091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4" name="Google Shape;1094;p9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5" name="Google Shape;1095;p9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96" name="Google Shape;1096;p9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7" name="Google Shape;109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8" name="Google Shape;109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9" name="Google Shape;1099;p9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0" name="Google Shape;110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1" name="Google Shape;110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02" name="Google Shape;1102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0" name="Google Shape;1110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3" name="Google Shape;1113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4" name="Google Shape;1114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5" name="Google Shape;1115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6" name="Google Shape;1116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17" name="Google Shape;111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8" name="Google Shape;111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9" name="Google Shape;1119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0" name="Google Shape;1120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1" name="Google Shape;112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2" name="Google Shape;1122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23" name="Google Shape;1123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4" name="Google Shape;1124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9" name="Google Shape;1129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2" name="Google Shape;1132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3" name="Google Shape;1133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4" name="Google Shape;1134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5" name="Google Shape;1135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6" name="Google Shape;113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9" name="Google Shape;113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1" name="Google Shape;1141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42" name="Google Shape;114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3" name="Google Shape;114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oogle Shape;1145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8" name="Google Shape;1148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2" name="Google Shape;1152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3" name="Google Shape;1153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4" name="Google Shape;1154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5" name="Google Shape;115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8" name="Google Shape;115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1" name="Google Shape;116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0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10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10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10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3" name="Google Shape;1173;p10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4" name="Google Shape;117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10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7" name="Google Shape;117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9" name="Google Shape;1179;p10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0" name="Google Shape;118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6" name="Google Shape;118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0" name="Google Shape;119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1" name="Google Shape;119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2" name="Google Shape;119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3" name="Google Shape;119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94" name="Google Shape;119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5" name="Google Shape;119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6" name="Google Shape;119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97" name="Google Shape;119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9" name="Google Shape;119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0" name="Google Shape;120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1" name="Google Shape;120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2" name="Google Shape;120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03" name="Google Shape;120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9" name="Google Shape;120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2" name="Google Shape;1212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3" name="Google Shape;1213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4" name="Google Shape;1214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5" name="Google Shape;1215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6" name="Google Shape;1216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7" name="Google Shape;121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9" name="Google Shape;1219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0" name="Google Shape;122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1" name="Google Shape;122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23" name="Google Shape;122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5" name="Google Shape;1225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26" name="Google Shape;122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" name="Google Shape;1229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32" name="Google Shape;1232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5" name="Google Shape;1235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6" name="Google Shape;1236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7" name="Google Shape;1237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8" name="Google Shape;1238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9" name="Google Shape;1239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0" name="Google Shape;124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1" name="Google Shape;124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2" name="Google Shape;1242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43" name="Google Shape;1243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4" name="Google Shape;124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5" name="Google Shape;1245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46" name="Google Shape;124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7" name="Google Shape;124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8" name="Google Shape;1248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9" name="Google Shape;124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2" name="Google Shape;1252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10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0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5" name="Google Shape;1255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8" name="Google Shape;1258;p10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9" name="Google Shape;1259;p10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0" name="Google Shape;1260;p10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1" name="Google Shape;1261;p10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62" name="Google Shape;1262;p10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63" name="Google Shape;126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4" name="Google Shape;126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5" name="Google Shape;1265;p10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66" name="Google Shape;126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7" name="Google Shape;126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8" name="Google Shape;1268;p10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9" name="Google Shape;126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0" name="Google Shape;127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1" name="Google Shape;1271;p10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72" name="Google Shape;1272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3" name="Google Shape;1273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5" name="Google Shape;1275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8" name="Google Shape;127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1" name="Google Shape;1281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2" name="Google Shape;1282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3" name="Google Shape;1283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84" name="Google Shape;1284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88" name="Google Shape;128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1" name="Google Shape;1291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7" name="Google Shape;1297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0" name="Google Shape;1300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1" name="Google Shape;1301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2" name="Google Shape;1302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3" name="Google Shape;1303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7" name="Google Shape;1307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0" name="Google Shape;1310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6" name="Google Shape;1316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0" name="Google Shape;1320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1" name="Google Shape;1321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2" name="Google Shape;1322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6" name="Google Shape;1326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9" name="Google Shape;1329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Google Shape;1332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5" name="Google Shape;1335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8" name="Google Shape;1338;p10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0" name="Google Shape;1340;p10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1" name="Google Shape;1341;p10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5" name="Google Shape;1345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7" name="Google Shape;1347;p10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8" name="Google Shape;1348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54" name="Google Shape;1354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8" name="Google Shape;1358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1" name="Google Shape;1361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5" name="Google Shape;1365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8" name="Google Shape;1368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5" name="Google Shape;137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9" name="Google Shape;1379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2" name="Google Shape;1382;p114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84" name="Google Shape;1384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0" name="Google Shape;139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15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3" name="Google Shape;1393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16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1" name="Google Shape;1401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7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9" name="Google Shape;1409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8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9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4" name="Google Shape;1424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5" name="Google Shape;1425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20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2" name="Google Shape;1432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3" name="Google Shape;1433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2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21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2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0" name="Google Shape;1440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1" name="Google Shape;1441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22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4" name="Google Shape;1444;p12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2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2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123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0" name="Google Shape;1450;p12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2" name="Google Shape;1452;p123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123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5" name="Google Shape;1455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24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25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25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125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25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5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25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25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5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25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8" name="Google Shape;1468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26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27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7" name="Google Shape;1477;p12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2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9" name="Google Shape;1479;p12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482" name="Google Shape;1482;p12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83" name="Google Shape;1483;p1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4" name="Google Shape;1484;p12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85" name="Google Shape;1485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6" name="Google Shape;1486;p1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488;p13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13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1" name="Google Shape;1491;p13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2" name="Google Shape;1492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13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3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6" name="Google Shape;1496;p13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13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8" name="Google Shape;1498;p13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9" name="Google Shape;1499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p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13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13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504;p13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5" name="Google Shape;1505;p13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6" name="Google Shape;1506;p13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07" name="Google Shape;1507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8" name="Google Shape;1508;p13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09" name="Google Shape;1509;p1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0" name="Google Shape;1510;p13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11" name="Google Shape;1511;p1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p13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3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" name="Google Shape;1515;p13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13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7" name="Google Shape;1517;p13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8" name="Google Shape;1518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9" name="Google Shape;1519;p13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20" name="Google Shape;1520;p1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1" name="Google Shape;1521;p13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22" name="Google Shape;1522;p13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13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24" name="Google Shape;1524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Google Shape;1526;p13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13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8" name="Google Shape;1528;p134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9" name="Google Shape;1529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0" name="Google Shape;1530;p13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31" name="Google Shape;1531;p1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2" name="Google Shape;1532;p13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3" name="Google Shape;1533;p13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3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35" name="Google Shape;1535;p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" name="Google Shape;1537;p13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13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9" name="Google Shape;1539;p135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0" name="Google Shape;1540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1" name="Google Shape;1541;p13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42" name="Google Shape;1542;p1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3" name="Google Shape;1543;p13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44" name="Google Shape;1544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13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13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8" name="Google Shape;1548;p13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13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13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51" name="Google Shape;1551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3" name="Google Shape;1553;p13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3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" name="Google Shape;1556;p13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3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8" name="Google Shape;1558;p13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9" name="Google Shape;1559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0" name="Google Shape;1560;p13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61" name="Google Shape;1561;p1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2" name="Google Shape;1562;p13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63" name="Google Shape;1563;p13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13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65" name="Google Shape;1565;p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7" name="Google Shape;1567;p13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13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0" name="Google Shape;1570;p13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1" name="Google Shape;1571;p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13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13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5" name="Google Shape;1575;p13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13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7" name="Google Shape;1577;p13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8" name="Google Shape;1578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9" name="Google Shape;1579;p13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80" name="Google Shape;1580;p1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1" name="Google Shape;1581;p13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2" name="Google Shape;1582;p13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13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84" name="Google Shape;1584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6" name="Google Shape;1586;p14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4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8" name="Google Shape;1588;p14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9" name="Google Shape;1589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0" name="Google Shape;1590;p14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91" name="Google Shape;1591;p1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2" name="Google Shape;1592;p140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93" name="Google Shape;1593;p1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4" name="Google Shape;1594;p14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4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" name="Google Shape;1597;p1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p14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9" name="Google Shape;1599;p14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0" name="Google Shape;1600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141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2" name="Google Shape;1602;p14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14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5" name="Google Shape;1605;p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14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7" name="Google Shape;1607;p14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8" name="Google Shape;1608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142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0" name="Google Shape;1610;p14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4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3" name="Google Shape;1613;p14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14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5" name="Google Shape;1615;p143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6" name="Google Shape;1616;p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7" name="Google Shape;1617;p14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18" name="Google Shape;1618;p1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9" name="Google Shape;1619;p14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20" name="Google Shape;1620;p14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4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22" name="Google Shape;1622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4" name="Google Shape;1624;p14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14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6" name="Google Shape;1626;p14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7" name="Google Shape;1627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8" name="Google Shape;1628;p14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29" name="Google Shape;1629;p1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0" name="Google Shape;1630;p144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31" name="Google Shape;1631;p14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2" name="Google Shape;1632;p14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4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5" name="Google Shape;1635;p14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14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37" name="Google Shape;1637;p145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8" name="Google Shape;1638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9" name="Google Shape;1639;p14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40" name="Google Shape;1640;p1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1" name="Google Shape;1641;p14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42" name="Google Shape;1642;p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14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4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6" name="Google Shape;1646;p14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p14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8" name="Google Shape;1648;p146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9" name="Google Shape;1649;p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0" name="Google Shape;1650;p14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51" name="Google Shape;1651;p1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2" name="Google Shape;1652;p14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53" name="Google Shape;1653;p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14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14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7" name="Google Shape;1657;p14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14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9" name="Google Shape;1659;p147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0" name="Google Shape;1660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1" name="Google Shape;1661;p14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62" name="Google Shape;1662;p1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3" name="Google Shape;1663;p14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64" name="Google Shape;1664;p1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14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4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4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9" name="Google Shape;1669;p14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0" name="Google Shape;1670;p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1" name="Google Shape;1671;p14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2" name="Google Shape;1672;p14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73" name="Google Shape;1673;p1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4" name="Google Shape;1674;p14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75" name="Google Shape;1675;p1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76" name="Google Shape;1676;p14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14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" name="Google Shape;1679;p14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14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1" name="Google Shape;1681;p14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2" name="Google Shape;1682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3" name="Google Shape;1683;p14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84" name="Google Shape;1684;p1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5" name="Google Shape;1685;p14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6" name="Google Shape;1686;p14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4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88" name="Google Shape;1688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0" name="Google Shape;1690;p1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1" name="Google Shape;1691;p150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50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151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151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151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51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51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151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0" name="Google Shape;1700;p151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151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151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151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51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151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6" name="Google Shape;1706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7" name="Google Shape;1707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9" name="Google Shape;1709;p152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10" name="Google Shape;1710;p152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11" name="Google Shape;1711;p152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2" name="Google Shape;1712;p15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152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4" name="Google Shape;1714;p152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5" name="Google Shape;1715;p152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6" name="Google Shape;1716;p152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7" name="Google Shape;1717;p152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8" name="Google Shape;1718;p152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9" name="Google Shape;1719;p152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1" name="Google Shape;1721;p153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22" name="Google Shape;1722;p153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23" name="Google Shape;1723;p153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4" name="Google Shape;1724;p15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15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6" name="Google Shape;1726;p15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7" name="Google Shape;1727;p153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8" name="Google Shape;1728;p153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9" name="Google Shape;1729;p153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0" name="Google Shape;1730;p153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1" name="Google Shape;1731;p153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2" name="Google Shape;1732;p153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33" name="Google Shape;1733;p153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5" name="Google Shape;1735;p154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36" name="Google Shape;1736;p154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37" name="Google Shape;1737;p154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8" name="Google Shape;1738;p15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15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0" name="Google Shape;1740;p15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1" name="Google Shape;1741;p154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2" name="Google Shape;1742;p154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3" name="Google Shape;1743;p154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4" name="Google Shape;1744;p154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5" name="Google Shape;1745;p154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6" name="Google Shape;1746;p154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7" name="Google Shape;1747;p154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8" name="Google Shape;1748;p154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49" name="Google Shape;1749;p154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" name="Google Shape;1751;p155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752" name="Google Shape;1752;p155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53" name="Google Shape;1753;p15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4" name="Google Shape;1754;p15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15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6" name="Google Shape;1756;p15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7" name="Google Shape;1757;p155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8" name="Google Shape;1758;p155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59" name="Google Shape;1759;p155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" name="Google Shape;1761;p156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2" name="Google Shape;1762;p156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3" name="Google Shape;1763;p156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4" name="Google Shape;1764;p156"/>
          <p:cNvCxnSpPr>
            <a:endCxn id="176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6" name="Google Shape;1766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56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65" name="Google Shape;1765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8" name="Google Shape;1768;p156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769" name="Google Shape;1769;p156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70" name="Google Shape;1770;p156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1" name="Google Shape;1771;p15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56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773" name="Google Shape;1773;p156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p15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6" name="Google Shape;1776;p1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7" name="Google Shape;1777;p15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8" name="Google Shape;1778;p1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15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1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1" name="Google Shape;1781;p157"/>
          <p:cNvCxnSpPr>
            <a:endCxn id="178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82" name="Google Shape;1782;p1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3" name="Google Shape;1783;p1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4" name="Google Shape;1784;p1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5" name="Google Shape;1785;p157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786" name="Google Shape;1786;p157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87" name="Google Shape;1787;p157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8" name="Google Shape;1788;p15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57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790" name="Google Shape;1790;p157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1" name="Google Shape;1791;p157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2" name="Google Shape;1792;p157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4" name="Google Shape;1794;p15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5" name="Google Shape;1795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6" name="Google Shape;1796;p158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7" name="Google Shape;1797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8" name="Google Shape;1798;p15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9" name="Google Shape;1799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p158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p15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2" name="Google Shape;1802;p158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03" name="Google Shape;1803;p1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4" name="Google Shape;1804;p1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5" name="Google Shape;1805;p1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6" name="Google Shape;1806;p15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7" name="Google Shape;1807;p158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808" name="Google Shape;1808;p158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09" name="Google Shape;1809;p158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0" name="Google Shape;1810;p15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158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812" name="Google Shape;1812;p158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3" name="Google Shape;1813;p158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4" name="Google Shape;1814;p158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15" name="Google Shape;1815;p158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7" name="Google Shape;1817;p159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1818" name="Google Shape;1818;p15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9" name="Google Shape;1819;p159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0" name="Google Shape;1820;p15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821" name="Google Shape;1821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p15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159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4" name="Google Shape;1824;p15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6" name="Google Shape;1826;p160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1827" name="Google Shape;1827;p160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8" name="Google Shape;1828;p160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9" name="Google Shape;1829;p16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0" name="Google Shape;1830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1" name="Google Shape;1831;p160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2" name="Google Shape;1832;p16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33" name="Google Shape;1833;p16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5" name="Google Shape;1835;p1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1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16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8" name="Google Shape;1838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16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0" name="Google Shape;1840;p16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41" name="Google Shape;1841;p16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" name="Google Shape;1843;p1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4" name="Google Shape;1844;p1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16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6" name="Google Shape;1846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7" name="Google Shape;1847;p16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8" name="Google Shape;1848;p16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49" name="Google Shape;1849;p16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16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2" name="Google Shape;1852;p1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163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55" name="Google Shape;1855;p16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56" name="Google Shape;1856;p16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857" name="Google Shape;1857;p1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8" name="Google Shape;1858;p16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9" name="Google Shape;1859;p16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860" name="Google Shape;1860;p1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1" name="Google Shape;1861;p16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2" name="Google Shape;1862;p16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3" name="Google Shape;1863;p163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64" name="Google Shape;1864;p163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16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7" name="Google Shape;1867;p1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68" name="Google Shape;1868;p1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164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70" name="Google Shape;1870;p16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871" name="Google Shape;1871;p1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2" name="Google Shape;1872;p16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3" name="Google Shape;1873;p16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874" name="Google Shape;1874;p1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5" name="Google Shape;1875;p16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6" name="Google Shape;1876;p16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7" name="Google Shape;1877;p164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78" name="Google Shape;1878;p164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9" name="Google Shape;1879;p164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165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2" name="Google Shape;1882;p1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1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165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85" name="Google Shape;1885;p16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886" name="Google Shape;1886;p1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7" name="Google Shape;1887;p16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8" name="Google Shape;1888;p16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889" name="Google Shape;1889;p1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0" name="Google Shape;1890;p16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1" name="Google Shape;1891;p16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2" name="Google Shape;1892;p165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93" name="Google Shape;1893;p165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4" name="Google Shape;1894;p165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16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7" name="Google Shape;1897;p1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16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166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00" name="Google Shape;1900;p16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901" name="Google Shape;1901;p1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2" name="Google Shape;1902;p16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3" name="Google Shape;1903;p16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904" name="Google Shape;1904;p1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5" name="Google Shape;1905;p16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06" name="Google Shape;1906;p16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7" name="Google Shape;1907;p166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8" name="Google Shape;1908;p166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9" name="Google Shape;1909;p166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1" name="Google Shape;1911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" name="Google Shape;1912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3" name="Google Shape;1913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167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167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167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18" name="Google Shape;1918;p167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19" name="Google Shape;1919;p16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20" name="Google Shape;1920;p167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67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2" name="Google Shape;1922;p1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3" name="Google Shape;1923;p1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6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5" name="Google Shape;1925;p167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7" name="Google Shape;1927;p16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28" name="Google Shape;1928;p1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9" name="Google Shape;1929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0" name="Google Shape;1930;p1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1" name="Google Shape;1931;p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168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168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68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36" name="Google Shape;1936;p168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37" name="Google Shape;1937;p16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38" name="Google Shape;1938;p168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168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0" name="Google Shape;1940;p16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1" name="Google Shape;1941;p168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5" name="Google Shape;1945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6" name="Google Shape;1946;p1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7" name="Google Shape;1947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8" name="Google Shape;1948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16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16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16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2" name="Google Shape;1952;p169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3" name="Google Shape;1953;p16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54" name="Google Shape;1954;p16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6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6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7" name="Google Shape;1957;p169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7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1" name="Google Shape;1961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2" name="Google Shape;1962;p1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3" name="Google Shape;1963;p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" name="Google Shape;1964;p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5" name="Google Shape;1965;p17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6" name="Google Shape;1966;p17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17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68" name="Google Shape;1968;p170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69" name="Google Shape;1969;p17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970" name="Google Shape;1970;p17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17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17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3" name="Google Shape;1973;p170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5" name="Google Shape;1975;p1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76" name="Google Shape;1976;p17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171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78" name="Google Shape;1978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7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81" name="Google Shape;1981;p171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82" name="Google Shape;1982;p171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83" name="Google Shape;1983;p17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984" name="Google Shape;1984;p1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5" name="Google Shape;1985;p1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6" name="Google Shape;1986;p17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987" name="Google Shape;1987;p1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8" name="Google Shape;1988;p1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9" name="Google Shape;1989;p17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990" name="Google Shape;1990;p1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1" name="Google Shape;1991;p17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92" name="Google Shape;1992;p171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93" name="Google Shape;1993;p171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5" name="Google Shape;1995;p17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6" name="Google Shape;1996;p1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7" name="Google Shape;1997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1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7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00" name="Google Shape;2000;p172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01" name="Google Shape;2001;p172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02" name="Google Shape;2002;p17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003" name="Google Shape;2003;p1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4" name="Google Shape;2004;p1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5" name="Google Shape;2005;p17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006" name="Google Shape;2006;p1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7" name="Google Shape;2007;p1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8" name="Google Shape;2008;p17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009" name="Google Shape;2009;p1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0" name="Google Shape;2010;p1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11" name="Google Shape;2011;p17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2" name="Google Shape;2012;p172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3" name="Google Shape;2013;p172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5" name="Google Shape;2015;p17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16" name="Google Shape;2016;p17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7" name="Google Shape;2017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8" name="Google Shape;2018;p17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17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20" name="Google Shape;2020;p173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21" name="Google Shape;2021;p173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22" name="Google Shape;2022;p17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023" name="Google Shape;2023;p1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4" name="Google Shape;2024;p1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5" name="Google Shape;2025;p17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026" name="Google Shape;2026;p1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7" name="Google Shape;2027;p1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8" name="Google Shape;2028;p17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029" name="Google Shape;2029;p1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0" name="Google Shape;2030;p1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1" name="Google Shape;2031;p17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2" name="Google Shape;2032;p173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3" name="Google Shape;2033;p173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5" name="Google Shape;2035;p17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6" name="Google Shape;2036;p1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7" name="Google Shape;2037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8" name="Google Shape;2038;p1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17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40" name="Google Shape;2040;p17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41" name="Google Shape;2041;p17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42" name="Google Shape;2042;p17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043" name="Google Shape;2043;p1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4" name="Google Shape;2044;p1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5" name="Google Shape;2045;p17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046" name="Google Shape;2046;p1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7" name="Google Shape;2047;p1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8" name="Google Shape;2048;p17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049" name="Google Shape;2049;p1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0" name="Google Shape;2050;p1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1" name="Google Shape;2051;p17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2" name="Google Shape;2052;p174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3" name="Google Shape;2053;p174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Google Shape;2055;p1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6" name="Google Shape;2056;p17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7" name="Google Shape;2057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8" name="Google Shape;2058;p1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17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60" name="Google Shape;2060;p175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61" name="Google Shape;2061;p175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62" name="Google Shape;2062;p175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63" name="Google Shape;2063;p17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064" name="Google Shape;2064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5" name="Google Shape;2065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6" name="Google Shape;2066;p17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067" name="Google Shape;2067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8" name="Google Shape;2068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9" name="Google Shape;2069;p17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070" name="Google Shape;2070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1" name="Google Shape;2071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2" name="Google Shape;2072;p17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073" name="Google Shape;2073;p1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4" name="Google Shape;2074;p1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75" name="Google Shape;2075;p17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6" name="Google Shape;2076;p175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7" name="Google Shape;2077;p175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9" name="Google Shape;2079;p17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80" name="Google Shape;2080;p17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1" name="Google Shape;2081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2" name="Google Shape;2082;p1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17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84" name="Google Shape;2084;p176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85" name="Google Shape;2085;p176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086" name="Google Shape;2086;p176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087" name="Google Shape;2087;p17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088" name="Google Shape;2088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9" name="Google Shape;2089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0" name="Google Shape;2090;p17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091" name="Google Shape;2091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2" name="Google Shape;2092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3" name="Google Shape;2093;p17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094" name="Google Shape;2094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5" name="Google Shape;2095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6" name="Google Shape;2096;p17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097" name="Google Shape;2097;p1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8" name="Google Shape;2098;p1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99" name="Google Shape;2099;p17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0" name="Google Shape;2100;p176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1" name="Google Shape;2101;p176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3" name="Google Shape;2103;p17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04" name="Google Shape;2104;p17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17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6" name="Google Shape;2106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7" name="Google Shape;2107;p17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7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09" name="Google Shape;2109;p177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10" name="Google Shape;2110;p177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11" name="Google Shape;2111;p177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112" name="Google Shape;2112;p17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113" name="Google Shape;2113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4" name="Google Shape;2114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5" name="Google Shape;2115;p17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116" name="Google Shape;2116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7" name="Google Shape;2117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8" name="Google Shape;2118;p17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119" name="Google Shape;2119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0" name="Google Shape;2120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1" name="Google Shape;2121;p17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122" name="Google Shape;2122;p1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3" name="Google Shape;2123;p1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24" name="Google Shape;2124;p177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25" name="Google Shape;2125;p177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7" name="Google Shape;2127;p17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1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17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0" name="Google Shape;2130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17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7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33" name="Google Shape;2133;p17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34" name="Google Shape;2134;p17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135" name="Google Shape;2135;p17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136" name="Google Shape;2136;p17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137" name="Google Shape;2137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8" name="Google Shape;2138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39" name="Google Shape;2139;p17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140" name="Google Shape;2140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1" name="Google Shape;2141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2" name="Google Shape;2142;p17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143" name="Google Shape;2143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4" name="Google Shape;2144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5" name="Google Shape;2145;p17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146" name="Google Shape;2146;p17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7" name="Google Shape;2147;p1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48" name="Google Shape;2148;p178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9" name="Google Shape;2149;p178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" name="Google Shape;2151;p1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Google Shape;2152;p17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3" name="Google Shape;2153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4" name="Google Shape;2154;p17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79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56" name="Google Shape;2156;p179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57" name="Google Shape;2157;p179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58" name="Google Shape;2158;p17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159" name="Google Shape;2159;p1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0" name="Google Shape;2160;p1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1" name="Google Shape;2161;p17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162" name="Google Shape;2162;p1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3" name="Google Shape;2163;p1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4" name="Google Shape;2164;p17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165" name="Google Shape;2165;p17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6" name="Google Shape;2166;p1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67" name="Google Shape;2167;p17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8" name="Google Shape;2168;p179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9" name="Google Shape;2169;p179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1" name="Google Shape;2171;p1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2" name="Google Shape;2172;p1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3" name="Google Shape;2173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4" name="Google Shape;2174;p18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5" name="Google Shape;2175;p180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76" name="Google Shape;2176;p180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77" name="Google Shape;2177;p180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78" name="Google Shape;2178;p18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179" name="Google Shape;2179;p1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0" name="Google Shape;2180;p1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1" name="Google Shape;2181;p18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182" name="Google Shape;2182;p1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3" name="Google Shape;2183;p1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4" name="Google Shape;2184;p18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185" name="Google Shape;2185;p1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6" name="Google Shape;2186;p1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87" name="Google Shape;2187;p18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8" name="Google Shape;2188;p180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9" name="Google Shape;2189;p180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1" name="Google Shape;2191;p1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92" name="Google Shape;2192;p18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3" name="Google Shape;2193;p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18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5" name="Google Shape;2195;p181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96" name="Google Shape;2196;p181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197" name="Google Shape;2197;p181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98" name="Google Shape;2198;p18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199" name="Google Shape;2199;p1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0" name="Google Shape;2200;p1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1" name="Google Shape;2201;p18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202" name="Google Shape;2202;p1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3" name="Google Shape;2203;p1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4" name="Google Shape;2204;p18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205" name="Google Shape;2205;p1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6" name="Google Shape;2206;p1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07" name="Google Shape;2207;p18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8" name="Google Shape;2208;p181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9" name="Google Shape;2209;p181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1" name="Google Shape;2211;p1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2" name="Google Shape;2212;p1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3" name="Google Shape;2213;p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4" name="Google Shape;2214;p18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5" name="Google Shape;2215;p18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6" name="Google Shape;2216;p18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7" name="Google Shape;2217;p18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218" name="Google Shape;2218;p18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219" name="Google Shape;2219;p1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0" name="Google Shape;2220;p1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1" name="Google Shape;2221;p18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222" name="Google Shape;2222;p1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3" name="Google Shape;2223;p1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4" name="Google Shape;2224;p18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225" name="Google Shape;2225;p1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6" name="Google Shape;2226;p18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7" name="Google Shape;2227;p18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8" name="Google Shape;2228;p18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9" name="Google Shape;2229;p18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1" name="Google Shape;2231;p1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2" name="Google Shape;2232;p1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3" name="Google Shape;2233;p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4" name="Google Shape;2234;p18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5" name="Google Shape;2235;p18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6" name="Google Shape;2236;p18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7" name="Google Shape;2237;p18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9" name="Google Shape;2239;p1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1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1" name="Google Shape;2241;p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2" name="Google Shape;2242;p18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3" name="Google Shape;2243;p18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4" name="Google Shape;2244;p18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45" name="Google Shape;2245;p18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7" name="Google Shape;2247;p1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1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49" name="Google Shape;2249;p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0" name="Google Shape;2250;p18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1" name="Google Shape;2251;p18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52" name="Google Shape;2252;p18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53" name="Google Shape;2253;p18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oogle Shape;2255;p1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56" name="Google Shape;2256;p1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18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58" name="Google Shape;2258;p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9" name="Google Shape;2259;p18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18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1" name="Google Shape;2261;p18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3" name="Google Shape;2263;p1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64" name="Google Shape;2264;p1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5" name="Google Shape;2265;p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6" name="Google Shape;2266;p18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7" name="Google Shape;2267;p18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8" name="Google Shape;2268;p187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9" name="Google Shape;2269;p18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70" name="Google Shape;2270;p18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2" name="Google Shape;2272;p1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3" name="Google Shape;2273;p1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18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5" name="Google Shape;2275;p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6" name="Google Shape;2276;p18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7" name="Google Shape;2277;p188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8" name="Google Shape;2278;p18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79" name="Google Shape;2279;p18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1" name="Google Shape;2281;p1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2" name="Google Shape;2282;p1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1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4" name="Google Shape;2284;p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5" name="Google Shape;2285;p18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6" name="Google Shape;2286;p18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7" name="Google Shape;2287;p18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88" name="Google Shape;2288;p18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0" name="Google Shape;2290;p1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91" name="Google Shape;2291;p1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1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3" name="Google Shape;2293;p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19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19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6" name="Google Shape;2296;p19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7" name="Google Shape;2297;p19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1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1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1" name="Google Shape;2301;p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2" name="Google Shape;2302;p1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19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4" name="Google Shape;2304;p19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5" name="Google Shape;2305;p19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6" name="Google Shape;2306;p19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8" name="Google Shape;2308;p1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09" name="Google Shape;2309;p1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1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1" name="Google Shape;2311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2" name="Google Shape;2312;p19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3" name="Google Shape;2313;p19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14" name="Google Shape;2314;p19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15" name="Google Shape;2315;p19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7" name="Google Shape;2317;p1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8" name="Google Shape;2318;p1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1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0" name="Google Shape;2320;p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1" name="Google Shape;2321;p19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2" name="Google Shape;2322;p19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3" name="Google Shape;2323;p19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24" name="Google Shape;2324;p19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6" name="Google Shape;2326;p1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27" name="Google Shape;2327;p1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1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9" name="Google Shape;2329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19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9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32" name="Google Shape;2332;p19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3" name="Google Shape;2333;p19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5" name="Google Shape;2335;p195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2336" name="Google Shape;2336;p195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37" name="Google Shape;2337;p19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8" name="Google Shape;2338;p19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9" name="Google Shape;2339;p195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40" name="Google Shape;2340;p19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1" name="Google Shape;2341;p19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3" name="Google Shape;2343;p196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2344" name="Google Shape;2344;p196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45" name="Google Shape;2345;p19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6" name="Google Shape;2346;p19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7" name="Google Shape;2347;p19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8" name="Google Shape;2348;p19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49" name="Google Shape;2349;p19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197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2" name="Google Shape;2352;p197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197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4" name="Google Shape;2354;p197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5" name="Google Shape;2355;p197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6" name="Google Shape;2356;p197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7" name="Google Shape;2357;p197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8" name="Google Shape;2358;p197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9" name="Google Shape;2359;p197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Google Shape;2361;p1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2" name="Google Shape;2362;p198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199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65" name="Google Shape;2365;p199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2366" name="Shape 2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" name="Google Shape;2367;p2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8" name="Google Shape;2368;p20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69" name="Google Shape;2369;p20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0" name="Google Shape;2370;p200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1" name="Google Shape;2371;p200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2" name="Google Shape;2372;p200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8" name="Google Shape;2378;p20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379" name="Google Shape;2379;p20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0" name="Google Shape;2380;p20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1" name="Google Shape;2381;p20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82" name="Google Shape;2382;p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3" name="Google Shape;2383;p2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84" name="Google Shape;2384;p20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2385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6" name="Google Shape;2386;p2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87" name="Google Shape;2387;p20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8" name="Google Shape;2388;p20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9" name="Google Shape;2389;p20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90" name="Google Shape;2390;p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1" name="Google Shape;2391;p20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392" name="Google Shape;2392;p20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4" name="Google Shape;2394;p20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5" name="Google Shape;2395;p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20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97" name="Google Shape;2397;p20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8" name="Google Shape;2398;p20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99" name="Google Shape;2399;p2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0" name="Google Shape;2400;p20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240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2" name="Google Shape;2402;p20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403" name="Google Shape;2403;p20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4" name="Google Shape;2404;p20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5" name="Google Shape;2405;p20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406" name="Google Shape;2406;p2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7" name="Google Shape;2407;p20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408" name="Google Shape;2408;p20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09" name="Google Shape;2409;p2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0" name="Google Shape;2410;p20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11" name="Google Shape;2411;p20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3" name="Google Shape;2413;p2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414" name="Google Shape;2414;p20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15" name="Google Shape;2415;p20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6" name="Google Shape;2416;p20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417" name="Google Shape;2417;p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8" name="Google Shape;2418;p20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19" name="Google Shape;2419;p20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20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22" name="Google Shape;2422;p20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3" name="Google Shape;2423;p20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424" name="Google Shape;2424;p2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5" name="Google Shape;2425;p20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26" name="Google Shape;2426;p20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7" name="Google Shape;2427;p20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28" name="Google Shape;2428;p2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9" name="Google Shape;2429;p20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30" name="Google Shape;2430;p20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2" name="Google Shape;2432;p20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3" name="Google Shape;2433;p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434" name="Google Shape;2434;p20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35" name="Google Shape;2435;p20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6" name="Google Shape;2436;p20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437" name="Google Shape;2437;p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8" name="Google Shape;2438;p20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0" name="Google Shape;2440;p20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441" name="Google Shape;2441;p20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42" name="Google Shape;2442;p20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3" name="Google Shape;2443;p20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444" name="Google Shape;2444;p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5" name="Google Shape;2445;p20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446" name="Google Shape;2446;p20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47" name="Google Shape;2447;p20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8" name="Google Shape;2448;p20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9" name="Google Shape;2449;p20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450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1" name="Google Shape;2451;p2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2" name="Google Shape;2452;p2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453" name="Google Shape;2453;p2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54" name="Google Shape;2454;p2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5" name="Google Shape;2455;p2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456" name="Google Shape;2456;p2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7" name="Google Shape;2457;p2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9" name="Google Shape;2459;p2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60" name="Google Shape;2460;p2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1" name="Google Shape;2461;p2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p2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4" name="Google Shape;2464;p2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5" name="Google Shape;2465;p2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6" name="Google Shape;2466;p2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67" name="Google Shape;2467;p2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468" name="Google Shape;2468;p2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469" name="Google Shape;2469;p2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470" name="Google Shape;2470;p2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471" name="Google Shape;2471;p2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472" name="Google Shape;2472;p2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3" name="Google Shape;2473;p2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474" name="Google Shape;2474;p2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475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2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7" name="Google Shape;2477;p2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78" name="Google Shape;2478;p2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2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0" name="Google Shape;2480;p2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1" name="Google Shape;2481;p2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2" name="Google Shape;2482;p2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3" name="Google Shape;2483;p2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4" name="Google Shape;2484;p2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2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7" name="Google Shape;2487;p2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8" name="Google Shape;2488;p2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2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0" name="Google Shape;2490;p2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1" name="Google Shape;2491;p2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2" name="Google Shape;2492;p2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3" name="Google Shape;2493;p2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4" name="Google Shape;2494;p2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5" name="Google Shape;2495;p2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6" name="Google Shape;2496;p2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p2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9" name="Google Shape;2499;p2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00" name="Google Shape;2500;p2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1" name="Google Shape;2501;p2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2" name="Google Shape;2502;p2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3" name="Google Shape;2503;p2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4" name="Google Shape;2504;p2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5" name="Google Shape;2505;p2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6" name="Google Shape;2506;p2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7" name="Google Shape;2507;p2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8" name="Google Shape;2508;p2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9" name="Google Shape;2509;p2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0" name="Google Shape;2510;p2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p2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3" name="Google Shape;2513;p2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14" name="Google Shape;2514;p2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5" name="Google Shape;2515;p2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6" name="Google Shape;2516;p2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7" name="Google Shape;2517;p2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8" name="Google Shape;2518;p2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519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p2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1" name="Google Shape;2521;p2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2" name="Google Shape;2522;p2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3" name="Google Shape;2523;p2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4" name="Google Shape;2524;p217"/>
          <p:cNvCxnSpPr>
            <a:endCxn id="2525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26" name="Google Shape;2526;p2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527" name="Google Shape;2527;p2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28" name="Google Shape;2528;p2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525" name="Google Shape;2525;p2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9" name="Google Shape;2529;p2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0" name="Google Shape;2530;p2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1" name="Google Shape;2531;p2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3" name="Google Shape;2533;p2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4" name="Google Shape;2534;p2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5" name="Google Shape;2535;p2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6" name="Google Shape;2536;p2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7" name="Google Shape;2537;p2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8" name="Google Shape;2538;p2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9" name="Google Shape;2539;p218"/>
          <p:cNvCxnSpPr>
            <a:endCxn id="2540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40" name="Google Shape;2540;p2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1" name="Google Shape;2541;p2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542" name="Google Shape;2542;p2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43" name="Google Shape;2543;p2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44" name="Google Shape;2544;p2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545" name="Google Shape;2545;p2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546" name="Google Shape;2546;p2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47" name="Google Shape;2547;p2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48" name="Google Shape;2548;p2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9" name="Google Shape;2549;p2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2550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1" name="Google Shape;2551;p2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2" name="Google Shape;2552;p2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3" name="Google Shape;2553;p2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4" name="Google Shape;2554;p2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5" name="Google Shape;2555;p2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6" name="Google Shape;2556;p2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7" name="Google Shape;2557;p2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8" name="Google Shape;2558;p2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9" name="Google Shape;2559;p2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60" name="Google Shape;2560;p2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1" name="Google Shape;2561;p2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2" name="Google Shape;2562;p2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563" name="Google Shape;2563;p2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64" name="Google Shape;2564;p2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65" name="Google Shape;2565;p2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66" name="Google Shape;2566;p2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567" name="Google Shape;2567;p2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568" name="Google Shape;2568;p2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9" name="Google Shape;2569;p2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70" name="Google Shape;2570;p2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1" name="Google Shape;2571;p2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572" name="Shape 2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3" name="Google Shape;2573;p2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4" name="Google Shape;2574;p2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2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6" name="Google Shape;2576;p2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577" name="Google Shape;2577;p2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8" name="Google Shape;2578;p2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579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0" name="Google Shape;2580;p2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81" name="Google Shape;2581;p2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2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3" name="Google Shape;2583;p2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4" name="Google Shape;2584;p2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585" name="Google Shape;2585;p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7" name="Google Shape;2587;p2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88" name="Google Shape;2588;p2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2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0" name="Google Shape;2590;p2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1" name="Google Shape;2591;p2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592" name="Google Shape;2592;p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593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4" name="Google Shape;2594;p2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95" name="Google Shape;2595;p2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2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7" name="Google Shape;2597;p2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8" name="Google Shape;2598;p2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599" name="Google Shape;2599;p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600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601;p2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2" name="Google Shape;2602;p2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3" name="Google Shape;2603;p2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2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05" name="Google Shape;2605;p2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06" name="Google Shape;2606;p2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07" name="Google Shape;2607;p2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08" name="Google Shape;2608;p2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9" name="Google Shape;2609;p2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10" name="Google Shape;2610;p2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11" name="Google Shape;2611;p2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2" name="Google Shape;2612;p2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613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4" name="Google Shape;2614;p2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5" name="Google Shape;2615;p2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6" name="Google Shape;2616;p2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2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18" name="Google Shape;2618;p2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19" name="Google Shape;2619;p2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20" name="Google Shape;2620;p2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21" name="Google Shape;2621;p2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2" name="Google Shape;2622;p2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23" name="Google Shape;2623;p2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24" name="Google Shape;2624;p2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5" name="Google Shape;2625;p2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6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p2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8" name="Google Shape;2628;p2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9" name="Google Shape;2629;p2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p2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1" name="Google Shape;2631;p2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2" name="Google Shape;2632;p2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33" name="Google Shape;2633;p2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34" name="Google Shape;2634;p2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5" name="Google Shape;2635;p2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36" name="Google Shape;2636;p2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37" name="Google Shape;2637;p2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8" name="Google Shape;2638;p2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639" name="Shape 2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0" name="Google Shape;2640;p2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1" name="Google Shape;2641;p2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42" name="Google Shape;2642;p2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3" name="Google Shape;2643;p2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4" name="Google Shape;2644;p2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5" name="Google Shape;2645;p2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46" name="Google Shape;2646;p2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47" name="Google Shape;2647;p2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8" name="Google Shape;2648;p2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49" name="Google Shape;2649;p2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50" name="Google Shape;2650;p2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1" name="Google Shape;2651;p2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652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3" name="Google Shape;2653;p2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4" name="Google Shape;2654;p2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5" name="Google Shape;2655;p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6" name="Google Shape;2656;p2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2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8" name="Google Shape;2658;p2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9" name="Google Shape;2659;p2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0" name="Google Shape;2660;p2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61" name="Google Shape;2661;p2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62" name="Google Shape;2662;p2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663" name="Google Shape;2663;p2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64" name="Google Shape;2664;p2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5" name="Google Shape;2665;p2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66" name="Google Shape;2666;p2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2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8" name="Google Shape;2668;p2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9" name="Google Shape;2669;p2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2670" name="Google Shape;2670;p2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1" name="Google Shape;2671;p2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72" name="Google Shape;2672;p2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2673" name="Google Shape;2673;p2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4" name="Google Shape;2674;p2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2675" name="Shape 2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6" name="Google Shape;2676;p2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7" name="Google Shape;2677;p2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2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9" name="Google Shape;2679;p2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0" name="Google Shape;2680;p2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1" name="Google Shape;2681;p2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2" name="Google Shape;2682;p2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2683" name="Google Shape;2683;p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4" name="Google Shape;2684;p2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5" name="Google Shape;2685;p2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86" name="Google Shape;2686;p2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7" name="Google Shape;2687;p2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88" name="Google Shape;2688;p2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2689" name="Google Shape;2689;p2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0" name="Google Shape;2690;p2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1" name="Google Shape;2691;p2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2692" name="Google Shape;2692;p2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3" name="Google Shape;2693;p2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694" name="Google Shape;2694;p2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5" name="Google Shape;2695;p2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6" name="Google Shape;2696;p2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7" name="Google Shape;2697;p2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2698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9" name="Google Shape;2699;p2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00" name="Google Shape;2700;p2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2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2" name="Google Shape;2702;p2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3" name="Google Shape;2703;p2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4" name="Google Shape;2704;p2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05" name="Google Shape;2705;p2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2706" name="Google Shape;2706;p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7" name="Google Shape;2707;p2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8" name="Google Shape;2708;p2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09" name="Google Shape;2709;p2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10" name="Google Shape;2710;p2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11" name="Google Shape;2711;p2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2712" name="Google Shape;2712;p2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3" name="Google Shape;2713;p2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14" name="Google Shape;2714;p2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2715" name="Google Shape;2715;p2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6" name="Google Shape;2716;p2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717" name="Google Shape;2717;p2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8" name="Google Shape;2718;p2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9" name="Google Shape;2719;p2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0" name="Google Shape;2720;p2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2721" name="Shape 2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2" name="Google Shape;2722;p2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23" name="Google Shape;2723;p2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2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5" name="Google Shape;2725;p2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6" name="Google Shape;2726;p2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7" name="Google Shape;2727;p2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28" name="Google Shape;2728;p2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2729" name="Google Shape;2729;p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0" name="Google Shape;2730;p2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1" name="Google Shape;2731;p2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2" name="Google Shape;2732;p2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33" name="Google Shape;2733;p2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34" name="Google Shape;2734;p2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2735" name="Google Shape;2735;p2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6" name="Google Shape;2736;p2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7" name="Google Shape;2737;p2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2738" name="Google Shape;2738;p2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9" name="Google Shape;2739;p2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740" name="Google Shape;2740;p2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1" name="Google Shape;2741;p2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2" name="Google Shape;2742;p2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3" name="Google Shape;2743;p2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2744" name="Shape 2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5" name="Google Shape;2745;p2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6" name="Google Shape;2746;p2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p2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48" name="Google Shape;2748;p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9" name="Google Shape;2749;p2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0" name="Google Shape;2750;p2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1" name="Google Shape;2751;p2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52" name="Google Shape;2752;p2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53" name="Google Shape;2753;p2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54" name="Google Shape;2754;p2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755" name="Google Shape;2755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6" name="Google Shape;2756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57" name="Google Shape;2757;p2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58" name="Google Shape;2758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9" name="Google Shape;2759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60" name="Google Shape;2760;p2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761" name="Google Shape;2761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2" name="Google Shape;2762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" name="Google Shape;2764;p2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65" name="Google Shape;2765;p2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6" name="Google Shape;2766;p2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67" name="Google Shape;2767;p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8" name="Google Shape;2768;p2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9" name="Google Shape;2769;p2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70" name="Google Shape;2770;p2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1" name="Google Shape;2771;p2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2" name="Google Shape;2772;p2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73" name="Google Shape;2773;p2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774" name="Google Shape;2774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5" name="Google Shape;2775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6" name="Google Shape;2776;p2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77" name="Google Shape;2777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8" name="Google Shape;2778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9" name="Google Shape;2779;p2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780" name="Google Shape;2780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1" name="Google Shape;2781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3" name="Google Shape;2783;p2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4" name="Google Shape;2784;p2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2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86" name="Google Shape;2786;p2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7" name="Google Shape;2787;p2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8" name="Google Shape;2788;p2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9" name="Google Shape;2789;p2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90" name="Google Shape;2790;p2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91" name="Google Shape;2791;p2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92" name="Google Shape;2792;p2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793" name="Google Shape;2793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4" name="Google Shape;2794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95" name="Google Shape;2795;p2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96" name="Google Shape;2796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7" name="Google Shape;2797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98" name="Google Shape;2798;p2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799" name="Google Shape;2799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0" name="Google Shape;2800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2801" name="Shape 2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2" name="Google Shape;2802;p2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03" name="Google Shape;2803;p2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p2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05" name="Google Shape;2805;p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6" name="Google Shape;2806;p2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7" name="Google Shape;2807;p2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8" name="Google Shape;2808;p2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9" name="Google Shape;2809;p2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0" name="Google Shape;2810;p2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11" name="Google Shape;2811;p2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812" name="Google Shape;2812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3" name="Google Shape;2813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4" name="Google Shape;2814;p2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815" name="Google Shape;2815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6" name="Google Shape;2816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7" name="Google Shape;2817;p2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818" name="Google Shape;2818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9" name="Google Shape;2819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2820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1" name="Google Shape;2821;p2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22" name="Google Shape;2822;p2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3" name="Google Shape;2823;p2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24" name="Google Shape;2824;p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5" name="Google Shape;2825;p2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6" name="Google Shape;2826;p2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7" name="Google Shape;2827;p2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28" name="Google Shape;2828;p2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29" name="Google Shape;2829;p2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30" name="Google Shape;2830;p2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31" name="Google Shape;2831;p2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832" name="Google Shape;2832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3" name="Google Shape;2833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34" name="Google Shape;2834;p2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835" name="Google Shape;2835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6" name="Google Shape;2836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37" name="Google Shape;2837;p2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838" name="Google Shape;2838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9" name="Google Shape;2839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40" name="Google Shape;2840;p2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841" name="Google Shape;2841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2" name="Google Shape;2842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2843" name="Shape 2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4" name="Google Shape;2844;p2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45" name="Google Shape;2845;p2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6" name="Google Shape;2846;p2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47" name="Google Shape;2847;p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8" name="Google Shape;2848;p2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9" name="Google Shape;2849;p2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50" name="Google Shape;2850;p2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1" name="Google Shape;2851;p2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2" name="Google Shape;2852;p2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3" name="Google Shape;2853;p2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54" name="Google Shape;2854;p2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855" name="Google Shape;2855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6" name="Google Shape;2856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7" name="Google Shape;2857;p2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858" name="Google Shape;2858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9" name="Google Shape;2859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0" name="Google Shape;2860;p2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861" name="Google Shape;2861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2" name="Google Shape;2862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3" name="Google Shape;2863;p2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864" name="Google Shape;2864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5" name="Google Shape;2865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2866" name="Shape 2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" name="Google Shape;2867;p2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68" name="Google Shape;2868;p2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9" name="Google Shape;2869;p2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70" name="Google Shape;2870;p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1" name="Google Shape;2871;p2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2" name="Google Shape;2872;p2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3" name="Google Shape;2873;p2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74" name="Google Shape;2874;p2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75" name="Google Shape;2875;p2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76" name="Google Shape;2876;p2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77" name="Google Shape;2877;p2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878" name="Google Shape;2878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9" name="Google Shape;2879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0" name="Google Shape;2880;p2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881" name="Google Shape;2881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2" name="Google Shape;2882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3" name="Google Shape;2883;p2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884" name="Google Shape;2884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5" name="Google Shape;2885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6" name="Google Shape;2886;p2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887" name="Google Shape;2887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8" name="Google Shape;2888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2889" name="Shape 2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0" name="Google Shape;2890;p2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1" name="Google Shape;2891;p2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2" name="Google Shape;2892;p2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93" name="Google Shape;2893;p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4" name="Google Shape;2894;p2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5" name="Google Shape;2895;p2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6" name="Google Shape;2896;p2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97" name="Google Shape;2897;p2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98" name="Google Shape;2898;p2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99" name="Google Shape;2899;p2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900" name="Google Shape;2900;p2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901" name="Google Shape;2901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2" name="Google Shape;2902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03" name="Google Shape;2903;p2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904" name="Google Shape;2904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5" name="Google Shape;2905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06" name="Google Shape;2906;p2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907" name="Google Shape;2907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8" name="Google Shape;2908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09" name="Google Shape;2909;p2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910" name="Google Shape;2910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1" name="Google Shape;2911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3" name="Google Shape;2913;p2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14" name="Google Shape;2914;p2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2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916" name="Google Shape;2916;p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7" name="Google Shape;2917;p2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8" name="Google Shape;2918;p2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9" name="Google Shape;2919;p2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20" name="Google Shape;2920;p2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21" name="Google Shape;2921;p2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22" name="Google Shape;2922;p2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23" name="Google Shape;2923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4" name="Google Shape;2924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25" name="Google Shape;2925;p2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26" name="Google Shape;2926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7" name="Google Shape;2927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28" name="Google Shape;2928;p2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29" name="Google Shape;2929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0" name="Google Shape;2930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93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2" name="Google Shape;2932;p2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33" name="Google Shape;2933;p2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4" name="Google Shape;2934;p2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935" name="Google Shape;2935;p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6" name="Google Shape;2936;p2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7" name="Google Shape;2937;p2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38" name="Google Shape;2938;p2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39" name="Google Shape;2939;p2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40" name="Google Shape;2940;p2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41" name="Google Shape;2941;p2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42" name="Google Shape;2942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3" name="Google Shape;2943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44" name="Google Shape;2944;p2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45" name="Google Shape;2945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6" name="Google Shape;2946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47" name="Google Shape;2947;p2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48" name="Google Shape;2948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9" name="Google Shape;2949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950" name="Shape 2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1" name="Google Shape;2951;p2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2" name="Google Shape;2952;p2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3" name="Google Shape;2953;p2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954" name="Google Shape;2954;p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5" name="Google Shape;2955;p2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6" name="Google Shape;2956;p2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57" name="Google Shape;2957;p2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58" name="Google Shape;2958;p2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59" name="Google Shape;2959;p2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60" name="Google Shape;2960;p2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61" name="Google Shape;2961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2" name="Google Shape;2962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63" name="Google Shape;2963;p2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64" name="Google Shape;2964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5" name="Google Shape;2965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66" name="Google Shape;2966;p2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67" name="Google Shape;2967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8" name="Google Shape;2968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2969" name="Shape 2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" name="Google Shape;2970;p2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71" name="Google Shape;2971;p2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p2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973" name="Google Shape;2973;p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4" name="Google Shape;2974;p2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5" name="Google Shape;2975;p2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76" name="Google Shape;2976;p2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7" name="Google Shape;2977;p2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8" name="Google Shape;2978;p2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79" name="Google Shape;2979;p2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80" name="Google Shape;2980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1" name="Google Shape;2981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82" name="Google Shape;2982;p2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83" name="Google Shape;2983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4" name="Google Shape;2984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85" name="Google Shape;2985;p2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86" name="Google Shape;2986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7" name="Google Shape;2987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2988" name="Shape 2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9" name="Google Shape;2989;p2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90" name="Google Shape;2990;p2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1" name="Google Shape;2991;p2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992" name="Google Shape;2992;p2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3" name="Google Shape;2993;p2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4" name="Google Shape;2994;p2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995" name="Shape 2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6" name="Google Shape;2996;p2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97" name="Google Shape;2997;p2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8" name="Google Shape;2998;p2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999" name="Google Shape;2999;p2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0" name="Google Shape;3000;p2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1" name="Google Shape;3001;p2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3002" name="Shape 3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3" name="Google Shape;3003;p2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04" name="Google Shape;3004;p2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5" name="Google Shape;3005;p2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3006" name="Google Shape;3006;p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7" name="Google Shape;3007;p2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8" name="Google Shape;3008;p2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3009" name="Shape 3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0" name="Google Shape;3010;p2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1" name="Google Shape;3011;p2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p2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3013" name="Google Shape;3013;p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4" name="Google Shape;3014;p2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5" name="Google Shape;3015;p2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3016" name="Shape 3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7" name="Google Shape;3017;p2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8" name="Google Shape;3018;p2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9" name="Google Shape;3019;p2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3020" name="Google Shape;3020;p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1" name="Google Shape;3021;p2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2" name="Google Shape;3022;p2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23" name="Google Shape;3023;p2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3024" name="Shape 3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5" name="Google Shape;3025;p2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26" name="Google Shape;3026;p2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7" name="Google Shape;3027;p2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28" name="Google Shape;3028;p2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9" name="Google Shape;3029;p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0" name="Google Shape;3030;p2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1" name="Google Shape;3031;p2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3032" name="Shape 3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3" name="Google Shape;3033;p2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34" name="Google Shape;3034;p2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5" name="Google Shape;3035;p2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36" name="Google Shape;3036;p2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7" name="Google Shape;3037;p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8" name="Google Shape;3038;p2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9" name="Google Shape;3039;p2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3040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1" name="Google Shape;3041;p2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42" name="Google Shape;3042;p2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3" name="Google Shape;3043;p2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44" name="Google Shape;3044;p2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45" name="Google Shape;3045;p2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6" name="Google Shape;3046;p2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7" name="Google Shape;3047;p2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3048" name="Shape 3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9" name="Google Shape;3049;p2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50" name="Google Shape;3050;p2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1" name="Google Shape;3051;p2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3052" name="Google Shape;3052;p2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3" name="Google Shape;3053;p2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4" name="Google Shape;3054;p2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5" name="Google Shape;3055;p2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3056" name="Shape 3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7" name="Google Shape;3057;p2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58" name="Google Shape;3058;p2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2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60" name="Google Shape;3060;p2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61" name="Google Shape;3061;p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2" name="Google Shape;3062;p2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3" name="Google Shape;3063;p2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3064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5" name="Google Shape;3065;p2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66" name="Google Shape;3066;p2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2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68" name="Google Shape;3068;p2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69" name="Google Shape;3069;p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0" name="Google Shape;3070;p2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71" name="Google Shape;3071;p2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3072" name="Shape 3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Google Shape;3073;p2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74" name="Google Shape;3074;p2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5" name="Google Shape;3075;p2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76" name="Google Shape;3076;p2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7" name="Google Shape;3077;p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8" name="Google Shape;3078;p2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9" name="Google Shape;3079;p2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3080" name="Shape 3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Google Shape;3081;p2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82" name="Google Shape;3082;p2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83" name="Google Shape;3083;p2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84" name="Google Shape;3084;p2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5" name="Google Shape;3085;p2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3086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Google Shape;3087;p2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88" name="Google Shape;3088;p2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89" name="Google Shape;3089;p2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90" name="Google Shape;3090;p2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1" name="Google Shape;3091;p2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3092" name="Shape 3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3" name="Google Shape;3093;p2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3094" name="Google Shape;3094;p2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3095" name="Shape 3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Google Shape;3096;p2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7" name="Google Shape;3097;p2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8" name="Google Shape;3098;p2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9" name="Google Shape;3099;p2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0" name="Google Shape;3100;p2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1" name="Google Shape;3101;p2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2" name="Google Shape;3102;p2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3" name="Google Shape;3103;p2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4" name="Google Shape;3104;p2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3105" name="Shape 3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6" name="Google Shape;3106;p2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3107" name="Google Shape;3107;p2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3108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Google Shape;3109;p2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3110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p2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12" name="Google Shape;3112;p2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13" name="Google Shape;3113;p2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4" name="Google Shape;3114;p2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15" name="Google Shape;3115;p2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16" name="Google Shape;3116;p2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3117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8" name="Google Shape;3118;p2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19" name="Google Shape;3119;p26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20" name="Google Shape;3120;p2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1" name="Google Shape;3121;p263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22" name="Google Shape;3122;p263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23" name="Google Shape;3123;p263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_2">
    <p:spTree>
      <p:nvGrpSpPr>
        <p:cNvPr id="3124" name="Shape 3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5" name="Google Shape;3125;p2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26" name="Google Shape;3126;p2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p2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28" name="Google Shape;3128;p26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9" name="Google Shape;3129;p26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3130" name="Google Shape;3130;p2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131" name="Google Shape;3131;p2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2" name="Google Shape;3132;p2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_2">
    <p:spTree>
      <p:nvGrpSpPr>
        <p:cNvPr id="3133" name="Shape 3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4" name="Google Shape;3134;p2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5" name="Google Shape;3135;p2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6" name="Google Shape;3136;p2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37" name="Google Shape;3137;p265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8" name="Google Shape;3138;p265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3139" name="Google Shape;3139;p2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140" name="Google Shape;3140;p2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1" name="Google Shape;3141;p2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_3">
    <p:spTree>
      <p:nvGrpSpPr>
        <p:cNvPr id="3142" name="Shape 3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3" name="Google Shape;3143;p2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44" name="Google Shape;3144;p2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5" name="Google Shape;3145;p2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46" name="Google Shape;3146;p2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7" name="Google Shape;3147;p26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8" name="Google Shape;3148;p26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3149" name="Google Shape;3149;p2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150" name="Google Shape;3150;p2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_1">
    <p:spTree>
      <p:nvGrpSpPr>
        <p:cNvPr id="3151" name="Shape 3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2" name="Google Shape;3152;p26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53" name="Google Shape;3153;p2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4" name="Google Shape;3154;p2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55" name="Google Shape;3155;p26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6" name="Google Shape;3156;p26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3157" name="Google Shape;3157;p26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8" name="Google Shape;3158;p2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59" name="Google Shape;3159;p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_1">
    <p:spTree>
      <p:nvGrpSpPr>
        <p:cNvPr id="3160" name="Shape 3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1" name="Google Shape;3161;p26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62" name="Google Shape;3162;p2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63" name="Google Shape;3163;p268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64" name="Google Shape;3164;p268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65" name="Google Shape;3165;p26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65" Type="http://schemas.openxmlformats.org/officeDocument/2006/relationships/theme" Target="../theme/theme5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2.xml"/><Relationship Id="rId42" Type="http://schemas.openxmlformats.org/officeDocument/2006/relationships/slideLayout" Target="../slideLayouts/slideLayout104.xml"/><Relationship Id="rId41" Type="http://schemas.openxmlformats.org/officeDocument/2006/relationships/slideLayout" Target="../slideLayouts/slideLayout103.xml"/><Relationship Id="rId44" Type="http://schemas.openxmlformats.org/officeDocument/2006/relationships/slideLayout" Target="../slideLayouts/slideLayout106.xml"/><Relationship Id="rId43" Type="http://schemas.openxmlformats.org/officeDocument/2006/relationships/slideLayout" Target="../slideLayouts/slideLayout105.xml"/><Relationship Id="rId46" Type="http://schemas.openxmlformats.org/officeDocument/2006/relationships/slideLayout" Target="../slideLayouts/slideLayout108.xml"/><Relationship Id="rId45" Type="http://schemas.openxmlformats.org/officeDocument/2006/relationships/slideLayout" Target="../slideLayouts/slideLayout107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48" Type="http://schemas.openxmlformats.org/officeDocument/2006/relationships/slideLayout" Target="../slideLayouts/slideLayout110.xml"/><Relationship Id="rId47" Type="http://schemas.openxmlformats.org/officeDocument/2006/relationships/slideLayout" Target="../slideLayouts/slideLayout109.xml"/><Relationship Id="rId49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9.xml"/><Relationship Id="rId8" Type="http://schemas.openxmlformats.org/officeDocument/2006/relationships/slideLayout" Target="../slideLayouts/slideLayout70.xml"/><Relationship Id="rId31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2.xml"/><Relationship Id="rId33" Type="http://schemas.openxmlformats.org/officeDocument/2006/relationships/slideLayout" Target="../slideLayouts/slideLayout95.xml"/><Relationship Id="rId32" Type="http://schemas.openxmlformats.org/officeDocument/2006/relationships/slideLayout" Target="../slideLayouts/slideLayout94.xml"/><Relationship Id="rId35" Type="http://schemas.openxmlformats.org/officeDocument/2006/relationships/slideLayout" Target="../slideLayouts/slideLayout97.xml"/><Relationship Id="rId34" Type="http://schemas.openxmlformats.org/officeDocument/2006/relationships/slideLayout" Target="../slideLayouts/slideLayout96.xml"/><Relationship Id="rId37" Type="http://schemas.openxmlformats.org/officeDocument/2006/relationships/slideLayout" Target="../slideLayouts/slideLayout99.xml"/><Relationship Id="rId36" Type="http://schemas.openxmlformats.org/officeDocument/2006/relationships/slideLayout" Target="../slideLayouts/slideLayout98.xml"/><Relationship Id="rId39" Type="http://schemas.openxmlformats.org/officeDocument/2006/relationships/slideLayout" Target="../slideLayouts/slideLayout101.xml"/><Relationship Id="rId38" Type="http://schemas.openxmlformats.org/officeDocument/2006/relationships/slideLayout" Target="../slideLayouts/slideLayout100.xml"/><Relationship Id="rId62" Type="http://schemas.openxmlformats.org/officeDocument/2006/relationships/slideLayout" Target="../slideLayouts/slideLayout124.xml"/><Relationship Id="rId61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82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85.xml"/><Relationship Id="rId60" Type="http://schemas.openxmlformats.org/officeDocument/2006/relationships/slideLayout" Target="../slideLayouts/slideLayout122.xml"/><Relationship Id="rId26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87.xml"/><Relationship Id="rId28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91.xml"/><Relationship Id="rId51" Type="http://schemas.openxmlformats.org/officeDocument/2006/relationships/slideLayout" Target="../slideLayouts/slideLayout113.xml"/><Relationship Id="rId50" Type="http://schemas.openxmlformats.org/officeDocument/2006/relationships/slideLayout" Target="../slideLayouts/slideLayout112.xml"/><Relationship Id="rId53" Type="http://schemas.openxmlformats.org/officeDocument/2006/relationships/slideLayout" Target="../slideLayouts/slideLayout115.xml"/><Relationship Id="rId52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73.xml"/><Relationship Id="rId5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77.xml"/><Relationship Id="rId5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76.xml"/><Relationship Id="rId58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0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64.xml"/><Relationship Id="rId42" Type="http://schemas.openxmlformats.org/officeDocument/2006/relationships/slideLayout" Target="../slideLayouts/slideLayout166.xml"/><Relationship Id="rId41" Type="http://schemas.openxmlformats.org/officeDocument/2006/relationships/slideLayout" Target="../slideLayouts/slideLayout165.xml"/><Relationship Id="rId44" Type="http://schemas.openxmlformats.org/officeDocument/2006/relationships/slideLayout" Target="../slideLayouts/slideLayout168.xml"/><Relationship Id="rId43" Type="http://schemas.openxmlformats.org/officeDocument/2006/relationships/slideLayout" Target="../slideLayouts/slideLayout167.xml"/><Relationship Id="rId46" Type="http://schemas.openxmlformats.org/officeDocument/2006/relationships/slideLayout" Target="../slideLayouts/slideLayout170.xml"/><Relationship Id="rId45" Type="http://schemas.openxmlformats.org/officeDocument/2006/relationships/slideLayout" Target="../slideLayouts/slideLayout169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48" Type="http://schemas.openxmlformats.org/officeDocument/2006/relationships/slideLayout" Target="../slideLayouts/slideLayout172.xml"/><Relationship Id="rId47" Type="http://schemas.openxmlformats.org/officeDocument/2006/relationships/slideLayout" Target="../slideLayouts/slideLayout171.xml"/><Relationship Id="rId49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73" Type="http://schemas.openxmlformats.org/officeDocument/2006/relationships/slideLayout" Target="../slideLayouts/slideLayout197.xml"/><Relationship Id="rId72" Type="http://schemas.openxmlformats.org/officeDocument/2006/relationships/slideLayout" Target="../slideLayouts/slideLayout196.xml"/><Relationship Id="rId31" Type="http://schemas.openxmlformats.org/officeDocument/2006/relationships/slideLayout" Target="../slideLayouts/slideLayout155.xml"/><Relationship Id="rId30" Type="http://schemas.openxmlformats.org/officeDocument/2006/relationships/slideLayout" Target="../slideLayouts/slideLayout154.xml"/><Relationship Id="rId74" Type="http://schemas.openxmlformats.org/officeDocument/2006/relationships/theme" Target="../theme/theme4.xml"/><Relationship Id="rId33" Type="http://schemas.openxmlformats.org/officeDocument/2006/relationships/slideLayout" Target="../slideLayouts/slideLayout157.xml"/><Relationship Id="rId32" Type="http://schemas.openxmlformats.org/officeDocument/2006/relationships/slideLayout" Target="../slideLayouts/slideLayout156.xml"/><Relationship Id="rId35" Type="http://schemas.openxmlformats.org/officeDocument/2006/relationships/slideLayout" Target="../slideLayouts/slideLayout159.xml"/><Relationship Id="rId34" Type="http://schemas.openxmlformats.org/officeDocument/2006/relationships/slideLayout" Target="../slideLayouts/slideLayout158.xml"/><Relationship Id="rId71" Type="http://schemas.openxmlformats.org/officeDocument/2006/relationships/slideLayout" Target="../slideLayouts/slideLayout195.xml"/><Relationship Id="rId70" Type="http://schemas.openxmlformats.org/officeDocument/2006/relationships/slideLayout" Target="../slideLayouts/slideLayout194.xml"/><Relationship Id="rId37" Type="http://schemas.openxmlformats.org/officeDocument/2006/relationships/slideLayout" Target="../slideLayouts/slideLayout161.xml"/><Relationship Id="rId36" Type="http://schemas.openxmlformats.org/officeDocument/2006/relationships/slideLayout" Target="../slideLayouts/slideLayout160.xml"/><Relationship Id="rId39" Type="http://schemas.openxmlformats.org/officeDocument/2006/relationships/slideLayout" Target="../slideLayouts/slideLayout163.xml"/><Relationship Id="rId38" Type="http://schemas.openxmlformats.org/officeDocument/2006/relationships/slideLayout" Target="../slideLayouts/slideLayout162.xml"/><Relationship Id="rId62" Type="http://schemas.openxmlformats.org/officeDocument/2006/relationships/slideLayout" Target="../slideLayouts/slideLayout186.xml"/><Relationship Id="rId61" Type="http://schemas.openxmlformats.org/officeDocument/2006/relationships/slideLayout" Target="../slideLayouts/slideLayout185.xml"/><Relationship Id="rId20" Type="http://schemas.openxmlformats.org/officeDocument/2006/relationships/slideLayout" Target="../slideLayouts/slideLayout144.xml"/><Relationship Id="rId64" Type="http://schemas.openxmlformats.org/officeDocument/2006/relationships/slideLayout" Target="../slideLayouts/slideLayout188.xml"/><Relationship Id="rId63" Type="http://schemas.openxmlformats.org/officeDocument/2006/relationships/slideLayout" Target="../slideLayouts/slideLayout187.xml"/><Relationship Id="rId22" Type="http://schemas.openxmlformats.org/officeDocument/2006/relationships/slideLayout" Target="../slideLayouts/slideLayout146.xml"/><Relationship Id="rId66" Type="http://schemas.openxmlformats.org/officeDocument/2006/relationships/slideLayout" Target="../slideLayouts/slideLayout190.xml"/><Relationship Id="rId21" Type="http://schemas.openxmlformats.org/officeDocument/2006/relationships/slideLayout" Target="../slideLayouts/slideLayout145.xml"/><Relationship Id="rId65" Type="http://schemas.openxmlformats.org/officeDocument/2006/relationships/slideLayout" Target="../slideLayouts/slideLayout189.xml"/><Relationship Id="rId24" Type="http://schemas.openxmlformats.org/officeDocument/2006/relationships/slideLayout" Target="../slideLayouts/slideLayout148.xml"/><Relationship Id="rId68" Type="http://schemas.openxmlformats.org/officeDocument/2006/relationships/slideLayout" Target="../slideLayouts/slideLayout192.xml"/><Relationship Id="rId23" Type="http://schemas.openxmlformats.org/officeDocument/2006/relationships/slideLayout" Target="../slideLayouts/slideLayout147.xml"/><Relationship Id="rId67" Type="http://schemas.openxmlformats.org/officeDocument/2006/relationships/slideLayout" Target="../slideLayouts/slideLayout191.xml"/><Relationship Id="rId60" Type="http://schemas.openxmlformats.org/officeDocument/2006/relationships/slideLayout" Target="../slideLayouts/slideLayout184.xml"/><Relationship Id="rId26" Type="http://schemas.openxmlformats.org/officeDocument/2006/relationships/slideLayout" Target="../slideLayouts/slideLayout150.xml"/><Relationship Id="rId25" Type="http://schemas.openxmlformats.org/officeDocument/2006/relationships/slideLayout" Target="../slideLayouts/slideLayout149.xml"/><Relationship Id="rId69" Type="http://schemas.openxmlformats.org/officeDocument/2006/relationships/slideLayout" Target="../slideLayouts/slideLayout193.xml"/><Relationship Id="rId28" Type="http://schemas.openxmlformats.org/officeDocument/2006/relationships/slideLayout" Target="../slideLayouts/slideLayout152.xml"/><Relationship Id="rId27" Type="http://schemas.openxmlformats.org/officeDocument/2006/relationships/slideLayout" Target="../slideLayouts/slideLayout151.xml"/><Relationship Id="rId29" Type="http://schemas.openxmlformats.org/officeDocument/2006/relationships/slideLayout" Target="../slideLayouts/slideLayout153.xml"/><Relationship Id="rId51" Type="http://schemas.openxmlformats.org/officeDocument/2006/relationships/slideLayout" Target="../slideLayouts/slideLayout175.xml"/><Relationship Id="rId50" Type="http://schemas.openxmlformats.org/officeDocument/2006/relationships/slideLayout" Target="../slideLayouts/slideLayout174.xml"/><Relationship Id="rId53" Type="http://schemas.openxmlformats.org/officeDocument/2006/relationships/slideLayout" Target="../slideLayouts/slideLayout177.xml"/><Relationship Id="rId52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35.xml"/><Relationship Id="rId55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34.xml"/><Relationship Id="rId54" Type="http://schemas.openxmlformats.org/officeDocument/2006/relationships/slideLayout" Target="../slideLayouts/slideLayout178.xml"/><Relationship Id="rId13" Type="http://schemas.openxmlformats.org/officeDocument/2006/relationships/slideLayout" Target="../slideLayouts/slideLayout137.xml"/><Relationship Id="rId57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36.xml"/><Relationship Id="rId56" Type="http://schemas.openxmlformats.org/officeDocument/2006/relationships/slideLayout" Target="../slideLayouts/slideLayout180.xml"/><Relationship Id="rId15" Type="http://schemas.openxmlformats.org/officeDocument/2006/relationships/slideLayout" Target="../slideLayouts/slideLayout139.xml"/><Relationship Id="rId59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38.xml"/><Relationship Id="rId58" Type="http://schemas.openxmlformats.org/officeDocument/2006/relationships/slideLayout" Target="../slideLayouts/slideLayout18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2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36.xml"/><Relationship Id="rId42" Type="http://schemas.openxmlformats.org/officeDocument/2006/relationships/slideLayout" Target="../slideLayouts/slideLayout238.xml"/><Relationship Id="rId41" Type="http://schemas.openxmlformats.org/officeDocument/2006/relationships/slideLayout" Target="../slideLayouts/slideLayout237.xml"/><Relationship Id="rId44" Type="http://schemas.openxmlformats.org/officeDocument/2006/relationships/slideLayout" Target="../slideLayouts/slideLayout240.xml"/><Relationship Id="rId43" Type="http://schemas.openxmlformats.org/officeDocument/2006/relationships/slideLayout" Target="../slideLayouts/slideLayout239.xml"/><Relationship Id="rId46" Type="http://schemas.openxmlformats.org/officeDocument/2006/relationships/slideLayout" Target="../slideLayouts/slideLayout242.xml"/><Relationship Id="rId45" Type="http://schemas.openxmlformats.org/officeDocument/2006/relationships/slideLayout" Target="../slideLayouts/slideLayout24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9" Type="http://schemas.openxmlformats.org/officeDocument/2006/relationships/slideLayout" Target="../slideLayouts/slideLayout205.xml"/><Relationship Id="rId48" Type="http://schemas.openxmlformats.org/officeDocument/2006/relationships/slideLayout" Target="../slideLayouts/slideLayout244.xml"/><Relationship Id="rId47" Type="http://schemas.openxmlformats.org/officeDocument/2006/relationships/slideLayout" Target="../slideLayouts/slideLayout243.xml"/><Relationship Id="rId49" Type="http://schemas.openxmlformats.org/officeDocument/2006/relationships/slideLayout" Target="../slideLayouts/slideLayout245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31" Type="http://schemas.openxmlformats.org/officeDocument/2006/relationships/slideLayout" Target="../slideLayouts/slideLayout227.xml"/><Relationship Id="rId30" Type="http://schemas.openxmlformats.org/officeDocument/2006/relationships/slideLayout" Target="../slideLayouts/slideLayout226.xml"/><Relationship Id="rId33" Type="http://schemas.openxmlformats.org/officeDocument/2006/relationships/slideLayout" Target="../slideLayouts/slideLayout229.xml"/><Relationship Id="rId32" Type="http://schemas.openxmlformats.org/officeDocument/2006/relationships/slideLayout" Target="../slideLayouts/slideLayout228.xml"/><Relationship Id="rId35" Type="http://schemas.openxmlformats.org/officeDocument/2006/relationships/slideLayout" Target="../slideLayouts/slideLayout231.xml"/><Relationship Id="rId34" Type="http://schemas.openxmlformats.org/officeDocument/2006/relationships/slideLayout" Target="../slideLayouts/slideLayout230.xml"/><Relationship Id="rId37" Type="http://schemas.openxmlformats.org/officeDocument/2006/relationships/slideLayout" Target="../slideLayouts/slideLayout233.xml"/><Relationship Id="rId36" Type="http://schemas.openxmlformats.org/officeDocument/2006/relationships/slideLayout" Target="../slideLayouts/slideLayout232.xml"/><Relationship Id="rId39" Type="http://schemas.openxmlformats.org/officeDocument/2006/relationships/slideLayout" Target="../slideLayouts/slideLayout235.xml"/><Relationship Id="rId38" Type="http://schemas.openxmlformats.org/officeDocument/2006/relationships/slideLayout" Target="../slideLayouts/slideLayout234.xml"/><Relationship Id="rId62" Type="http://schemas.openxmlformats.org/officeDocument/2006/relationships/slideLayout" Target="../slideLayouts/slideLayout258.xml"/><Relationship Id="rId61" Type="http://schemas.openxmlformats.org/officeDocument/2006/relationships/slideLayout" Target="../slideLayouts/slideLayout257.xml"/><Relationship Id="rId20" Type="http://schemas.openxmlformats.org/officeDocument/2006/relationships/slideLayout" Target="../slideLayouts/slideLayout216.xml"/><Relationship Id="rId64" Type="http://schemas.openxmlformats.org/officeDocument/2006/relationships/slideLayout" Target="../slideLayouts/slideLayout260.xml"/><Relationship Id="rId63" Type="http://schemas.openxmlformats.org/officeDocument/2006/relationships/slideLayout" Target="../slideLayouts/slideLayout259.xml"/><Relationship Id="rId22" Type="http://schemas.openxmlformats.org/officeDocument/2006/relationships/slideLayout" Target="../slideLayouts/slideLayout218.xml"/><Relationship Id="rId66" Type="http://schemas.openxmlformats.org/officeDocument/2006/relationships/slideLayout" Target="../slideLayouts/slideLayout262.xml"/><Relationship Id="rId21" Type="http://schemas.openxmlformats.org/officeDocument/2006/relationships/slideLayout" Target="../slideLayouts/slideLayout217.xml"/><Relationship Id="rId65" Type="http://schemas.openxmlformats.org/officeDocument/2006/relationships/slideLayout" Target="../slideLayouts/slideLayout261.xml"/><Relationship Id="rId24" Type="http://schemas.openxmlformats.org/officeDocument/2006/relationships/slideLayout" Target="../slideLayouts/slideLayout220.xml"/><Relationship Id="rId68" Type="http://schemas.openxmlformats.org/officeDocument/2006/relationships/slideLayout" Target="../slideLayouts/slideLayout264.xml"/><Relationship Id="rId23" Type="http://schemas.openxmlformats.org/officeDocument/2006/relationships/slideLayout" Target="../slideLayouts/slideLayout219.xml"/><Relationship Id="rId67" Type="http://schemas.openxmlformats.org/officeDocument/2006/relationships/slideLayout" Target="../slideLayouts/slideLayout263.xml"/><Relationship Id="rId60" Type="http://schemas.openxmlformats.org/officeDocument/2006/relationships/slideLayout" Target="../slideLayouts/slideLayout256.xml"/><Relationship Id="rId26" Type="http://schemas.openxmlformats.org/officeDocument/2006/relationships/slideLayout" Target="../slideLayouts/slideLayout222.xml"/><Relationship Id="rId25" Type="http://schemas.openxmlformats.org/officeDocument/2006/relationships/slideLayout" Target="../slideLayouts/slideLayout221.xml"/><Relationship Id="rId69" Type="http://schemas.openxmlformats.org/officeDocument/2006/relationships/theme" Target="../theme/theme3.xml"/><Relationship Id="rId28" Type="http://schemas.openxmlformats.org/officeDocument/2006/relationships/slideLayout" Target="../slideLayouts/slideLayout224.xml"/><Relationship Id="rId27" Type="http://schemas.openxmlformats.org/officeDocument/2006/relationships/slideLayout" Target="../slideLayouts/slideLayout223.xml"/><Relationship Id="rId29" Type="http://schemas.openxmlformats.org/officeDocument/2006/relationships/slideLayout" Target="../slideLayouts/slideLayout225.xml"/><Relationship Id="rId51" Type="http://schemas.openxmlformats.org/officeDocument/2006/relationships/slideLayout" Target="../slideLayouts/slideLayout247.xml"/><Relationship Id="rId50" Type="http://schemas.openxmlformats.org/officeDocument/2006/relationships/slideLayout" Target="../slideLayouts/slideLayout246.xml"/><Relationship Id="rId53" Type="http://schemas.openxmlformats.org/officeDocument/2006/relationships/slideLayout" Target="../slideLayouts/slideLayout249.xml"/><Relationship Id="rId52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07.xml"/><Relationship Id="rId55" Type="http://schemas.openxmlformats.org/officeDocument/2006/relationships/slideLayout" Target="../slideLayouts/slideLayout251.xml"/><Relationship Id="rId10" Type="http://schemas.openxmlformats.org/officeDocument/2006/relationships/slideLayout" Target="../slideLayouts/slideLayout206.xml"/><Relationship Id="rId54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09.xml"/><Relationship Id="rId57" Type="http://schemas.openxmlformats.org/officeDocument/2006/relationships/slideLayout" Target="../slideLayouts/slideLayout253.xml"/><Relationship Id="rId12" Type="http://schemas.openxmlformats.org/officeDocument/2006/relationships/slideLayout" Target="../slideLayouts/slideLayout208.xml"/><Relationship Id="rId56" Type="http://schemas.openxmlformats.org/officeDocument/2006/relationships/slideLayout" Target="../slideLayouts/slideLayout252.xml"/><Relationship Id="rId15" Type="http://schemas.openxmlformats.org/officeDocument/2006/relationships/slideLayout" Target="../slideLayouts/slideLayout211.xml"/><Relationship Id="rId59" Type="http://schemas.openxmlformats.org/officeDocument/2006/relationships/slideLayout" Target="../slideLayouts/slideLayout255.xml"/><Relationship Id="rId14" Type="http://schemas.openxmlformats.org/officeDocument/2006/relationships/slideLayout" Target="../slideLayouts/slideLayout210.xml"/><Relationship Id="rId58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12.xml"/><Relationship Id="rId19" Type="http://schemas.openxmlformats.org/officeDocument/2006/relationships/slideLayout" Target="../slideLayouts/slideLayout215.xml"/><Relationship Id="rId18" Type="http://schemas.openxmlformats.org/officeDocument/2006/relationships/slideLayout" Target="../slideLayouts/slideLayout2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33" name="Google Shape;733;p65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34" name="Google Shape;734;p6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53" r:id="rId44"/>
    <p:sldLayoutId id="2147483754" r:id="rId45"/>
    <p:sldLayoutId id="2147483755" r:id="rId46"/>
    <p:sldLayoutId id="2147483756" r:id="rId47"/>
    <p:sldLayoutId id="2147483757" r:id="rId48"/>
    <p:sldLayoutId id="2147483758" r:id="rId49"/>
    <p:sldLayoutId id="2147483759" r:id="rId50"/>
    <p:sldLayoutId id="2147483760" r:id="rId51"/>
    <p:sldLayoutId id="2147483761" r:id="rId52"/>
    <p:sldLayoutId id="2147483762" r:id="rId53"/>
    <p:sldLayoutId id="2147483763" r:id="rId54"/>
    <p:sldLayoutId id="2147483764" r:id="rId55"/>
    <p:sldLayoutId id="2147483765" r:id="rId56"/>
    <p:sldLayoutId id="2147483766" r:id="rId57"/>
    <p:sldLayoutId id="2147483767" r:id="rId58"/>
    <p:sldLayoutId id="2147483768" r:id="rId59"/>
    <p:sldLayoutId id="2147483769" r:id="rId60"/>
    <p:sldLayoutId id="2147483770" r:id="rId61"/>
    <p:sldLayoutId id="2147483771" r:id="rId62"/>
    <p:sldLayoutId id="2147483772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8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474" name="Google Shape;1474;p128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1475" name="Google Shape;1475;p1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  <p:sldLayoutId id="2147483808" r:id="rId37"/>
    <p:sldLayoutId id="2147483809" r:id="rId38"/>
    <p:sldLayoutId id="2147483810" r:id="rId39"/>
    <p:sldLayoutId id="2147483811" r:id="rId40"/>
    <p:sldLayoutId id="2147483812" r:id="rId41"/>
    <p:sldLayoutId id="2147483813" r:id="rId42"/>
    <p:sldLayoutId id="214748381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23" r:id="rId52"/>
    <p:sldLayoutId id="2147483824" r:id="rId53"/>
    <p:sldLayoutId id="2147483825" r:id="rId54"/>
    <p:sldLayoutId id="2147483826" r:id="rId55"/>
    <p:sldLayoutId id="2147483827" r:id="rId56"/>
    <p:sldLayoutId id="2147483828" r:id="rId57"/>
    <p:sldLayoutId id="2147483829" r:id="rId58"/>
    <p:sldLayoutId id="2147483830" r:id="rId59"/>
    <p:sldLayoutId id="2147483831" r:id="rId60"/>
    <p:sldLayoutId id="2147483832" r:id="rId61"/>
    <p:sldLayoutId id="2147483833" r:id="rId62"/>
    <p:sldLayoutId id="2147483834" r:id="rId63"/>
    <p:sldLayoutId id="2147483835" r:id="rId64"/>
    <p:sldLayoutId id="2147483836" r:id="rId65"/>
    <p:sldLayoutId id="2147483837" r:id="rId66"/>
    <p:sldLayoutId id="2147483838" r:id="rId67"/>
    <p:sldLayoutId id="2147483839" r:id="rId68"/>
    <p:sldLayoutId id="2147483840" r:id="rId69"/>
    <p:sldLayoutId id="2147483841" r:id="rId70"/>
    <p:sldLayoutId id="2147483842" r:id="rId71"/>
    <p:sldLayoutId id="2147483843" r:id="rId72"/>
    <p:sldLayoutId id="2147483844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p20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375" name="Google Shape;2375;p20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2376" name="Google Shape;2376;p20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  <p:sldLayoutId id="2147483860" r:id="rId17"/>
    <p:sldLayoutId id="2147483861" r:id="rId18"/>
    <p:sldLayoutId id="2147483862" r:id="rId19"/>
    <p:sldLayoutId id="2147483863" r:id="rId20"/>
    <p:sldLayoutId id="2147483864" r:id="rId21"/>
    <p:sldLayoutId id="2147483865" r:id="rId22"/>
    <p:sldLayoutId id="2147483866" r:id="rId23"/>
    <p:sldLayoutId id="2147483867" r:id="rId24"/>
    <p:sldLayoutId id="2147483868" r:id="rId25"/>
    <p:sldLayoutId id="2147483869" r:id="rId26"/>
    <p:sldLayoutId id="2147483870" r:id="rId27"/>
    <p:sldLayoutId id="2147483871" r:id="rId28"/>
    <p:sldLayoutId id="2147483872" r:id="rId29"/>
    <p:sldLayoutId id="2147483873" r:id="rId30"/>
    <p:sldLayoutId id="2147483874" r:id="rId31"/>
    <p:sldLayoutId id="2147483875" r:id="rId32"/>
    <p:sldLayoutId id="2147483876" r:id="rId33"/>
    <p:sldLayoutId id="2147483877" r:id="rId34"/>
    <p:sldLayoutId id="2147483878" r:id="rId35"/>
    <p:sldLayoutId id="2147483879" r:id="rId36"/>
    <p:sldLayoutId id="2147483880" r:id="rId37"/>
    <p:sldLayoutId id="2147483881" r:id="rId38"/>
    <p:sldLayoutId id="2147483882" r:id="rId39"/>
    <p:sldLayoutId id="2147483883" r:id="rId40"/>
    <p:sldLayoutId id="2147483884" r:id="rId41"/>
    <p:sldLayoutId id="2147483885" r:id="rId42"/>
    <p:sldLayoutId id="2147483886" r:id="rId43"/>
    <p:sldLayoutId id="2147483887" r:id="rId44"/>
    <p:sldLayoutId id="2147483888" r:id="rId45"/>
    <p:sldLayoutId id="2147483889" r:id="rId46"/>
    <p:sldLayoutId id="2147483890" r:id="rId47"/>
    <p:sldLayoutId id="2147483891" r:id="rId48"/>
    <p:sldLayoutId id="2147483892" r:id="rId49"/>
    <p:sldLayoutId id="2147483893" r:id="rId50"/>
    <p:sldLayoutId id="2147483894" r:id="rId51"/>
    <p:sldLayoutId id="2147483895" r:id="rId52"/>
    <p:sldLayoutId id="2147483896" r:id="rId53"/>
    <p:sldLayoutId id="2147483897" r:id="rId54"/>
    <p:sldLayoutId id="2147483898" r:id="rId55"/>
    <p:sldLayoutId id="2147483899" r:id="rId56"/>
    <p:sldLayoutId id="2147483900" r:id="rId57"/>
    <p:sldLayoutId id="2147483901" r:id="rId58"/>
    <p:sldLayoutId id="2147483902" r:id="rId59"/>
    <p:sldLayoutId id="2147483903" r:id="rId60"/>
    <p:sldLayoutId id="2147483904" r:id="rId61"/>
    <p:sldLayoutId id="2147483905" r:id="rId62"/>
    <p:sldLayoutId id="2147483906" r:id="rId63"/>
    <p:sldLayoutId id="2147483907" r:id="rId64"/>
    <p:sldLayoutId id="2147483908" r:id="rId65"/>
    <p:sldLayoutId id="2147483909" r:id="rId66"/>
    <p:sldLayoutId id="2147483910" r:id="rId67"/>
    <p:sldLayoutId id="2147483911" r:id="rId6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8.png"/><Relationship Id="rId4" Type="http://schemas.openxmlformats.org/officeDocument/2006/relationships/image" Target="../media/image26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8.png"/><Relationship Id="rId4" Type="http://schemas.openxmlformats.org/officeDocument/2006/relationships/image" Target="../media/image26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7.png"/><Relationship Id="rId4" Type="http://schemas.openxmlformats.org/officeDocument/2006/relationships/image" Target="../media/image26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8.png"/><Relationship Id="rId4" Type="http://schemas.openxmlformats.org/officeDocument/2006/relationships/image" Target="../media/image26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8.png"/><Relationship Id="rId4" Type="http://schemas.openxmlformats.org/officeDocument/2006/relationships/image" Target="../media/image26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7.png"/><Relationship Id="rId4" Type="http://schemas.openxmlformats.org/officeDocument/2006/relationships/image" Target="../media/image26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5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2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9" name="Shape 3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0" name="Google Shape;3170;p2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composite rectilinear shapes</a:t>
            </a:r>
            <a:endParaRPr/>
          </a:p>
        </p:txBody>
      </p:sp>
      <p:sp>
        <p:nvSpPr>
          <p:cNvPr id="3171" name="Google Shape;3171;p26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75" name="Shape 3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p270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0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p27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a</a:t>
            </a:r>
            <a:r>
              <a:rPr lang="en-GB"/>
              <a:t> missing</a:t>
            </a:r>
            <a:r>
              <a:rPr lang="en-GB"/>
              <a:t> side length from the area of a composite rectilinear shape.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5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Google Shape;3186;p272"/>
          <p:cNvSpPr txBox="1"/>
          <p:nvPr>
            <p:ph idx="1" type="subTitle"/>
          </p:nvPr>
        </p:nvSpPr>
        <p:spPr>
          <a:xfrm>
            <a:off x="324000" y="993650"/>
            <a:ext cx="8496000" cy="7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A composite rectilinear shape is a composite shape made from rectangles.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p27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area with missing side lengths</a:t>
            </a:r>
            <a:endParaRPr/>
          </a:p>
        </p:txBody>
      </p:sp>
      <p:sp>
        <p:nvSpPr>
          <p:cNvPr id="3192" name="Google Shape;3192;p273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193" name="Google Shape;3193;p273"/>
          <p:cNvSpPr txBox="1"/>
          <p:nvPr>
            <p:ph idx="4" type="title"/>
          </p:nvPr>
        </p:nvSpPr>
        <p:spPr>
          <a:xfrm>
            <a:off x="324000" y="657600"/>
            <a:ext cx="84960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composite rectilinear shapes</a:t>
            </a:r>
            <a:endParaRPr/>
          </a:p>
        </p:txBody>
      </p:sp>
      <p:pic>
        <p:nvPicPr>
          <p:cNvPr id="3194" name="Google Shape;3194;p2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1744243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5" name="Google Shape;3195;p273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perimeter and area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9" name="Shape 3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0" name="Google Shape;3200;p27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area with missing side lengths</a:t>
            </a:r>
            <a:endParaRPr/>
          </a:p>
        </p:txBody>
      </p:sp>
      <p:sp>
        <p:nvSpPr>
          <p:cNvPr id="3201" name="Google Shape;3201;p274"/>
          <p:cNvSpPr txBox="1"/>
          <p:nvPr>
            <p:ph idx="1" type="body"/>
          </p:nvPr>
        </p:nvSpPr>
        <p:spPr>
          <a:xfrm>
            <a:off x="324000" y="810000"/>
            <a:ext cx="8237700" cy="16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composite rectilinear shape may not have the </a:t>
            </a:r>
            <a:r>
              <a:rPr lang="en-GB"/>
              <a:t>length</a:t>
            </a:r>
            <a:r>
              <a:rPr lang="en-GB"/>
              <a:t> of every side shown.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In these situations, you may need to deduce the </a:t>
            </a:r>
            <a:r>
              <a:rPr lang="en-GB"/>
              <a:t>missing</a:t>
            </a:r>
            <a:r>
              <a:rPr lang="en-GB"/>
              <a:t> side length in order to find the area.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5" name="Shape 3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6" name="Google Shape;3206;p27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area with missing side lengths</a:t>
            </a:r>
            <a:endParaRPr/>
          </a:p>
        </p:txBody>
      </p:sp>
      <p:sp>
        <p:nvSpPr>
          <p:cNvPr id="3207" name="Google Shape;3207;p275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we calculate the unknown length? How?</a:t>
            </a:r>
            <a:endParaRPr/>
          </a:p>
        </p:txBody>
      </p:sp>
      <p:sp>
        <p:nvSpPr>
          <p:cNvPr id="3208" name="Google Shape;3208;p275"/>
          <p:cNvSpPr/>
          <p:nvPr/>
        </p:nvSpPr>
        <p:spPr>
          <a:xfrm>
            <a:off x="1726075" y="1856100"/>
            <a:ext cx="3006900" cy="2405400"/>
          </a:xfrm>
          <a:prstGeom prst="corner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9" name="Google Shape;3209;p275"/>
          <p:cNvCxnSpPr/>
          <p:nvPr/>
        </p:nvCxnSpPr>
        <p:spPr>
          <a:xfrm rot="10800000">
            <a:off x="1538525" y="1855250"/>
            <a:ext cx="300" cy="242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10" name="Google Shape;3210;p275"/>
          <p:cNvCxnSpPr/>
          <p:nvPr/>
        </p:nvCxnSpPr>
        <p:spPr>
          <a:xfrm rot="10800000">
            <a:off x="3123025" y="1856050"/>
            <a:ext cx="0" cy="117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11" name="Google Shape;3211;p275"/>
          <p:cNvCxnSpPr/>
          <p:nvPr/>
        </p:nvCxnSpPr>
        <p:spPr>
          <a:xfrm rot="10800000">
            <a:off x="4894450" y="3008600"/>
            <a:ext cx="0" cy="125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12" name="Google Shape;3212;p275"/>
          <p:cNvSpPr txBox="1"/>
          <p:nvPr>
            <p:ph idx="2" type="body"/>
          </p:nvPr>
        </p:nvSpPr>
        <p:spPr>
          <a:xfrm>
            <a:off x="582175" y="2919300"/>
            <a:ext cx="9714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15 cm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213" name="Google Shape;3213;p275"/>
          <p:cNvSpPr txBox="1"/>
          <p:nvPr>
            <p:ph idx="2" type="body"/>
          </p:nvPr>
        </p:nvSpPr>
        <p:spPr>
          <a:xfrm>
            <a:off x="3289775" y="2269650"/>
            <a:ext cx="9714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7 cm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214" name="Google Shape;3214;p275"/>
          <p:cNvSpPr txBox="1"/>
          <p:nvPr>
            <p:ph idx="2" type="body"/>
          </p:nvPr>
        </p:nvSpPr>
        <p:spPr>
          <a:xfrm>
            <a:off x="5055925" y="3502050"/>
            <a:ext cx="9714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? cm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8" name="Shape 3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9" name="Google Shape;3219;p27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area with missing side lengths</a:t>
            </a:r>
            <a:endParaRPr/>
          </a:p>
        </p:txBody>
      </p:sp>
      <p:sp>
        <p:nvSpPr>
          <p:cNvPr id="3220" name="Google Shape;3220;p276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Sometimes it’s easier to imagine the measurements all together.</a:t>
            </a:r>
            <a:endParaRPr/>
          </a:p>
        </p:txBody>
      </p:sp>
      <p:cxnSp>
        <p:nvCxnSpPr>
          <p:cNvPr id="3221" name="Google Shape;3221;p276"/>
          <p:cNvCxnSpPr/>
          <p:nvPr/>
        </p:nvCxnSpPr>
        <p:spPr>
          <a:xfrm flipH="1" rot="10800000">
            <a:off x="1530975" y="1922900"/>
            <a:ext cx="7800" cy="2391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22" name="Google Shape;3222;p276"/>
          <p:cNvCxnSpPr/>
          <p:nvPr/>
        </p:nvCxnSpPr>
        <p:spPr>
          <a:xfrm rot="10800000">
            <a:off x="1977575" y="1922750"/>
            <a:ext cx="0" cy="117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23" name="Google Shape;3223;p276"/>
          <p:cNvCxnSpPr/>
          <p:nvPr/>
        </p:nvCxnSpPr>
        <p:spPr>
          <a:xfrm rot="10800000">
            <a:off x="1977575" y="3094625"/>
            <a:ext cx="0" cy="121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24" name="Google Shape;3224;p276"/>
          <p:cNvSpPr txBox="1"/>
          <p:nvPr>
            <p:ph idx="2" type="body"/>
          </p:nvPr>
        </p:nvSpPr>
        <p:spPr>
          <a:xfrm>
            <a:off x="582175" y="2919300"/>
            <a:ext cx="9714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15 cm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225" name="Google Shape;3225;p276"/>
          <p:cNvSpPr txBox="1"/>
          <p:nvPr>
            <p:ph idx="2" type="body"/>
          </p:nvPr>
        </p:nvSpPr>
        <p:spPr>
          <a:xfrm>
            <a:off x="2118200" y="2367175"/>
            <a:ext cx="9714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7 cm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226" name="Google Shape;3226;p276"/>
          <p:cNvSpPr txBox="1"/>
          <p:nvPr>
            <p:ph idx="2" type="body"/>
          </p:nvPr>
        </p:nvSpPr>
        <p:spPr>
          <a:xfrm>
            <a:off x="2146775" y="3509375"/>
            <a:ext cx="9714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? cm</a:t>
            </a:r>
            <a:endParaRPr sz="2200">
              <a:solidFill>
                <a:schemeClr val="dk1"/>
              </a:solidFill>
            </a:endParaRPr>
          </a:p>
        </p:txBody>
      </p:sp>
      <p:cxnSp>
        <p:nvCxnSpPr>
          <p:cNvPr id="3227" name="Google Shape;3227;p276"/>
          <p:cNvCxnSpPr/>
          <p:nvPr/>
        </p:nvCxnSpPr>
        <p:spPr>
          <a:xfrm>
            <a:off x="1080600" y="1941200"/>
            <a:ext cx="152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8" name="Google Shape;3228;p276"/>
          <p:cNvCxnSpPr/>
          <p:nvPr/>
        </p:nvCxnSpPr>
        <p:spPr>
          <a:xfrm>
            <a:off x="1080600" y="4310475"/>
            <a:ext cx="152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9" name="Google Shape;3229;p276"/>
          <p:cNvSpPr txBox="1"/>
          <p:nvPr/>
        </p:nvSpPr>
        <p:spPr>
          <a:xfrm>
            <a:off x="4328625" y="2148625"/>
            <a:ext cx="4824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15 - 7 = 8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missing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length is 8 cm.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3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p27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area with missing side lengths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6f11ca81-09d6-4999-87ac-865488cf6de1&quot; data-equatio-type=&quot;image&quot;&gt;&lt;mglyph src=&quot;https://equatio-api.texthelp.com/desmos/get/21-06-2023/6f11ca81-09d6-4999-87ac-865488cf6de1&quot; alt=&quot;Equatio Image&quot;/&gt;&lt;/math&gt;" id="3235" name="Google Shape;3235;p27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275" y="842722"/>
            <a:ext cx="2295300" cy="155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6" name="Google Shape;3236;p277"/>
          <p:cNvCxnSpPr/>
          <p:nvPr/>
        </p:nvCxnSpPr>
        <p:spPr>
          <a:xfrm>
            <a:off x="1089200" y="862513"/>
            <a:ext cx="0" cy="151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37" name="Google Shape;3237;p277"/>
          <p:cNvCxnSpPr/>
          <p:nvPr/>
        </p:nvCxnSpPr>
        <p:spPr>
          <a:xfrm>
            <a:off x="2709925" y="1638597"/>
            <a:ext cx="0" cy="75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38" name="Google Shape;3238;p277"/>
          <p:cNvCxnSpPr/>
          <p:nvPr/>
        </p:nvCxnSpPr>
        <p:spPr>
          <a:xfrm>
            <a:off x="1181275" y="2483538"/>
            <a:ext cx="227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39" name="Google Shape;3239;p277"/>
          <p:cNvCxnSpPr/>
          <p:nvPr/>
        </p:nvCxnSpPr>
        <p:spPr>
          <a:xfrm>
            <a:off x="1966975" y="1518697"/>
            <a:ext cx="70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40" name="Google Shape;3240;p277"/>
          <p:cNvSpPr txBox="1"/>
          <p:nvPr/>
        </p:nvSpPr>
        <p:spPr>
          <a:xfrm>
            <a:off x="423575" y="1441975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1" name="Google Shape;3241;p277"/>
          <p:cNvSpPr txBox="1"/>
          <p:nvPr/>
        </p:nvSpPr>
        <p:spPr>
          <a:xfrm>
            <a:off x="1921525" y="2375425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2" name="Google Shape;3242;p277"/>
          <p:cNvSpPr txBox="1"/>
          <p:nvPr/>
        </p:nvSpPr>
        <p:spPr>
          <a:xfrm>
            <a:off x="2659175" y="1770275"/>
            <a:ext cx="9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2.7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3" name="Google Shape;3243;p277"/>
          <p:cNvSpPr txBox="1"/>
          <p:nvPr/>
        </p:nvSpPr>
        <p:spPr>
          <a:xfrm>
            <a:off x="1872025" y="1127300"/>
            <a:ext cx="9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44" name="Google Shape;3244;p277"/>
          <p:cNvGrpSpPr/>
          <p:nvPr/>
        </p:nvGrpSpPr>
        <p:grpSpPr>
          <a:xfrm>
            <a:off x="1959075" y="862522"/>
            <a:ext cx="1664650" cy="786300"/>
            <a:chOff x="1959075" y="862522"/>
            <a:chExt cx="1664650" cy="786300"/>
          </a:xfrm>
        </p:grpSpPr>
        <p:grpSp>
          <p:nvGrpSpPr>
            <p:cNvPr id="3245" name="Google Shape;3245;p277"/>
            <p:cNvGrpSpPr/>
            <p:nvPr/>
          </p:nvGrpSpPr>
          <p:grpSpPr>
            <a:xfrm>
              <a:off x="2709925" y="862522"/>
              <a:ext cx="913800" cy="786300"/>
              <a:chOff x="2709925" y="862522"/>
              <a:chExt cx="913800" cy="786300"/>
            </a:xfrm>
          </p:grpSpPr>
          <p:cxnSp>
            <p:nvCxnSpPr>
              <p:cNvPr id="3246" name="Google Shape;3246;p277"/>
              <p:cNvCxnSpPr/>
              <p:nvPr/>
            </p:nvCxnSpPr>
            <p:spPr>
              <a:xfrm>
                <a:off x="2748875" y="862522"/>
                <a:ext cx="0" cy="786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3247" name="Google Shape;3247;p277"/>
              <p:cNvSpPr txBox="1"/>
              <p:nvPr/>
            </p:nvSpPr>
            <p:spPr>
              <a:xfrm>
                <a:off x="2709925" y="1024825"/>
                <a:ext cx="913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3.3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3248" name="Google Shape;3248;p277"/>
            <p:cNvCxnSpPr/>
            <p:nvPr/>
          </p:nvCxnSpPr>
          <p:spPr>
            <a:xfrm>
              <a:off x="1959075" y="869850"/>
              <a:ext cx="711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3249" name="Google Shape;3249;p277"/>
          <p:cNvSpPr txBox="1"/>
          <p:nvPr>
            <p:ph idx="1" type="subTitle"/>
          </p:nvPr>
        </p:nvSpPr>
        <p:spPr>
          <a:xfrm>
            <a:off x="337825" y="2957525"/>
            <a:ext cx="3982200" cy="13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6 × 8 - 2 × 3.3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48 - 6.6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41.4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250" name="Google Shape;3250;p277"/>
          <p:cNvGrpSpPr/>
          <p:nvPr/>
        </p:nvGrpSpPr>
        <p:grpSpPr>
          <a:xfrm>
            <a:off x="5616100" y="441063"/>
            <a:ext cx="2463300" cy="2499075"/>
            <a:chOff x="5616100" y="441063"/>
            <a:chExt cx="2463300" cy="2499075"/>
          </a:xfrm>
        </p:grpSpPr>
        <p:cxnSp>
          <p:nvCxnSpPr>
            <p:cNvPr id="3251" name="Google Shape;3251;p277"/>
            <p:cNvCxnSpPr/>
            <p:nvPr/>
          </p:nvCxnSpPr>
          <p:spPr>
            <a:xfrm>
              <a:off x="6466575" y="2557335"/>
              <a:ext cx="750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3252" name="Google Shape;3252;p277"/>
            <p:cNvGrpSpPr/>
            <p:nvPr/>
          </p:nvGrpSpPr>
          <p:grpSpPr>
            <a:xfrm>
              <a:off x="5616100" y="441063"/>
              <a:ext cx="2463300" cy="2499075"/>
              <a:chOff x="5909700" y="490013"/>
              <a:chExt cx="2463300" cy="2499075"/>
            </a:xfrm>
          </p:grpSpPr>
          <p:pic>
            <p:nvPicPr>
              <p:cNvPr descr="&lt;math xmlns=&quot;http://www.w3.org/1998/Math/MathML&quot; data-is-equatio=&quot;1&quot; data-equatio-url=&quot;https://equatio-api.texthelp.com/desmos/get/21-06-2023/b2d2b9b6-460d-489f-b1ee-83b13b4086dd&quot; data-equatio-type=&quot;image&quot;&gt;&lt;mglyph src=&quot;https://equatio-api.texthelp.com/desmos/get/21-06-2023/b2d2b9b6-460d-489f-b1ee-83b13b4086dd&quot; alt=&quot;Equatio Image&quot;/&gt;&lt;/math&gt;" id="3253" name="Google Shape;3253;p277" title="Equatio Image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256792" y="917548"/>
                <a:ext cx="1261809" cy="1615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54" name="Google Shape;3254;p277"/>
              <p:cNvSpPr txBox="1"/>
              <p:nvPr/>
            </p:nvSpPr>
            <p:spPr>
              <a:xfrm>
                <a:off x="7459200" y="1441963"/>
                <a:ext cx="913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255" name="Google Shape;3255;p277"/>
              <p:cNvCxnSpPr/>
              <p:nvPr/>
            </p:nvCxnSpPr>
            <p:spPr>
              <a:xfrm>
                <a:off x="7612500" y="917547"/>
                <a:ext cx="0" cy="1601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256" name="Google Shape;3256;p277"/>
              <p:cNvCxnSpPr/>
              <p:nvPr/>
            </p:nvCxnSpPr>
            <p:spPr>
              <a:xfrm>
                <a:off x="6653000" y="1200422"/>
                <a:ext cx="0" cy="1318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3257" name="Google Shape;3257;p277"/>
              <p:cNvSpPr txBox="1"/>
              <p:nvPr/>
            </p:nvSpPr>
            <p:spPr>
              <a:xfrm>
                <a:off x="5909700" y="1628813"/>
                <a:ext cx="913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5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258" name="Google Shape;3258;p277"/>
              <p:cNvCxnSpPr/>
              <p:nvPr/>
            </p:nvCxnSpPr>
            <p:spPr>
              <a:xfrm>
                <a:off x="6256800" y="818260"/>
                <a:ext cx="12468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3259" name="Google Shape;3259;p277"/>
              <p:cNvSpPr txBox="1"/>
              <p:nvPr/>
            </p:nvSpPr>
            <p:spPr>
              <a:xfrm>
                <a:off x="6423300" y="490013"/>
                <a:ext cx="913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60" name="Google Shape;3260;p277"/>
              <p:cNvSpPr txBox="1"/>
              <p:nvPr/>
            </p:nvSpPr>
            <p:spPr>
              <a:xfrm>
                <a:off x="6760175" y="2527388"/>
                <a:ext cx="913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2.6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3261" name="Google Shape;3261;p277"/>
          <p:cNvGrpSpPr/>
          <p:nvPr/>
        </p:nvGrpSpPr>
        <p:grpSpPr>
          <a:xfrm>
            <a:off x="5884212" y="862522"/>
            <a:ext cx="584088" cy="353215"/>
            <a:chOff x="6162912" y="917560"/>
            <a:chExt cx="584088" cy="353215"/>
          </a:xfrm>
        </p:grpSpPr>
        <p:cxnSp>
          <p:nvCxnSpPr>
            <p:cNvPr id="3262" name="Google Shape;3262;p277"/>
            <p:cNvCxnSpPr/>
            <p:nvPr/>
          </p:nvCxnSpPr>
          <p:spPr>
            <a:xfrm>
              <a:off x="6162912" y="917560"/>
              <a:ext cx="0" cy="2700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263" name="Google Shape;3263;p277"/>
            <p:cNvCxnSpPr/>
            <p:nvPr/>
          </p:nvCxnSpPr>
          <p:spPr>
            <a:xfrm rot="10800000">
              <a:off x="6745091" y="946766"/>
              <a:ext cx="0" cy="2301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4" name="Google Shape;3264;p277"/>
            <p:cNvCxnSpPr/>
            <p:nvPr/>
          </p:nvCxnSpPr>
          <p:spPr>
            <a:xfrm>
              <a:off x="6278100" y="1270775"/>
              <a:ext cx="468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265" name="Google Shape;3265;p277"/>
          <p:cNvSpPr txBox="1"/>
          <p:nvPr>
            <p:ph idx="2" type="subTitle"/>
          </p:nvPr>
        </p:nvSpPr>
        <p:spPr>
          <a:xfrm>
            <a:off x="4824000" y="2897375"/>
            <a:ext cx="39822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could split the shape this way but then we have to work out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two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missing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side lengths.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9" name="Shape 3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0" name="Google Shape;3270;p27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area with missing side lengths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6f11ca81-09d6-4999-87ac-865488cf6de1&quot; data-equatio-type=&quot;image&quot;&gt;&lt;mglyph src=&quot;https://equatio-api.texthelp.com/desmos/get/21-06-2023/6f11ca81-09d6-4999-87ac-865488cf6de1&quot; alt=&quot;Equatio Image&quot;/&gt;&lt;/math&gt;" id="3271" name="Google Shape;3271;p27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275" y="842722"/>
            <a:ext cx="2295300" cy="155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2" name="Google Shape;3272;p278"/>
          <p:cNvCxnSpPr/>
          <p:nvPr/>
        </p:nvCxnSpPr>
        <p:spPr>
          <a:xfrm>
            <a:off x="1089200" y="862513"/>
            <a:ext cx="0" cy="151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73" name="Google Shape;3273;p278"/>
          <p:cNvCxnSpPr/>
          <p:nvPr/>
        </p:nvCxnSpPr>
        <p:spPr>
          <a:xfrm>
            <a:off x="2709925" y="1638597"/>
            <a:ext cx="0" cy="75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74" name="Google Shape;3274;p278"/>
          <p:cNvCxnSpPr/>
          <p:nvPr/>
        </p:nvCxnSpPr>
        <p:spPr>
          <a:xfrm>
            <a:off x="1181275" y="2483538"/>
            <a:ext cx="227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75" name="Google Shape;3275;p278"/>
          <p:cNvCxnSpPr/>
          <p:nvPr/>
        </p:nvCxnSpPr>
        <p:spPr>
          <a:xfrm>
            <a:off x="1966975" y="1518697"/>
            <a:ext cx="70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76" name="Google Shape;3276;p278"/>
          <p:cNvSpPr txBox="1"/>
          <p:nvPr/>
        </p:nvSpPr>
        <p:spPr>
          <a:xfrm>
            <a:off x="423575" y="1441975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7" name="Google Shape;3277;p278"/>
          <p:cNvSpPr txBox="1"/>
          <p:nvPr/>
        </p:nvSpPr>
        <p:spPr>
          <a:xfrm>
            <a:off x="1921525" y="2375425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8" name="Google Shape;3278;p278"/>
          <p:cNvSpPr txBox="1"/>
          <p:nvPr/>
        </p:nvSpPr>
        <p:spPr>
          <a:xfrm>
            <a:off x="2659175" y="1770275"/>
            <a:ext cx="9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2.7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9" name="Google Shape;3279;p278"/>
          <p:cNvSpPr txBox="1"/>
          <p:nvPr/>
        </p:nvSpPr>
        <p:spPr>
          <a:xfrm>
            <a:off x="1872025" y="1127300"/>
            <a:ext cx="9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80" name="Google Shape;3280;p278"/>
          <p:cNvGrpSpPr/>
          <p:nvPr/>
        </p:nvGrpSpPr>
        <p:grpSpPr>
          <a:xfrm>
            <a:off x="1959075" y="862522"/>
            <a:ext cx="1664650" cy="786300"/>
            <a:chOff x="1959075" y="862522"/>
            <a:chExt cx="1664650" cy="786300"/>
          </a:xfrm>
        </p:grpSpPr>
        <p:grpSp>
          <p:nvGrpSpPr>
            <p:cNvPr id="3281" name="Google Shape;3281;p278"/>
            <p:cNvGrpSpPr/>
            <p:nvPr/>
          </p:nvGrpSpPr>
          <p:grpSpPr>
            <a:xfrm>
              <a:off x="2709925" y="862522"/>
              <a:ext cx="913800" cy="786300"/>
              <a:chOff x="2709925" y="862522"/>
              <a:chExt cx="913800" cy="786300"/>
            </a:xfrm>
          </p:grpSpPr>
          <p:cxnSp>
            <p:nvCxnSpPr>
              <p:cNvPr id="3282" name="Google Shape;3282;p278"/>
              <p:cNvCxnSpPr/>
              <p:nvPr/>
            </p:nvCxnSpPr>
            <p:spPr>
              <a:xfrm>
                <a:off x="2748875" y="862522"/>
                <a:ext cx="0" cy="786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3283" name="Google Shape;3283;p278"/>
              <p:cNvSpPr txBox="1"/>
              <p:nvPr/>
            </p:nvSpPr>
            <p:spPr>
              <a:xfrm>
                <a:off x="2709925" y="1024825"/>
                <a:ext cx="913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3.3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3284" name="Google Shape;3284;p278"/>
            <p:cNvCxnSpPr/>
            <p:nvPr/>
          </p:nvCxnSpPr>
          <p:spPr>
            <a:xfrm>
              <a:off x="1959075" y="869850"/>
              <a:ext cx="711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3285" name="Google Shape;3285;p278"/>
          <p:cNvSpPr txBox="1"/>
          <p:nvPr>
            <p:ph idx="1" type="subTitle"/>
          </p:nvPr>
        </p:nvSpPr>
        <p:spPr>
          <a:xfrm>
            <a:off x="337825" y="2957525"/>
            <a:ext cx="3982200" cy="13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6 × 8 - 2 × 3.3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48 - 6.6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41.4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286" name="Google Shape;3286;p278"/>
          <p:cNvGrpSpPr/>
          <p:nvPr/>
        </p:nvGrpSpPr>
        <p:grpSpPr>
          <a:xfrm>
            <a:off x="5616100" y="441063"/>
            <a:ext cx="2463300" cy="2499075"/>
            <a:chOff x="5616100" y="441063"/>
            <a:chExt cx="2463300" cy="2499075"/>
          </a:xfrm>
        </p:grpSpPr>
        <p:cxnSp>
          <p:nvCxnSpPr>
            <p:cNvPr id="3287" name="Google Shape;3287;p278"/>
            <p:cNvCxnSpPr/>
            <p:nvPr/>
          </p:nvCxnSpPr>
          <p:spPr>
            <a:xfrm>
              <a:off x="6466575" y="2557335"/>
              <a:ext cx="750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3288" name="Google Shape;3288;p278"/>
            <p:cNvGrpSpPr/>
            <p:nvPr/>
          </p:nvGrpSpPr>
          <p:grpSpPr>
            <a:xfrm>
              <a:off x="5616100" y="441063"/>
              <a:ext cx="2463300" cy="2499075"/>
              <a:chOff x="5909700" y="490013"/>
              <a:chExt cx="2463300" cy="2499075"/>
            </a:xfrm>
          </p:grpSpPr>
          <p:pic>
            <p:nvPicPr>
              <p:cNvPr descr="&lt;math xmlns=&quot;http://www.w3.org/1998/Math/MathML&quot; data-is-equatio=&quot;1&quot; data-equatio-url=&quot;https://equatio-api.texthelp.com/desmos/get/21-06-2023/b2d2b9b6-460d-489f-b1ee-83b13b4086dd&quot; data-equatio-type=&quot;image&quot;&gt;&lt;mglyph src=&quot;https://equatio-api.texthelp.com/desmos/get/21-06-2023/b2d2b9b6-460d-489f-b1ee-83b13b4086dd&quot; alt=&quot;Equatio Image&quot;/&gt;&lt;/math&gt;" id="3289" name="Google Shape;3289;p278" title="Equatio Image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256792" y="917548"/>
                <a:ext cx="1261809" cy="1615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90" name="Google Shape;3290;p278"/>
              <p:cNvSpPr txBox="1"/>
              <p:nvPr/>
            </p:nvSpPr>
            <p:spPr>
              <a:xfrm>
                <a:off x="7459200" y="1441963"/>
                <a:ext cx="913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291" name="Google Shape;3291;p278"/>
              <p:cNvCxnSpPr/>
              <p:nvPr/>
            </p:nvCxnSpPr>
            <p:spPr>
              <a:xfrm>
                <a:off x="7612500" y="917547"/>
                <a:ext cx="0" cy="16014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292" name="Google Shape;3292;p278"/>
              <p:cNvCxnSpPr/>
              <p:nvPr/>
            </p:nvCxnSpPr>
            <p:spPr>
              <a:xfrm>
                <a:off x="6653000" y="1200422"/>
                <a:ext cx="0" cy="1318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3293" name="Google Shape;3293;p278"/>
              <p:cNvSpPr txBox="1"/>
              <p:nvPr/>
            </p:nvSpPr>
            <p:spPr>
              <a:xfrm>
                <a:off x="5909700" y="1628813"/>
                <a:ext cx="913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5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294" name="Google Shape;3294;p278"/>
              <p:cNvCxnSpPr/>
              <p:nvPr/>
            </p:nvCxnSpPr>
            <p:spPr>
              <a:xfrm>
                <a:off x="6256800" y="818260"/>
                <a:ext cx="12468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3295" name="Google Shape;3295;p278"/>
              <p:cNvSpPr txBox="1"/>
              <p:nvPr/>
            </p:nvSpPr>
            <p:spPr>
              <a:xfrm>
                <a:off x="6423300" y="490013"/>
                <a:ext cx="913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4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6" name="Google Shape;3296;p278"/>
              <p:cNvSpPr txBox="1"/>
              <p:nvPr/>
            </p:nvSpPr>
            <p:spPr>
              <a:xfrm>
                <a:off x="6760175" y="2527388"/>
                <a:ext cx="913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2.6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3297" name="Google Shape;3297;p278"/>
          <p:cNvGrpSpPr/>
          <p:nvPr/>
        </p:nvGrpSpPr>
        <p:grpSpPr>
          <a:xfrm>
            <a:off x="5035375" y="754050"/>
            <a:ext cx="2170575" cy="461700"/>
            <a:chOff x="5317500" y="821688"/>
            <a:chExt cx="2170575" cy="461700"/>
          </a:xfrm>
        </p:grpSpPr>
        <p:grpSp>
          <p:nvGrpSpPr>
            <p:cNvPr id="3298" name="Google Shape;3298;p278"/>
            <p:cNvGrpSpPr/>
            <p:nvPr/>
          </p:nvGrpSpPr>
          <p:grpSpPr>
            <a:xfrm>
              <a:off x="6162912" y="940185"/>
              <a:ext cx="1325163" cy="270000"/>
              <a:chOff x="6162912" y="940185"/>
              <a:chExt cx="1325163" cy="270000"/>
            </a:xfrm>
          </p:grpSpPr>
          <p:cxnSp>
            <p:nvCxnSpPr>
              <p:cNvPr id="3299" name="Google Shape;3299;p278"/>
              <p:cNvCxnSpPr/>
              <p:nvPr/>
            </p:nvCxnSpPr>
            <p:spPr>
              <a:xfrm>
                <a:off x="6162912" y="940185"/>
                <a:ext cx="0" cy="270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4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300" name="Google Shape;3300;p278"/>
              <p:cNvCxnSpPr/>
              <p:nvPr/>
            </p:nvCxnSpPr>
            <p:spPr>
              <a:xfrm>
                <a:off x="6768075" y="1202646"/>
                <a:ext cx="720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4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301" name="Google Shape;3301;p278"/>
            <p:cNvSpPr txBox="1"/>
            <p:nvPr/>
          </p:nvSpPr>
          <p:spPr>
            <a:xfrm>
              <a:off x="5317500" y="821688"/>
              <a:ext cx="91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02" name="Google Shape;3302;p278"/>
          <p:cNvSpPr txBox="1"/>
          <p:nvPr>
            <p:ph idx="2" type="subTitle"/>
          </p:nvPr>
        </p:nvSpPr>
        <p:spPr>
          <a:xfrm>
            <a:off x="4786175" y="2957525"/>
            <a:ext cx="3982200" cy="13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2.6 × 5 + 1 × 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13 + 4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17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6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p27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area with missing side lengths</a:t>
            </a:r>
            <a:endParaRPr/>
          </a:p>
        </p:txBody>
      </p:sp>
      <p:sp>
        <p:nvSpPr>
          <p:cNvPr id="3308" name="Google Shape;3308;p279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Calculate the area of each composite rectilinear shape.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  b)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178dc999-7d20-4dd4-8750-e7c1350241ac&quot; data-equatio-type=&quot;image&quot;&gt;&lt;mglyph src=&quot;https://equatio-api.texthelp.com/desmos/get/21-06-2023/178dc999-7d20-4dd4-8750-e7c1350241ac&quot; alt=&quot;Equatio Image&quot;/&gt;&lt;/math&gt;" id="3309" name="Google Shape;3309;p27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6555">
            <a:off x="1188641" y="1687576"/>
            <a:ext cx="1536066" cy="2304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1-06-2023/b74da2ab-6b6e-4869-920e-249553439a15&quot; data-equatio-type=&quot;image&quot;&gt;&lt;mglyph src=&quot;https://equatio-api.texthelp.com/desmos/get/21-06-2023/b74da2ab-6b6e-4869-920e-249553439a15&quot; alt=&quot;Equatio Image&quot;/&gt;&lt;/math&gt;" id="3310" name="Google Shape;3310;p279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5025" y="1533975"/>
            <a:ext cx="2753850" cy="2075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11" name="Google Shape;3311;p279"/>
          <p:cNvCxnSpPr/>
          <p:nvPr/>
        </p:nvCxnSpPr>
        <p:spPr>
          <a:xfrm flipH="1">
            <a:off x="2813650" y="2699988"/>
            <a:ext cx="552300" cy="48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12" name="Google Shape;3312;p279"/>
          <p:cNvCxnSpPr/>
          <p:nvPr/>
        </p:nvCxnSpPr>
        <p:spPr>
          <a:xfrm>
            <a:off x="2285425" y="2762213"/>
            <a:ext cx="399900" cy="45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13" name="Google Shape;3313;p279"/>
          <p:cNvCxnSpPr/>
          <p:nvPr/>
        </p:nvCxnSpPr>
        <p:spPr>
          <a:xfrm>
            <a:off x="2377800" y="1435213"/>
            <a:ext cx="1018500" cy="113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14" name="Google Shape;3314;p279"/>
          <p:cNvCxnSpPr/>
          <p:nvPr/>
        </p:nvCxnSpPr>
        <p:spPr>
          <a:xfrm>
            <a:off x="6462975" y="2410063"/>
            <a:ext cx="158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15" name="Google Shape;3315;p279"/>
          <p:cNvCxnSpPr/>
          <p:nvPr/>
        </p:nvCxnSpPr>
        <p:spPr>
          <a:xfrm>
            <a:off x="5367325" y="2410063"/>
            <a:ext cx="36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16" name="Google Shape;3316;p279"/>
          <p:cNvCxnSpPr/>
          <p:nvPr/>
        </p:nvCxnSpPr>
        <p:spPr>
          <a:xfrm>
            <a:off x="5325025" y="3738113"/>
            <a:ext cx="273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17" name="Google Shape;3317;p279"/>
          <p:cNvCxnSpPr/>
          <p:nvPr/>
        </p:nvCxnSpPr>
        <p:spPr>
          <a:xfrm>
            <a:off x="6066575" y="2919088"/>
            <a:ext cx="0" cy="65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18" name="Google Shape;3318;p279"/>
          <p:cNvCxnSpPr/>
          <p:nvPr/>
        </p:nvCxnSpPr>
        <p:spPr>
          <a:xfrm>
            <a:off x="6066575" y="1573813"/>
            <a:ext cx="0" cy="38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19" name="Google Shape;3319;p279"/>
          <p:cNvCxnSpPr/>
          <p:nvPr/>
        </p:nvCxnSpPr>
        <p:spPr>
          <a:xfrm>
            <a:off x="5182700" y="1533963"/>
            <a:ext cx="0" cy="206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20" name="Google Shape;3320;p279"/>
          <p:cNvSpPr txBox="1"/>
          <p:nvPr/>
        </p:nvSpPr>
        <p:spPr>
          <a:xfrm>
            <a:off x="2813650" y="162000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1" name="Google Shape;3321;p279"/>
          <p:cNvSpPr txBox="1"/>
          <p:nvPr/>
        </p:nvSpPr>
        <p:spPr>
          <a:xfrm>
            <a:off x="2049813" y="291910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2" name="Google Shape;3322;p279"/>
          <p:cNvSpPr txBox="1"/>
          <p:nvPr/>
        </p:nvSpPr>
        <p:spPr>
          <a:xfrm>
            <a:off x="3019025" y="277830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3" name="Google Shape;3323;p279"/>
          <p:cNvSpPr txBox="1"/>
          <p:nvPr/>
        </p:nvSpPr>
        <p:spPr>
          <a:xfrm>
            <a:off x="4498550" y="223830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4" name="Google Shape;3324;p279"/>
          <p:cNvSpPr txBox="1"/>
          <p:nvPr/>
        </p:nvSpPr>
        <p:spPr>
          <a:xfrm>
            <a:off x="6066575" y="1549825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5" name="Google Shape;3325;p279"/>
          <p:cNvSpPr txBox="1"/>
          <p:nvPr/>
        </p:nvSpPr>
        <p:spPr>
          <a:xfrm>
            <a:off x="6029875" y="300915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6" name="Google Shape;3326;p279"/>
          <p:cNvSpPr txBox="1"/>
          <p:nvPr/>
        </p:nvSpPr>
        <p:spPr>
          <a:xfrm>
            <a:off x="5272463" y="2011525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7" name="Google Shape;3327;p279"/>
          <p:cNvSpPr txBox="1"/>
          <p:nvPr/>
        </p:nvSpPr>
        <p:spPr>
          <a:xfrm>
            <a:off x="6823975" y="208170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8" name="Google Shape;3328;p279"/>
          <p:cNvSpPr txBox="1"/>
          <p:nvPr/>
        </p:nvSpPr>
        <p:spPr>
          <a:xfrm>
            <a:off x="6256800" y="364735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29" name="Google Shape;3329;p279"/>
          <p:cNvCxnSpPr/>
          <p:nvPr/>
        </p:nvCxnSpPr>
        <p:spPr>
          <a:xfrm flipH="1">
            <a:off x="528150" y="1437150"/>
            <a:ext cx="1688100" cy="151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30" name="Google Shape;3330;p279"/>
          <p:cNvSpPr txBox="1"/>
          <p:nvPr/>
        </p:nvSpPr>
        <p:spPr>
          <a:xfrm>
            <a:off x="844000" y="1736125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4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3335;p28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area with missing side lengths</a:t>
            </a:r>
            <a:endParaRPr/>
          </a:p>
        </p:txBody>
      </p:sp>
      <p:sp>
        <p:nvSpPr>
          <p:cNvPr id="3336" name="Google Shape;3336;p280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area of each composite rectilinear shape.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  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178dc999-7d20-4dd4-8750-e7c1350241ac&quot; data-equatio-type=&quot;image&quot;&gt;&lt;mglyph src=&quot;https://equatio-api.texthelp.com/desmos/get/21-06-2023/178dc999-7d20-4dd4-8750-e7c1350241ac&quot; alt=&quot;Equatio Image&quot;/&gt;&lt;/math&gt;" id="3337" name="Google Shape;3337;p280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6555">
            <a:off x="1188641" y="1687576"/>
            <a:ext cx="1536066" cy="2304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8" name="Google Shape;3338;p280"/>
          <p:cNvCxnSpPr/>
          <p:nvPr/>
        </p:nvCxnSpPr>
        <p:spPr>
          <a:xfrm flipH="1">
            <a:off x="2813650" y="2699988"/>
            <a:ext cx="552300" cy="48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9" name="Google Shape;3339;p280"/>
          <p:cNvCxnSpPr/>
          <p:nvPr/>
        </p:nvCxnSpPr>
        <p:spPr>
          <a:xfrm>
            <a:off x="2285425" y="2762213"/>
            <a:ext cx="399900" cy="45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0" name="Google Shape;3340;p280"/>
          <p:cNvCxnSpPr/>
          <p:nvPr/>
        </p:nvCxnSpPr>
        <p:spPr>
          <a:xfrm>
            <a:off x="2377800" y="1435213"/>
            <a:ext cx="1018500" cy="113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41" name="Google Shape;3341;p280"/>
          <p:cNvSpPr txBox="1"/>
          <p:nvPr/>
        </p:nvSpPr>
        <p:spPr>
          <a:xfrm>
            <a:off x="2813650" y="162000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2" name="Google Shape;3342;p280"/>
          <p:cNvSpPr txBox="1"/>
          <p:nvPr/>
        </p:nvSpPr>
        <p:spPr>
          <a:xfrm>
            <a:off x="2049813" y="291910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3" name="Google Shape;3343;p280"/>
          <p:cNvSpPr txBox="1"/>
          <p:nvPr/>
        </p:nvSpPr>
        <p:spPr>
          <a:xfrm>
            <a:off x="3019025" y="277830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44" name="Google Shape;3344;p280"/>
          <p:cNvCxnSpPr/>
          <p:nvPr/>
        </p:nvCxnSpPr>
        <p:spPr>
          <a:xfrm flipH="1">
            <a:off x="528150" y="1437150"/>
            <a:ext cx="1688100" cy="151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45" name="Google Shape;3345;p280"/>
          <p:cNvSpPr txBox="1"/>
          <p:nvPr/>
        </p:nvSpPr>
        <p:spPr>
          <a:xfrm>
            <a:off x="844000" y="1736125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46" name="Google Shape;3346;p280"/>
          <p:cNvCxnSpPr/>
          <p:nvPr/>
        </p:nvCxnSpPr>
        <p:spPr>
          <a:xfrm flipH="1">
            <a:off x="1152641" y="2600875"/>
            <a:ext cx="1184100" cy="1026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47" name="Google Shape;3347;p280"/>
          <p:cNvSpPr txBox="1"/>
          <p:nvPr/>
        </p:nvSpPr>
        <p:spPr>
          <a:xfrm>
            <a:off x="1171063" y="277120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48" name="Google Shape;3348;p280"/>
          <p:cNvSpPr txBox="1"/>
          <p:nvPr/>
        </p:nvSpPr>
        <p:spPr>
          <a:xfrm>
            <a:off x="4621575" y="1512800"/>
            <a:ext cx="4160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16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12 - 11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192 - 44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148 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2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3" name="Google Shape;3353;p28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area with missing side lengths</a:t>
            </a:r>
            <a:endParaRPr/>
          </a:p>
        </p:txBody>
      </p:sp>
      <p:sp>
        <p:nvSpPr>
          <p:cNvPr id="3354" name="Google Shape;3354;p281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area of each composite rectilinear shape.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b74da2ab-6b6e-4869-920e-249553439a15&quot; data-equatio-type=&quot;image&quot;&gt;&lt;mglyph src=&quot;https://equatio-api.texthelp.com/desmos/get/21-06-2023/b74da2ab-6b6e-4869-920e-249553439a15&quot; alt=&quot;Equatio Image&quot;/&gt;&lt;/math&gt;" id="3355" name="Google Shape;3355;p28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25" y="1533975"/>
            <a:ext cx="2753850" cy="2075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6" name="Google Shape;3356;p281"/>
          <p:cNvCxnSpPr/>
          <p:nvPr/>
        </p:nvCxnSpPr>
        <p:spPr>
          <a:xfrm>
            <a:off x="2271975" y="2410063"/>
            <a:ext cx="158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57" name="Google Shape;3357;p281"/>
          <p:cNvCxnSpPr/>
          <p:nvPr/>
        </p:nvCxnSpPr>
        <p:spPr>
          <a:xfrm>
            <a:off x="1176325" y="2410063"/>
            <a:ext cx="36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58" name="Google Shape;3358;p281"/>
          <p:cNvCxnSpPr/>
          <p:nvPr/>
        </p:nvCxnSpPr>
        <p:spPr>
          <a:xfrm>
            <a:off x="1134025" y="3738113"/>
            <a:ext cx="273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59" name="Google Shape;3359;p281"/>
          <p:cNvCxnSpPr/>
          <p:nvPr/>
        </p:nvCxnSpPr>
        <p:spPr>
          <a:xfrm>
            <a:off x="1875575" y="2919088"/>
            <a:ext cx="0" cy="65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60" name="Google Shape;3360;p281"/>
          <p:cNvCxnSpPr/>
          <p:nvPr/>
        </p:nvCxnSpPr>
        <p:spPr>
          <a:xfrm>
            <a:off x="1875575" y="1573813"/>
            <a:ext cx="0" cy="38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61" name="Google Shape;3361;p281"/>
          <p:cNvCxnSpPr/>
          <p:nvPr/>
        </p:nvCxnSpPr>
        <p:spPr>
          <a:xfrm>
            <a:off x="991700" y="1533963"/>
            <a:ext cx="0" cy="206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62" name="Google Shape;3362;p281"/>
          <p:cNvSpPr txBox="1"/>
          <p:nvPr/>
        </p:nvSpPr>
        <p:spPr>
          <a:xfrm>
            <a:off x="307550" y="223830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3" name="Google Shape;3363;p281"/>
          <p:cNvSpPr txBox="1"/>
          <p:nvPr/>
        </p:nvSpPr>
        <p:spPr>
          <a:xfrm>
            <a:off x="1875575" y="1549825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4" name="Google Shape;3364;p281"/>
          <p:cNvSpPr txBox="1"/>
          <p:nvPr/>
        </p:nvSpPr>
        <p:spPr>
          <a:xfrm>
            <a:off x="1838875" y="300915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5" name="Google Shape;3365;p281"/>
          <p:cNvSpPr txBox="1"/>
          <p:nvPr/>
        </p:nvSpPr>
        <p:spPr>
          <a:xfrm>
            <a:off x="1081463" y="2011525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6" name="Google Shape;3366;p281"/>
          <p:cNvSpPr txBox="1"/>
          <p:nvPr/>
        </p:nvSpPr>
        <p:spPr>
          <a:xfrm>
            <a:off x="2632975" y="208170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7" name="Google Shape;3367;p281"/>
          <p:cNvSpPr txBox="1"/>
          <p:nvPr/>
        </p:nvSpPr>
        <p:spPr>
          <a:xfrm>
            <a:off x="2065800" y="364735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 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68" name="Google Shape;3368;p281"/>
          <p:cNvCxnSpPr/>
          <p:nvPr/>
        </p:nvCxnSpPr>
        <p:spPr>
          <a:xfrm>
            <a:off x="1627466" y="1969959"/>
            <a:ext cx="0" cy="915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69" name="Google Shape;3369;p281"/>
          <p:cNvCxnSpPr/>
          <p:nvPr/>
        </p:nvCxnSpPr>
        <p:spPr>
          <a:xfrm rot="10800000">
            <a:off x="1554991" y="2805184"/>
            <a:ext cx="684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70" name="Google Shape;3370;p281"/>
          <p:cNvSpPr txBox="1"/>
          <p:nvPr/>
        </p:nvSpPr>
        <p:spPr>
          <a:xfrm>
            <a:off x="1554929" y="2045459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1" name="Google Shape;3371;p281"/>
          <p:cNvSpPr txBox="1"/>
          <p:nvPr/>
        </p:nvSpPr>
        <p:spPr>
          <a:xfrm>
            <a:off x="1627466" y="2484234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2" name="Google Shape;3372;p281"/>
          <p:cNvSpPr txBox="1"/>
          <p:nvPr/>
        </p:nvSpPr>
        <p:spPr>
          <a:xfrm>
            <a:off x="4621575" y="1512800"/>
            <a:ext cx="4160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17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19 - 9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323 - 54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269 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6" name="Shape 3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Google Shape;3377;p2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area with missing side lengths</a:t>
            </a:r>
            <a:endParaRPr/>
          </a:p>
        </p:txBody>
      </p:sp>
      <p:sp>
        <p:nvSpPr>
          <p:cNvPr id="3378" name="Google Shape;3378;p2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379" name="Google Shape;3379;p282"/>
          <p:cNvSpPr txBox="1"/>
          <p:nvPr>
            <p:ph idx="4" type="title"/>
          </p:nvPr>
        </p:nvSpPr>
        <p:spPr>
          <a:xfrm>
            <a:off x="324000" y="657600"/>
            <a:ext cx="84960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composite rectilinear shapes</a:t>
            </a:r>
            <a:endParaRPr/>
          </a:p>
        </p:txBody>
      </p:sp>
      <p:pic>
        <p:nvPicPr>
          <p:cNvPr id="3380" name="Google Shape;3380;p2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2772552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1" name="Google Shape;3381;p2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perimeter and area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5" name="Shape 3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6" name="Google Shape;3386;p28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387" name="Google Shape;3387;p283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Given the area of a composite rectilinear shape, it may be possible to calculate a missing side length.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1" name="Shape 3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2" name="Google Shape;3392;p28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393" name="Google Shape;3393;p284"/>
          <p:cNvSpPr txBox="1"/>
          <p:nvPr>
            <p:ph idx="2" type="subTitle"/>
          </p:nvPr>
        </p:nvSpPr>
        <p:spPr>
          <a:xfrm>
            <a:off x="337825" y="3189350"/>
            <a:ext cx="39822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Deduce what you can before starting on the area.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6f11ca81-09d6-4999-87ac-865488cf6de1&quot; data-equatio-type=&quot;image&quot;&gt;&lt;mglyph src=&quot;https://equatio-api.texthelp.com/desmos/get/21-06-2023/6f11ca81-09d6-4999-87ac-865488cf6de1&quot; alt=&quot;Equatio Image&quot;/&gt;&lt;/math&gt;" id="3394" name="Google Shape;3394;p28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275" y="1071322"/>
            <a:ext cx="2295300" cy="155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95" name="Google Shape;3395;p284"/>
          <p:cNvCxnSpPr/>
          <p:nvPr/>
        </p:nvCxnSpPr>
        <p:spPr>
          <a:xfrm>
            <a:off x="1089200" y="1091113"/>
            <a:ext cx="0" cy="151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6" name="Google Shape;3396;p284"/>
          <p:cNvCxnSpPr/>
          <p:nvPr/>
        </p:nvCxnSpPr>
        <p:spPr>
          <a:xfrm>
            <a:off x="2709925" y="1867197"/>
            <a:ext cx="0" cy="75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7" name="Google Shape;3397;p284"/>
          <p:cNvCxnSpPr/>
          <p:nvPr/>
        </p:nvCxnSpPr>
        <p:spPr>
          <a:xfrm>
            <a:off x="1181275" y="2712138"/>
            <a:ext cx="227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8" name="Google Shape;3398;p284"/>
          <p:cNvCxnSpPr/>
          <p:nvPr/>
        </p:nvCxnSpPr>
        <p:spPr>
          <a:xfrm>
            <a:off x="1966975" y="1747297"/>
            <a:ext cx="70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99" name="Google Shape;3399;p284"/>
          <p:cNvSpPr txBox="1"/>
          <p:nvPr/>
        </p:nvSpPr>
        <p:spPr>
          <a:xfrm>
            <a:off x="423575" y="1670575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0" name="Google Shape;3400;p284"/>
          <p:cNvSpPr txBox="1"/>
          <p:nvPr/>
        </p:nvSpPr>
        <p:spPr>
          <a:xfrm>
            <a:off x="2659175" y="1998875"/>
            <a:ext cx="9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1" name="Google Shape;3401;p284"/>
          <p:cNvSpPr txBox="1"/>
          <p:nvPr/>
        </p:nvSpPr>
        <p:spPr>
          <a:xfrm>
            <a:off x="1872025" y="1355900"/>
            <a:ext cx="9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02" name="Google Shape;3402;p284"/>
          <p:cNvGrpSpPr/>
          <p:nvPr/>
        </p:nvGrpSpPr>
        <p:grpSpPr>
          <a:xfrm>
            <a:off x="2709925" y="1091122"/>
            <a:ext cx="913800" cy="786300"/>
            <a:chOff x="2709925" y="862522"/>
            <a:chExt cx="913800" cy="786300"/>
          </a:xfrm>
        </p:grpSpPr>
        <p:cxnSp>
          <p:nvCxnSpPr>
            <p:cNvPr id="3403" name="Google Shape;3403;p284"/>
            <p:cNvCxnSpPr/>
            <p:nvPr/>
          </p:nvCxnSpPr>
          <p:spPr>
            <a:xfrm>
              <a:off x="2748875" y="862522"/>
              <a:ext cx="0" cy="786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404" name="Google Shape;3404;p284"/>
            <p:cNvSpPr txBox="1"/>
            <p:nvPr/>
          </p:nvSpPr>
          <p:spPr>
            <a:xfrm>
              <a:off x="2709925" y="1024825"/>
              <a:ext cx="91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405" name="Google Shape;3405;p284"/>
          <p:cNvSpPr txBox="1"/>
          <p:nvPr/>
        </p:nvSpPr>
        <p:spPr>
          <a:xfrm>
            <a:off x="337825" y="639550"/>
            <a:ext cx="205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54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6" name="Google Shape;3406;p284"/>
          <p:cNvSpPr txBox="1"/>
          <p:nvPr/>
        </p:nvSpPr>
        <p:spPr>
          <a:xfrm>
            <a:off x="1865075" y="2527825"/>
            <a:ext cx="7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0" name="Shape 3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1" name="Google Shape;3411;p28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6f11ca81-09d6-4999-87ac-865488cf6de1&quot; data-equatio-type=&quot;image&quot;&gt;&lt;mglyph src=&quot;https://equatio-api.texthelp.com/desmos/get/21-06-2023/6f11ca81-09d6-4999-87ac-865488cf6de1&quot; alt=&quot;Equatio Image&quot;/&gt;&lt;/math&gt;" id="3412" name="Google Shape;3412;p28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275" y="1071322"/>
            <a:ext cx="2295300" cy="155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13" name="Google Shape;3413;p285"/>
          <p:cNvCxnSpPr/>
          <p:nvPr/>
        </p:nvCxnSpPr>
        <p:spPr>
          <a:xfrm>
            <a:off x="1089200" y="1091113"/>
            <a:ext cx="0" cy="151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14" name="Google Shape;3414;p285"/>
          <p:cNvCxnSpPr/>
          <p:nvPr/>
        </p:nvCxnSpPr>
        <p:spPr>
          <a:xfrm>
            <a:off x="2709925" y="1867197"/>
            <a:ext cx="0" cy="75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15" name="Google Shape;3415;p285"/>
          <p:cNvCxnSpPr/>
          <p:nvPr/>
        </p:nvCxnSpPr>
        <p:spPr>
          <a:xfrm>
            <a:off x="1181275" y="2712138"/>
            <a:ext cx="227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16" name="Google Shape;3416;p285"/>
          <p:cNvCxnSpPr/>
          <p:nvPr/>
        </p:nvCxnSpPr>
        <p:spPr>
          <a:xfrm>
            <a:off x="1966975" y="1747297"/>
            <a:ext cx="70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17" name="Google Shape;3417;p285"/>
          <p:cNvSpPr txBox="1"/>
          <p:nvPr/>
        </p:nvSpPr>
        <p:spPr>
          <a:xfrm>
            <a:off x="423575" y="1670575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8" name="Google Shape;3418;p285"/>
          <p:cNvSpPr txBox="1"/>
          <p:nvPr/>
        </p:nvSpPr>
        <p:spPr>
          <a:xfrm>
            <a:off x="2659175" y="1998875"/>
            <a:ext cx="9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9" name="Google Shape;3419;p285"/>
          <p:cNvSpPr txBox="1"/>
          <p:nvPr/>
        </p:nvSpPr>
        <p:spPr>
          <a:xfrm>
            <a:off x="1872025" y="1355900"/>
            <a:ext cx="9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20" name="Google Shape;3420;p285"/>
          <p:cNvGrpSpPr/>
          <p:nvPr/>
        </p:nvGrpSpPr>
        <p:grpSpPr>
          <a:xfrm>
            <a:off x="2709925" y="1091122"/>
            <a:ext cx="913800" cy="786300"/>
            <a:chOff x="2709925" y="862522"/>
            <a:chExt cx="913800" cy="786300"/>
          </a:xfrm>
        </p:grpSpPr>
        <p:cxnSp>
          <p:nvCxnSpPr>
            <p:cNvPr id="3421" name="Google Shape;3421;p285"/>
            <p:cNvCxnSpPr/>
            <p:nvPr/>
          </p:nvCxnSpPr>
          <p:spPr>
            <a:xfrm>
              <a:off x="2748875" y="862522"/>
              <a:ext cx="0" cy="786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422" name="Google Shape;3422;p285"/>
            <p:cNvSpPr txBox="1"/>
            <p:nvPr/>
          </p:nvSpPr>
          <p:spPr>
            <a:xfrm>
              <a:off x="2709925" y="1024825"/>
              <a:ext cx="91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423" name="Google Shape;3423;p285"/>
          <p:cNvSpPr txBox="1"/>
          <p:nvPr/>
        </p:nvSpPr>
        <p:spPr>
          <a:xfrm>
            <a:off x="337825" y="639550"/>
            <a:ext cx="205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54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4" name="Google Shape;3424;p285"/>
          <p:cNvSpPr txBox="1"/>
          <p:nvPr/>
        </p:nvSpPr>
        <p:spPr>
          <a:xfrm>
            <a:off x="423575" y="3081000"/>
            <a:ext cx="4018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54 = 5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− 2 × 3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54 = 5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− 6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 = 5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12 =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missing length is 12 cm.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425" name="Google Shape;3425;p285"/>
          <p:cNvCxnSpPr/>
          <p:nvPr/>
        </p:nvCxnSpPr>
        <p:spPr>
          <a:xfrm>
            <a:off x="7278700" y="2614035"/>
            <a:ext cx="75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26" name="Google Shape;3426;p285"/>
          <p:cNvSpPr txBox="1"/>
          <p:nvPr/>
        </p:nvSpPr>
        <p:spPr>
          <a:xfrm>
            <a:off x="4622375" y="716325"/>
            <a:ext cx="205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18.4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27" name="Google Shape;3427;p285"/>
          <p:cNvGrpSpPr/>
          <p:nvPr/>
        </p:nvGrpSpPr>
        <p:grpSpPr>
          <a:xfrm>
            <a:off x="6775317" y="497763"/>
            <a:ext cx="2116208" cy="2499075"/>
            <a:chOff x="6256792" y="490013"/>
            <a:chExt cx="2116208" cy="2499075"/>
          </a:xfrm>
        </p:grpSpPr>
        <p:pic>
          <p:nvPicPr>
            <p:cNvPr descr="&lt;math xmlns=&quot;http://www.w3.org/1998/Math/MathML&quot; data-is-equatio=&quot;1&quot; data-equatio-url=&quot;https://equatio-api.texthelp.com/desmos/get/21-06-2023/b2d2b9b6-460d-489f-b1ee-83b13b4086dd&quot; data-equatio-type=&quot;image&quot;&gt;&lt;mglyph src=&quot;https://equatio-api.texthelp.com/desmos/get/21-06-2023/b2d2b9b6-460d-489f-b1ee-83b13b4086dd&quot; alt=&quot;Equatio Image&quot;/&gt;&lt;/math&gt;" id="3428" name="Google Shape;3428;p285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56792" y="917548"/>
              <a:ext cx="1261809" cy="161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9" name="Google Shape;3429;p285"/>
            <p:cNvSpPr txBox="1"/>
            <p:nvPr/>
          </p:nvSpPr>
          <p:spPr>
            <a:xfrm>
              <a:off x="7459200" y="1441963"/>
              <a:ext cx="91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30" name="Google Shape;3430;p285"/>
            <p:cNvCxnSpPr/>
            <p:nvPr/>
          </p:nvCxnSpPr>
          <p:spPr>
            <a:xfrm>
              <a:off x="7612500" y="917547"/>
              <a:ext cx="0" cy="1601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431" name="Google Shape;3431;p285"/>
            <p:cNvCxnSpPr/>
            <p:nvPr/>
          </p:nvCxnSpPr>
          <p:spPr>
            <a:xfrm>
              <a:off x="6256800" y="818260"/>
              <a:ext cx="124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432" name="Google Shape;3432;p285"/>
            <p:cNvSpPr txBox="1"/>
            <p:nvPr/>
          </p:nvSpPr>
          <p:spPr>
            <a:xfrm>
              <a:off x="6423300" y="490013"/>
              <a:ext cx="91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33" name="Google Shape;3433;p285"/>
            <p:cNvSpPr txBox="1"/>
            <p:nvPr/>
          </p:nvSpPr>
          <p:spPr>
            <a:xfrm>
              <a:off x="6760175" y="2527388"/>
              <a:ext cx="91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434" name="Google Shape;3434;p285"/>
          <p:cNvCxnSpPr/>
          <p:nvPr/>
        </p:nvCxnSpPr>
        <p:spPr>
          <a:xfrm flipH="1" rot="10800000">
            <a:off x="6717575" y="937950"/>
            <a:ext cx="6900" cy="26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35" name="Google Shape;3435;p285"/>
          <p:cNvSpPr txBox="1"/>
          <p:nvPr>
            <p:ph idx="2" type="subTitle"/>
          </p:nvPr>
        </p:nvSpPr>
        <p:spPr>
          <a:xfrm>
            <a:off x="4824000" y="3081000"/>
            <a:ext cx="39822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Deduce what you can before starting on the area.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436" name="Google Shape;3436;p285"/>
          <p:cNvGrpSpPr/>
          <p:nvPr/>
        </p:nvGrpSpPr>
        <p:grpSpPr>
          <a:xfrm>
            <a:off x="6623000" y="1205838"/>
            <a:ext cx="913800" cy="461700"/>
            <a:chOff x="6623000" y="1205838"/>
            <a:chExt cx="913800" cy="461700"/>
          </a:xfrm>
        </p:grpSpPr>
        <p:sp>
          <p:nvSpPr>
            <p:cNvPr id="3437" name="Google Shape;3437;p285"/>
            <p:cNvSpPr txBox="1"/>
            <p:nvPr/>
          </p:nvSpPr>
          <p:spPr>
            <a:xfrm>
              <a:off x="6623000" y="1205838"/>
              <a:ext cx="91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38" name="Google Shape;3438;p285"/>
            <p:cNvCxnSpPr/>
            <p:nvPr/>
          </p:nvCxnSpPr>
          <p:spPr>
            <a:xfrm rot="10800000">
              <a:off x="6799900" y="1280860"/>
              <a:ext cx="478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3439" name="Google Shape;3439;p285"/>
          <p:cNvCxnSpPr/>
          <p:nvPr/>
        </p:nvCxnSpPr>
        <p:spPr>
          <a:xfrm>
            <a:off x="7278700" y="921150"/>
            <a:ext cx="0" cy="281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40" name="Google Shape;3440;p285"/>
          <p:cNvSpPr txBox="1"/>
          <p:nvPr/>
        </p:nvSpPr>
        <p:spPr>
          <a:xfrm>
            <a:off x="1865075" y="2527825"/>
            <a:ext cx="7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1" name="Google Shape;3441;p285"/>
          <p:cNvSpPr txBox="1"/>
          <p:nvPr/>
        </p:nvSpPr>
        <p:spPr>
          <a:xfrm>
            <a:off x="6184225" y="815550"/>
            <a:ext cx="7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5" name="Shape 3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6" name="Google Shape;3446;p28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6f11ca81-09d6-4999-87ac-865488cf6de1&quot; data-equatio-type=&quot;image&quot;&gt;&lt;mglyph src=&quot;https://equatio-api.texthelp.com/desmos/get/21-06-2023/6f11ca81-09d6-4999-87ac-865488cf6de1&quot; alt=&quot;Equatio Image&quot;/&gt;&lt;/math&gt;" id="3447" name="Google Shape;3447;p28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275" y="1071322"/>
            <a:ext cx="2295300" cy="155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48" name="Google Shape;3448;p286"/>
          <p:cNvCxnSpPr/>
          <p:nvPr/>
        </p:nvCxnSpPr>
        <p:spPr>
          <a:xfrm>
            <a:off x="1089200" y="1091113"/>
            <a:ext cx="0" cy="151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49" name="Google Shape;3449;p286"/>
          <p:cNvCxnSpPr/>
          <p:nvPr/>
        </p:nvCxnSpPr>
        <p:spPr>
          <a:xfrm>
            <a:off x="2709925" y="1867197"/>
            <a:ext cx="0" cy="75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50" name="Google Shape;3450;p286"/>
          <p:cNvCxnSpPr/>
          <p:nvPr/>
        </p:nvCxnSpPr>
        <p:spPr>
          <a:xfrm>
            <a:off x="1181275" y="2712138"/>
            <a:ext cx="227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51" name="Google Shape;3451;p286"/>
          <p:cNvCxnSpPr/>
          <p:nvPr/>
        </p:nvCxnSpPr>
        <p:spPr>
          <a:xfrm>
            <a:off x="1966975" y="1747297"/>
            <a:ext cx="70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52" name="Google Shape;3452;p286"/>
          <p:cNvSpPr txBox="1"/>
          <p:nvPr/>
        </p:nvSpPr>
        <p:spPr>
          <a:xfrm>
            <a:off x="423575" y="1670575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3" name="Google Shape;3453;p286"/>
          <p:cNvSpPr txBox="1"/>
          <p:nvPr/>
        </p:nvSpPr>
        <p:spPr>
          <a:xfrm>
            <a:off x="2659175" y="1998875"/>
            <a:ext cx="9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4" name="Google Shape;3454;p286"/>
          <p:cNvSpPr txBox="1"/>
          <p:nvPr/>
        </p:nvSpPr>
        <p:spPr>
          <a:xfrm>
            <a:off x="1872025" y="1355900"/>
            <a:ext cx="9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55" name="Google Shape;3455;p286"/>
          <p:cNvGrpSpPr/>
          <p:nvPr/>
        </p:nvGrpSpPr>
        <p:grpSpPr>
          <a:xfrm>
            <a:off x="2709925" y="1091122"/>
            <a:ext cx="913800" cy="786300"/>
            <a:chOff x="2709925" y="862522"/>
            <a:chExt cx="913800" cy="786300"/>
          </a:xfrm>
        </p:grpSpPr>
        <p:cxnSp>
          <p:nvCxnSpPr>
            <p:cNvPr id="3456" name="Google Shape;3456;p286"/>
            <p:cNvCxnSpPr/>
            <p:nvPr/>
          </p:nvCxnSpPr>
          <p:spPr>
            <a:xfrm>
              <a:off x="2748875" y="862522"/>
              <a:ext cx="0" cy="786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457" name="Google Shape;3457;p286"/>
            <p:cNvSpPr txBox="1"/>
            <p:nvPr/>
          </p:nvSpPr>
          <p:spPr>
            <a:xfrm>
              <a:off x="2709925" y="1024825"/>
              <a:ext cx="91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458" name="Google Shape;3458;p286"/>
          <p:cNvSpPr txBox="1"/>
          <p:nvPr/>
        </p:nvSpPr>
        <p:spPr>
          <a:xfrm>
            <a:off x="337825" y="639550"/>
            <a:ext cx="205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54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9" name="Google Shape;3459;p286"/>
          <p:cNvSpPr txBox="1"/>
          <p:nvPr/>
        </p:nvSpPr>
        <p:spPr>
          <a:xfrm>
            <a:off x="423575" y="3081000"/>
            <a:ext cx="4018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54 = 5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− 2 × 3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54 = 5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− 6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60 = 5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12 =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missing length is 12 cm.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460" name="Google Shape;3460;p286"/>
          <p:cNvCxnSpPr/>
          <p:nvPr/>
        </p:nvCxnSpPr>
        <p:spPr>
          <a:xfrm>
            <a:off x="7278700" y="2614035"/>
            <a:ext cx="75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61" name="Google Shape;3461;p286"/>
          <p:cNvSpPr txBox="1"/>
          <p:nvPr/>
        </p:nvSpPr>
        <p:spPr>
          <a:xfrm>
            <a:off x="4622375" y="716325"/>
            <a:ext cx="205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18.4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62" name="Google Shape;3462;p286"/>
          <p:cNvGrpSpPr/>
          <p:nvPr/>
        </p:nvGrpSpPr>
        <p:grpSpPr>
          <a:xfrm>
            <a:off x="6775317" y="497763"/>
            <a:ext cx="2116208" cy="2499075"/>
            <a:chOff x="6256792" y="490013"/>
            <a:chExt cx="2116208" cy="2499075"/>
          </a:xfrm>
        </p:grpSpPr>
        <p:pic>
          <p:nvPicPr>
            <p:cNvPr descr="&lt;math xmlns=&quot;http://www.w3.org/1998/Math/MathML&quot; data-is-equatio=&quot;1&quot; data-equatio-url=&quot;https://equatio-api.texthelp.com/desmos/get/21-06-2023/b2d2b9b6-460d-489f-b1ee-83b13b4086dd&quot; data-equatio-type=&quot;image&quot;&gt;&lt;mglyph src=&quot;https://equatio-api.texthelp.com/desmos/get/21-06-2023/b2d2b9b6-460d-489f-b1ee-83b13b4086dd&quot; alt=&quot;Equatio Image&quot;/&gt;&lt;/math&gt;" id="3463" name="Google Shape;3463;p286" title="Equatio Imag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56792" y="917548"/>
              <a:ext cx="1261809" cy="161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4" name="Google Shape;3464;p286"/>
            <p:cNvSpPr txBox="1"/>
            <p:nvPr/>
          </p:nvSpPr>
          <p:spPr>
            <a:xfrm>
              <a:off x="7459200" y="1441963"/>
              <a:ext cx="91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65" name="Google Shape;3465;p286"/>
            <p:cNvCxnSpPr/>
            <p:nvPr/>
          </p:nvCxnSpPr>
          <p:spPr>
            <a:xfrm>
              <a:off x="7612500" y="917547"/>
              <a:ext cx="0" cy="1601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466" name="Google Shape;3466;p286"/>
            <p:cNvCxnSpPr/>
            <p:nvPr/>
          </p:nvCxnSpPr>
          <p:spPr>
            <a:xfrm>
              <a:off x="6256800" y="818260"/>
              <a:ext cx="1246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467" name="Google Shape;3467;p286"/>
            <p:cNvSpPr txBox="1"/>
            <p:nvPr/>
          </p:nvSpPr>
          <p:spPr>
            <a:xfrm>
              <a:off x="6423300" y="490013"/>
              <a:ext cx="91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68" name="Google Shape;3468;p286"/>
            <p:cNvSpPr txBox="1"/>
            <p:nvPr/>
          </p:nvSpPr>
          <p:spPr>
            <a:xfrm>
              <a:off x="6760175" y="2527388"/>
              <a:ext cx="91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469" name="Google Shape;3469;p286"/>
          <p:cNvCxnSpPr/>
          <p:nvPr/>
        </p:nvCxnSpPr>
        <p:spPr>
          <a:xfrm flipH="1" rot="10800000">
            <a:off x="6717575" y="937950"/>
            <a:ext cx="6900" cy="26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3470" name="Google Shape;3470;p286"/>
          <p:cNvGrpSpPr/>
          <p:nvPr/>
        </p:nvGrpSpPr>
        <p:grpSpPr>
          <a:xfrm>
            <a:off x="6623000" y="1205838"/>
            <a:ext cx="913800" cy="461700"/>
            <a:chOff x="6623000" y="1205838"/>
            <a:chExt cx="913800" cy="461700"/>
          </a:xfrm>
        </p:grpSpPr>
        <p:sp>
          <p:nvSpPr>
            <p:cNvPr id="3471" name="Google Shape;3471;p286"/>
            <p:cNvSpPr txBox="1"/>
            <p:nvPr/>
          </p:nvSpPr>
          <p:spPr>
            <a:xfrm>
              <a:off x="6623000" y="1205838"/>
              <a:ext cx="91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72" name="Google Shape;3472;p286"/>
            <p:cNvCxnSpPr/>
            <p:nvPr/>
          </p:nvCxnSpPr>
          <p:spPr>
            <a:xfrm rot="10800000">
              <a:off x="6799900" y="1280860"/>
              <a:ext cx="478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3473" name="Google Shape;3473;p286"/>
          <p:cNvCxnSpPr/>
          <p:nvPr/>
        </p:nvCxnSpPr>
        <p:spPr>
          <a:xfrm>
            <a:off x="7278700" y="921150"/>
            <a:ext cx="0" cy="281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74" name="Google Shape;3474;p286"/>
          <p:cNvSpPr txBox="1"/>
          <p:nvPr/>
        </p:nvSpPr>
        <p:spPr>
          <a:xfrm>
            <a:off x="4824000" y="3081000"/>
            <a:ext cx="4018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18.4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+ 6 × 3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18.4 =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+ 18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 0.4 =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missing length is 0.4 cm.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75" name="Google Shape;3475;p286"/>
          <p:cNvSpPr txBox="1"/>
          <p:nvPr/>
        </p:nvSpPr>
        <p:spPr>
          <a:xfrm>
            <a:off x="1865075" y="2527825"/>
            <a:ext cx="7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6" name="Google Shape;3476;p286"/>
          <p:cNvSpPr txBox="1"/>
          <p:nvPr/>
        </p:nvSpPr>
        <p:spPr>
          <a:xfrm>
            <a:off x="6184225" y="815550"/>
            <a:ext cx="7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0" name="Shape 3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" name="Google Shape;3481;p28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482" name="Google Shape;3482;p287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Calculate the length of the marked side.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  b)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178dc999-7d20-4dd4-8750-e7c1350241ac&quot; data-equatio-type=&quot;image&quot;&gt;&lt;mglyph src=&quot;https://equatio-api.texthelp.com/desmos/get/21-06-2023/178dc999-7d20-4dd4-8750-e7c1350241ac&quot; alt=&quot;Equatio Image&quot;/&gt;&lt;/math&gt;" id="3483" name="Google Shape;3483;p28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6555">
            <a:off x="1188641" y="1687576"/>
            <a:ext cx="1536066" cy="2304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1-06-2023/b74da2ab-6b6e-4869-920e-249553439a15&quot; data-equatio-type=&quot;image&quot;&gt;&lt;mglyph src=&quot;https://equatio-api.texthelp.com/desmos/get/21-06-2023/b74da2ab-6b6e-4869-920e-249553439a15&quot; alt=&quot;Equatio Image&quot;/&gt;&lt;/math&gt;" id="3484" name="Google Shape;3484;p287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5025" y="1533975"/>
            <a:ext cx="2753850" cy="2075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85" name="Google Shape;3485;p287"/>
          <p:cNvCxnSpPr/>
          <p:nvPr/>
        </p:nvCxnSpPr>
        <p:spPr>
          <a:xfrm flipH="1">
            <a:off x="2813650" y="2699988"/>
            <a:ext cx="552300" cy="48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86" name="Google Shape;3486;p287"/>
          <p:cNvCxnSpPr/>
          <p:nvPr/>
        </p:nvCxnSpPr>
        <p:spPr>
          <a:xfrm>
            <a:off x="2285425" y="2762213"/>
            <a:ext cx="399900" cy="45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87" name="Google Shape;3487;p287"/>
          <p:cNvCxnSpPr/>
          <p:nvPr/>
        </p:nvCxnSpPr>
        <p:spPr>
          <a:xfrm>
            <a:off x="2377800" y="1435213"/>
            <a:ext cx="1018500" cy="113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88" name="Google Shape;3488;p287"/>
          <p:cNvCxnSpPr/>
          <p:nvPr/>
        </p:nvCxnSpPr>
        <p:spPr>
          <a:xfrm>
            <a:off x="5736850" y="3020200"/>
            <a:ext cx="70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89" name="Google Shape;3489;p287"/>
          <p:cNvCxnSpPr/>
          <p:nvPr/>
        </p:nvCxnSpPr>
        <p:spPr>
          <a:xfrm>
            <a:off x="5325025" y="3738113"/>
            <a:ext cx="273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90" name="Google Shape;3490;p287"/>
          <p:cNvCxnSpPr/>
          <p:nvPr/>
        </p:nvCxnSpPr>
        <p:spPr>
          <a:xfrm>
            <a:off x="5816975" y="1944138"/>
            <a:ext cx="0" cy="94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91" name="Google Shape;3491;p287"/>
          <p:cNvCxnSpPr/>
          <p:nvPr/>
        </p:nvCxnSpPr>
        <p:spPr>
          <a:xfrm>
            <a:off x="5182700" y="1533963"/>
            <a:ext cx="0" cy="206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92" name="Google Shape;3492;p287"/>
          <p:cNvSpPr txBox="1"/>
          <p:nvPr/>
        </p:nvSpPr>
        <p:spPr>
          <a:xfrm>
            <a:off x="2813650" y="1620000"/>
            <a:ext cx="91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3" name="Google Shape;3493;p287"/>
          <p:cNvSpPr txBox="1"/>
          <p:nvPr/>
        </p:nvSpPr>
        <p:spPr>
          <a:xfrm>
            <a:off x="1959075" y="2919100"/>
            <a:ext cx="88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4" name="Google Shape;3494;p287"/>
          <p:cNvSpPr txBox="1"/>
          <p:nvPr/>
        </p:nvSpPr>
        <p:spPr>
          <a:xfrm>
            <a:off x="4454813" y="2238300"/>
            <a:ext cx="8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5" name="Google Shape;3495;p287"/>
          <p:cNvSpPr txBox="1"/>
          <p:nvPr/>
        </p:nvSpPr>
        <p:spPr>
          <a:xfrm>
            <a:off x="5774400" y="208170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6" name="Google Shape;3496;p287"/>
          <p:cNvSpPr txBox="1"/>
          <p:nvPr/>
        </p:nvSpPr>
        <p:spPr>
          <a:xfrm>
            <a:off x="5774400" y="296115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97" name="Google Shape;3497;p287"/>
          <p:cNvCxnSpPr/>
          <p:nvPr/>
        </p:nvCxnSpPr>
        <p:spPr>
          <a:xfrm flipH="1">
            <a:off x="528150" y="1437150"/>
            <a:ext cx="1688100" cy="151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98" name="Google Shape;3498;p287"/>
          <p:cNvSpPr txBox="1"/>
          <p:nvPr/>
        </p:nvSpPr>
        <p:spPr>
          <a:xfrm>
            <a:off x="718575" y="1736125"/>
            <a:ext cx="91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9" name="Google Shape;3499;p287"/>
          <p:cNvSpPr txBox="1"/>
          <p:nvPr/>
        </p:nvSpPr>
        <p:spPr>
          <a:xfrm>
            <a:off x="327750" y="3780000"/>
            <a:ext cx="208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309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0" name="Google Shape;3500;p287"/>
          <p:cNvSpPr txBox="1"/>
          <p:nvPr/>
        </p:nvSpPr>
        <p:spPr>
          <a:xfrm>
            <a:off x="5517750" y="4072650"/>
            <a:ext cx="208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187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1" name="Google Shape;3501;p287"/>
          <p:cNvSpPr txBox="1"/>
          <p:nvPr/>
        </p:nvSpPr>
        <p:spPr>
          <a:xfrm>
            <a:off x="2820150" y="2818325"/>
            <a:ext cx="7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2" name="Google Shape;3502;p287"/>
          <p:cNvSpPr txBox="1"/>
          <p:nvPr/>
        </p:nvSpPr>
        <p:spPr>
          <a:xfrm>
            <a:off x="6297025" y="3609525"/>
            <a:ext cx="7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6" name="Shape 3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7" name="Google Shape;3507;p28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508" name="Google Shape;3508;p288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length of the marked side.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  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178dc999-7d20-4dd4-8750-e7c1350241ac&quot; data-equatio-type=&quot;image&quot;&gt;&lt;mglyph src=&quot;https://equatio-api.texthelp.com/desmos/get/21-06-2023/178dc999-7d20-4dd4-8750-e7c1350241ac&quot; alt=&quot;Equatio Image&quot;/&gt;&lt;/math&gt;" id="3509" name="Google Shape;3509;p28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6555">
            <a:off x="1188641" y="1687576"/>
            <a:ext cx="1536066" cy="2304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10" name="Google Shape;3510;p288"/>
          <p:cNvCxnSpPr/>
          <p:nvPr/>
        </p:nvCxnSpPr>
        <p:spPr>
          <a:xfrm flipH="1">
            <a:off x="2813650" y="2699988"/>
            <a:ext cx="552300" cy="48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11" name="Google Shape;3511;p288"/>
          <p:cNvCxnSpPr/>
          <p:nvPr/>
        </p:nvCxnSpPr>
        <p:spPr>
          <a:xfrm>
            <a:off x="2285425" y="2762213"/>
            <a:ext cx="399900" cy="45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12" name="Google Shape;3512;p288"/>
          <p:cNvCxnSpPr/>
          <p:nvPr/>
        </p:nvCxnSpPr>
        <p:spPr>
          <a:xfrm>
            <a:off x="2377800" y="1435213"/>
            <a:ext cx="1018500" cy="113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13" name="Google Shape;3513;p288"/>
          <p:cNvSpPr txBox="1"/>
          <p:nvPr/>
        </p:nvSpPr>
        <p:spPr>
          <a:xfrm>
            <a:off x="2813650" y="1620000"/>
            <a:ext cx="91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4" name="Google Shape;3514;p288"/>
          <p:cNvSpPr txBox="1"/>
          <p:nvPr/>
        </p:nvSpPr>
        <p:spPr>
          <a:xfrm>
            <a:off x="1959075" y="2919100"/>
            <a:ext cx="88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15" name="Google Shape;3515;p288"/>
          <p:cNvCxnSpPr/>
          <p:nvPr/>
        </p:nvCxnSpPr>
        <p:spPr>
          <a:xfrm flipH="1">
            <a:off x="528150" y="1437150"/>
            <a:ext cx="1688100" cy="151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16" name="Google Shape;3516;p288"/>
          <p:cNvSpPr txBox="1"/>
          <p:nvPr/>
        </p:nvSpPr>
        <p:spPr>
          <a:xfrm>
            <a:off x="718575" y="1736125"/>
            <a:ext cx="91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7" name="Google Shape;3517;p288"/>
          <p:cNvSpPr txBox="1"/>
          <p:nvPr/>
        </p:nvSpPr>
        <p:spPr>
          <a:xfrm>
            <a:off x="327750" y="3780000"/>
            <a:ext cx="208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309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8" name="Google Shape;3518;p288"/>
          <p:cNvSpPr txBox="1"/>
          <p:nvPr/>
        </p:nvSpPr>
        <p:spPr>
          <a:xfrm>
            <a:off x="2820150" y="2818325"/>
            <a:ext cx="7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19" name="Google Shape;3519;p288"/>
          <p:cNvCxnSpPr/>
          <p:nvPr/>
        </p:nvCxnSpPr>
        <p:spPr>
          <a:xfrm>
            <a:off x="506775" y="3108800"/>
            <a:ext cx="590100" cy="665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20" name="Google Shape;3520;p288"/>
          <p:cNvSpPr txBox="1"/>
          <p:nvPr/>
        </p:nvSpPr>
        <p:spPr>
          <a:xfrm>
            <a:off x="211875" y="3318300"/>
            <a:ext cx="88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21" name="Google Shape;3521;p288"/>
          <p:cNvSpPr txBox="1"/>
          <p:nvPr/>
        </p:nvSpPr>
        <p:spPr>
          <a:xfrm>
            <a:off x="4320000" y="1620000"/>
            <a:ext cx="4018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309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23 × 11 + 7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309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253 +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56 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 =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marked side is 8 cm long.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5" name="Shape 3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6" name="Google Shape;3526;p28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527" name="Google Shape;3527;p289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length of the marked side.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b74da2ab-6b6e-4869-920e-249553439a15&quot; data-equatio-type=&quot;image&quot;&gt;&lt;mglyph src=&quot;https://equatio-api.texthelp.com/desmos/get/21-06-2023/b74da2ab-6b6e-4869-920e-249553439a15&quot; alt=&quot;Equatio Image&quot;/&gt;&lt;/math&gt;" id="3528" name="Google Shape;3528;p28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600" y="1533975"/>
            <a:ext cx="2753850" cy="2075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29" name="Google Shape;3529;p289"/>
          <p:cNvCxnSpPr/>
          <p:nvPr/>
        </p:nvCxnSpPr>
        <p:spPr>
          <a:xfrm>
            <a:off x="1599425" y="3020200"/>
            <a:ext cx="70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30" name="Google Shape;3530;p289"/>
          <p:cNvCxnSpPr/>
          <p:nvPr/>
        </p:nvCxnSpPr>
        <p:spPr>
          <a:xfrm>
            <a:off x="1187600" y="3738113"/>
            <a:ext cx="2738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31" name="Google Shape;3531;p289"/>
          <p:cNvCxnSpPr/>
          <p:nvPr/>
        </p:nvCxnSpPr>
        <p:spPr>
          <a:xfrm>
            <a:off x="1679550" y="1944138"/>
            <a:ext cx="0" cy="94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32" name="Google Shape;3532;p289"/>
          <p:cNvCxnSpPr/>
          <p:nvPr/>
        </p:nvCxnSpPr>
        <p:spPr>
          <a:xfrm>
            <a:off x="1045275" y="1533963"/>
            <a:ext cx="0" cy="206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33" name="Google Shape;3533;p289"/>
          <p:cNvSpPr txBox="1"/>
          <p:nvPr/>
        </p:nvSpPr>
        <p:spPr>
          <a:xfrm>
            <a:off x="317387" y="2238300"/>
            <a:ext cx="8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4" name="Google Shape;3534;p289"/>
          <p:cNvSpPr txBox="1"/>
          <p:nvPr/>
        </p:nvSpPr>
        <p:spPr>
          <a:xfrm>
            <a:off x="1636975" y="208170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5" name="Google Shape;3535;p289"/>
          <p:cNvSpPr txBox="1"/>
          <p:nvPr/>
        </p:nvSpPr>
        <p:spPr>
          <a:xfrm>
            <a:off x="1636975" y="2961150"/>
            <a:ext cx="7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6" name="Google Shape;3536;p289"/>
          <p:cNvSpPr txBox="1"/>
          <p:nvPr/>
        </p:nvSpPr>
        <p:spPr>
          <a:xfrm>
            <a:off x="1380325" y="4072650"/>
            <a:ext cx="208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187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7" name="Google Shape;3537;p289"/>
          <p:cNvSpPr txBox="1"/>
          <p:nvPr/>
        </p:nvSpPr>
        <p:spPr>
          <a:xfrm>
            <a:off x="2159600" y="3609525"/>
            <a:ext cx="79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8" name="Google Shape;3538;p289"/>
          <p:cNvSpPr txBox="1"/>
          <p:nvPr/>
        </p:nvSpPr>
        <p:spPr>
          <a:xfrm>
            <a:off x="4320000" y="1620000"/>
            <a:ext cx="4018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187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13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× 2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187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195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15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marked side is 15 cm long.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2" name="Shape 3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" name="Google Shape;3543;p29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area with missing side lengths</a:t>
            </a:r>
            <a:endParaRPr/>
          </a:p>
        </p:txBody>
      </p:sp>
      <p:sp>
        <p:nvSpPr>
          <p:cNvPr id="3544" name="Google Shape;3544;p29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missing side length using the area</a:t>
            </a:r>
            <a:endParaRPr/>
          </a:p>
        </p:txBody>
      </p:sp>
      <p:sp>
        <p:nvSpPr>
          <p:cNvPr id="3545" name="Google Shape;3545;p290"/>
          <p:cNvSpPr txBox="1"/>
          <p:nvPr>
            <p:ph idx="4" type="title"/>
          </p:nvPr>
        </p:nvSpPr>
        <p:spPr>
          <a:xfrm>
            <a:off x="324000" y="657600"/>
            <a:ext cx="84960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composite rectilinear shapes</a:t>
            </a:r>
            <a:endParaRPr/>
          </a:p>
        </p:txBody>
      </p:sp>
      <p:pic>
        <p:nvPicPr>
          <p:cNvPr id="3546" name="Google Shape;3546;p2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3702035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7" name="Google Shape;3547;p29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perimeter and area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1" name="Shape 3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2" name="Google Shape;3552;p29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perimeter and area</a:t>
            </a:r>
            <a:endParaRPr/>
          </a:p>
        </p:txBody>
      </p:sp>
      <p:sp>
        <p:nvSpPr>
          <p:cNvPr id="3553" name="Google Shape;3553;p291"/>
          <p:cNvSpPr txBox="1"/>
          <p:nvPr>
            <p:ph idx="1" type="body"/>
          </p:nvPr>
        </p:nvSpPr>
        <p:spPr>
          <a:xfrm>
            <a:off x="324000" y="810000"/>
            <a:ext cx="8237700" cy="33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composite rectilinear shapes may have the same perimeter or area yet look completely different.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do you notice about these two shapes?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3-07-2023/ec97f1ad-d4c4-4a4a-9251-382a994697fa&quot; data-equatio-type=&quot;image&quot;&gt;&lt;mglyph src=&quot;https://equatio-api.texthelp.com/desmos/get/03-07-2023/ec97f1ad-d4c4-4a4a-9251-382a994697fa&quot; alt=&quot;Equatio Image&quot;/&gt;&lt;/math&gt;" id="3554" name="Google Shape;3554;p29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575" y="2185650"/>
            <a:ext cx="680085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8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Google Shape;3559;p292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perimeter and area</a:t>
            </a:r>
            <a:endParaRPr/>
          </a:p>
        </p:txBody>
      </p:sp>
      <p:sp>
        <p:nvSpPr>
          <p:cNvPr id="3560" name="Google Shape;3560;p292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These shapes have the </a:t>
            </a:r>
            <a:r>
              <a:rPr lang="en-GB">
                <a:solidFill>
                  <a:schemeClr val="accent2"/>
                </a:solidFill>
              </a:rPr>
              <a:t>same perimeter</a:t>
            </a:r>
            <a:r>
              <a:rPr lang="en-GB"/>
              <a:t> but different areas.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3-07-2023/ec97f1ad-d4c4-4a4a-9251-382a994697fa&quot; data-equatio-type=&quot;image&quot;&gt;&lt;mglyph src=&quot;https://equatio-api.texthelp.com/desmos/get/03-07-2023/ec97f1ad-d4c4-4a4a-9251-382a994697fa&quot; alt=&quot;Equatio Image&quot;/&gt;&lt;/math&gt;" id="3561" name="Google Shape;3561;p292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575" y="2185650"/>
            <a:ext cx="680085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5" name="Shape 3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6" name="Google Shape;3566;p29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perimeter and area</a:t>
            </a:r>
            <a:endParaRPr/>
          </a:p>
        </p:txBody>
      </p:sp>
      <p:sp>
        <p:nvSpPr>
          <p:cNvPr id="3567" name="Google Shape;3567;p293"/>
          <p:cNvSpPr txBox="1"/>
          <p:nvPr>
            <p:ph idx="1" type="body"/>
          </p:nvPr>
        </p:nvSpPr>
        <p:spPr>
          <a:xfrm>
            <a:off x="324000" y="810000"/>
            <a:ext cx="82377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Which shapes have the same area? Which have the same perimeter?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b)                         c)                          d)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9ff464bb-b5fa-4d74-b8c2-0dda09848685&quot; data-equatio-type=&quot;image&quot;&gt;&lt;mglyph src=&quot;https://equatio-api.texthelp.com/desmos/get/21-06-2023/9ff464bb-b5fa-4d74-b8c2-0dda09848685&quot; alt=&quot;Equatio Image&quot;/&gt;&lt;/math&gt;" id="3568" name="Google Shape;3568;p293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239200"/>
            <a:ext cx="8496001" cy="11790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69" name="Google Shape;3569;p293"/>
          <p:cNvCxnSpPr/>
          <p:nvPr/>
        </p:nvCxnSpPr>
        <p:spPr>
          <a:xfrm>
            <a:off x="5409625" y="2899188"/>
            <a:ext cx="58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70" name="Google Shape;3570;p293"/>
          <p:cNvCxnSpPr/>
          <p:nvPr/>
        </p:nvCxnSpPr>
        <p:spPr>
          <a:xfrm>
            <a:off x="6046100" y="2257213"/>
            <a:ext cx="0" cy="58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71" name="Google Shape;3571;p293"/>
          <p:cNvCxnSpPr/>
          <p:nvPr/>
        </p:nvCxnSpPr>
        <p:spPr>
          <a:xfrm>
            <a:off x="3815875" y="2755138"/>
            <a:ext cx="44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72" name="Google Shape;3572;p293"/>
          <p:cNvCxnSpPr/>
          <p:nvPr/>
        </p:nvCxnSpPr>
        <p:spPr>
          <a:xfrm>
            <a:off x="3733775" y="2257213"/>
            <a:ext cx="0" cy="44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73" name="Google Shape;3573;p293"/>
          <p:cNvCxnSpPr/>
          <p:nvPr/>
        </p:nvCxnSpPr>
        <p:spPr>
          <a:xfrm>
            <a:off x="4824000" y="3471738"/>
            <a:ext cx="172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74" name="Google Shape;3574;p293"/>
          <p:cNvCxnSpPr/>
          <p:nvPr/>
        </p:nvCxnSpPr>
        <p:spPr>
          <a:xfrm>
            <a:off x="7199475" y="2239188"/>
            <a:ext cx="0" cy="114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75" name="Google Shape;3575;p293"/>
          <p:cNvCxnSpPr/>
          <p:nvPr/>
        </p:nvCxnSpPr>
        <p:spPr>
          <a:xfrm>
            <a:off x="8002375" y="2955438"/>
            <a:ext cx="446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76" name="Google Shape;3576;p293"/>
          <p:cNvCxnSpPr/>
          <p:nvPr/>
        </p:nvCxnSpPr>
        <p:spPr>
          <a:xfrm>
            <a:off x="7927850" y="2448363"/>
            <a:ext cx="0" cy="44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77" name="Google Shape;3577;p293"/>
          <p:cNvCxnSpPr/>
          <p:nvPr/>
        </p:nvCxnSpPr>
        <p:spPr>
          <a:xfrm>
            <a:off x="4908725" y="2257213"/>
            <a:ext cx="0" cy="114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78" name="Google Shape;3578;p293"/>
          <p:cNvCxnSpPr/>
          <p:nvPr/>
        </p:nvCxnSpPr>
        <p:spPr>
          <a:xfrm>
            <a:off x="2648225" y="2257213"/>
            <a:ext cx="0" cy="114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79" name="Google Shape;3579;p293"/>
          <p:cNvCxnSpPr/>
          <p:nvPr/>
        </p:nvCxnSpPr>
        <p:spPr>
          <a:xfrm>
            <a:off x="401975" y="2239188"/>
            <a:ext cx="0" cy="114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80" name="Google Shape;3580;p293"/>
          <p:cNvCxnSpPr/>
          <p:nvPr/>
        </p:nvCxnSpPr>
        <p:spPr>
          <a:xfrm>
            <a:off x="324000" y="3471738"/>
            <a:ext cx="172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81" name="Google Shape;3581;p293"/>
          <p:cNvCxnSpPr/>
          <p:nvPr/>
        </p:nvCxnSpPr>
        <p:spPr>
          <a:xfrm>
            <a:off x="2557050" y="3471738"/>
            <a:ext cx="172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82" name="Google Shape;3582;p293"/>
          <p:cNvCxnSpPr/>
          <p:nvPr/>
        </p:nvCxnSpPr>
        <p:spPr>
          <a:xfrm>
            <a:off x="7093500" y="3471738"/>
            <a:ext cx="172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83" name="Google Shape;3583;p293"/>
          <p:cNvSpPr txBox="1"/>
          <p:nvPr/>
        </p:nvSpPr>
        <p:spPr>
          <a:xfrm>
            <a:off x="356350" y="295545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4" name="Google Shape;3584;p293"/>
          <p:cNvSpPr txBox="1"/>
          <p:nvPr/>
        </p:nvSpPr>
        <p:spPr>
          <a:xfrm>
            <a:off x="2611525" y="295545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5" name="Google Shape;3585;p293"/>
          <p:cNvSpPr txBox="1"/>
          <p:nvPr/>
        </p:nvSpPr>
        <p:spPr>
          <a:xfrm>
            <a:off x="4824000" y="295545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6" name="Google Shape;3586;p293"/>
          <p:cNvSpPr txBox="1"/>
          <p:nvPr/>
        </p:nvSpPr>
        <p:spPr>
          <a:xfrm>
            <a:off x="7133750" y="295545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7" name="Google Shape;3587;p293"/>
          <p:cNvSpPr txBox="1"/>
          <p:nvPr/>
        </p:nvSpPr>
        <p:spPr>
          <a:xfrm>
            <a:off x="7565100" y="3382200"/>
            <a:ext cx="87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8" name="Google Shape;3588;p293"/>
          <p:cNvSpPr txBox="1"/>
          <p:nvPr/>
        </p:nvSpPr>
        <p:spPr>
          <a:xfrm>
            <a:off x="5282225" y="3416150"/>
            <a:ext cx="87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9" name="Google Shape;3589;p293"/>
          <p:cNvSpPr txBox="1"/>
          <p:nvPr/>
        </p:nvSpPr>
        <p:spPr>
          <a:xfrm>
            <a:off x="2929800" y="3416138"/>
            <a:ext cx="87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0" name="Google Shape;3590;p293"/>
          <p:cNvSpPr txBox="1"/>
          <p:nvPr/>
        </p:nvSpPr>
        <p:spPr>
          <a:xfrm>
            <a:off x="678775" y="3418250"/>
            <a:ext cx="87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1" name="Google Shape;3591;p293"/>
          <p:cNvSpPr txBox="1"/>
          <p:nvPr/>
        </p:nvSpPr>
        <p:spPr>
          <a:xfrm>
            <a:off x="7912375" y="285240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2" name="Google Shape;3592;p293"/>
          <p:cNvSpPr txBox="1"/>
          <p:nvPr/>
        </p:nvSpPr>
        <p:spPr>
          <a:xfrm>
            <a:off x="5377350" y="2802163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3" name="Google Shape;3593;p293"/>
          <p:cNvSpPr txBox="1"/>
          <p:nvPr/>
        </p:nvSpPr>
        <p:spPr>
          <a:xfrm>
            <a:off x="3607713" y="2694625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4" name="Google Shape;3594;p293"/>
          <p:cNvSpPr txBox="1"/>
          <p:nvPr/>
        </p:nvSpPr>
        <p:spPr>
          <a:xfrm>
            <a:off x="7290525" y="2457675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5" name="Google Shape;3595;p293"/>
          <p:cNvSpPr txBox="1"/>
          <p:nvPr/>
        </p:nvSpPr>
        <p:spPr>
          <a:xfrm>
            <a:off x="6021225" y="2263825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6" name="Google Shape;3596;p293"/>
          <p:cNvSpPr txBox="1"/>
          <p:nvPr/>
        </p:nvSpPr>
        <p:spPr>
          <a:xfrm>
            <a:off x="3068650" y="2241775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0" name="Shape 3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29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perimeter and area</a:t>
            </a:r>
            <a:endParaRPr/>
          </a:p>
        </p:txBody>
      </p:sp>
      <p:sp>
        <p:nvSpPr>
          <p:cNvPr id="3602" name="Google Shape;3602;p294"/>
          <p:cNvSpPr txBox="1"/>
          <p:nvPr>
            <p:ph idx="1" type="body"/>
          </p:nvPr>
        </p:nvSpPr>
        <p:spPr>
          <a:xfrm>
            <a:off x="324000" y="810000"/>
            <a:ext cx="82377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Which shapes have the same area? Which have the same perimeter?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b)                         c)                          d)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9ff464bb-b5fa-4d74-b8c2-0dda09848685&quot; data-equatio-type=&quot;image&quot;&gt;&lt;mglyph src=&quot;https://equatio-api.texthelp.com/desmos/get/21-06-2023/9ff464bb-b5fa-4d74-b8c2-0dda09848685&quot; alt=&quot;Equatio Image&quot;/&gt;&lt;/math&gt;" id="3603" name="Google Shape;3603;p29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239200"/>
            <a:ext cx="8496001" cy="11790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04" name="Google Shape;3604;p294"/>
          <p:cNvCxnSpPr/>
          <p:nvPr/>
        </p:nvCxnSpPr>
        <p:spPr>
          <a:xfrm>
            <a:off x="5409625" y="2899188"/>
            <a:ext cx="58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05" name="Google Shape;3605;p294"/>
          <p:cNvCxnSpPr/>
          <p:nvPr/>
        </p:nvCxnSpPr>
        <p:spPr>
          <a:xfrm>
            <a:off x="6046100" y="2257213"/>
            <a:ext cx="0" cy="58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06" name="Google Shape;3606;p294"/>
          <p:cNvCxnSpPr/>
          <p:nvPr/>
        </p:nvCxnSpPr>
        <p:spPr>
          <a:xfrm>
            <a:off x="3815875" y="2755138"/>
            <a:ext cx="44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07" name="Google Shape;3607;p294"/>
          <p:cNvCxnSpPr/>
          <p:nvPr/>
        </p:nvCxnSpPr>
        <p:spPr>
          <a:xfrm>
            <a:off x="3733775" y="2257213"/>
            <a:ext cx="0" cy="44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08" name="Google Shape;3608;p294"/>
          <p:cNvCxnSpPr/>
          <p:nvPr/>
        </p:nvCxnSpPr>
        <p:spPr>
          <a:xfrm>
            <a:off x="4824000" y="3471738"/>
            <a:ext cx="172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09" name="Google Shape;3609;p294"/>
          <p:cNvCxnSpPr/>
          <p:nvPr/>
        </p:nvCxnSpPr>
        <p:spPr>
          <a:xfrm>
            <a:off x="7199475" y="2239188"/>
            <a:ext cx="0" cy="114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10" name="Google Shape;3610;p294"/>
          <p:cNvCxnSpPr/>
          <p:nvPr/>
        </p:nvCxnSpPr>
        <p:spPr>
          <a:xfrm>
            <a:off x="8002375" y="2955438"/>
            <a:ext cx="446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11" name="Google Shape;3611;p294"/>
          <p:cNvCxnSpPr/>
          <p:nvPr/>
        </p:nvCxnSpPr>
        <p:spPr>
          <a:xfrm>
            <a:off x="7927850" y="2448363"/>
            <a:ext cx="0" cy="44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12" name="Google Shape;3612;p294"/>
          <p:cNvCxnSpPr/>
          <p:nvPr/>
        </p:nvCxnSpPr>
        <p:spPr>
          <a:xfrm>
            <a:off x="4908725" y="2257213"/>
            <a:ext cx="0" cy="114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13" name="Google Shape;3613;p294"/>
          <p:cNvCxnSpPr/>
          <p:nvPr/>
        </p:nvCxnSpPr>
        <p:spPr>
          <a:xfrm>
            <a:off x="2648225" y="2257213"/>
            <a:ext cx="0" cy="114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14" name="Google Shape;3614;p294"/>
          <p:cNvCxnSpPr/>
          <p:nvPr/>
        </p:nvCxnSpPr>
        <p:spPr>
          <a:xfrm>
            <a:off x="401975" y="2239188"/>
            <a:ext cx="0" cy="114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15" name="Google Shape;3615;p294"/>
          <p:cNvCxnSpPr/>
          <p:nvPr/>
        </p:nvCxnSpPr>
        <p:spPr>
          <a:xfrm>
            <a:off x="324000" y="3471738"/>
            <a:ext cx="172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16" name="Google Shape;3616;p294"/>
          <p:cNvCxnSpPr/>
          <p:nvPr/>
        </p:nvCxnSpPr>
        <p:spPr>
          <a:xfrm>
            <a:off x="2557050" y="3471738"/>
            <a:ext cx="172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17" name="Google Shape;3617;p294"/>
          <p:cNvCxnSpPr/>
          <p:nvPr/>
        </p:nvCxnSpPr>
        <p:spPr>
          <a:xfrm>
            <a:off x="7093500" y="3471738"/>
            <a:ext cx="172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18" name="Google Shape;3618;p294"/>
          <p:cNvSpPr txBox="1"/>
          <p:nvPr/>
        </p:nvSpPr>
        <p:spPr>
          <a:xfrm>
            <a:off x="356350" y="295545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9" name="Google Shape;3619;p294"/>
          <p:cNvSpPr txBox="1"/>
          <p:nvPr/>
        </p:nvSpPr>
        <p:spPr>
          <a:xfrm>
            <a:off x="2611525" y="295545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0" name="Google Shape;3620;p294"/>
          <p:cNvSpPr txBox="1"/>
          <p:nvPr/>
        </p:nvSpPr>
        <p:spPr>
          <a:xfrm>
            <a:off x="4824000" y="295545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1" name="Google Shape;3621;p294"/>
          <p:cNvSpPr txBox="1"/>
          <p:nvPr/>
        </p:nvSpPr>
        <p:spPr>
          <a:xfrm>
            <a:off x="7133750" y="295545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2" name="Google Shape;3622;p294"/>
          <p:cNvSpPr txBox="1"/>
          <p:nvPr/>
        </p:nvSpPr>
        <p:spPr>
          <a:xfrm>
            <a:off x="7565100" y="3382200"/>
            <a:ext cx="87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3" name="Google Shape;3623;p294"/>
          <p:cNvSpPr txBox="1"/>
          <p:nvPr/>
        </p:nvSpPr>
        <p:spPr>
          <a:xfrm>
            <a:off x="5282225" y="3416150"/>
            <a:ext cx="87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4" name="Google Shape;3624;p294"/>
          <p:cNvSpPr txBox="1"/>
          <p:nvPr/>
        </p:nvSpPr>
        <p:spPr>
          <a:xfrm>
            <a:off x="2929800" y="3416138"/>
            <a:ext cx="87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5" name="Google Shape;3625;p294"/>
          <p:cNvSpPr txBox="1"/>
          <p:nvPr/>
        </p:nvSpPr>
        <p:spPr>
          <a:xfrm>
            <a:off x="678775" y="3418250"/>
            <a:ext cx="87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6" name="Google Shape;3626;p294"/>
          <p:cNvSpPr txBox="1"/>
          <p:nvPr/>
        </p:nvSpPr>
        <p:spPr>
          <a:xfrm>
            <a:off x="7912375" y="285240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7" name="Google Shape;3627;p294"/>
          <p:cNvSpPr txBox="1"/>
          <p:nvPr/>
        </p:nvSpPr>
        <p:spPr>
          <a:xfrm>
            <a:off x="5377350" y="2802163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8" name="Google Shape;3628;p294"/>
          <p:cNvSpPr txBox="1"/>
          <p:nvPr/>
        </p:nvSpPr>
        <p:spPr>
          <a:xfrm>
            <a:off x="3607713" y="2694625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9" name="Google Shape;3629;p294"/>
          <p:cNvSpPr txBox="1"/>
          <p:nvPr/>
        </p:nvSpPr>
        <p:spPr>
          <a:xfrm>
            <a:off x="7290525" y="2457675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0" name="Google Shape;3630;p294"/>
          <p:cNvSpPr txBox="1"/>
          <p:nvPr/>
        </p:nvSpPr>
        <p:spPr>
          <a:xfrm>
            <a:off x="6021225" y="2263825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1" name="Google Shape;3631;p294"/>
          <p:cNvSpPr txBox="1"/>
          <p:nvPr/>
        </p:nvSpPr>
        <p:spPr>
          <a:xfrm>
            <a:off x="3068650" y="2241775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2" name="Google Shape;3632;p294"/>
          <p:cNvSpPr txBox="1"/>
          <p:nvPr/>
        </p:nvSpPr>
        <p:spPr>
          <a:xfrm>
            <a:off x="324000" y="3916425"/>
            <a:ext cx="849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Shape A has an area of 80 mm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Shapes B, C and D all have the same area of 71 mm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6" name="Shape 3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7" name="Google Shape;3637;p29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perimeter and area</a:t>
            </a:r>
            <a:endParaRPr/>
          </a:p>
        </p:txBody>
      </p:sp>
      <p:sp>
        <p:nvSpPr>
          <p:cNvPr id="3638" name="Google Shape;3638;p295"/>
          <p:cNvSpPr txBox="1"/>
          <p:nvPr>
            <p:ph idx="1" type="body"/>
          </p:nvPr>
        </p:nvSpPr>
        <p:spPr>
          <a:xfrm>
            <a:off x="324000" y="810000"/>
            <a:ext cx="82377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Which shapes have the same area? Which have the same perimeter?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b)                         c)                          d)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9ff464bb-b5fa-4d74-b8c2-0dda09848685&quot; data-equatio-type=&quot;image&quot;&gt;&lt;mglyph src=&quot;https://equatio-api.texthelp.com/desmos/get/21-06-2023/9ff464bb-b5fa-4d74-b8c2-0dda09848685&quot; alt=&quot;Equatio Image&quot;/&gt;&lt;/math&gt;" id="3639" name="Google Shape;3639;p29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239200"/>
            <a:ext cx="8496001" cy="11790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40" name="Google Shape;3640;p295"/>
          <p:cNvCxnSpPr/>
          <p:nvPr/>
        </p:nvCxnSpPr>
        <p:spPr>
          <a:xfrm>
            <a:off x="5409625" y="2899188"/>
            <a:ext cx="58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41" name="Google Shape;3641;p295"/>
          <p:cNvCxnSpPr/>
          <p:nvPr/>
        </p:nvCxnSpPr>
        <p:spPr>
          <a:xfrm>
            <a:off x="6046100" y="2257213"/>
            <a:ext cx="0" cy="58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42" name="Google Shape;3642;p295"/>
          <p:cNvCxnSpPr/>
          <p:nvPr/>
        </p:nvCxnSpPr>
        <p:spPr>
          <a:xfrm>
            <a:off x="3815875" y="2755138"/>
            <a:ext cx="44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43" name="Google Shape;3643;p295"/>
          <p:cNvCxnSpPr/>
          <p:nvPr/>
        </p:nvCxnSpPr>
        <p:spPr>
          <a:xfrm>
            <a:off x="3733775" y="2257213"/>
            <a:ext cx="0" cy="44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44" name="Google Shape;3644;p295"/>
          <p:cNvCxnSpPr/>
          <p:nvPr/>
        </p:nvCxnSpPr>
        <p:spPr>
          <a:xfrm>
            <a:off x="4824000" y="3471738"/>
            <a:ext cx="172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45" name="Google Shape;3645;p295"/>
          <p:cNvCxnSpPr/>
          <p:nvPr/>
        </p:nvCxnSpPr>
        <p:spPr>
          <a:xfrm>
            <a:off x="7199475" y="2239188"/>
            <a:ext cx="0" cy="114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46" name="Google Shape;3646;p295"/>
          <p:cNvCxnSpPr/>
          <p:nvPr/>
        </p:nvCxnSpPr>
        <p:spPr>
          <a:xfrm>
            <a:off x="8002375" y="2955438"/>
            <a:ext cx="446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47" name="Google Shape;3647;p295"/>
          <p:cNvCxnSpPr/>
          <p:nvPr/>
        </p:nvCxnSpPr>
        <p:spPr>
          <a:xfrm>
            <a:off x="7927850" y="2448363"/>
            <a:ext cx="0" cy="44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48" name="Google Shape;3648;p295"/>
          <p:cNvCxnSpPr/>
          <p:nvPr/>
        </p:nvCxnSpPr>
        <p:spPr>
          <a:xfrm>
            <a:off x="4908725" y="2257213"/>
            <a:ext cx="0" cy="114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49" name="Google Shape;3649;p295"/>
          <p:cNvCxnSpPr/>
          <p:nvPr/>
        </p:nvCxnSpPr>
        <p:spPr>
          <a:xfrm>
            <a:off x="2648225" y="2257213"/>
            <a:ext cx="0" cy="114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50" name="Google Shape;3650;p295"/>
          <p:cNvCxnSpPr/>
          <p:nvPr/>
        </p:nvCxnSpPr>
        <p:spPr>
          <a:xfrm>
            <a:off x="401975" y="2239188"/>
            <a:ext cx="0" cy="114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51" name="Google Shape;3651;p295"/>
          <p:cNvCxnSpPr/>
          <p:nvPr/>
        </p:nvCxnSpPr>
        <p:spPr>
          <a:xfrm>
            <a:off x="324000" y="3471738"/>
            <a:ext cx="172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52" name="Google Shape;3652;p295"/>
          <p:cNvCxnSpPr/>
          <p:nvPr/>
        </p:nvCxnSpPr>
        <p:spPr>
          <a:xfrm>
            <a:off x="2557050" y="3471738"/>
            <a:ext cx="172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53" name="Google Shape;3653;p295"/>
          <p:cNvCxnSpPr/>
          <p:nvPr/>
        </p:nvCxnSpPr>
        <p:spPr>
          <a:xfrm>
            <a:off x="7093500" y="3471738"/>
            <a:ext cx="172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54" name="Google Shape;3654;p295"/>
          <p:cNvSpPr txBox="1"/>
          <p:nvPr/>
        </p:nvSpPr>
        <p:spPr>
          <a:xfrm>
            <a:off x="356350" y="295545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5" name="Google Shape;3655;p295"/>
          <p:cNvSpPr txBox="1"/>
          <p:nvPr/>
        </p:nvSpPr>
        <p:spPr>
          <a:xfrm>
            <a:off x="2611525" y="295545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6" name="Google Shape;3656;p295"/>
          <p:cNvSpPr txBox="1"/>
          <p:nvPr/>
        </p:nvSpPr>
        <p:spPr>
          <a:xfrm>
            <a:off x="4824000" y="295545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7" name="Google Shape;3657;p295"/>
          <p:cNvSpPr txBox="1"/>
          <p:nvPr/>
        </p:nvSpPr>
        <p:spPr>
          <a:xfrm>
            <a:off x="7133750" y="295545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8" name="Google Shape;3658;p295"/>
          <p:cNvSpPr txBox="1"/>
          <p:nvPr/>
        </p:nvSpPr>
        <p:spPr>
          <a:xfrm>
            <a:off x="7565100" y="3382200"/>
            <a:ext cx="87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9" name="Google Shape;3659;p295"/>
          <p:cNvSpPr txBox="1"/>
          <p:nvPr/>
        </p:nvSpPr>
        <p:spPr>
          <a:xfrm>
            <a:off x="5282225" y="3416150"/>
            <a:ext cx="87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0" name="Google Shape;3660;p295"/>
          <p:cNvSpPr txBox="1"/>
          <p:nvPr/>
        </p:nvSpPr>
        <p:spPr>
          <a:xfrm>
            <a:off x="2929800" y="3416138"/>
            <a:ext cx="87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1" name="Google Shape;3661;p295"/>
          <p:cNvSpPr txBox="1"/>
          <p:nvPr/>
        </p:nvSpPr>
        <p:spPr>
          <a:xfrm>
            <a:off x="678775" y="3418250"/>
            <a:ext cx="87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2" name="Google Shape;3662;p295"/>
          <p:cNvSpPr txBox="1"/>
          <p:nvPr/>
        </p:nvSpPr>
        <p:spPr>
          <a:xfrm>
            <a:off x="7912375" y="2852400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3" name="Google Shape;3663;p295"/>
          <p:cNvSpPr txBox="1"/>
          <p:nvPr/>
        </p:nvSpPr>
        <p:spPr>
          <a:xfrm>
            <a:off x="5377350" y="2802163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4" name="Google Shape;3664;p295"/>
          <p:cNvSpPr txBox="1"/>
          <p:nvPr/>
        </p:nvSpPr>
        <p:spPr>
          <a:xfrm>
            <a:off x="3607713" y="2694625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5" name="Google Shape;3665;p295"/>
          <p:cNvSpPr txBox="1"/>
          <p:nvPr/>
        </p:nvSpPr>
        <p:spPr>
          <a:xfrm>
            <a:off x="7290525" y="2457675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6" name="Google Shape;3666;p295"/>
          <p:cNvSpPr txBox="1"/>
          <p:nvPr/>
        </p:nvSpPr>
        <p:spPr>
          <a:xfrm>
            <a:off x="6021225" y="2263825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7" name="Google Shape;3667;p295"/>
          <p:cNvSpPr txBox="1"/>
          <p:nvPr/>
        </p:nvSpPr>
        <p:spPr>
          <a:xfrm>
            <a:off x="3068650" y="2241775"/>
            <a:ext cx="79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8" name="Google Shape;3668;p295"/>
          <p:cNvSpPr txBox="1"/>
          <p:nvPr/>
        </p:nvSpPr>
        <p:spPr>
          <a:xfrm>
            <a:off x="317801" y="3805093"/>
            <a:ext cx="849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Shapes A and B both have a perimeter of 36 mm. Shape C has a perimeter of 42 mm.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Shape D is ambiguous - do you want to include the square or not?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2" name="Shape 3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3" name="Google Shape;3673;p29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perimeter and area</a:t>
            </a:r>
            <a:endParaRPr/>
          </a:p>
        </p:txBody>
      </p:sp>
      <p:sp>
        <p:nvSpPr>
          <p:cNvPr id="3674" name="Google Shape;3674;p296"/>
          <p:cNvSpPr txBox="1"/>
          <p:nvPr>
            <p:ph idx="1" type="body"/>
          </p:nvPr>
        </p:nvSpPr>
        <p:spPr>
          <a:xfrm>
            <a:off x="324000" y="810000"/>
            <a:ext cx="82377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calculating perimeter or area for composite rectilinear shapes, it can be more efficient to consider manipulating the shape.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8" name="Shape 3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9" name="Google Shape;3679;p297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perimeter and area</a:t>
            </a:r>
            <a:endParaRPr/>
          </a:p>
        </p:txBody>
      </p:sp>
      <p:sp>
        <p:nvSpPr>
          <p:cNvPr id="3680" name="Google Shape;3680;p297"/>
          <p:cNvSpPr txBox="1"/>
          <p:nvPr>
            <p:ph idx="1" type="body"/>
          </p:nvPr>
        </p:nvSpPr>
        <p:spPr>
          <a:xfrm>
            <a:off x="324000" y="810000"/>
            <a:ext cx="8237700" cy="3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Match the word to its definition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perimeter                         size of the surface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area                                 distance around a 2D shape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length                              measurement between two points</a:t>
            </a:r>
            <a:endParaRPr/>
          </a:p>
        </p:txBody>
      </p:sp>
      <p:cxnSp>
        <p:nvCxnSpPr>
          <p:cNvPr id="3681" name="Google Shape;3681;p297"/>
          <p:cNvCxnSpPr/>
          <p:nvPr/>
        </p:nvCxnSpPr>
        <p:spPr>
          <a:xfrm flipH="1" rot="10800000">
            <a:off x="1104350" y="2046900"/>
            <a:ext cx="2246700" cy="10287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2" name="Google Shape;3682;p297"/>
          <p:cNvCxnSpPr/>
          <p:nvPr/>
        </p:nvCxnSpPr>
        <p:spPr>
          <a:xfrm>
            <a:off x="1716313" y="2046900"/>
            <a:ext cx="1622400" cy="10287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3" name="Google Shape;3683;p297"/>
          <p:cNvCxnSpPr/>
          <p:nvPr/>
        </p:nvCxnSpPr>
        <p:spPr>
          <a:xfrm>
            <a:off x="1278995" y="4082725"/>
            <a:ext cx="2004300" cy="63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4" name="Google Shape;3684;p297"/>
          <p:cNvCxnSpPr/>
          <p:nvPr/>
        </p:nvCxnSpPr>
        <p:spPr>
          <a:xfrm flipH="1" rot="10800000">
            <a:off x="1278995" y="3151225"/>
            <a:ext cx="2090700" cy="9315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8" name="Shape 3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9" name="Google Shape;3689;p298"/>
          <p:cNvSpPr txBox="1"/>
          <p:nvPr>
            <p:ph type="title"/>
          </p:nvPr>
        </p:nvSpPr>
        <p:spPr>
          <a:xfrm>
            <a:off x="1684800" y="43825"/>
            <a:ext cx="7135200" cy="615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composite rectilinear shapes</a:t>
            </a:r>
            <a:endParaRPr/>
          </a:p>
        </p:txBody>
      </p:sp>
      <p:sp>
        <p:nvSpPr>
          <p:cNvPr id="3690" name="Google Shape;3690;p298"/>
          <p:cNvSpPr txBox="1"/>
          <p:nvPr>
            <p:ph idx="1" type="body"/>
          </p:nvPr>
        </p:nvSpPr>
        <p:spPr>
          <a:xfrm>
            <a:off x="324000" y="1080000"/>
            <a:ext cx="8113800" cy="3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composite rectilinear shape may not have the length of every side shown.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In these situations, you may need to deduce the missing side length in order to find the area.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Given the area of a composite rectilinear shape, it may be possible to calculate a missing side length.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4" name="Shape 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Google Shape;3695;p299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696" name="Google Shape;3696;p2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ak theme - May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