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5df693b78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5df693b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468000" y="21594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Calculating area with missing side lengths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area of each composite rectilinear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130" name="Google Shape;13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6550">
            <a:off x="1047428" y="3178186"/>
            <a:ext cx="1347537" cy="2021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131" name="Google Shape;131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6139" y="3043439"/>
            <a:ext cx="2415861" cy="18208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4"/>
          <p:cNvCxnSpPr/>
          <p:nvPr/>
        </p:nvCxnSpPr>
        <p:spPr>
          <a:xfrm flipH="1">
            <a:off x="2473007" y="4066340"/>
            <a:ext cx="484500" cy="42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2009599" y="4120928"/>
            <a:ext cx="350700" cy="39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2090636" y="2956799"/>
            <a:ext cx="893400" cy="99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>
            <a:off x="5674424" y="3811999"/>
            <a:ext cx="1390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>
            <a:off x="4713247" y="3811999"/>
            <a:ext cx="32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4"/>
          <p:cNvCxnSpPr/>
          <p:nvPr/>
        </p:nvCxnSpPr>
        <p:spPr>
          <a:xfrm>
            <a:off x="4676139" y="4977049"/>
            <a:ext cx="2402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4"/>
          <p:cNvCxnSpPr/>
          <p:nvPr/>
        </p:nvCxnSpPr>
        <p:spPr>
          <a:xfrm>
            <a:off x="5326676" y="4258548"/>
            <a:ext cx="0" cy="57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" name="Google Shape;139;p14"/>
          <p:cNvCxnSpPr/>
          <p:nvPr/>
        </p:nvCxnSpPr>
        <p:spPr>
          <a:xfrm>
            <a:off x="5326676" y="3078387"/>
            <a:ext cx="0" cy="33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" name="Google Shape;140;p14"/>
          <p:cNvCxnSpPr/>
          <p:nvPr/>
        </p:nvCxnSpPr>
        <p:spPr>
          <a:xfrm>
            <a:off x="4551282" y="3043428"/>
            <a:ext cx="0" cy="181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" name="Google Shape;141;p14"/>
          <p:cNvSpPr txBox="1"/>
          <p:nvPr/>
        </p:nvSpPr>
        <p:spPr>
          <a:xfrm>
            <a:off x="2472993" y="3118906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1802904" y="4258559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2653162" y="4135041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3951100" y="3661318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326676" y="3057344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5294480" y="4337557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4630027" y="3462377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991118" y="3523939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5493554" y="4897427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19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4"/>
          <p:cNvCxnSpPr/>
          <p:nvPr/>
        </p:nvCxnSpPr>
        <p:spPr>
          <a:xfrm flipH="1">
            <a:off x="468114" y="2958498"/>
            <a:ext cx="1480800" cy="132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" name="Google Shape;151;p14"/>
          <p:cNvSpPr txBox="1"/>
          <p:nvPr/>
        </p:nvSpPr>
        <p:spPr>
          <a:xfrm>
            <a:off x="745085" y="3220778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16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" name="Google Shape;152;p14"/>
          <p:cNvCxnSpPr>
            <a:stCxn id="142" idx="0"/>
          </p:cNvCxnSpPr>
          <p:nvPr/>
        </p:nvCxnSpPr>
        <p:spPr>
          <a:xfrm flipH="1">
            <a:off x="1179204" y="4258559"/>
            <a:ext cx="972000" cy="857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" name="Google Shape;153;p14"/>
          <p:cNvSpPr txBox="1"/>
          <p:nvPr/>
        </p:nvSpPr>
        <p:spPr>
          <a:xfrm>
            <a:off x="1566188" y="4593413"/>
            <a:ext cx="79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11 m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468000" y="5617788"/>
            <a:ext cx="2962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16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12 - 11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4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192 - 44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148 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5115775" y="3501813"/>
            <a:ext cx="79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9 m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5176738" y="3803975"/>
            <a:ext cx="79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6 m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7" name="Google Shape;157;p14"/>
          <p:cNvCxnSpPr/>
          <p:nvPr/>
        </p:nvCxnSpPr>
        <p:spPr>
          <a:xfrm flipH="1">
            <a:off x="5141741" y="3409484"/>
            <a:ext cx="14700" cy="8262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" name="Google Shape;158;p14"/>
          <p:cNvCxnSpPr/>
          <p:nvPr/>
        </p:nvCxnSpPr>
        <p:spPr>
          <a:xfrm rot="10800000">
            <a:off x="5034675" y="4107800"/>
            <a:ext cx="625800" cy="21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" name="Google Shape;159;p14"/>
          <p:cNvSpPr txBox="1"/>
          <p:nvPr/>
        </p:nvSpPr>
        <p:spPr>
          <a:xfrm>
            <a:off x="4125600" y="5618650"/>
            <a:ext cx="2962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17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19 - 9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6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323 - 54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269 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" name="Google Shape;160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2" name="Google Shape;162;p14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/>
        </p:nvSpPr>
        <p:spPr>
          <a:xfrm>
            <a:off x="475525" y="5873950"/>
            <a:ext cx="82377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Working with perimeter and area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Which shapes have the same area? Which have the same perimeter?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b)                                      c)                                      d)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9ff464bb-b5fa-4d74-b8c2-0dda09848685&quot; data-equatio-type=&quot;image&quot;&gt;&lt;mglyph src=&quot;https://equatio-api.texthelp.com/desmos/get/21-06-2023/9ff464bb-b5fa-4d74-b8c2-0dda09848685&quot; alt=&quot;Equatio Image&quot;/&gt;&lt;/math&gt;" id="168" name="Google Shape;168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25" y="6896660"/>
            <a:ext cx="6624002" cy="919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5"/>
          <p:cNvCxnSpPr/>
          <p:nvPr/>
        </p:nvCxnSpPr>
        <p:spPr>
          <a:xfrm>
            <a:off x="4440587" y="7411220"/>
            <a:ext cx="45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15"/>
          <p:cNvCxnSpPr/>
          <p:nvPr/>
        </p:nvCxnSpPr>
        <p:spPr>
          <a:xfrm>
            <a:off x="4936822" y="6910703"/>
            <a:ext cx="0" cy="45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15"/>
          <p:cNvCxnSpPr/>
          <p:nvPr/>
        </p:nvCxnSpPr>
        <p:spPr>
          <a:xfrm>
            <a:off x="3198003" y="7298911"/>
            <a:ext cx="34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15"/>
          <p:cNvCxnSpPr/>
          <p:nvPr/>
        </p:nvCxnSpPr>
        <p:spPr>
          <a:xfrm>
            <a:off x="3133993" y="6910703"/>
            <a:ext cx="0" cy="34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" name="Google Shape;173;p15"/>
          <p:cNvCxnSpPr/>
          <p:nvPr/>
        </p:nvCxnSpPr>
        <p:spPr>
          <a:xfrm>
            <a:off x="3983998" y="785760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5836063" y="6896650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" name="Google Shape;175;p15"/>
          <p:cNvCxnSpPr/>
          <p:nvPr/>
        </p:nvCxnSpPr>
        <p:spPr>
          <a:xfrm>
            <a:off x="6462052" y="7455075"/>
            <a:ext cx="34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" name="Google Shape;176;p15"/>
          <p:cNvCxnSpPr/>
          <p:nvPr/>
        </p:nvCxnSpPr>
        <p:spPr>
          <a:xfrm>
            <a:off x="6403948" y="7059734"/>
            <a:ext cx="0" cy="35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" name="Google Shape;177;p15"/>
          <p:cNvCxnSpPr/>
          <p:nvPr/>
        </p:nvCxnSpPr>
        <p:spPr>
          <a:xfrm>
            <a:off x="4050055" y="6910703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" name="Google Shape;178;p15"/>
          <p:cNvCxnSpPr/>
          <p:nvPr/>
        </p:nvCxnSpPr>
        <p:spPr>
          <a:xfrm>
            <a:off x="2287632" y="6910703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" name="Google Shape;179;p15"/>
          <p:cNvCxnSpPr/>
          <p:nvPr/>
        </p:nvCxnSpPr>
        <p:spPr>
          <a:xfrm>
            <a:off x="536319" y="6896650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" name="Google Shape;180;p15"/>
          <p:cNvCxnSpPr/>
          <p:nvPr/>
        </p:nvCxnSpPr>
        <p:spPr>
          <a:xfrm>
            <a:off x="475525" y="785760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" name="Google Shape;181;p15"/>
          <p:cNvCxnSpPr/>
          <p:nvPr/>
        </p:nvCxnSpPr>
        <p:spPr>
          <a:xfrm>
            <a:off x="2216546" y="785760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15"/>
          <p:cNvCxnSpPr/>
          <p:nvPr/>
        </p:nvCxnSpPr>
        <p:spPr>
          <a:xfrm>
            <a:off x="5753438" y="785760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" name="Google Shape;183;p15"/>
          <p:cNvSpPr txBox="1"/>
          <p:nvPr/>
        </p:nvSpPr>
        <p:spPr>
          <a:xfrm>
            <a:off x="467997" y="7179298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2259018" y="7455085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3983998" y="7455085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5784820" y="7455085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6121126" y="7787801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4341258" y="7814270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2507165" y="7814261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752129" y="7815908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6391883" y="7374742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4415423" y="7335574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3035707" y="7251732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5907051" y="7066994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4917428" y="6915859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2615421" y="6898667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399325" y="8266525"/>
            <a:ext cx="662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Shape A has an area of 80 mm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. Shapes B, C and D all have the same area of 71 mm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399325" y="8722850"/>
            <a:ext cx="66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Shapes A and B both have a perimeter of 36 mm. Shape C has a perimeter of 42 mm. 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Shape D is ambiguous - do you want to include the square or not?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3903375" y="1006155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0" name="Google Shape;200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sp>
        <p:nvSpPr>
          <p:cNvPr id="201" name="Google Shape;201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cxnSp>
        <p:nvCxnSpPr>
          <p:cNvPr id="202" name="Google Shape;202;p15"/>
          <p:cNvCxnSpPr/>
          <p:nvPr/>
        </p:nvCxnSpPr>
        <p:spPr>
          <a:xfrm>
            <a:off x="474750" y="561172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15"/>
          <p:cNvSpPr txBox="1"/>
          <p:nvPr/>
        </p:nvSpPr>
        <p:spPr>
          <a:xfrm>
            <a:off x="475525" y="950175"/>
            <a:ext cx="8237700" cy="9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a missing side length using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length of the marked side.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204" name="Google Shape;204;p1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906548">
            <a:off x="1214565" y="1841639"/>
            <a:ext cx="1311954" cy="1967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205" name="Google Shape;205;p15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7457" y="1710451"/>
            <a:ext cx="2352069" cy="1772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15"/>
          <p:cNvCxnSpPr/>
          <p:nvPr/>
        </p:nvCxnSpPr>
        <p:spPr>
          <a:xfrm flipH="1">
            <a:off x="2602607" y="2706341"/>
            <a:ext cx="471600" cy="41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" name="Google Shape;207;p15"/>
          <p:cNvCxnSpPr/>
          <p:nvPr/>
        </p:nvCxnSpPr>
        <p:spPr>
          <a:xfrm>
            <a:off x="2151329" y="2759487"/>
            <a:ext cx="341700" cy="38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" name="Google Shape;208;p15"/>
          <p:cNvCxnSpPr/>
          <p:nvPr/>
        </p:nvCxnSpPr>
        <p:spPr>
          <a:xfrm>
            <a:off x="2230226" y="1626098"/>
            <a:ext cx="870000" cy="97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" name="Google Shape;209;p15"/>
          <p:cNvCxnSpPr/>
          <p:nvPr/>
        </p:nvCxnSpPr>
        <p:spPr>
          <a:xfrm>
            <a:off x="5099197" y="2784587"/>
            <a:ext cx="60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15"/>
          <p:cNvCxnSpPr/>
          <p:nvPr/>
        </p:nvCxnSpPr>
        <p:spPr>
          <a:xfrm>
            <a:off x="4747457" y="3593001"/>
            <a:ext cx="233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1" name="Google Shape;211;p15"/>
          <p:cNvCxnSpPr/>
          <p:nvPr/>
        </p:nvCxnSpPr>
        <p:spPr>
          <a:xfrm>
            <a:off x="5167632" y="2060770"/>
            <a:ext cx="0" cy="80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" name="Google Shape;212;p15"/>
          <p:cNvCxnSpPr/>
          <p:nvPr/>
        </p:nvCxnSpPr>
        <p:spPr>
          <a:xfrm>
            <a:off x="4625896" y="1710440"/>
            <a:ext cx="0" cy="176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3" name="Google Shape;213;p15"/>
          <p:cNvSpPr txBox="1"/>
          <p:nvPr/>
        </p:nvSpPr>
        <p:spPr>
          <a:xfrm>
            <a:off x="2602487" y="1783925"/>
            <a:ext cx="78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1872593" y="2893484"/>
            <a:ext cx="75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4004206" y="2312014"/>
            <a:ext cx="71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5131269" y="2178262"/>
            <a:ext cx="67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5131269" y="2473823"/>
            <a:ext cx="67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15"/>
          <p:cNvCxnSpPr/>
          <p:nvPr/>
        </p:nvCxnSpPr>
        <p:spPr>
          <a:xfrm flipH="1">
            <a:off x="650446" y="1627753"/>
            <a:ext cx="1441800" cy="129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9" name="Google Shape;219;p15"/>
          <p:cNvSpPr txBox="1"/>
          <p:nvPr/>
        </p:nvSpPr>
        <p:spPr>
          <a:xfrm>
            <a:off x="813079" y="1883107"/>
            <a:ext cx="78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479300" y="3515365"/>
            <a:ext cx="178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Area = 309 cm</a:t>
            </a:r>
            <a:r>
              <a:rPr baseline="30000"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4912063" y="3878729"/>
            <a:ext cx="178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Area = 187 cm</a:t>
            </a:r>
            <a:r>
              <a:rPr baseline="30000"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2528200" y="2805750"/>
            <a:ext cx="7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5526438" y="3496300"/>
            <a:ext cx="7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479300" y="4031325"/>
            <a:ext cx="2149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309 = 23 × 11 + 7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309 = 253 + 7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56 = 7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8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marked side is 8 cm long.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4568650" y="4223350"/>
            <a:ext cx="235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187 = 13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− 4 × 2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187 = 13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195 = 13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15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marked side is 15 cm long.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