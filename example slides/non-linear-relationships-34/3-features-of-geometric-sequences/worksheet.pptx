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" name="Shape 176"/>
        <p:cNvGrpSpPr/>
        <p:nvPr/>
      </p:nvGrpSpPr>
      <p:grpSpPr>
        <a:xfrm>
          <a:off x="0" y="0"/>
          <a:ext cx="0" cy="0"/>
        </a:xfrm>
      </p:grpSpPr>
      <p:sp>
        <p:nvSpPr>
          <p:cNvPr id="177" name="Google Shape;17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geometric sequences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1840931"/>
            <a:ext cx="6624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Sort these sequences into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geometric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arithmetic and ‘other’.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2" y="1354175"/>
            <a:ext cx="63246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Identifying geometric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2310976"/>
            <a:ext cx="23265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5,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3409014"/>
            <a:ext cx="23265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4507052"/>
            <a:ext cx="23265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6400" y="6703128"/>
            <a:ext cx="19473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6400" y="5605090"/>
            <a:ext cx="30174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−2, 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−16,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812442" y="3398283"/>
            <a:ext cx="28281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812442" y="5599100"/>
            <a:ext cx="28281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10, 20,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240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812442" y="6699508"/>
            <a:ext cx="28281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10, 20,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160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76400" y="7801169"/>
            <a:ext cx="25446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28, 40,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3812442" y="2297875"/>
            <a:ext cx="26643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46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812442" y="7799916"/>
            <a:ext cx="32880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10 000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812442" y="4498692"/>
            <a:ext cx="32880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83157" y="9751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1" name="Google Shape;18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geometric sequences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476400" y="1363713"/>
            <a:ext cx="6158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Generate the first five terms of these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geometric sequences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76402" y="896975"/>
            <a:ext cx="6056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Generating geometric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1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rcRect l="49202"/>
          <a:stretch>
            <a:fillRect/>
          </a:stretch>
        </p:blipFill>
        <p:spPr>
          <a:xfrm>
            <a:off x="2802152" y="3779566"/>
            <a:ext cx="104028" cy="31555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476400" y="1618386"/>
            <a:ext cx="35517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76400" y="2056968"/>
            <a:ext cx="35517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76400" y="2495550"/>
            <a:ext cx="35517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: 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76400" y="3372717"/>
            <a:ext cx="4783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: 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76400" y="3811300"/>
            <a:ext cx="23244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76400" y="2934123"/>
            <a:ext cx="45945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: 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76400" y="4249885"/>
            <a:ext cx="430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1875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: 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76400" y="4688450"/>
            <a:ext cx="34269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: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between terms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76400" y="5407500"/>
            <a:ext cx="50064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is generating these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geometric sequences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76400" y="6485867"/>
            <a:ext cx="29847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76400" y="5781692"/>
            <a:ext cx="29847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21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0673" y="5709622"/>
            <a:ext cx="217394" cy="3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&lt;math xmlns=&quot;http://www.w3.org/1998/Math/MathML&quot; display=&quot;block&quot; data-is-equatio=&quot;1&quot; data-latex=&quot;\times\frac{2}{3}&quot;&gt;&lt;mo&gt;×&lt;/mo&gt;&lt;mfrac&gt;&lt;mn&gt;2&lt;/mn&gt;&lt;mn&gt;3&lt;/mn&gt;&lt;/mfrac&gt;&lt;/math&gt;" title="time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2179" y="6375173"/>
            <a:ext cx="217394" cy="3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&lt;math xmlns=&quot;http://www.w3.org/1998/Math/MathML&quot; display=&quot;block&quot; data-is-equatio=&quot;1&quot; data-latex=&quot;\times\frac{3}{2}&quot;&gt;&lt;mo&gt;×&lt;/mo&gt;&lt;mfrac&gt;&lt;mn&gt;3&lt;/mn&gt;&lt;mn&gt;2&lt;/mn&gt;&lt;/mfrac&gt;&lt;/math&gt;" title="times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4525" y="7130399"/>
            <a:ext cx="217400" cy="31148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476400" y="7182046"/>
            <a:ext cx="29847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1144952" y="7678875"/>
            <a:ext cx="3383598" cy="69895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 flipH="1">
            <a:off x="1426850" y="7725775"/>
            <a:ext cx="31017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Because these multipliers are fractions, all of these will be decreasing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476401" y="7984250"/>
            <a:ext cx="818020" cy="94335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2507257" y="8491590"/>
            <a:ext cx="27660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Alex that he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Features of geometric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2024-02-06T11:35:22.224</cp:lastPrinted>
  <dcterms:created xsi:type="dcterms:W3CDTF">2024-02-06T11:35:22Z</dcterms:created>
  <dcterms:modified xsi:type="dcterms:W3CDTF">2024-02-06T11:35:31Z</dcterms:modified>
</cp:coreProperties>
</file>