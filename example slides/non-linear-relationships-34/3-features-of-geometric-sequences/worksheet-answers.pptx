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sp>
        <p:nvSpPr>
          <p:cNvPr id="223" name="Google Shape;22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geometric sequences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500575" y="4329050"/>
            <a:ext cx="6599700" cy="982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00569" y="2195653"/>
            <a:ext cx="6599700" cy="982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00569" y="3417424"/>
            <a:ext cx="6599700" cy="688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6400" y="1840931"/>
            <a:ext cx="66240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Sort these sequences into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geometric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arithmetic and ‘other’.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2" y="1354175"/>
            <a:ext cx="63246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Identifying geometric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95219" y="3719699"/>
            <a:ext cx="2170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1, 2,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5,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95219" y="2494143"/>
            <a:ext cx="2170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1, 2,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620906" y="4379991"/>
            <a:ext cx="18795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1, 2,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562198" y="3439545"/>
            <a:ext cx="23745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28, 40,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52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596971" y="3426139"/>
            <a:ext cx="471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+12</a:t>
            </a:r>
            <a:endParaRPr sz="1200" b="1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562198" y="2246021"/>
            <a:ext cx="181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95219" y="2803713"/>
            <a:ext cx="28155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−2, −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−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−16,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131830" y="4377252"/>
            <a:ext cx="2218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155419" y="4782115"/>
            <a:ext cx="26391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j)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10, 20,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240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1200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3562198" y="2539690"/>
            <a:ext cx="26391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k)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10, 20,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160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645369" y="4795574"/>
            <a:ext cx="21315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46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562198" y="2843027"/>
            <a:ext cx="30681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10 000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562198" y="3724424"/>
            <a:ext cx="24861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40182" y="2225338"/>
            <a:ext cx="19341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Geometric sequences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40182" y="3447109"/>
            <a:ext cx="19341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Arithmetic sequences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40179" y="4371832"/>
            <a:ext cx="9972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Other sequences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2393231" y="2475208"/>
            <a:ext cx="2991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×2</a:t>
            </a:r>
            <a:endParaRPr sz="1200" b="1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2404185" y="2760032"/>
            <a:ext cx="2991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×2</a:t>
            </a:r>
            <a:endParaRPr sz="1200" b="1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797727" y="2545975"/>
            <a:ext cx="2991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×2</a:t>
            </a:r>
            <a:endParaRPr sz="1200" b="1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777914" y="2308684"/>
            <a:ext cx="2991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×4</a:t>
            </a:r>
            <a:endParaRPr sz="1200" b="1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787666" y="2803452"/>
            <a:ext cx="471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×10</a:t>
            </a:r>
            <a:endParaRPr sz="1200" b="1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596963" y="3730585"/>
            <a:ext cx="471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+30</a:t>
            </a:r>
            <a:endParaRPr sz="1200" b="1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393236" y="3730583"/>
            <a:ext cx="2991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+1</a:t>
            </a:r>
            <a:endParaRPr sz="1200" b="1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01" name="Google Shape;201;p20"/>
          <p:cNvGrpSpPr/>
          <p:nvPr/>
        </p:nvGrpSpPr>
        <p:grpSpPr>
          <a:xfrm>
            <a:off x="1951359" y="4572530"/>
            <a:ext cx="1055423" cy="264552"/>
            <a:chOff x="2215681" y="3871731"/>
            <a:chExt cx="1353626" cy="339300"/>
          </a:xfrm>
        </p:grpSpPr>
        <p:sp>
          <p:nvSpPr>
            <p:cNvPr id="202" name="Google Shape;202;p20"/>
            <p:cNvSpPr txBox="1"/>
            <p:nvPr/>
          </p:nvSpPr>
          <p:spPr>
            <a:xfrm>
              <a:off x="2215681" y="3871731"/>
              <a:ext cx="312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+1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2510396" y="3871731"/>
              <a:ext cx="312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+3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4" name="Google Shape;204;p20"/>
            <p:cNvSpPr txBox="1"/>
            <p:nvPr/>
          </p:nvSpPr>
          <p:spPr>
            <a:xfrm>
              <a:off x="2855537" y="3871731"/>
              <a:ext cx="312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+5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3256708" y="3871731"/>
              <a:ext cx="312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+7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06" name="Google Shape;206;p20"/>
          <p:cNvGrpSpPr/>
          <p:nvPr/>
        </p:nvGrpSpPr>
        <p:grpSpPr>
          <a:xfrm>
            <a:off x="1951512" y="5004256"/>
            <a:ext cx="1204464" cy="264554"/>
            <a:chOff x="2215675" y="4425300"/>
            <a:chExt cx="1651761" cy="339303"/>
          </a:xfrm>
        </p:grpSpPr>
        <p:sp>
          <p:nvSpPr>
            <p:cNvPr id="207" name="Google Shape;207;p20"/>
            <p:cNvSpPr txBox="1"/>
            <p:nvPr/>
          </p:nvSpPr>
          <p:spPr>
            <a:xfrm>
              <a:off x="2215675" y="4425300"/>
              <a:ext cx="401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+12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2594455" y="4425300"/>
              <a:ext cx="401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+14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3038046" y="4425300"/>
              <a:ext cx="401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+16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3465736" y="4425303"/>
              <a:ext cx="401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+18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11" name="Google Shape;211;p20"/>
          <p:cNvGrpSpPr/>
          <p:nvPr/>
        </p:nvGrpSpPr>
        <p:grpSpPr>
          <a:xfrm>
            <a:off x="4528655" y="4572525"/>
            <a:ext cx="1204394" cy="264557"/>
            <a:chOff x="5618908" y="3871725"/>
            <a:chExt cx="1544689" cy="339306"/>
          </a:xfrm>
        </p:grpSpPr>
        <p:sp>
          <p:nvSpPr>
            <p:cNvPr id="212" name="Google Shape;212;p20"/>
            <p:cNvSpPr txBox="1"/>
            <p:nvPr/>
          </p:nvSpPr>
          <p:spPr>
            <a:xfrm>
              <a:off x="5618908" y="3871731"/>
              <a:ext cx="312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+5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5999908" y="3871731"/>
              <a:ext cx="312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+5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14" name="Google Shape;214;p20"/>
            <p:cNvSpPr txBox="1"/>
            <p:nvPr/>
          </p:nvSpPr>
          <p:spPr>
            <a:xfrm>
              <a:off x="6380897" y="3871725"/>
              <a:ext cx="401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+10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15" name="Google Shape;215;p20"/>
            <p:cNvSpPr txBox="1"/>
            <p:nvPr/>
          </p:nvSpPr>
          <p:spPr>
            <a:xfrm>
              <a:off x="6761897" y="3871725"/>
              <a:ext cx="401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+10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16" name="Google Shape;216;p20"/>
          <p:cNvGrpSpPr/>
          <p:nvPr/>
        </p:nvGrpSpPr>
        <p:grpSpPr>
          <a:xfrm>
            <a:off x="4573399" y="4980550"/>
            <a:ext cx="1204527" cy="264560"/>
            <a:chOff x="5578564" y="4395035"/>
            <a:chExt cx="1544859" cy="339310"/>
          </a:xfrm>
        </p:grpSpPr>
        <p:sp>
          <p:nvSpPr>
            <p:cNvPr id="217" name="Google Shape;217;p20"/>
            <p:cNvSpPr txBox="1"/>
            <p:nvPr/>
          </p:nvSpPr>
          <p:spPr>
            <a:xfrm>
              <a:off x="5578564" y="4395035"/>
              <a:ext cx="3261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×2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18" name="Google Shape;218;p20"/>
            <p:cNvSpPr txBox="1"/>
            <p:nvPr/>
          </p:nvSpPr>
          <p:spPr>
            <a:xfrm>
              <a:off x="5904097" y="4395045"/>
              <a:ext cx="3864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×3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6304192" y="4395045"/>
              <a:ext cx="3864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×4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6737023" y="4395045"/>
              <a:ext cx="3864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×5</a:t>
              </a:r>
              <a:endParaRPr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cxnSp>
        <p:nvCxnSpPr>
          <p:cNvPr id="221" name="Google Shape;221;p20"/>
          <p:cNvCxnSpPr/>
          <p:nvPr/>
        </p:nvCxnSpPr>
        <p:spPr>
          <a:xfrm>
            <a:off x="495182" y="58308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sp>
        <p:nvSpPr>
          <p:cNvPr id="226" name="Google Shape;22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7" name="Google Shape;22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geometric sequences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476400" y="1363713"/>
            <a:ext cx="61584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Generate the first five terms of these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geometric sequences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76402" y="896975"/>
            <a:ext cx="60564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Generating geometric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536088" y="1618386"/>
            <a:ext cx="16065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3, 9, 27, 81,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551167" y="2494872"/>
            <a:ext cx="1908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15, 45, 135, 405,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528549" y="2056629"/>
            <a:ext cx="22365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30, 90, 270, 810,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551167" y="3371358"/>
            <a:ext cx="25407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64, 160, 400, 1000, 2500,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6" name="Google Shape;236;p21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rcRect l="49202"/>
          <a:stretch>
            <a:fillRect/>
          </a:stretch>
        </p:blipFill>
        <p:spPr>
          <a:xfrm>
            <a:off x="2802152" y="3779566"/>
            <a:ext cx="104028" cy="31555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4551167" y="3809601"/>
            <a:ext cx="16065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81, 27, 9, 3, 1,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551167" y="2933115"/>
            <a:ext cx="2193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 15, 75, 375, 1875,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4528549" y="4247844"/>
            <a:ext cx="2193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1875, 375, 75, 15, 3,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0" name="Google Shape;240;p21" descr="&lt;math xmlns=&quot;http://www.w3.org/1998/Math/MathML&quot; display=&quot;block&quot; data-is-equatio=&quot;1&quot; data-latex=&quot;\frac{1}{3},\ \frac{1}{9},\ \frac{1}{27},\ ...&quot;&gt;&lt;mfrac&gt;&lt;mn&gt;1&lt;/mn&gt;&lt;mn&gt;3&lt;/mn&gt;&lt;/mfrac&gt;&lt;mo&gt;,&lt;/mo&gt;&lt;mtext&gt;&lt;/mtext&gt;&lt;mfrac&gt;&lt;mn&gt;1&lt;/mn&gt;&lt;mn&gt;9&lt;/mn&gt;&lt;/mfrac&gt;&lt;mo&gt;,&lt;/mo&gt;&lt;mtext&gt;&lt;/mtext&gt;&lt;mfrac&gt;&lt;mn&gt;1&lt;/mn&gt;&lt;mn&gt;27&lt;/mn&gt;&lt;/mfrac&gt;&lt;mo&gt;,&lt;/mo&gt;&lt;mtext&gt;&lt;/mtext&gt;&lt;mo&gt;.&lt;/mo&gt;&lt;mo&gt;.&lt;/mo&gt;&lt;mo&gt;.&lt;/mo&gt;&lt;/math&gt;" title="one third comma one ninth comma 1 over 27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475" y="4613475"/>
            <a:ext cx="906925" cy="31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4543629" y="4631487"/>
            <a:ext cx="4101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3, 1,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76400" y="1618386"/>
            <a:ext cx="35517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76400" y="2056968"/>
            <a:ext cx="35517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76400" y="2495550"/>
            <a:ext cx="35517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ratio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: 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between terms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76400" y="3372717"/>
            <a:ext cx="4783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 ratio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: 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between terms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76400" y="3811300"/>
            <a:ext cx="23244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76400" y="2934123"/>
            <a:ext cx="45945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 ratio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: 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between terms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76400" y="4249885"/>
            <a:ext cx="430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1875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 ratio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: 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between terms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76400" y="4688450"/>
            <a:ext cx="34269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 ratio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: 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between terms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76400" y="5407500"/>
            <a:ext cx="50064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is generating these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geometric sequences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76400" y="6485867"/>
            <a:ext cx="29847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76400" y="5781692"/>
            <a:ext cx="29847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" name="Google Shape;253;p21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0673" y="5709622"/>
            <a:ext cx="217394" cy="31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&lt;math xmlns=&quot;http://www.w3.org/1998/Math/MathML&quot; display=&quot;block&quot; data-is-equatio=&quot;1&quot; data-latex=&quot;\times\frac{2}{3}&quot;&gt;&lt;mo&gt;×&lt;/mo&gt;&lt;mfrac&gt;&lt;mn&gt;2&lt;/mn&gt;&lt;mn&gt;3&lt;/mn&gt;&lt;/mfrac&gt;&lt;/math&gt;" title="times 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2179" y="6375173"/>
            <a:ext cx="217394" cy="31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&lt;math xmlns=&quot;http://www.w3.org/1998/Math/MathML&quot; display=&quot;block&quot; data-is-equatio=&quot;1&quot; data-latex=&quot;\times\frac{3}{2}&quot;&gt;&lt;mo&gt;×&lt;/mo&gt;&lt;mfrac&gt;&lt;mn&gt;3&lt;/mn&gt;&lt;mn&gt;2&lt;/mn&gt;&lt;/mfrac&gt;&lt;/math&gt;" title="times three halve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94525" y="7130399"/>
            <a:ext cx="217400" cy="31148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476400" y="7182046"/>
            <a:ext cx="29847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7" name="Google Shape;257;p21"/>
          <p:cNvPicPr preferRelativeResize="0"/>
          <p:nvPr/>
        </p:nvPicPr>
        <p:blipFill>
          <a:blip r:embed="rId8">
            <a:alphaModFix/>
          </a:blip>
          <a:srcRect r="57905" b="43690"/>
          <a:stretch>
            <a:fillRect/>
          </a:stretch>
        </p:blipFill>
        <p:spPr>
          <a:xfrm flipH="1">
            <a:off x="1144952" y="7678875"/>
            <a:ext cx="3383598" cy="69895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 flipH="1">
            <a:off x="1426850" y="7725775"/>
            <a:ext cx="31017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Because these multipliers are fractions, all of these will be decreasing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9" name="Google Shape;259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476401" y="7984250"/>
            <a:ext cx="818020" cy="94335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2507257" y="8491590"/>
            <a:ext cx="27660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Alex that he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798159" y="5784973"/>
            <a:ext cx="17040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216, 72, 24, 8,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798168" y="6481156"/>
            <a:ext cx="19722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216, 144, 96, 64,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5253968" y="7553306"/>
            <a:ext cx="18381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Multiplier is greater than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therefore the sequence increases.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798166" y="7177330"/>
            <a:ext cx="22122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216, 324, 486, 729,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Features of geometric sequences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2024-02-06T11:33:19.807</cp:lastPrinted>
  <dcterms:created xsi:type="dcterms:W3CDTF">2024-02-06T11:33:19Z</dcterms:created>
  <dcterms:modified xsi:type="dcterms:W3CDTF">2024-02-06T11:33:28Z</dcterms:modified>
</cp:coreProperties>
</file>