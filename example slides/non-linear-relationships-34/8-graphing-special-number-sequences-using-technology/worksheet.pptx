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A53A48E-D18D-4946-99F1-262A86845FC2}">
  <a:tblStyle styleId="{6A53A48E-D18D-4946-99F1-262A86845F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g2b3816ed7ca_0_4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b3816ed7ca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18512" y="1335050"/>
            <a:ext cx="53583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Plotting sequences using Desmos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29900" y="1897548"/>
            <a:ext cx="6438600" cy="18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wants to know if −10 is in the sequence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100 − 3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10" y="3002159"/>
            <a:ext cx="1152393" cy="1265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48700" y="4144137"/>
            <a:ext cx="10782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926745" y="2079527"/>
            <a:ext cx="3466713" cy="1394478"/>
            <a:chOff x="1807233" y="1612129"/>
            <a:chExt cx="2238177" cy="1011151"/>
          </a:xfrm>
        </p:grpSpPr>
        <p:pic>
          <p:nvPicPr>
            <p:cNvPr id="166" name="Google Shape;166;p20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33" y="1612129"/>
              <a:ext cx="2238177" cy="1011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0"/>
            <p:cNvSpPr txBox="1"/>
            <p:nvPr/>
          </p:nvSpPr>
          <p:spPr>
            <a:xfrm flipH="1">
              <a:off x="1968540" y="1771134"/>
              <a:ext cx="1987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 have plotted the lines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lang="en-GB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and  </a:t>
              </a:r>
              <a:r>
                <a:rPr lang="en-GB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= −10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.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They intersect so −10 is a term in the sequence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100 − 3</a:t>
              </a:r>
              <a:r>
                <a:rPr lang="en-GB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8" name="Google Shape;168;p20"/>
          <p:cNvSpPr txBox="1"/>
          <p:nvPr/>
        </p:nvSpPr>
        <p:spPr>
          <a:xfrm>
            <a:off x="1767873" y="3454930"/>
            <a:ext cx="31014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has Lucas done correctly?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767873" y="4317403"/>
            <a:ext cx="4953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to Lucas what mistake he has made.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5600" y="2228350"/>
            <a:ext cx="2033300" cy="192326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0"/>
          <p:cNvSpPr txBox="1"/>
          <p:nvPr/>
        </p:nvSpPr>
        <p:spPr>
          <a:xfrm>
            <a:off x="476400" y="57123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2) Use Desmos to match these sequences to their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76400" y="6125300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Geometric sequence with first five terms: 2, 4, 8, 16, 32,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6725765"/>
            <a:ext cx="33312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Geometric sequence with first five terms: 8, 16, 32, 64, 128,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7326250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Geometric sequence with first five terms: 6, 12, 24, 48, 96,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7926715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Geometric sequence with first five terms: 6, 18, 54, 162, 486,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8527200"/>
            <a:ext cx="32835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Geometric sequence with first five terms: 12, 36, 108, 324, 972, 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247012" y="6125290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lang="en-GB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247012" y="6738020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2</a:t>
            </a:r>
            <a:r>
              <a:rPr lang="en-GB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247012" y="7350750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3</a:t>
            </a:r>
            <a:r>
              <a:rPr lang="en-GB" i="1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247012" y="7902208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247012" y="8514938"/>
            <a:ext cx="1821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 + 2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3) Use graphing software to help with the following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76400" y="1206638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Is the number 30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9" name="Google Shape;189;p21"/>
          <p:cNvGraphicFramePr>
            <a:graphicFrameLocks noGrp="1"/>
          </p:cNvGraphicFramePr>
          <p:nvPr/>
        </p:nvGraphicFramePr>
        <p:xfrm>
          <a:off x="3774824" y="1072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{6A53A48E-D18D-4946-99F1-262A86845FC2}</a:tableStyleId>
              </a:tblPr>
              <a:tblGrid>
                <a:gridCol w="1075025"/>
                <a:gridCol w="350450"/>
                <a:gridCol w="350450"/>
                <a:gridCol w="350450"/>
                <a:gridCol w="350450"/>
                <a:gridCol w="840350"/>
              </a:tblGrid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−1.5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0.6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2.7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4.8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2.1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3.6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1"/>
          <p:cNvSpPr txBox="1"/>
          <p:nvPr/>
        </p:nvSpPr>
        <p:spPr>
          <a:xfrm>
            <a:off x="476400" y="2121050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Is the number 2044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3035450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Is the number 1280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76400" y="3949850"/>
            <a:ext cx="46518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Is the number 4004 in this sequence?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>
            <a:graphicFrameLocks noGrp="1"/>
          </p:cNvGraphicFramePr>
          <p:nvPr/>
        </p:nvGraphicFramePr>
        <p:xfrm>
          <a:off x="3774824" y="19870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{6A53A48E-D18D-4946-99F1-262A86845FC2}</a:tableStyleId>
              </a:tblPr>
              <a:tblGrid>
                <a:gridCol w="1075025"/>
                <a:gridCol w="349925"/>
                <a:gridCol w="349925"/>
                <a:gridCol w="349925"/>
                <a:gridCol w="349925"/>
                <a:gridCol w="842475"/>
              </a:tblGrid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72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Google Shape;194;p21"/>
          <p:cNvGraphicFramePr>
            <a:graphicFrameLocks noGrp="1"/>
          </p:cNvGraphicFramePr>
          <p:nvPr/>
        </p:nvGraphicFramePr>
        <p:xfrm>
          <a:off x="3774824" y="29014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{6A53A48E-D18D-4946-99F1-262A86845FC2}</a:tableStyleId>
              </a:tblPr>
              <a:tblGrid>
                <a:gridCol w="1075025"/>
                <a:gridCol w="350450"/>
                <a:gridCol w="350450"/>
                <a:gridCol w="350450"/>
                <a:gridCol w="350450"/>
                <a:gridCol w="840350"/>
              </a:tblGrid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</a:t>
                      </a:r>
                      <a:r>
                        <a:rPr lang="en-GB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×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5" name="Google Shape;195;p21"/>
          <p:cNvGraphicFramePr>
            <a:graphicFrameLocks noGrp="1"/>
          </p:cNvGraphicFramePr>
          <p:nvPr/>
        </p:nvGraphicFramePr>
        <p:xfrm>
          <a:off x="3774824" y="3815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{6A53A48E-D18D-4946-99F1-262A86845FC2}</a:tableStyleId>
              </a:tblPr>
              <a:tblGrid>
                <a:gridCol w="1075025"/>
                <a:gridCol w="350450"/>
                <a:gridCol w="350450"/>
                <a:gridCol w="350450"/>
                <a:gridCol w="414925"/>
                <a:gridCol w="775875"/>
              </a:tblGrid>
              <a:tr h="3152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64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256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 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6" name="Google Shape;196;p21"/>
          <p:cNvCxnSpPr/>
          <p:nvPr/>
        </p:nvCxnSpPr>
        <p:spPr>
          <a:xfrm>
            <a:off x="478957" y="48975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21"/>
          <p:cNvSpPr txBox="1"/>
          <p:nvPr/>
        </p:nvSpPr>
        <p:spPr>
          <a:xfrm>
            <a:off x="468001" y="4916450"/>
            <a:ext cx="6436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Exploring special number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5417763"/>
            <a:ext cx="6610500" cy="25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Plot the first 20 points of the sequences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endParaRPr i="1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i="1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Two of the sequences have the same first term, which two?  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is happening at the coordinate (2,4) what does this mean about the sequences?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Which sequence is increasing at the fastest rate? 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Find four numbers which are in the sequence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i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What is the 15</a:t>
            </a:r>
            <a:r>
              <a:rPr lang="en-GB" sz="1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 in the sequence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600" i="1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5" name="Google Shape;205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special number sequences using technology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72200" y="684475"/>
            <a:ext cx="6615600" cy="3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Plot the first 20 points of the sequences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− 5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Which sequence has the smallest 1</a:t>
            </a:r>
            <a:r>
              <a:rPr lang="en-GB" sz="1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term?	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Which sequence has the smallest 2</a:t>
            </a:r>
            <a:r>
              <a:rPr lang="en-GB" sz="1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term?	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Which sequence has the largest 3</a:t>
            </a:r>
            <a:r>
              <a:rPr lang="en-GB" sz="1200" baseline="30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term?	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What do you notice about the sequences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+ 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76400" y="4261958"/>
            <a:ext cx="6414600" cy="30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The sequence of all triangular numbers has the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first 20 terms.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is the 19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triangular number?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geometric sequence which starts 1, 2, 4, 8,... has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rule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what term number does this sequence overtake the triangular numbers?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Which is larger the 8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in the sequence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or the 16</a:t>
            </a:r>
            <a:r>
              <a:rPr lang="en-GB" sz="1200" baseline="30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triangular number.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2" descr="&lt;math xmlns=&quot;http://www.w3.org/1998/Math/MathML&quot; display=&quot;block&quot; data-is-equatio=&quot;1&quot; data-latex=&quot;\frac{n\left(n+1\right)}{2}&quot;&gt;&lt;mfrac&gt;&lt;mrow&gt;&lt;mi&gt;n&lt;/mi&gt;&lt;mrow data-mjx-texclass=&quot;INNER&quot;&gt;&lt;mo data-mjx-texclass=&quot;OPEN&quot;&gt;(&lt;/mo&gt;&lt;mi&gt;n&lt;/mi&gt;&lt;mo&gt;+&lt;/mo&gt;&lt;mn&gt;1&lt;/mn&gt;&lt;mo data-mjx-texclass=&quot;CLOSE&quot;&gt;)&lt;/mo&gt;&lt;/mrow&gt;&lt;/mrow&gt;&lt;mn&gt;2&lt;/mn&gt;&lt;/mfrac&gt;&lt;/math&gt;" title="n times open paren n plus 1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325" y="4261949"/>
            <a:ext cx="513918" cy="2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3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84350" y="7353800"/>
            <a:ext cx="66075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4a) A sequence starts 1, 3, 4, … the next term is found by adding the two previous terms together. Plot the first 10 terms of this sequence.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different sequence starts 1, −3,  … the next term is found by adding the two previous terms together. Plot the first 10 terms of this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does the shape of the graph of this sequence differ to the previous one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2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Graphing special number sequences using technology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2024-02-06T11:22:27.369</cp:lastPrinted>
  <dcterms:created xsi:type="dcterms:W3CDTF">2024-02-06T11:22:27Z</dcterms:created>
  <dcterms:modified xsi:type="dcterms:W3CDTF">2024-02-06T11:25:49Z</dcterms:modified>
</cp:coreProperties>
</file>