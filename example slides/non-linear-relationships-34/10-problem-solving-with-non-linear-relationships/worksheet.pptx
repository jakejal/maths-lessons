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6825A9-20A1-404D-9060-63992242FEB9}">
  <a:tblStyle styleId="{5D6825A9-20A1-404D-9060-63992242FE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385b8d9c3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385b8d9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non-linear relationships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40454" y="2130900"/>
            <a:ext cx="65391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Passing information is another thing which can form a geometric sequence. The bus is going to be late back from a school trip. One pupil phones their parent. The parent phones 5 other parents. Each of those parents phone 5 other parents. Assume it takes 10 minutes to make 5 phone calls.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552607" y="3395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{5D6825A9-20A1-404D-9060-63992242FEB9}</a:tableStyleId>
              </a:tblPr>
              <a:tblGrid>
                <a:gridCol w="929700"/>
                <a:gridCol w="929700"/>
              </a:tblGrid>
              <a:tr h="23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mins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mins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2655972" y="3342964"/>
            <a:ext cx="4436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people would know after 40 mins?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Why might this not be realistic?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98825" y="4164531"/>
            <a:ext cx="19242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(plus the one parent who initially knew)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7997" y="5866639"/>
            <a:ext cx="4436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people would know after 2 hours?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Why might this not be realistic?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474757" y="98610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0"/>
          <p:cNvSpPr txBox="1"/>
          <p:nvPr/>
        </p:nvSpPr>
        <p:spPr>
          <a:xfrm>
            <a:off x="468000" y="12922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Problem solving with geometric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non-linear relationships</a:t>
            </a:r>
            <a:endParaRPr/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76400" y="725450"/>
            <a:ext cx="6224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Adding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76407" y="1208435"/>
            <a:ext cx="66015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question, the sequences were created by adding the terms of two of the sequences given below. Work out which two sequences were added in each question.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1"/>
          <p:cNvGrpSpPr/>
          <p:nvPr/>
        </p:nvGrpSpPr>
        <p:grpSpPr>
          <a:xfrm>
            <a:off x="3992509" y="1866438"/>
            <a:ext cx="1454165" cy="307236"/>
            <a:chOff x="4849238" y="1811913"/>
            <a:chExt cx="1871513" cy="395413"/>
          </a:xfrm>
        </p:grpSpPr>
        <p:sp>
          <p:nvSpPr>
            <p:cNvPr id="177" name="Google Shape;177;p21"/>
            <p:cNvSpPr/>
            <p:nvPr/>
          </p:nvSpPr>
          <p:spPr>
            <a:xfrm>
              <a:off x="4849250" y="1811925"/>
              <a:ext cx="18000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849238" y="1811913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5120550" y="1847625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4, 9, 14, 19,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" name="Google Shape;180;p21"/>
          <p:cNvSpPr/>
          <p:nvPr/>
        </p:nvSpPr>
        <p:spPr>
          <a:xfrm>
            <a:off x="5637799" y="1866481"/>
            <a:ext cx="1398600" cy="307200"/>
          </a:xfrm>
          <a:prstGeom prst="roundRect">
            <a:avLst>
              <a:gd fmla="val 252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637790" y="1866481"/>
            <a:ext cx="188700" cy="208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5848606" y="1894312"/>
            <a:ext cx="11511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3, 5, 7, 9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1"/>
          <p:cNvGrpSpPr/>
          <p:nvPr/>
        </p:nvGrpSpPr>
        <p:grpSpPr>
          <a:xfrm>
            <a:off x="2121513" y="1866437"/>
            <a:ext cx="1624484" cy="307236"/>
            <a:chOff x="2441263" y="1821513"/>
            <a:chExt cx="2090713" cy="395413"/>
          </a:xfrm>
        </p:grpSpPr>
        <p:sp>
          <p:nvSpPr>
            <p:cNvPr id="184" name="Google Shape;184;p21"/>
            <p:cNvSpPr/>
            <p:nvPr/>
          </p:nvSpPr>
          <p:spPr>
            <a:xfrm>
              <a:off x="2441275" y="1821525"/>
              <a:ext cx="20907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2441263" y="1821513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1"/>
            <p:cNvSpPr txBox="1"/>
            <p:nvPr/>
          </p:nvSpPr>
          <p:spPr>
            <a:xfrm>
              <a:off x="2712575" y="1857225"/>
              <a:ext cx="1753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4, 12, 36, 108,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476390" y="1866437"/>
            <a:ext cx="1454165" cy="307236"/>
            <a:chOff x="323988" y="1831113"/>
            <a:chExt cx="1871513" cy="395413"/>
          </a:xfrm>
        </p:grpSpPr>
        <p:sp>
          <p:nvSpPr>
            <p:cNvPr id="188" name="Google Shape;188;p21"/>
            <p:cNvSpPr/>
            <p:nvPr/>
          </p:nvSpPr>
          <p:spPr>
            <a:xfrm>
              <a:off x="324000" y="1831125"/>
              <a:ext cx="18000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323988" y="1831113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595300" y="1866825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1, 2, 4, 8, 16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476390" y="2254023"/>
            <a:ext cx="1454165" cy="307236"/>
            <a:chOff x="323988" y="2374038"/>
            <a:chExt cx="1871513" cy="395413"/>
          </a:xfrm>
        </p:grpSpPr>
        <p:sp>
          <p:nvSpPr>
            <p:cNvPr id="192" name="Google Shape;192;p21"/>
            <p:cNvSpPr/>
            <p:nvPr/>
          </p:nvSpPr>
          <p:spPr>
            <a:xfrm>
              <a:off x="324000" y="2374050"/>
              <a:ext cx="18000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323988" y="2374038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595300" y="240975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4, 7, 12, 19,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2116643" y="2254023"/>
            <a:ext cx="1609410" cy="307236"/>
            <a:chOff x="2450963" y="2374038"/>
            <a:chExt cx="2071313" cy="395413"/>
          </a:xfrm>
        </p:grpSpPr>
        <p:sp>
          <p:nvSpPr>
            <p:cNvPr id="196" name="Google Shape;196;p21"/>
            <p:cNvSpPr/>
            <p:nvPr/>
          </p:nvSpPr>
          <p:spPr>
            <a:xfrm>
              <a:off x="2450975" y="2374050"/>
              <a:ext cx="20712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2450963" y="2374038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2722275" y="2409750"/>
              <a:ext cx="180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1, 6, 16, 31, 51,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" name="Google Shape;199;p21"/>
          <p:cNvGrpSpPr/>
          <p:nvPr/>
        </p:nvGrpSpPr>
        <p:grpSpPr>
          <a:xfrm>
            <a:off x="3992378" y="2254091"/>
            <a:ext cx="1398538" cy="307236"/>
            <a:chOff x="4849138" y="2310738"/>
            <a:chExt cx="1981213" cy="395413"/>
          </a:xfrm>
        </p:grpSpPr>
        <p:sp>
          <p:nvSpPr>
            <p:cNvPr id="200" name="Google Shape;200;p21"/>
            <p:cNvSpPr/>
            <p:nvPr/>
          </p:nvSpPr>
          <p:spPr>
            <a:xfrm>
              <a:off x="4849150" y="2310750"/>
              <a:ext cx="19812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4849138" y="2310738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5120450" y="234645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4, 6, 6, 4, 0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" name="Google Shape;203;p21"/>
          <p:cNvGrpSpPr/>
          <p:nvPr/>
        </p:nvGrpSpPr>
        <p:grpSpPr>
          <a:xfrm>
            <a:off x="5637632" y="2254025"/>
            <a:ext cx="1454165" cy="307236"/>
            <a:chOff x="6966513" y="2301138"/>
            <a:chExt cx="1871513" cy="395413"/>
          </a:xfrm>
        </p:grpSpPr>
        <p:sp>
          <p:nvSpPr>
            <p:cNvPr id="204" name="Google Shape;204;p21"/>
            <p:cNvSpPr/>
            <p:nvPr/>
          </p:nvSpPr>
          <p:spPr>
            <a:xfrm>
              <a:off x="6966525" y="2301150"/>
              <a:ext cx="1800000" cy="395400"/>
            </a:xfrm>
            <a:prstGeom prst="roundRect">
              <a:avLst>
                <a:gd fmla="val 252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6966513" y="2301138"/>
              <a:ext cx="243000" cy="268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7237825" y="2336850"/>
              <a:ext cx="16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1, 8, 27, 64,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" name="Google Shape;207;p21"/>
          <p:cNvSpPr txBox="1"/>
          <p:nvPr/>
        </p:nvSpPr>
        <p:spPr>
          <a:xfrm>
            <a:off x="476407" y="2885427"/>
            <a:ext cx="20526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5, 12, 19, 26, 33,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5, 11, 18, 27, 40,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5, 13, 28, 50, 79,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711678" y="2885427"/>
            <a:ext cx="205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2, 9, 21, 38, 60,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2, 5, 9, 15, 25,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2, 11, 32, 71, 134,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946949" y="2885427"/>
            <a:ext cx="205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5, 14, 40, 127, 356,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8, 15, 20, 23, 24,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8, 13, 18, 23, 28,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7" y="4848842"/>
            <a:ext cx="6601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is the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 for sequence a). How does that relate to the two sequences you have chosen for your answer to a)?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9250" y="5760175"/>
            <a:ext cx="6601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By using the examples previously and any of your own examples, investigate the following questions and write a sentence about any patterns you have noticed.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happens when you add two geometric sequences together?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happens when you add two quadratic sequences together?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(square and triangle numbers are examples of quadratic sequences)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happens when you add a linear sequence to a geometric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happens when you add a linear sequence to a quadratic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474757" y="98610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